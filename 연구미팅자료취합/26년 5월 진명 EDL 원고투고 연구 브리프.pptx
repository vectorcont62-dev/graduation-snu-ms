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8"/>
  </p:notesMasterIdLst>
  <p:sldIdLst>
    <p:sldId id="314" r:id="rId2"/>
    <p:sldId id="315" r:id="rId3"/>
    <p:sldId id="322" r:id="rId4"/>
    <p:sldId id="321" r:id="rId5"/>
    <p:sldId id="326" r:id="rId6"/>
    <p:sldId id="327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E35F61-9136-4661-8B19-B2DAABF51A2B}" v="54" dt="2026-05-06T15:31:19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6" d="100"/>
          <a:sy n="106" d="100"/>
        </p:scale>
        <p:origin x="1470" y="90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modSld">
      <pc:chgData name="MYUNG JIN" userId="89f3fa32ababedc4" providerId="LiveId" clId="{1442CAFF-C376-405E-80FE-32277BA9AD5E}" dt="2026-04-29T23:59:40.352" v="40" actId="58"/>
      <pc:docMkLst>
        <pc:docMk/>
      </pc:docMkLst>
    </pc:docChg>
  </pc:docChgLst>
  <pc:docChgLst>
    <pc:chgData name="MYUNG JIN" userId="89f3fa32ababedc4" providerId="LiveId" clId="{53BFC8FB-F919-4A98-9A97-F1BAF11238D4}"/>
    <pc:docChg chg="undo redo custSel addSld delSld modSld sldOrd modMainMaster">
      <pc:chgData name="MYUNG JIN" userId="89f3fa32ababedc4" providerId="LiveId" clId="{53BFC8FB-F919-4A98-9A97-F1BAF11238D4}" dt="2026-05-06T15:33:07.621" v="4279" actId="20577"/>
      <pc:docMkLst>
        <pc:docMk/>
      </pc:docMkLst>
      <pc:sldChg chg="modSp mod">
        <pc:chgData name="MYUNG JIN" userId="89f3fa32ababedc4" providerId="LiveId" clId="{53BFC8FB-F919-4A98-9A97-F1BAF11238D4}" dt="2026-05-06T13:29:20.096" v="2720" actId="20577"/>
        <pc:sldMkLst>
          <pc:docMk/>
          <pc:sldMk cId="2415824652" sldId="314"/>
        </pc:sldMkLst>
        <pc:spChg chg="mod">
          <ac:chgData name="MYUNG JIN" userId="89f3fa32ababedc4" providerId="LiveId" clId="{53BFC8FB-F919-4A98-9A97-F1BAF11238D4}" dt="2026-05-06T13:29:20.096" v="2720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 ord">
        <pc:chgData name="MYUNG JIN" userId="89f3fa32ababedc4" providerId="LiveId" clId="{53BFC8FB-F919-4A98-9A97-F1BAF11238D4}" dt="2026-05-06T15:15:23.817" v="3298"/>
        <pc:sldMkLst>
          <pc:docMk/>
          <pc:sldMk cId="2899342611" sldId="315"/>
        </pc:sldMkLst>
      </pc:sldChg>
      <pc:sldChg chg="addSp delSp modSp del mod">
        <pc:chgData name="MYUNG JIN" userId="89f3fa32ababedc4" providerId="LiveId" clId="{53BFC8FB-F919-4A98-9A97-F1BAF11238D4}" dt="2026-05-06T14:11:13.443" v="2784" actId="47"/>
        <pc:sldMkLst>
          <pc:docMk/>
          <pc:sldMk cId="1624971276" sldId="316"/>
        </pc:sldMkLst>
      </pc:sldChg>
      <pc:sldChg chg="addSp delSp modSp del mod">
        <pc:chgData name="MYUNG JIN" userId="89f3fa32ababedc4" providerId="LiveId" clId="{53BFC8FB-F919-4A98-9A97-F1BAF11238D4}" dt="2026-05-06T14:11:12.329" v="2781" actId="47"/>
        <pc:sldMkLst>
          <pc:docMk/>
          <pc:sldMk cId="2907291316" sldId="318"/>
        </pc:sldMkLst>
      </pc:sldChg>
      <pc:sldChg chg="addSp delSp modSp new del mod">
        <pc:chgData name="MYUNG JIN" userId="89f3fa32ababedc4" providerId="LiveId" clId="{53BFC8FB-F919-4A98-9A97-F1BAF11238D4}" dt="2026-05-06T14:11:12.512" v="2782" actId="47"/>
        <pc:sldMkLst>
          <pc:docMk/>
          <pc:sldMk cId="3672844062" sldId="319"/>
        </pc:sldMkLst>
      </pc:sldChg>
      <pc:sldChg chg="addSp modSp new del mod ord">
        <pc:chgData name="MYUNG JIN" userId="89f3fa32ababedc4" providerId="LiveId" clId="{53BFC8FB-F919-4A98-9A97-F1BAF11238D4}" dt="2026-05-06T14:11:12.755" v="2783" actId="47"/>
        <pc:sldMkLst>
          <pc:docMk/>
          <pc:sldMk cId="3628448676" sldId="320"/>
        </pc:sldMkLst>
      </pc:sldChg>
      <pc:sldChg chg="add ord">
        <pc:chgData name="MYUNG JIN" userId="89f3fa32ababedc4" providerId="LiveId" clId="{53BFC8FB-F919-4A98-9A97-F1BAF11238D4}" dt="2026-05-06T15:15:23.817" v="3298"/>
        <pc:sldMkLst>
          <pc:docMk/>
          <pc:sldMk cId="3807241808" sldId="320"/>
        </pc:sldMkLst>
      </pc:sldChg>
      <pc:sldChg chg="addSp delSp modSp new mod ord">
        <pc:chgData name="MYUNG JIN" userId="89f3fa32ababedc4" providerId="LiveId" clId="{53BFC8FB-F919-4A98-9A97-F1BAF11238D4}" dt="2026-05-06T15:30:36.100" v="4138" actId="14100"/>
        <pc:sldMkLst>
          <pc:docMk/>
          <pc:sldMk cId="79215711" sldId="321"/>
        </pc:sldMkLst>
        <pc:spChg chg="mod">
          <ac:chgData name="MYUNG JIN" userId="89f3fa32ababedc4" providerId="LiveId" clId="{53BFC8FB-F919-4A98-9A97-F1BAF11238D4}" dt="2026-05-06T14:10:49.787" v="2772" actId="20577"/>
          <ac:spMkLst>
            <pc:docMk/>
            <pc:sldMk cId="79215711" sldId="321"/>
            <ac:spMk id="2" creationId="{794963FC-EDAD-6A5C-ADF7-04DF9FB33280}"/>
          </ac:spMkLst>
        </pc:spChg>
        <pc:spChg chg="add del mod">
          <ac:chgData name="MYUNG JIN" userId="89f3fa32ababedc4" providerId="LiveId" clId="{53BFC8FB-F919-4A98-9A97-F1BAF11238D4}" dt="2026-05-06T15:04:38.634" v="2995" actId="478"/>
          <ac:spMkLst>
            <pc:docMk/>
            <pc:sldMk cId="79215711" sldId="321"/>
            <ac:spMk id="10" creationId="{9F95CE87-30F8-4548-BE03-0D5283D5A36B}"/>
          </ac:spMkLst>
        </pc:spChg>
        <pc:spChg chg="add mod">
          <ac:chgData name="MYUNG JIN" userId="89f3fa32ababedc4" providerId="LiveId" clId="{53BFC8FB-F919-4A98-9A97-F1BAF11238D4}" dt="2026-05-06T15:09:43.939" v="3121" actId="1076"/>
          <ac:spMkLst>
            <pc:docMk/>
            <pc:sldMk cId="79215711" sldId="321"/>
            <ac:spMk id="12" creationId="{B20EAB49-46F6-5CD2-4064-B6DF13C5494E}"/>
          </ac:spMkLst>
        </pc:spChg>
        <pc:spChg chg="add del mod">
          <ac:chgData name="MYUNG JIN" userId="89f3fa32ababedc4" providerId="LiveId" clId="{53BFC8FB-F919-4A98-9A97-F1BAF11238D4}" dt="2026-05-06T15:04:37.297" v="2994" actId="478"/>
          <ac:spMkLst>
            <pc:docMk/>
            <pc:sldMk cId="79215711" sldId="321"/>
            <ac:spMk id="13" creationId="{89372367-3B77-98B2-870C-0514C9F873D4}"/>
          </ac:spMkLst>
        </pc:spChg>
        <pc:spChg chg="add del mod">
          <ac:chgData name="MYUNG JIN" userId="89f3fa32ababedc4" providerId="LiveId" clId="{53BFC8FB-F919-4A98-9A97-F1BAF11238D4}" dt="2026-05-06T15:04:37.297" v="2994" actId="478"/>
          <ac:spMkLst>
            <pc:docMk/>
            <pc:sldMk cId="79215711" sldId="321"/>
            <ac:spMk id="14" creationId="{A5B6B4AD-15A8-4F27-C7F1-6A616CC00CE1}"/>
          </ac:spMkLst>
        </pc:spChg>
        <pc:spChg chg="add del mod">
          <ac:chgData name="MYUNG JIN" userId="89f3fa32ababedc4" providerId="LiveId" clId="{53BFC8FB-F919-4A98-9A97-F1BAF11238D4}" dt="2026-05-06T15:04:37.297" v="2994" actId="478"/>
          <ac:spMkLst>
            <pc:docMk/>
            <pc:sldMk cId="79215711" sldId="321"/>
            <ac:spMk id="15" creationId="{BB6F43AD-B970-BA7D-55C6-0C85BB6A70CD}"/>
          </ac:spMkLst>
        </pc:spChg>
        <pc:spChg chg="add del mod">
          <ac:chgData name="MYUNG JIN" userId="89f3fa32ababedc4" providerId="LiveId" clId="{53BFC8FB-F919-4A98-9A97-F1BAF11238D4}" dt="2026-05-06T15:04:37.297" v="2994" actId="478"/>
          <ac:spMkLst>
            <pc:docMk/>
            <pc:sldMk cId="79215711" sldId="321"/>
            <ac:spMk id="16" creationId="{AD405E2A-17A7-6C00-21FA-F45F0C6176F5}"/>
          </ac:spMkLst>
        </pc:spChg>
        <pc:spChg chg="add del mod">
          <ac:chgData name="MYUNG JIN" userId="89f3fa32ababedc4" providerId="LiveId" clId="{53BFC8FB-F919-4A98-9A97-F1BAF11238D4}" dt="2026-05-06T15:04:37.297" v="2994" actId="478"/>
          <ac:spMkLst>
            <pc:docMk/>
            <pc:sldMk cId="79215711" sldId="321"/>
            <ac:spMk id="17" creationId="{C7C49398-44AC-B6B4-D61D-26F85E1CF3F7}"/>
          </ac:spMkLst>
        </pc:spChg>
        <pc:spChg chg="add del mod">
          <ac:chgData name="MYUNG JIN" userId="89f3fa32ababedc4" providerId="LiveId" clId="{53BFC8FB-F919-4A98-9A97-F1BAF11238D4}" dt="2026-05-06T15:11:30.416" v="3224" actId="478"/>
          <ac:spMkLst>
            <pc:docMk/>
            <pc:sldMk cId="79215711" sldId="321"/>
            <ac:spMk id="18" creationId="{1077CFB7-DA19-96EE-EC08-663E46FCA5AF}"/>
          </ac:spMkLst>
        </pc:spChg>
        <pc:spChg chg="add mod">
          <ac:chgData name="MYUNG JIN" userId="89f3fa32ababedc4" providerId="LiveId" clId="{53BFC8FB-F919-4A98-9A97-F1BAF11238D4}" dt="2026-05-06T15:30:36.100" v="4138" actId="14100"/>
          <ac:spMkLst>
            <pc:docMk/>
            <pc:sldMk cId="79215711" sldId="321"/>
            <ac:spMk id="19" creationId="{F7D2F6AC-3555-A4C6-508B-B9D90BA65DCE}"/>
          </ac:spMkLst>
        </pc:spChg>
        <pc:spChg chg="add del mod">
          <ac:chgData name="MYUNG JIN" userId="89f3fa32ababedc4" providerId="LiveId" clId="{53BFC8FB-F919-4A98-9A97-F1BAF11238D4}" dt="2026-05-06T15:02:36.304" v="2972" actId="478"/>
          <ac:spMkLst>
            <pc:docMk/>
            <pc:sldMk cId="79215711" sldId="321"/>
            <ac:spMk id="20" creationId="{64268CA2-AAC3-1BC4-450E-151E131DEAE1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1" creationId="{66E19DA4-6125-82C1-82C9-423A53008687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2" creationId="{30A67EAC-3D18-A813-1B7F-EF00AB74EE0B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3" creationId="{EA3316C8-B3F0-0741-486E-9F598E19EAC9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4" creationId="{A06F1B6E-FF40-0D85-3AFB-60732B005EBD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5" creationId="{06C744D8-385E-9175-FCCD-311D63DFD297}"/>
          </ac:spMkLst>
        </pc:spChg>
        <pc:spChg chg="add mod">
          <ac:chgData name="MYUNG JIN" userId="89f3fa32ababedc4" providerId="LiveId" clId="{53BFC8FB-F919-4A98-9A97-F1BAF11238D4}" dt="2026-05-06T15:04:45.821" v="2997"/>
          <ac:spMkLst>
            <pc:docMk/>
            <pc:sldMk cId="79215711" sldId="321"/>
            <ac:spMk id="26" creationId="{50879281-E7E4-1239-2EB3-9AA6BBAFC2F7}"/>
          </ac:spMkLst>
        </pc:spChg>
        <pc:spChg chg="add mod">
          <ac:chgData name="MYUNG JIN" userId="89f3fa32ababedc4" providerId="LiveId" clId="{53BFC8FB-F919-4A98-9A97-F1BAF11238D4}" dt="2026-05-06T15:10:57.238" v="3219" actId="1076"/>
          <ac:spMkLst>
            <pc:docMk/>
            <pc:sldMk cId="79215711" sldId="321"/>
            <ac:spMk id="27" creationId="{27C19316-AA1E-A65B-62A1-C5778A2FF30D}"/>
          </ac:spMkLst>
        </pc:spChg>
        <pc:spChg chg="add mod">
          <ac:chgData name="MYUNG JIN" userId="89f3fa32ababedc4" providerId="LiveId" clId="{53BFC8FB-F919-4A98-9A97-F1BAF11238D4}" dt="2026-05-06T15:30:11.944" v="4099" actId="1076"/>
          <ac:spMkLst>
            <pc:docMk/>
            <pc:sldMk cId="79215711" sldId="321"/>
            <ac:spMk id="28" creationId="{5591B02D-6FA9-5624-5571-5AEAC82166C6}"/>
          </ac:spMkLst>
        </pc:spChg>
        <pc:spChg chg="add mod">
          <ac:chgData name="MYUNG JIN" userId="89f3fa32ababedc4" providerId="LiveId" clId="{53BFC8FB-F919-4A98-9A97-F1BAF11238D4}" dt="2026-05-06T15:09:43.939" v="3121" actId="1076"/>
          <ac:spMkLst>
            <pc:docMk/>
            <pc:sldMk cId="79215711" sldId="321"/>
            <ac:spMk id="29" creationId="{F71C1046-9366-24B4-9B84-F63C4F802D07}"/>
          </ac:spMkLst>
        </pc:spChg>
        <pc:spChg chg="add mod">
          <ac:chgData name="MYUNG JIN" userId="89f3fa32ababedc4" providerId="LiveId" clId="{53BFC8FB-F919-4A98-9A97-F1BAF11238D4}" dt="2026-05-06T15:10:30.577" v="3210" actId="20577"/>
          <ac:spMkLst>
            <pc:docMk/>
            <pc:sldMk cId="79215711" sldId="321"/>
            <ac:spMk id="33" creationId="{30FF1D13-8AA4-D278-4E0A-EF5F9B16F212}"/>
          </ac:spMkLst>
        </pc:spChg>
        <pc:picChg chg="add del mod">
          <ac:chgData name="MYUNG JIN" userId="89f3fa32ababedc4" providerId="LiveId" clId="{53BFC8FB-F919-4A98-9A97-F1BAF11238D4}" dt="2026-05-06T14:47:41.262" v="2786" actId="478"/>
          <ac:picMkLst>
            <pc:docMk/>
            <pc:sldMk cId="79215711" sldId="321"/>
            <ac:picMk id="4" creationId="{46FC9429-60B4-B7D9-4C99-8014DB7B7A1A}"/>
          </ac:picMkLst>
        </pc:picChg>
        <pc:picChg chg="add del mod">
          <ac:chgData name="MYUNG JIN" userId="89f3fa32ababedc4" providerId="LiveId" clId="{53BFC8FB-F919-4A98-9A97-F1BAF11238D4}" dt="2026-05-06T14:47:41.262" v="2786" actId="478"/>
          <ac:picMkLst>
            <pc:docMk/>
            <pc:sldMk cId="79215711" sldId="321"/>
            <ac:picMk id="6" creationId="{319B278F-1599-5B84-651B-71EB46D86AC6}"/>
          </ac:picMkLst>
        </pc:picChg>
        <pc:picChg chg="add del mod">
          <ac:chgData name="MYUNG JIN" userId="89f3fa32ababedc4" providerId="LiveId" clId="{53BFC8FB-F919-4A98-9A97-F1BAF11238D4}" dt="2026-05-06T14:47:41.262" v="2786" actId="478"/>
          <ac:picMkLst>
            <pc:docMk/>
            <pc:sldMk cId="79215711" sldId="321"/>
            <ac:picMk id="8" creationId="{78A657BF-D2E1-7A65-3E6D-0BDE7BB34E14}"/>
          </ac:picMkLst>
        </pc:picChg>
        <pc:picChg chg="add mod modCrop">
          <ac:chgData name="MYUNG JIN" userId="89f3fa32ababedc4" providerId="LiveId" clId="{53BFC8FB-F919-4A98-9A97-F1BAF11238D4}" dt="2026-05-06T15:09:43.939" v="3121" actId="1076"/>
          <ac:picMkLst>
            <pc:docMk/>
            <pc:sldMk cId="79215711" sldId="321"/>
            <ac:picMk id="9" creationId="{8494EF6E-67AB-B509-21AC-D97822104F14}"/>
          </ac:picMkLst>
        </pc:picChg>
        <pc:picChg chg="add del mod">
          <ac:chgData name="MYUNG JIN" userId="89f3fa32ababedc4" providerId="LiveId" clId="{53BFC8FB-F919-4A98-9A97-F1BAF11238D4}" dt="2026-05-06T15:02:18.335" v="2966" actId="478"/>
          <ac:picMkLst>
            <pc:docMk/>
            <pc:sldMk cId="79215711" sldId="321"/>
            <ac:picMk id="11" creationId="{D9CAC3DA-DC99-9B88-613B-0397F506404F}"/>
          </ac:picMkLst>
        </pc:picChg>
        <pc:picChg chg="add mod">
          <ac:chgData name="MYUNG JIN" userId="89f3fa32ababedc4" providerId="LiveId" clId="{53BFC8FB-F919-4A98-9A97-F1BAF11238D4}" dt="2026-05-06T15:10:33.462" v="3211" actId="1076"/>
          <ac:picMkLst>
            <pc:docMk/>
            <pc:sldMk cId="79215711" sldId="321"/>
            <ac:picMk id="31" creationId="{FDAB256E-2B4D-60A8-D584-17DBDA9A9EB4}"/>
          </ac:picMkLst>
        </pc:picChg>
        <pc:cxnChg chg="add mod">
          <ac:chgData name="MYUNG JIN" userId="89f3fa32ababedc4" providerId="LiveId" clId="{53BFC8FB-F919-4A98-9A97-F1BAF11238D4}" dt="2026-05-06T15:11:50.663" v="3228" actId="14100"/>
          <ac:cxnSpMkLst>
            <pc:docMk/>
            <pc:sldMk cId="79215711" sldId="321"/>
            <ac:cxnSpMk id="34" creationId="{2FE68F3D-0A0E-724C-ADBE-10863EC0246F}"/>
          </ac:cxnSpMkLst>
        </pc:cxnChg>
        <pc:cxnChg chg="add mod">
          <ac:chgData name="MYUNG JIN" userId="89f3fa32ababedc4" providerId="LiveId" clId="{53BFC8FB-F919-4A98-9A97-F1BAF11238D4}" dt="2026-05-06T15:11:50.663" v="3228" actId="14100"/>
          <ac:cxnSpMkLst>
            <pc:docMk/>
            <pc:sldMk cId="79215711" sldId="321"/>
            <ac:cxnSpMk id="35" creationId="{9C13342E-CC28-5518-920B-68D264394054}"/>
          </ac:cxnSpMkLst>
        </pc:cxnChg>
        <pc:cxnChg chg="add">
          <ac:chgData name="MYUNG JIN" userId="89f3fa32ababedc4" providerId="LiveId" clId="{53BFC8FB-F919-4A98-9A97-F1BAF11238D4}" dt="2026-05-06T15:12:12.410" v="3230" actId="11529"/>
          <ac:cxnSpMkLst>
            <pc:docMk/>
            <pc:sldMk cId="79215711" sldId="321"/>
            <ac:cxnSpMk id="43" creationId="{A4F5560A-5E4C-FDE4-2499-CACE4E1756D6}"/>
          </ac:cxnSpMkLst>
        </pc:cxnChg>
        <pc:cxnChg chg="add mod">
          <ac:chgData name="MYUNG JIN" userId="89f3fa32ababedc4" providerId="LiveId" clId="{53BFC8FB-F919-4A98-9A97-F1BAF11238D4}" dt="2026-05-06T15:12:19.328" v="3233" actId="14100"/>
          <ac:cxnSpMkLst>
            <pc:docMk/>
            <pc:sldMk cId="79215711" sldId="321"/>
            <ac:cxnSpMk id="44" creationId="{6510CED3-0489-0CBC-0FC6-B84C13B7EA5E}"/>
          </ac:cxnSpMkLst>
        </pc:cxnChg>
      </pc:sldChg>
      <pc:sldChg chg="addSp delSp modSp add mod ord">
        <pc:chgData name="MYUNG JIN" userId="89f3fa32ababedc4" providerId="LiveId" clId="{53BFC8FB-F919-4A98-9A97-F1BAF11238D4}" dt="2026-05-06T15:15:49.439" v="3304"/>
        <pc:sldMkLst>
          <pc:docMk/>
          <pc:sldMk cId="1039400063" sldId="322"/>
        </pc:sldMkLst>
        <pc:spChg chg="mod">
          <ac:chgData name="MYUNG JIN" userId="89f3fa32ababedc4" providerId="LiveId" clId="{53BFC8FB-F919-4A98-9A97-F1BAF11238D4}" dt="2026-05-06T15:15:03.868" v="3294" actId="20577"/>
          <ac:spMkLst>
            <pc:docMk/>
            <pc:sldMk cId="1039400063" sldId="322"/>
            <ac:spMk id="2" creationId="{A4D7508F-D494-EA77-A7ED-80849A625390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7" creationId="{7158BF8C-CD9F-19EB-E866-7B2802F93342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10" creationId="{BECFD80B-76E1-6A9C-818F-43B9B0B2B068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21" creationId="{A41F05C2-4D2A-B4E5-A735-0990029A9151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23" creationId="{52EEB8E2-E67B-58F6-A2A4-62EEA6330C5A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38" creationId="{0F54DD5E-1CA0-D93C-937F-E4DEB9062C7F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51" creationId="{254C5349-3FDC-788B-6C8C-8DFD4E6BFB60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54" creationId="{5D8CC3D7-0B9D-C04D-5366-087C8C9CA13F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57" creationId="{FFADC92D-39F5-1F87-4839-1646DEB711E7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137" creationId="{BF90E314-3B18-EC66-1473-360D3C88AF85}"/>
          </ac:spMkLst>
        </pc:spChg>
        <pc:spChg chg="mod">
          <ac:chgData name="MYUNG JIN" userId="89f3fa32ababedc4" providerId="LiveId" clId="{53BFC8FB-F919-4A98-9A97-F1BAF11238D4}" dt="2026-05-06T15:13:55.537" v="3246"/>
          <ac:spMkLst>
            <pc:docMk/>
            <pc:sldMk cId="1039400063" sldId="322"/>
            <ac:spMk id="142" creationId="{26D23C41-9B87-C1E0-5AC8-A507EFDC3E62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73" creationId="{2A023BF6-567B-90F9-0E9B-31A1D514168F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74" creationId="{01D51AC7-DA99-5A8A-D0FB-CCDF9F8BDE9C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75" creationId="{35F70945-31FE-0521-E2A2-160DBD161075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78" creationId="{6B3407D5-A263-F461-A033-BAD79D1D54A0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79" creationId="{699ED74B-8010-2AC6-0A93-A01E484E35E3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84" creationId="{E8E911ED-DF38-1657-8CA9-654D029BC436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86" creationId="{C5882F2D-172B-6E77-E1EE-6A270B76596E}"/>
          </ac:spMkLst>
        </pc:spChg>
        <pc:spChg chg="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89" creationId="{EA1262D0-1D57-32D0-F30B-C8185879F527}"/>
          </ac:spMkLst>
        </pc:spChg>
        <pc:spChg chg="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91" creationId="{3357E461-C583-5463-5ACA-E201B7943EE1}"/>
          </ac:spMkLst>
        </pc:spChg>
        <pc:spChg chg="add mod">
          <ac:chgData name="MYUNG JIN" userId="89f3fa32ababedc4" providerId="LiveId" clId="{53BFC8FB-F919-4A98-9A97-F1BAF11238D4}" dt="2026-05-06T15:14:25.896" v="3253"/>
          <ac:spMkLst>
            <pc:docMk/>
            <pc:sldMk cId="1039400063" sldId="322"/>
            <ac:spMk id="194" creationId="{5D74416B-6428-C18F-63D3-FE02EB0F0FF6}"/>
          </ac:spMkLst>
        </pc:spChg>
        <pc:picChg chg="del">
          <ac:chgData name="MYUNG JIN" userId="89f3fa32ababedc4" providerId="LiveId" clId="{53BFC8FB-F919-4A98-9A97-F1BAF11238D4}" dt="2026-05-06T15:13:47.410" v="3245" actId="478"/>
          <ac:picMkLst>
            <pc:docMk/>
            <pc:sldMk cId="1039400063" sldId="322"/>
            <ac:picMk id="4" creationId="{8C2091B5-CA8F-EBCD-EF2A-5B85040F2264}"/>
          </ac:picMkLst>
        </pc:picChg>
        <pc:picChg chg="del mod">
          <ac:chgData name="MYUNG JIN" userId="89f3fa32ababedc4" providerId="LiveId" clId="{53BFC8FB-F919-4A98-9A97-F1BAF11238D4}" dt="2026-05-06T15:13:45.543" v="3243" actId="478"/>
          <ac:picMkLst>
            <pc:docMk/>
            <pc:sldMk cId="1039400063" sldId="322"/>
            <ac:picMk id="6" creationId="{8FA208D7-9431-C654-7E51-04428FA6D592}"/>
          </ac:picMkLst>
        </pc:picChg>
        <pc:picChg chg="del">
          <ac:chgData name="MYUNG JIN" userId="89f3fa32ababedc4" providerId="LiveId" clId="{53BFC8FB-F919-4A98-9A97-F1BAF11238D4}" dt="2026-05-06T15:13:46.970" v="3244" actId="478"/>
          <ac:picMkLst>
            <pc:docMk/>
            <pc:sldMk cId="1039400063" sldId="322"/>
            <ac:picMk id="8" creationId="{E4AE7650-105E-FB6B-18F6-6D167DF38CD1}"/>
          </ac:picMkLst>
        </pc:picChg>
        <pc:picChg chg="add mod">
          <ac:chgData name="MYUNG JIN" userId="89f3fa32ababedc4" providerId="LiveId" clId="{53BFC8FB-F919-4A98-9A97-F1BAF11238D4}" dt="2026-05-06T15:14:35.273" v="3261" actId="1076"/>
          <ac:picMkLst>
            <pc:docMk/>
            <pc:sldMk cId="1039400063" sldId="322"/>
            <ac:picMk id="169" creationId="{12D9807E-0DD0-8618-FE8C-60D90ADA8A84}"/>
          </ac:picMkLst>
        </pc:picChg>
        <pc:picChg chg="add mod">
          <ac:chgData name="MYUNG JIN" userId="89f3fa32ababedc4" providerId="LiveId" clId="{53BFC8FB-F919-4A98-9A97-F1BAF11238D4}" dt="2026-05-06T15:14:36.392" v="3262" actId="1076"/>
          <ac:picMkLst>
            <pc:docMk/>
            <pc:sldMk cId="1039400063" sldId="322"/>
            <ac:picMk id="196" creationId="{A95D2BDD-9402-5E1F-D59E-27A9345FF951}"/>
          </ac:picMkLst>
        </pc:picChg>
      </pc:sldChg>
      <pc:sldChg chg="addSp delSp modSp new mod">
        <pc:chgData name="MYUNG JIN" userId="89f3fa32ababedc4" providerId="LiveId" clId="{53BFC8FB-F919-4A98-9A97-F1BAF11238D4}" dt="2026-05-06T15:12:00.029" v="3229" actId="14100"/>
        <pc:sldMkLst>
          <pc:docMk/>
          <pc:sldMk cId="1727606707" sldId="323"/>
        </pc:sldMkLst>
        <pc:spChg chg="del">
          <ac:chgData name="MYUNG JIN" userId="89f3fa32ababedc4" providerId="LiveId" clId="{53BFC8FB-F919-4A98-9A97-F1BAF11238D4}" dt="2026-05-06T15:03:52.001" v="2985"/>
          <ac:spMkLst>
            <pc:docMk/>
            <pc:sldMk cId="1727606707" sldId="323"/>
            <ac:spMk id="2" creationId="{3362CF86-7F6D-4040-88C3-3079E0C4F529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4" creationId="{6C1D3D3D-9E64-6DF7-D0C9-1CA95913469C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5" creationId="{034CE56B-FB03-60BD-2F1D-D64C664DE315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6" creationId="{CEEE1AA1-13DA-76DA-E3CB-11C2A9BC00D1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12" creationId="{21B712A1-00CE-BDB9-7E2A-1927A9EDB2D6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13" creationId="{6C89D212-0FAF-0A9B-F9A0-66E745B5572E}"/>
          </ac:spMkLst>
        </pc:spChg>
        <pc:spChg chg="add mod">
          <ac:chgData name="MYUNG JIN" userId="89f3fa32ababedc4" providerId="LiveId" clId="{53BFC8FB-F919-4A98-9A97-F1BAF11238D4}" dt="2026-05-06T15:03:33.565" v="2981"/>
          <ac:spMkLst>
            <pc:docMk/>
            <pc:sldMk cId="1727606707" sldId="323"/>
            <ac:spMk id="14" creationId="{4B0DF313-9DE6-B7AB-A83F-FAD3B3A32579}"/>
          </ac:spMkLst>
        </pc:spChg>
        <pc:spChg chg="add mod">
          <ac:chgData name="MYUNG JIN" userId="89f3fa32ababedc4" providerId="LiveId" clId="{53BFC8FB-F919-4A98-9A97-F1BAF11238D4}" dt="2026-05-06T15:03:52.001" v="2985"/>
          <ac:spMkLst>
            <pc:docMk/>
            <pc:sldMk cId="1727606707" sldId="323"/>
            <ac:spMk id="17" creationId="{69A62632-E77A-3927-5FF5-36F3D48481D7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18" creationId="{DA06A91F-EB43-550F-B4D1-43300861B55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19" creationId="{4B12687F-16DE-0115-C6A4-52E374D80AD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0" creationId="{1ACA70EC-8205-C076-89B9-19A20CDEC131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1" creationId="{D85A6764-C53E-AE99-4112-60BB60EFD33A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2" creationId="{CD9D4F22-0BD8-C767-6471-0D1BF4AE26E7}"/>
          </ac:spMkLst>
        </pc:spChg>
        <pc:spChg chg="add mod">
          <ac:chgData name="MYUNG JIN" userId="89f3fa32ababedc4" providerId="LiveId" clId="{53BFC8FB-F919-4A98-9A97-F1BAF11238D4}" dt="2026-05-06T15:04:44.582" v="2996"/>
          <ac:spMkLst>
            <pc:docMk/>
            <pc:sldMk cId="1727606707" sldId="323"/>
            <ac:spMk id="23" creationId="{2602DC4E-8168-9EC4-84C7-2DA8A78AE552}"/>
          </ac:spMkLst>
        </pc:spChg>
        <pc:graphicFrameChg chg="add mod">
          <ac:chgData name="MYUNG JIN" userId="89f3fa32ababedc4" providerId="LiveId" clId="{53BFC8FB-F919-4A98-9A97-F1BAF11238D4}" dt="2026-05-06T15:03:33.565" v="2981"/>
          <ac:graphicFrameMkLst>
            <pc:docMk/>
            <pc:sldMk cId="1727606707" sldId="323"/>
            <ac:graphicFrameMk id="3" creationId="{2BEFB987-FACF-4518-6C48-A0AF1F0DBD27}"/>
          </ac:graphicFrameMkLst>
        </pc:graphicFrameChg>
        <pc:picChg chg="add mod">
          <ac:chgData name="MYUNG JIN" userId="89f3fa32ababedc4" providerId="LiveId" clId="{53BFC8FB-F919-4A98-9A97-F1BAF11238D4}" dt="2026-05-06T15:06:48.674" v="3014" actId="1076"/>
          <ac:picMkLst>
            <pc:docMk/>
            <pc:sldMk cId="1727606707" sldId="323"/>
            <ac:picMk id="16" creationId="{FA9A292C-1EB9-1AA8-FC46-AEC906E07740}"/>
          </ac:picMkLst>
        </pc:picChg>
        <pc:picChg chg="add mod modCrop">
          <ac:chgData name="MYUNG JIN" userId="89f3fa32ababedc4" providerId="LiveId" clId="{53BFC8FB-F919-4A98-9A97-F1BAF11238D4}" dt="2026-05-06T15:06:49.692" v="3015" actId="1076"/>
          <ac:picMkLst>
            <pc:docMk/>
            <pc:sldMk cId="1727606707" sldId="323"/>
            <ac:picMk id="24" creationId="{F767B7CD-BAE3-34B5-A4FA-06E182847525}"/>
          </ac:picMkLst>
        </pc:picChg>
        <pc:cxnChg chg="add mod">
          <ac:chgData name="MYUNG JIN" userId="89f3fa32ababedc4" providerId="LiveId" clId="{53BFC8FB-F919-4A98-9A97-F1BAF11238D4}" dt="2026-05-06T15:03:33.565" v="2981"/>
          <ac:cxnSpMkLst>
            <pc:docMk/>
            <pc:sldMk cId="1727606707" sldId="323"/>
            <ac:cxnSpMk id="7" creationId="{85D2C9CB-E4C6-1B05-C1DD-B7E6C55EAADE}"/>
          </ac:cxnSpMkLst>
        </pc:cxnChg>
        <pc:cxnChg chg="add mod">
          <ac:chgData name="MYUNG JIN" userId="89f3fa32ababedc4" providerId="LiveId" clId="{53BFC8FB-F919-4A98-9A97-F1BAF11238D4}" dt="2026-05-06T15:03:33.565" v="2981"/>
          <ac:cxnSpMkLst>
            <pc:docMk/>
            <pc:sldMk cId="1727606707" sldId="323"/>
            <ac:cxnSpMk id="8" creationId="{7B050F57-1435-2874-EFCD-F38CF2542FC3}"/>
          </ac:cxnSpMkLst>
        </pc:cxnChg>
        <pc:cxnChg chg="add mod">
          <ac:chgData name="MYUNG JIN" userId="89f3fa32ababedc4" providerId="LiveId" clId="{53BFC8FB-F919-4A98-9A97-F1BAF11238D4}" dt="2026-05-06T15:03:33.565" v="2981"/>
          <ac:cxnSpMkLst>
            <pc:docMk/>
            <pc:sldMk cId="1727606707" sldId="323"/>
            <ac:cxnSpMk id="10" creationId="{88CB9409-6723-8117-1456-828F566C16E2}"/>
          </ac:cxnSpMkLst>
        </pc:cxnChg>
        <pc:cxnChg chg="add mod">
          <ac:chgData name="MYUNG JIN" userId="89f3fa32ababedc4" providerId="LiveId" clId="{53BFC8FB-F919-4A98-9A97-F1BAF11238D4}" dt="2026-05-06T15:07:04.867" v="3020" actId="14100"/>
          <ac:cxnSpMkLst>
            <pc:docMk/>
            <pc:sldMk cId="1727606707" sldId="323"/>
            <ac:cxnSpMk id="25" creationId="{109F6592-A71C-39DA-CBD2-234513F82200}"/>
          </ac:cxnSpMkLst>
        </pc:cxnChg>
        <pc:cxnChg chg="add mod">
          <ac:chgData name="MYUNG JIN" userId="89f3fa32ababedc4" providerId="LiveId" clId="{53BFC8FB-F919-4A98-9A97-F1BAF11238D4}" dt="2026-05-06T15:12:00.029" v="3229" actId="14100"/>
          <ac:cxnSpMkLst>
            <pc:docMk/>
            <pc:sldMk cId="1727606707" sldId="323"/>
            <ac:cxnSpMk id="26" creationId="{94D90DDE-2D84-9963-E550-2C0D76C46C27}"/>
          </ac:cxnSpMkLst>
        </pc:cxnChg>
      </pc:sldChg>
      <pc:sldChg chg="addSp delSp modSp add mod ord">
        <pc:chgData name="MYUNG JIN" userId="89f3fa32ababedc4" providerId="LiveId" clId="{53BFC8FB-F919-4A98-9A97-F1BAF11238D4}" dt="2026-05-06T15:11:14.841" v="3223" actId="14100"/>
        <pc:sldMkLst>
          <pc:docMk/>
          <pc:sldMk cId="1011134703" sldId="324"/>
        </pc:sldMkLst>
        <pc:spChg chg="add mod">
          <ac:chgData name="MYUNG JIN" userId="89f3fa32ababedc4" providerId="LiveId" clId="{53BFC8FB-F919-4A98-9A97-F1BAF11238D4}" dt="2026-05-06T15:04:30.765" v="2993" actId="1076"/>
          <ac:spMkLst>
            <pc:docMk/>
            <pc:sldMk cId="1011134703" sldId="324"/>
            <ac:spMk id="2" creationId="{6D75A4D3-247C-22B1-F1AE-B86974CCBE78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3" creationId="{0B019CFC-82C9-105D-FCDD-B75465C27C5D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4" creationId="{15A7DFE3-C15B-860D-119E-F34640D54D2A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5" creationId="{8311B41D-60B9-2619-8B99-9242345E3C1D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6" creationId="{BADA6501-2D63-D31A-2E5E-0221B93D84B6}"/>
          </ac:spMkLst>
        </pc:spChg>
        <pc:spChg chg="add mod">
          <ac:chgData name="MYUNG JIN" userId="89f3fa32ababedc4" providerId="LiveId" clId="{53BFC8FB-F919-4A98-9A97-F1BAF11238D4}" dt="2026-05-06T15:04:28.545" v="2992" actId="1076"/>
          <ac:spMkLst>
            <pc:docMk/>
            <pc:sldMk cId="1011134703" sldId="324"/>
            <ac:spMk id="7" creationId="{D5066E75-AF93-E9A3-9676-300154B024F9}"/>
          </ac:spMkLst>
        </pc:spChg>
        <pc:spChg chg="add 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8" creationId="{17341773-448A-E0E9-C402-F9E612425FBC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11" creationId="{4EEAB26F-2CCC-8B03-6BAA-5B2A6B466E1D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12" creationId="{6D5317AE-1FDD-03DC-C9DB-EA6572134E97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13" creationId="{D122A3E2-3826-E383-1A4A-3A0BBADA9CED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14" creationId="{D4047048-57BE-CD50-6D74-937DFF58D59C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24" creationId="{4F1D46E6-13DF-B66B-99E3-F12B5B68DB82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36" creationId="{ED88C79F-1314-233A-56D3-1DF7CBBF6D2A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38" creationId="{8F6E6126-6376-B701-3A4C-F061A39C9A7A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41" creationId="{2AC6F1DD-7909-E46B-3024-A1D726EF6689}"/>
          </ac:spMkLst>
        </pc:spChg>
        <pc:spChg chg="mod">
          <ac:chgData name="MYUNG JIN" userId="89f3fa32ababedc4" providerId="LiveId" clId="{53BFC8FB-F919-4A98-9A97-F1BAF11238D4}" dt="2026-05-06T15:05:51.924" v="3000"/>
          <ac:spMkLst>
            <pc:docMk/>
            <pc:sldMk cId="1011134703" sldId="324"/>
            <ac:spMk id="42" creationId="{D29B0CED-09CD-26A4-3ABB-3BBF4EF8C3AC}"/>
          </ac:spMkLst>
        </pc:spChg>
        <pc:spChg chg="add mod">
          <ac:chgData name="MYUNG JIN" userId="89f3fa32ababedc4" providerId="LiveId" clId="{53BFC8FB-F919-4A98-9A97-F1BAF11238D4}" dt="2026-05-06T15:11:05.368" v="3220"/>
          <ac:spMkLst>
            <pc:docMk/>
            <pc:sldMk cId="1011134703" sldId="324"/>
            <ac:spMk id="50" creationId="{CAD10C1F-D58C-1390-7520-D765C6608A24}"/>
          </ac:spMkLst>
        </pc:spChg>
        <pc:picChg chg="del">
          <ac:chgData name="MYUNG JIN" userId="89f3fa32ababedc4" providerId="LiveId" clId="{53BFC8FB-F919-4A98-9A97-F1BAF11238D4}" dt="2026-05-06T15:04:58.611" v="2999" actId="478"/>
          <ac:picMkLst>
            <pc:docMk/>
            <pc:sldMk cId="1011134703" sldId="324"/>
            <ac:picMk id="16" creationId="{4307D971-71E5-6D50-04E6-1A51A3314363}"/>
          </ac:picMkLst>
        </pc:picChg>
        <pc:picChg chg="add mod">
          <ac:chgData name="MYUNG JIN" userId="89f3fa32ababedc4" providerId="LiveId" clId="{53BFC8FB-F919-4A98-9A97-F1BAF11238D4}" dt="2026-05-06T15:11:10.796" v="3221" actId="1076"/>
          <ac:picMkLst>
            <pc:docMk/>
            <pc:sldMk cId="1011134703" sldId="324"/>
            <ac:picMk id="45" creationId="{AEF8090E-1CBF-ECCD-AB9E-F978D889B87D}"/>
          </ac:picMkLst>
        </pc:picChg>
        <pc:cxnChg chg="add mod">
          <ac:chgData name="MYUNG JIN" userId="89f3fa32ababedc4" providerId="LiveId" clId="{53BFC8FB-F919-4A98-9A97-F1BAF11238D4}" dt="2026-05-06T15:11:14.841" v="3223" actId="14100"/>
          <ac:cxnSpMkLst>
            <pc:docMk/>
            <pc:sldMk cId="1011134703" sldId="324"/>
            <ac:cxnSpMk id="47" creationId="{7EACCCCB-6BCA-1872-D756-495F8CC939D3}"/>
          </ac:cxnSpMkLst>
        </pc:cxnChg>
        <pc:cxnChg chg="add mod">
          <ac:chgData name="MYUNG JIN" userId="89f3fa32ababedc4" providerId="LiveId" clId="{53BFC8FB-F919-4A98-9A97-F1BAF11238D4}" dt="2026-05-06T15:11:13.096" v="3222" actId="14100"/>
          <ac:cxnSpMkLst>
            <pc:docMk/>
            <pc:sldMk cId="1011134703" sldId="324"/>
            <ac:cxnSpMk id="48" creationId="{89EBAB40-DF68-1C55-F411-6EF90C330B79}"/>
          </ac:cxnSpMkLst>
        </pc:cxnChg>
      </pc:sldChg>
      <pc:sldChg chg="addSp modSp new mod">
        <pc:chgData name="MYUNG JIN" userId="89f3fa32ababedc4" providerId="LiveId" clId="{53BFC8FB-F919-4A98-9A97-F1BAF11238D4}" dt="2026-05-06T15:17:02.117" v="3358"/>
        <pc:sldMkLst>
          <pc:docMk/>
          <pc:sldMk cId="677947781" sldId="325"/>
        </pc:sldMkLst>
        <pc:spChg chg="mod">
          <ac:chgData name="MYUNG JIN" userId="89f3fa32ababedc4" providerId="LiveId" clId="{53BFC8FB-F919-4A98-9A97-F1BAF11238D4}" dt="2026-05-06T15:16:04.969" v="3326" actId="20577"/>
          <ac:spMkLst>
            <pc:docMk/>
            <pc:sldMk cId="677947781" sldId="325"/>
            <ac:spMk id="2" creationId="{65AF3F79-6A8A-8036-C0EA-5795BB86F5AE}"/>
          </ac:spMkLst>
        </pc:spChg>
        <pc:spChg chg="add mod">
          <ac:chgData name="MYUNG JIN" userId="89f3fa32ababedc4" providerId="LiveId" clId="{53BFC8FB-F919-4A98-9A97-F1BAF11238D4}" dt="2026-05-06T15:16:26.408" v="3327"/>
          <ac:spMkLst>
            <pc:docMk/>
            <pc:sldMk cId="677947781" sldId="325"/>
            <ac:spMk id="3" creationId="{11D0C03B-AB43-3256-A1E2-5EEE9F5EB919}"/>
          </ac:spMkLst>
        </pc:spChg>
        <pc:spChg chg="add mod">
          <ac:chgData name="MYUNG JIN" userId="89f3fa32ababedc4" providerId="LiveId" clId="{53BFC8FB-F919-4A98-9A97-F1BAF11238D4}" dt="2026-05-06T15:16:52.197" v="3357" actId="113"/>
          <ac:spMkLst>
            <pc:docMk/>
            <pc:sldMk cId="677947781" sldId="325"/>
            <ac:spMk id="5" creationId="{CBED8035-BA60-EBB1-D663-6D0EA6820F51}"/>
          </ac:spMkLst>
        </pc:spChg>
        <pc:spChg chg="add mod">
          <ac:chgData name="MYUNG JIN" userId="89f3fa32ababedc4" providerId="LiveId" clId="{53BFC8FB-F919-4A98-9A97-F1BAF11238D4}" dt="2026-05-06T15:17:02.117" v="3358"/>
          <ac:spMkLst>
            <pc:docMk/>
            <pc:sldMk cId="677947781" sldId="325"/>
            <ac:spMk id="6" creationId="{49C085A1-C91B-C340-49FC-BF24E2254654}"/>
          </ac:spMkLst>
        </pc:spChg>
        <pc:spChg chg="add mod">
          <ac:chgData name="MYUNG JIN" userId="89f3fa32ababedc4" providerId="LiveId" clId="{53BFC8FB-F919-4A98-9A97-F1BAF11238D4}" dt="2026-05-06T15:17:02.117" v="3358"/>
          <ac:spMkLst>
            <pc:docMk/>
            <pc:sldMk cId="677947781" sldId="325"/>
            <ac:spMk id="8" creationId="{A60861CF-D05E-2FA3-9712-B27334BDA5BD}"/>
          </ac:spMkLst>
        </pc:spChg>
        <pc:picChg chg="add mod">
          <ac:chgData name="MYUNG JIN" userId="89f3fa32ababedc4" providerId="LiveId" clId="{53BFC8FB-F919-4A98-9A97-F1BAF11238D4}" dt="2026-05-06T15:16:26.408" v="3327"/>
          <ac:picMkLst>
            <pc:docMk/>
            <pc:sldMk cId="677947781" sldId="325"/>
            <ac:picMk id="4" creationId="{3DE3B60B-6694-A2A6-F560-C9BB3B565EB1}"/>
          </ac:picMkLst>
        </pc:picChg>
        <pc:picChg chg="add mod">
          <ac:chgData name="MYUNG JIN" userId="89f3fa32ababedc4" providerId="LiveId" clId="{53BFC8FB-F919-4A98-9A97-F1BAF11238D4}" dt="2026-05-06T15:17:02.117" v="3358"/>
          <ac:picMkLst>
            <pc:docMk/>
            <pc:sldMk cId="677947781" sldId="325"/>
            <ac:picMk id="7" creationId="{CFFDA5E0-A4F1-2035-FFBE-62CAF1010D7F}"/>
          </ac:picMkLst>
        </pc:picChg>
      </pc:sldChg>
      <pc:sldChg chg="addSp delSp modSp add mod">
        <pc:chgData name="MYUNG JIN" userId="89f3fa32ababedc4" providerId="LiveId" clId="{53BFC8FB-F919-4A98-9A97-F1BAF11238D4}" dt="2026-05-06T15:20:41.993" v="3572" actId="58"/>
        <pc:sldMkLst>
          <pc:docMk/>
          <pc:sldMk cId="4050506342" sldId="326"/>
        </pc:sldMkLst>
        <pc:spChg chg="mod">
          <ac:chgData name="MYUNG JIN" userId="89f3fa32ababedc4" providerId="LiveId" clId="{53BFC8FB-F919-4A98-9A97-F1BAF11238D4}" dt="2026-05-06T15:18:31.287" v="3401" actId="1076"/>
          <ac:spMkLst>
            <pc:docMk/>
            <pc:sldMk cId="4050506342" sldId="326"/>
            <ac:spMk id="3" creationId="{463524CB-0BFA-BD3E-FCE4-F8C1890EFAE4}"/>
          </ac:spMkLst>
        </pc:spChg>
        <pc:spChg chg="del">
          <ac:chgData name="MYUNG JIN" userId="89f3fa32ababedc4" providerId="LiveId" clId="{53BFC8FB-F919-4A98-9A97-F1BAF11238D4}" dt="2026-05-06T15:17:09.969" v="3360" actId="478"/>
          <ac:spMkLst>
            <pc:docMk/>
            <pc:sldMk cId="4050506342" sldId="326"/>
            <ac:spMk id="5" creationId="{82675C10-6D8D-6672-0B35-D57E83956261}"/>
          </ac:spMkLst>
        </pc:spChg>
        <pc:spChg chg="add mod">
          <ac:chgData name="MYUNG JIN" userId="89f3fa32ababedc4" providerId="LiveId" clId="{53BFC8FB-F919-4A98-9A97-F1BAF11238D4}" dt="2026-05-06T15:17:17.985" v="3361"/>
          <ac:spMkLst>
            <pc:docMk/>
            <pc:sldMk cId="4050506342" sldId="326"/>
            <ac:spMk id="8" creationId="{B367A780-AD9F-0E41-F2E1-6174B9C6E999}"/>
          </ac:spMkLst>
        </pc:spChg>
        <pc:spChg chg="add mod">
          <ac:chgData name="MYUNG JIN" userId="89f3fa32ababedc4" providerId="LiveId" clId="{53BFC8FB-F919-4A98-9A97-F1BAF11238D4}" dt="2026-05-06T15:17:17.985" v="3361"/>
          <ac:spMkLst>
            <pc:docMk/>
            <pc:sldMk cId="4050506342" sldId="326"/>
            <ac:spMk id="9" creationId="{51EA8F33-3404-3356-B359-BE5E0D2FDA12}"/>
          </ac:spMkLst>
        </pc:spChg>
        <pc:spChg chg="add mod">
          <ac:chgData name="MYUNG JIN" userId="89f3fa32ababedc4" providerId="LiveId" clId="{53BFC8FB-F919-4A98-9A97-F1BAF11238D4}" dt="2026-05-06T15:17:17.985" v="3361"/>
          <ac:spMkLst>
            <pc:docMk/>
            <pc:sldMk cId="4050506342" sldId="326"/>
            <ac:spMk id="10" creationId="{9F0A9233-D651-3D01-4378-101022BEB79A}"/>
          </ac:spMkLst>
        </pc:spChg>
        <pc:spChg chg="add mod">
          <ac:chgData name="MYUNG JIN" userId="89f3fa32ababedc4" providerId="LiveId" clId="{53BFC8FB-F919-4A98-9A97-F1BAF11238D4}" dt="2026-05-06T15:17:17.985" v="3361"/>
          <ac:spMkLst>
            <pc:docMk/>
            <pc:sldMk cId="4050506342" sldId="326"/>
            <ac:spMk id="11" creationId="{F23E62CC-101D-4AE4-E4FA-0012B0D15923}"/>
          </ac:spMkLst>
        </pc:spChg>
        <pc:spChg chg="add mod">
          <ac:chgData name="MYUNG JIN" userId="89f3fa32ababedc4" providerId="LiveId" clId="{53BFC8FB-F919-4A98-9A97-F1BAF11238D4}" dt="2026-05-06T15:17:19.743" v="3362"/>
          <ac:spMkLst>
            <pc:docMk/>
            <pc:sldMk cId="4050506342" sldId="326"/>
            <ac:spMk id="14" creationId="{BF9A2770-075A-D9D2-3EC8-C867CFCFDBF9}"/>
          </ac:spMkLst>
        </pc:spChg>
        <pc:spChg chg="add mod">
          <ac:chgData name="MYUNG JIN" userId="89f3fa32ababedc4" providerId="LiveId" clId="{53BFC8FB-F919-4A98-9A97-F1BAF11238D4}" dt="2026-05-06T15:17:19.743" v="3362"/>
          <ac:spMkLst>
            <pc:docMk/>
            <pc:sldMk cId="4050506342" sldId="326"/>
            <ac:spMk id="15" creationId="{80911B49-3A51-96AF-76CC-8FF5F5A69B20}"/>
          </ac:spMkLst>
        </pc:spChg>
        <pc:spChg chg="add mod">
          <ac:chgData name="MYUNG JIN" userId="89f3fa32ababedc4" providerId="LiveId" clId="{53BFC8FB-F919-4A98-9A97-F1BAF11238D4}" dt="2026-05-06T15:17:19.743" v="3362"/>
          <ac:spMkLst>
            <pc:docMk/>
            <pc:sldMk cId="4050506342" sldId="326"/>
            <ac:spMk id="16" creationId="{2EE89AAB-38F2-62C7-3373-E80482643D75}"/>
          </ac:spMkLst>
        </pc:spChg>
        <pc:spChg chg="add mod">
          <ac:chgData name="MYUNG JIN" userId="89f3fa32ababedc4" providerId="LiveId" clId="{53BFC8FB-F919-4A98-9A97-F1BAF11238D4}" dt="2026-05-06T15:17:19.743" v="3362"/>
          <ac:spMkLst>
            <pc:docMk/>
            <pc:sldMk cId="4050506342" sldId="326"/>
            <ac:spMk id="17" creationId="{C8D24C1C-D1D6-2484-A0E7-CBB96B086BA3}"/>
          </ac:spMkLst>
        </pc:spChg>
        <pc:spChg chg="add del mod">
          <ac:chgData name="MYUNG JIN" userId="89f3fa32ababedc4" providerId="LiveId" clId="{53BFC8FB-F919-4A98-9A97-F1BAF11238D4}" dt="2026-05-06T15:17:48.010" v="3370" actId="478"/>
          <ac:spMkLst>
            <pc:docMk/>
            <pc:sldMk cId="4050506342" sldId="326"/>
            <ac:spMk id="22" creationId="{00D26710-9FC5-90E1-9D03-9AD3690B8F82}"/>
          </ac:spMkLst>
        </pc:spChg>
        <pc:spChg chg="add del mod">
          <ac:chgData name="MYUNG JIN" userId="89f3fa32ababedc4" providerId="LiveId" clId="{53BFC8FB-F919-4A98-9A97-F1BAF11238D4}" dt="2026-05-06T15:17:48.010" v="3370" actId="478"/>
          <ac:spMkLst>
            <pc:docMk/>
            <pc:sldMk cId="4050506342" sldId="326"/>
            <ac:spMk id="23" creationId="{CF5C5D9C-FC1C-0F96-325F-4892A883AAEA}"/>
          </ac:spMkLst>
        </pc:spChg>
        <pc:spChg chg="add del mod">
          <ac:chgData name="MYUNG JIN" userId="89f3fa32ababedc4" providerId="LiveId" clId="{53BFC8FB-F919-4A98-9A97-F1BAF11238D4}" dt="2026-05-06T15:17:48.010" v="3370" actId="478"/>
          <ac:spMkLst>
            <pc:docMk/>
            <pc:sldMk cId="4050506342" sldId="326"/>
            <ac:spMk id="24" creationId="{D097F01F-7437-E97D-C80E-C2D81CEF0C72}"/>
          </ac:spMkLst>
        </pc:spChg>
        <pc:spChg chg="add del mod">
          <ac:chgData name="MYUNG JIN" userId="89f3fa32ababedc4" providerId="LiveId" clId="{53BFC8FB-F919-4A98-9A97-F1BAF11238D4}" dt="2026-05-06T15:17:48.010" v="3370" actId="478"/>
          <ac:spMkLst>
            <pc:docMk/>
            <pc:sldMk cId="4050506342" sldId="326"/>
            <ac:spMk id="25" creationId="{5ADD3532-EC4B-8267-4DA8-2FA4445E3978}"/>
          </ac:spMkLst>
        </pc:spChg>
        <pc:spChg chg="add mod">
          <ac:chgData name="MYUNG JIN" userId="89f3fa32ababedc4" providerId="LiveId" clId="{53BFC8FB-F919-4A98-9A97-F1BAF11238D4}" dt="2026-05-06T15:17:48.335" v="3371"/>
          <ac:spMkLst>
            <pc:docMk/>
            <pc:sldMk cId="4050506342" sldId="326"/>
            <ac:spMk id="28" creationId="{48F70C7C-A858-D456-C03A-013B6588FC09}"/>
          </ac:spMkLst>
        </pc:spChg>
        <pc:spChg chg="add mod">
          <ac:chgData name="MYUNG JIN" userId="89f3fa32ababedc4" providerId="LiveId" clId="{53BFC8FB-F919-4A98-9A97-F1BAF11238D4}" dt="2026-05-06T15:17:48.335" v="3371"/>
          <ac:spMkLst>
            <pc:docMk/>
            <pc:sldMk cId="4050506342" sldId="326"/>
            <ac:spMk id="29" creationId="{ECF1F230-330C-035E-DA8B-23262A994BB9}"/>
          </ac:spMkLst>
        </pc:spChg>
        <pc:spChg chg="add mod">
          <ac:chgData name="MYUNG JIN" userId="89f3fa32ababedc4" providerId="LiveId" clId="{53BFC8FB-F919-4A98-9A97-F1BAF11238D4}" dt="2026-05-06T15:17:48.335" v="3371"/>
          <ac:spMkLst>
            <pc:docMk/>
            <pc:sldMk cId="4050506342" sldId="326"/>
            <ac:spMk id="30" creationId="{F255A4CE-1961-CD8E-A922-D61A78EC8935}"/>
          </ac:spMkLst>
        </pc:spChg>
        <pc:spChg chg="add mod">
          <ac:chgData name="MYUNG JIN" userId="89f3fa32ababedc4" providerId="LiveId" clId="{53BFC8FB-F919-4A98-9A97-F1BAF11238D4}" dt="2026-05-06T15:17:48.335" v="3371"/>
          <ac:spMkLst>
            <pc:docMk/>
            <pc:sldMk cId="4050506342" sldId="326"/>
            <ac:spMk id="31" creationId="{A18E7642-D9E0-F72F-D055-605B6C15C7F5}"/>
          </ac:spMkLst>
        </pc:spChg>
        <pc:spChg chg="add del mod">
          <ac:chgData name="MYUNG JIN" userId="89f3fa32ababedc4" providerId="LiveId" clId="{53BFC8FB-F919-4A98-9A97-F1BAF11238D4}" dt="2026-05-06T15:18:20.718" v="3384" actId="478"/>
          <ac:spMkLst>
            <pc:docMk/>
            <pc:sldMk cId="4050506342" sldId="326"/>
            <ac:spMk id="36" creationId="{1F1F275A-A6E1-B768-A622-D899551C80DE}"/>
          </ac:spMkLst>
        </pc:spChg>
        <pc:spChg chg="add del mod">
          <ac:chgData name="MYUNG JIN" userId="89f3fa32ababedc4" providerId="LiveId" clId="{53BFC8FB-F919-4A98-9A97-F1BAF11238D4}" dt="2026-05-06T15:18:20.718" v="3384" actId="478"/>
          <ac:spMkLst>
            <pc:docMk/>
            <pc:sldMk cId="4050506342" sldId="326"/>
            <ac:spMk id="37" creationId="{1C9A9F12-56B5-D952-10B0-D02A97A84559}"/>
          </ac:spMkLst>
        </pc:spChg>
        <pc:spChg chg="add mod">
          <ac:chgData name="MYUNG JIN" userId="89f3fa32ababedc4" providerId="LiveId" clId="{53BFC8FB-F919-4A98-9A97-F1BAF11238D4}" dt="2026-05-06T15:18:45.141" v="3407" actId="1076"/>
          <ac:spMkLst>
            <pc:docMk/>
            <pc:sldMk cId="4050506342" sldId="326"/>
            <ac:spMk id="38" creationId="{6E4C4EB1-1AB2-EF73-61FE-BF2FED9CA5D4}"/>
          </ac:spMkLst>
        </pc:spChg>
        <pc:spChg chg="add mod">
          <ac:chgData name="MYUNG JIN" userId="89f3fa32ababedc4" providerId="LiveId" clId="{53BFC8FB-F919-4A98-9A97-F1BAF11238D4}" dt="2026-05-06T15:18:49.573" v="3408" actId="1076"/>
          <ac:spMkLst>
            <pc:docMk/>
            <pc:sldMk cId="4050506342" sldId="326"/>
            <ac:spMk id="39" creationId="{596E982E-8192-2839-C046-42F0792C60F9}"/>
          </ac:spMkLst>
        </pc:spChg>
        <pc:spChg chg="add mod">
          <ac:chgData name="MYUNG JIN" userId="89f3fa32ababedc4" providerId="LiveId" clId="{53BFC8FB-F919-4A98-9A97-F1BAF11238D4}" dt="2026-05-06T15:19:55.390" v="3514" actId="1076"/>
          <ac:spMkLst>
            <pc:docMk/>
            <pc:sldMk cId="4050506342" sldId="326"/>
            <ac:spMk id="40" creationId="{9BEAFB2D-3964-F8C5-3A78-F54BCCB0BDC3}"/>
          </ac:spMkLst>
        </pc:spChg>
        <pc:spChg chg="add mod">
          <ac:chgData name="MYUNG JIN" userId="89f3fa32ababedc4" providerId="LiveId" clId="{53BFC8FB-F919-4A98-9A97-F1BAF11238D4}" dt="2026-05-06T15:20:21.858" v="3543" actId="113"/>
          <ac:spMkLst>
            <pc:docMk/>
            <pc:sldMk cId="4050506342" sldId="326"/>
            <ac:spMk id="41" creationId="{F56E689E-70A9-729F-9318-9FC0E2EB24FF}"/>
          </ac:spMkLst>
        </pc:spChg>
        <pc:spChg chg="add mod">
          <ac:chgData name="MYUNG JIN" userId="89f3fa32ababedc4" providerId="LiveId" clId="{53BFC8FB-F919-4A98-9A97-F1BAF11238D4}" dt="2026-05-06T15:19:53.214" v="3513" actId="1076"/>
          <ac:spMkLst>
            <pc:docMk/>
            <pc:sldMk cId="4050506342" sldId="326"/>
            <ac:spMk id="42" creationId="{948B69CA-0EFC-F706-FD4E-7D72C00A5731}"/>
          </ac:spMkLst>
        </pc:spChg>
        <pc:spChg chg="add mod">
          <ac:chgData name="MYUNG JIN" userId="89f3fa32ababedc4" providerId="LiveId" clId="{53BFC8FB-F919-4A98-9A97-F1BAF11238D4}" dt="2026-05-06T15:20:41.993" v="3572" actId="58"/>
          <ac:spMkLst>
            <pc:docMk/>
            <pc:sldMk cId="4050506342" sldId="326"/>
            <ac:spMk id="43" creationId="{F0C85960-DCE8-5A8A-C306-712154208786}"/>
          </ac:spMkLst>
        </pc:spChg>
        <pc:graphicFrameChg chg="add mod">
          <ac:chgData name="MYUNG JIN" userId="89f3fa32ababedc4" providerId="LiveId" clId="{53BFC8FB-F919-4A98-9A97-F1BAF11238D4}" dt="2026-05-06T15:17:17.985" v="3361"/>
          <ac:graphicFrameMkLst>
            <pc:docMk/>
            <pc:sldMk cId="4050506342" sldId="326"/>
            <ac:graphicFrameMk id="6" creationId="{1D32CDB4-BB81-A27E-C9B5-EF43FFCCDCF4}"/>
          </ac:graphicFrameMkLst>
        </pc:graphicFrameChg>
        <pc:graphicFrameChg chg="add mod">
          <ac:chgData name="MYUNG JIN" userId="89f3fa32ababedc4" providerId="LiveId" clId="{53BFC8FB-F919-4A98-9A97-F1BAF11238D4}" dt="2026-05-06T15:17:17.985" v="3361"/>
          <ac:graphicFrameMkLst>
            <pc:docMk/>
            <pc:sldMk cId="4050506342" sldId="326"/>
            <ac:graphicFrameMk id="7" creationId="{CA3E7D71-C985-F6F7-02D0-07E8884CAE07}"/>
          </ac:graphicFrameMkLst>
        </pc:graphicFrameChg>
        <pc:graphicFrameChg chg="add mod">
          <ac:chgData name="MYUNG JIN" userId="89f3fa32ababedc4" providerId="LiveId" clId="{53BFC8FB-F919-4A98-9A97-F1BAF11238D4}" dt="2026-05-06T15:17:19.743" v="3362"/>
          <ac:graphicFrameMkLst>
            <pc:docMk/>
            <pc:sldMk cId="4050506342" sldId="326"/>
            <ac:graphicFrameMk id="12" creationId="{A9DCD7A8-6C28-587C-CEF7-530B3EFCFF77}"/>
          </ac:graphicFrameMkLst>
        </pc:graphicFrameChg>
        <pc:graphicFrameChg chg="add mod">
          <ac:chgData name="MYUNG JIN" userId="89f3fa32ababedc4" providerId="LiveId" clId="{53BFC8FB-F919-4A98-9A97-F1BAF11238D4}" dt="2026-05-06T15:17:19.743" v="3362"/>
          <ac:graphicFrameMkLst>
            <pc:docMk/>
            <pc:sldMk cId="4050506342" sldId="326"/>
            <ac:graphicFrameMk id="13" creationId="{1DC1F053-7A8C-183C-A81A-EBE92730F316}"/>
          </ac:graphicFrameMkLst>
        </pc:graphicFrameChg>
        <pc:graphicFrameChg chg="add del mod">
          <ac:chgData name="MYUNG JIN" userId="89f3fa32ababedc4" providerId="LiveId" clId="{53BFC8FB-F919-4A98-9A97-F1BAF11238D4}" dt="2026-05-06T15:17:48.010" v="3370" actId="478"/>
          <ac:graphicFrameMkLst>
            <pc:docMk/>
            <pc:sldMk cId="4050506342" sldId="326"/>
            <ac:graphicFrameMk id="20" creationId="{FAA5D3B2-7C38-9BA9-5916-C1E28E1E0694}"/>
          </ac:graphicFrameMkLst>
        </pc:graphicFrameChg>
        <pc:graphicFrameChg chg="add del mod">
          <ac:chgData name="MYUNG JIN" userId="89f3fa32ababedc4" providerId="LiveId" clId="{53BFC8FB-F919-4A98-9A97-F1BAF11238D4}" dt="2026-05-06T15:17:48.010" v="3370" actId="478"/>
          <ac:graphicFrameMkLst>
            <pc:docMk/>
            <pc:sldMk cId="4050506342" sldId="326"/>
            <ac:graphicFrameMk id="21" creationId="{308C3E8D-A3A9-6639-B064-6553C3193D59}"/>
          </ac:graphicFrameMkLst>
        </pc:graphicFrameChg>
        <pc:graphicFrameChg chg="add mod">
          <ac:chgData name="MYUNG JIN" userId="89f3fa32ababedc4" providerId="LiveId" clId="{53BFC8FB-F919-4A98-9A97-F1BAF11238D4}" dt="2026-05-06T15:17:48.335" v="3371"/>
          <ac:graphicFrameMkLst>
            <pc:docMk/>
            <pc:sldMk cId="4050506342" sldId="326"/>
            <ac:graphicFrameMk id="26" creationId="{7EA6C56F-A767-96F1-74E9-43D469E8B234}"/>
          </ac:graphicFrameMkLst>
        </pc:graphicFrameChg>
        <pc:graphicFrameChg chg="add mod">
          <ac:chgData name="MYUNG JIN" userId="89f3fa32ababedc4" providerId="LiveId" clId="{53BFC8FB-F919-4A98-9A97-F1BAF11238D4}" dt="2026-05-06T15:17:48.335" v="3371"/>
          <ac:graphicFrameMkLst>
            <pc:docMk/>
            <pc:sldMk cId="4050506342" sldId="326"/>
            <ac:graphicFrameMk id="27" creationId="{CDD17E35-F648-AF69-0712-7F4EC5226588}"/>
          </ac:graphicFrameMkLst>
        </pc:graphicFrameChg>
        <pc:graphicFrameChg chg="add mod">
          <ac:chgData name="MYUNG JIN" userId="89f3fa32ababedc4" providerId="LiveId" clId="{53BFC8FB-F919-4A98-9A97-F1BAF11238D4}" dt="2026-05-06T15:18:38.516" v="3404" actId="1076"/>
          <ac:graphicFrameMkLst>
            <pc:docMk/>
            <pc:sldMk cId="4050506342" sldId="326"/>
            <ac:graphicFrameMk id="34" creationId="{58BB9F18-96F1-98CA-A9A2-43AF25E724ED}"/>
          </ac:graphicFrameMkLst>
        </pc:graphicFrameChg>
        <pc:graphicFrameChg chg="add mod">
          <ac:chgData name="MYUNG JIN" userId="89f3fa32ababedc4" providerId="LiveId" clId="{53BFC8FB-F919-4A98-9A97-F1BAF11238D4}" dt="2026-05-06T15:18:08.148" v="3380" actId="1076"/>
          <ac:graphicFrameMkLst>
            <pc:docMk/>
            <pc:sldMk cId="4050506342" sldId="326"/>
            <ac:graphicFrameMk id="35" creationId="{891322FF-2DED-B48F-6ACB-94E2A4CB1746}"/>
          </ac:graphicFrameMkLst>
        </pc:graphicFrameChg>
        <pc:picChg chg="del">
          <ac:chgData name="MYUNG JIN" userId="89f3fa32ababedc4" providerId="LiveId" clId="{53BFC8FB-F919-4A98-9A97-F1BAF11238D4}" dt="2026-05-06T15:17:09.969" v="3360" actId="478"/>
          <ac:picMkLst>
            <pc:docMk/>
            <pc:sldMk cId="4050506342" sldId="326"/>
            <ac:picMk id="4" creationId="{41DCE188-A3E3-D3E2-70FC-F8B994773C85}"/>
          </ac:picMkLst>
        </pc:picChg>
        <pc:picChg chg="add del mod">
          <ac:chgData name="MYUNG JIN" userId="89f3fa32ababedc4" providerId="LiveId" clId="{53BFC8FB-F919-4A98-9A97-F1BAF11238D4}" dt="2026-05-06T15:17:27.382" v="3366" actId="478"/>
          <ac:picMkLst>
            <pc:docMk/>
            <pc:sldMk cId="4050506342" sldId="326"/>
            <ac:picMk id="19" creationId="{1D5D63BB-F784-5AD1-B680-7158CE43CF8A}"/>
          </ac:picMkLst>
        </pc:picChg>
        <pc:picChg chg="add del mod">
          <ac:chgData name="MYUNG JIN" userId="89f3fa32ababedc4" providerId="LiveId" clId="{53BFC8FB-F919-4A98-9A97-F1BAF11238D4}" dt="2026-05-06T15:17:56.792" v="3377" actId="478"/>
          <ac:picMkLst>
            <pc:docMk/>
            <pc:sldMk cId="4050506342" sldId="326"/>
            <ac:picMk id="33" creationId="{ECC9A70A-529A-43F7-901E-0DF835883BA1}"/>
          </ac:picMkLst>
        </pc:picChg>
      </pc:sldChg>
      <pc:sldChg chg="addSp delSp modSp new mod">
        <pc:chgData name="MYUNG JIN" userId="89f3fa32ababedc4" providerId="LiveId" clId="{53BFC8FB-F919-4A98-9A97-F1BAF11238D4}" dt="2026-05-06T15:32:05.887" v="4278" actId="1076"/>
        <pc:sldMkLst>
          <pc:docMk/>
          <pc:sldMk cId="3321383058" sldId="327"/>
        </pc:sldMkLst>
        <pc:spChg chg="mod">
          <ac:chgData name="MYUNG JIN" userId="89f3fa32ababedc4" providerId="LiveId" clId="{53BFC8FB-F919-4A98-9A97-F1BAF11238D4}" dt="2026-05-06T15:32:02.531" v="4277" actId="1076"/>
          <ac:spMkLst>
            <pc:docMk/>
            <pc:sldMk cId="3321383058" sldId="327"/>
            <ac:spMk id="2" creationId="{819E756A-E44F-E0AA-9320-D7B3AF308AAD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5" creationId="{4CD5D8C2-B9F6-A0F7-6221-3EEF51EFE7A4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6" creationId="{CC292B0B-D34E-907E-C605-4BFBBE5B65D8}"/>
          </ac:spMkLst>
        </pc:spChg>
        <pc:spChg chg="mod">
          <ac:chgData name="MYUNG JIN" userId="89f3fa32ababedc4" providerId="LiveId" clId="{53BFC8FB-F919-4A98-9A97-F1BAF11238D4}" dt="2026-05-06T15:22:23.578" v="3610" actId="404"/>
          <ac:spMkLst>
            <pc:docMk/>
            <pc:sldMk cId="3321383058" sldId="327"/>
            <ac:spMk id="8" creationId="{74A61EC9-7FFD-4533-05C7-E035E49B4AA9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9" creationId="{E9DE8736-7A8A-C50A-3017-6C1F863E93F0}"/>
          </ac:spMkLst>
        </pc:spChg>
        <pc:spChg chg="add mod or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0" creationId="{B04CC522-EDC8-597E-28D2-84CE8A293807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1" creationId="{68E33C37-1795-66F9-5660-BBB19ED8B691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2" creationId="{F7DC4FCC-0D75-763F-35C3-C1C4EE2BAA4F}"/>
          </ac:spMkLst>
        </pc:spChg>
        <pc:spChg chg="add mod">
          <ac:chgData name="MYUNG JIN" userId="89f3fa32ababedc4" providerId="LiveId" clId="{53BFC8FB-F919-4A98-9A97-F1BAF11238D4}" dt="2026-05-06T15:24:09.517" v="3621" actId="1076"/>
          <ac:spMkLst>
            <pc:docMk/>
            <pc:sldMk cId="3321383058" sldId="327"/>
            <ac:spMk id="13" creationId="{2FE02911-90C1-620B-37B5-516FFEA285B3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4" creationId="{49D174F1-A2EB-7C3A-60B1-3C29EC4E261C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5" creationId="{C5677FC9-B3AA-9449-57E9-50B3E482C8F1}"/>
          </ac:spMkLst>
        </pc:spChg>
        <pc:spChg chg="add mod">
          <ac:chgData name="MYUNG JIN" userId="89f3fa32ababedc4" providerId="LiveId" clId="{53BFC8FB-F919-4A98-9A97-F1BAF11238D4}" dt="2026-05-06T15:24:09.517" v="3621" actId="1076"/>
          <ac:spMkLst>
            <pc:docMk/>
            <pc:sldMk cId="3321383058" sldId="327"/>
            <ac:spMk id="16" creationId="{6EB728DA-214C-44E4-E603-837D7618C767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7" creationId="{7859EE1C-ABE7-24EC-F8B1-5EEDAA8EDA66}"/>
          </ac:spMkLst>
        </pc:spChg>
        <pc:spChg chg="add mod">
          <ac:chgData name="MYUNG JIN" userId="89f3fa32ababedc4" providerId="LiveId" clId="{53BFC8FB-F919-4A98-9A97-F1BAF11238D4}" dt="2026-05-06T15:32:05.887" v="4278" actId="1076"/>
          <ac:spMkLst>
            <pc:docMk/>
            <pc:sldMk cId="3321383058" sldId="327"/>
            <ac:spMk id="18" creationId="{35527E49-DD95-E8F9-13BD-E2F50DA954EA}"/>
          </ac:spMkLst>
        </pc:spChg>
        <pc:spChg chg="add mod">
          <ac:chgData name="MYUNG JIN" userId="89f3fa32ababedc4" providerId="LiveId" clId="{53BFC8FB-F919-4A98-9A97-F1BAF11238D4}" dt="2026-05-06T15:25:07.941" v="3640" actId="1076"/>
          <ac:spMkLst>
            <pc:docMk/>
            <pc:sldMk cId="3321383058" sldId="327"/>
            <ac:spMk id="19" creationId="{33320400-7B65-329F-145D-D149F9AC68A8}"/>
          </ac:spMkLst>
        </pc:spChg>
        <pc:spChg chg="add del mod">
          <ac:chgData name="MYUNG JIN" userId="89f3fa32ababedc4" providerId="LiveId" clId="{53BFC8FB-F919-4A98-9A97-F1BAF11238D4}" dt="2026-05-06T15:28:38.150" v="3897" actId="478"/>
          <ac:spMkLst>
            <pc:docMk/>
            <pc:sldMk cId="3321383058" sldId="327"/>
            <ac:spMk id="20" creationId="{3A3927DC-F7DF-967E-4800-2AE06B2CCC37}"/>
          </ac:spMkLst>
        </pc:spChg>
        <pc:spChg chg="add mod">
          <ac:chgData name="MYUNG JIN" userId="89f3fa32ababedc4" providerId="LiveId" clId="{53BFC8FB-F919-4A98-9A97-F1BAF11238D4}" dt="2026-05-06T15:31:45.705" v="4272" actId="1076"/>
          <ac:spMkLst>
            <pc:docMk/>
            <pc:sldMk cId="3321383058" sldId="327"/>
            <ac:spMk id="21" creationId="{1C18F11F-06B6-3B51-BBFF-6FB4C620D1E5}"/>
          </ac:spMkLst>
        </pc:spChg>
        <pc:picChg chg="add del mod">
          <ac:chgData name="MYUNG JIN" userId="89f3fa32ababedc4" providerId="LiveId" clId="{53BFC8FB-F919-4A98-9A97-F1BAF11238D4}" dt="2026-05-06T15:22:01.726" v="3602" actId="478"/>
          <ac:picMkLst>
            <pc:docMk/>
            <pc:sldMk cId="3321383058" sldId="327"/>
            <ac:picMk id="4" creationId="{47A22062-DCE4-9431-F36B-8C06228594F9}"/>
          </ac:picMkLst>
        </pc:picChg>
      </pc:sldChg>
      <pc:sldMasterChg chg="modSldLayout">
        <pc:chgData name="MYUNG JIN" userId="89f3fa32ababedc4" providerId="LiveId" clId="{53BFC8FB-F919-4A98-9A97-F1BAF11238D4}" dt="2026-05-06T15:33:07.621" v="4279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53BFC8FB-F919-4A98-9A97-F1BAF11238D4}" dt="2026-05-06T15:33:07.621" v="4279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53BFC8FB-F919-4A98-9A97-F1BAF11238D4}" dt="2026-05-06T15:33:07.621" v="4279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(EDL manuscript)</a:t>
            </a:r>
            <a:br>
              <a:rPr lang="en-US" altLang="ko-KR" dirty="0"/>
            </a:br>
            <a:r>
              <a:rPr lang="en-US" altLang="ko-KR" dirty="0"/>
              <a:t>Time-step-free Physics-Based Modeling of Retention Loss in Cryogenic 3-D NAND Flash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연구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 / 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Relation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D68C67-112F-D59D-798A-61F8EF6A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6" y="1362634"/>
            <a:ext cx="3451858" cy="1327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580103" y="963561"/>
            <a:ext cx="5781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Potential Solution: 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269352-53A1-F43B-BC43-3E1D2437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821" y="3190591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32E6C7-A2AF-6132-94DB-8B32FB60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80" y="3011976"/>
            <a:ext cx="3114948" cy="315821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A7A15-DD41-20BB-F2BE-2717748BB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542" y="1570745"/>
            <a:ext cx="3086355" cy="2585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D1F3B-22D4-E4A9-9940-9ACEFFA2A103}"/>
              </a:ext>
            </a:extLst>
          </p:cNvPr>
          <p:cNvSpPr txBox="1"/>
          <p:nvPr/>
        </p:nvSpPr>
        <p:spPr>
          <a:xfrm>
            <a:off x="5653548" y="963561"/>
            <a:ext cx="25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15ADC-A943-7868-73AE-F3A6F75CFDC0}"/>
              </a:ext>
            </a:extLst>
          </p:cNvPr>
          <p:cNvSpPr txBox="1"/>
          <p:nvPr/>
        </p:nvSpPr>
        <p:spPr>
          <a:xfrm>
            <a:off x="3244109" y="2633713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Solution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9DE84A4D-FA64-C446-F2F2-C9AFF8A348AD}"/>
              </a:ext>
            </a:extLst>
          </p:cNvPr>
          <p:cNvSpPr/>
          <p:nvPr/>
        </p:nvSpPr>
        <p:spPr>
          <a:xfrm>
            <a:off x="5250455" y="1641582"/>
            <a:ext cx="255756" cy="2472107"/>
          </a:xfrm>
          <a:prstGeom prst="leftBrace">
            <a:avLst>
              <a:gd name="adj1" fmla="val 80279"/>
              <a:gd name="adj2" fmla="val 6355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5EDB22-9444-B18B-1DCA-79FF15D8EA51}"/>
              </a:ext>
            </a:extLst>
          </p:cNvPr>
          <p:cNvCxnSpPr/>
          <p:nvPr/>
        </p:nvCxnSpPr>
        <p:spPr>
          <a:xfrm>
            <a:off x="190123" y="4445251"/>
            <a:ext cx="87909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CB63E82-9FF9-B8CF-C757-9893AE272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162" y="5289384"/>
            <a:ext cx="3813982" cy="433598"/>
          </a:xfrm>
          <a:prstGeom prst="rect">
            <a:avLst/>
          </a:prstGeom>
        </p:spPr>
      </p:pic>
      <p:pic>
        <p:nvPicPr>
          <p:cNvPr id="9" name="그림 8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A263DC-F73B-863B-5D0A-93B505EE0C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437" t="79335" r="16871"/>
          <a:stretch>
            <a:fillRect/>
          </a:stretch>
        </p:blipFill>
        <p:spPr>
          <a:xfrm>
            <a:off x="5653548" y="5894439"/>
            <a:ext cx="3238661" cy="502302"/>
          </a:xfrm>
          <a:prstGeom prst="rect">
            <a:avLst/>
          </a:prstGeom>
        </p:spPr>
      </p:pic>
      <p:pic>
        <p:nvPicPr>
          <p:cNvPr id="11" name="그림 10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714B7-7CB8-A89B-8246-6E1FDE000B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7599" y="4545254"/>
            <a:ext cx="2599023" cy="6434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E7E4CD-2318-5BE7-E301-850E1D1DFACD}"/>
              </a:ext>
            </a:extLst>
          </p:cNvPr>
          <p:cNvSpPr txBox="1"/>
          <p:nvPr/>
        </p:nvSpPr>
        <p:spPr>
          <a:xfrm>
            <a:off x="218889" y="4423041"/>
            <a:ext cx="5781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Relation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computation optimization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3D811-D907-2CD0-D338-17C595F59AD7}"/>
              </a:ext>
            </a:extLst>
          </p:cNvPr>
          <p:cNvSpPr txBox="1"/>
          <p:nvPr/>
        </p:nvSpPr>
        <p:spPr>
          <a:xfrm>
            <a:off x="973617" y="5688855"/>
            <a:ext cx="3813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calculation can be done with</a:t>
            </a:r>
          </a:p>
          <a:p>
            <a:pPr algn="r"/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determinant</a:t>
            </a:r>
            <a:endParaRPr lang="ko-KR" altLang="en-US" sz="2000" b="1" u="sng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&amp; Parameters</a:t>
            </a:r>
            <a:endParaRPr lang="ko-KR" altLang="en-US" dirty="0"/>
          </a:p>
        </p:txBody>
      </p:sp>
      <p:pic>
        <p:nvPicPr>
          <p:cNvPr id="169" name="그림 168">
            <a:extLst>
              <a:ext uri="{FF2B5EF4-FFF2-40B4-BE49-F238E27FC236}">
                <a16:creationId xmlns:a16="http://schemas.microsoft.com/office/drawing/2014/main" id="{12D9807E-0DD0-8618-FE8C-60D90ADA8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7" y="1325882"/>
            <a:ext cx="4519546" cy="4253692"/>
          </a:xfrm>
          <a:prstGeom prst="rect">
            <a:avLst/>
          </a:prstGeom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A95D2BDD-9402-5E1F-D59E-27A9345F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893" y="1064839"/>
            <a:ext cx="4077826" cy="45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72"/>
          <a:stretch>
            <a:fillRect/>
          </a:stretch>
        </p:blipFill>
        <p:spPr>
          <a:xfrm>
            <a:off x="1068311" y="4567165"/>
            <a:ext cx="4769522" cy="159887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1068311" y="5576151"/>
            <a:ext cx="4769523" cy="58989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1657780"/>
            <a:ext cx="0" cy="1354172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3697752"/>
            <a:ext cx="0" cy="1354174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971980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011952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5051926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A59079E7-5AC4-DE1A-F2B8-DA635E88D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28" r="11394"/>
          <a:stretch>
            <a:fillRect/>
          </a:stretch>
        </p:blipFill>
        <p:spPr>
          <a:xfrm>
            <a:off x="461726" y="2793663"/>
            <a:ext cx="3120671" cy="10058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B643A8-8ECE-2534-093E-CE4B992865B9}"/>
              </a:ext>
            </a:extLst>
          </p:cNvPr>
          <p:cNvSpPr txBox="1"/>
          <p:nvPr/>
        </p:nvSpPr>
        <p:spPr>
          <a:xfrm>
            <a:off x="3453072" y="3371242"/>
            <a:ext cx="2560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evaluation</a:t>
            </a:r>
          </a:p>
          <a:p>
            <a:r>
              <a:rPr lang="en-US" altLang="ko-KR" sz="20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Times New Roman"/>
                <a:ea typeface="맑은 고딕"/>
                <a:cs typeface="Times New Roman"/>
              </a:rPr>
              <a:t>Jin, IEEE TED (2025)</a:t>
            </a:r>
            <a:endParaRPr lang="ko-KR" altLang="en-US" sz="2000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1B622D-F308-0687-FBCB-E13744DB0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647" y="897028"/>
            <a:ext cx="2473345" cy="1736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84B895-C0A3-99F7-392A-25CA900749A2}"/>
              </a:ext>
            </a:extLst>
          </p:cNvPr>
          <p:cNvSpPr txBox="1"/>
          <p:nvPr/>
        </p:nvSpPr>
        <p:spPr>
          <a:xfrm>
            <a:off x="553691" y="1552300"/>
            <a:ext cx="2560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state definition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524CB-0BFA-BD3E-FCE4-F8C1890EFAE4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501025"/>
              </p:ext>
            </p:extLst>
          </p:nvPr>
        </p:nvGraphicFramePr>
        <p:xfrm>
          <a:off x="38333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333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946794"/>
              </p:ext>
            </p:extLst>
          </p:nvPr>
        </p:nvGraphicFramePr>
        <p:xfrm>
          <a:off x="3298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188515" y="2849477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354198" y="3618934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838200" y="189158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– TCAD calibration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430227"/>
            <a:ext cx="400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cryogenic: σ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 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448299" y="1891587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– TCAD match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4840400" y="543022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231</Words>
  <Application>Microsoft Office PowerPoint</Application>
  <PresentationFormat>화면 슬라이드 쇼(4:3)</PresentationFormat>
  <Paragraphs>56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CJK KR</vt:lpstr>
      <vt:lpstr>맑은 고딕</vt:lpstr>
      <vt:lpstr>Arial</vt:lpstr>
      <vt:lpstr>Calibri</vt:lpstr>
      <vt:lpstr>Times New Roman</vt:lpstr>
      <vt:lpstr>Office 테마</vt:lpstr>
      <vt:lpstr>Graph</vt:lpstr>
      <vt:lpstr>(EDL manuscript) Time-step-free Physics-Based Modeling of Retention Loss in Cryogenic 3-D NAND Flash  연구 요약  진명</vt:lpstr>
      <vt:lpstr>Detailed Poisson Solution / Q-ΔVth Relation</vt:lpstr>
      <vt:lpstr>Visualization &amp; Parameters</vt:lpstr>
      <vt:lpstr>Time-step-free Physics-based Modeling</vt:lpstr>
      <vt:lpstr>Cryogenic Calibration</vt:lpstr>
      <vt:lpstr>Computational Impact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966</cp:revision>
  <dcterms:created xsi:type="dcterms:W3CDTF">2016-06-02T05:19:04Z</dcterms:created>
  <dcterms:modified xsi:type="dcterms:W3CDTF">2026-05-07T02:03:43Z</dcterms:modified>
  <cp:version/>
</cp:coreProperties>
</file>