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6"/>
  </p:notesMasterIdLst>
  <p:sldIdLst>
    <p:sldId id="314" r:id="rId2"/>
    <p:sldId id="315" r:id="rId3"/>
    <p:sldId id="316" r:id="rId4"/>
    <p:sldId id="317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D9C8E-C34C-4574-80DC-DF55B1F94DA5}" v="59" dt="2025-08-28T16:20:56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4" d="100"/>
          <a:sy n="154" d="100"/>
        </p:scale>
        <p:origin x="1950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">
      <pc:chgData name="MYUNG JIN" userId="89f3fa32ababedc4" providerId="LiveId" clId="{1442CAFF-C376-405E-80FE-32277BA9AD5E}" dt="2025-08-28T16:21:45.945" v="1075" actId="20577"/>
      <pc:docMkLst>
        <pc:docMk/>
      </pc:docMkLst>
      <pc:sldChg chg="modSp mod">
        <pc:chgData name="MYUNG JIN" userId="89f3fa32ababedc4" providerId="LiveId" clId="{1442CAFF-C376-405E-80FE-32277BA9AD5E}" dt="2025-08-28T16:19:13.473" v="782" actId="20577"/>
        <pc:sldMkLst>
          <pc:docMk/>
          <pc:sldMk cId="2415824652" sldId="314"/>
        </pc:sldMkLst>
        <pc:spChg chg="mod">
          <ac:chgData name="MYUNG JIN" userId="89f3fa32ababedc4" providerId="LiveId" clId="{1442CAFF-C376-405E-80FE-32277BA9AD5E}" dt="2025-08-28T16:19:13.473" v="782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mod">
        <pc:chgData name="MYUNG JIN" userId="89f3fa32ababedc4" providerId="LiveId" clId="{1442CAFF-C376-405E-80FE-32277BA9AD5E}" dt="2025-08-28T16:21:28.134" v="1056" actId="1076"/>
        <pc:sldMkLst>
          <pc:docMk/>
          <pc:sldMk cId="2899342611" sldId="315"/>
        </pc:sldMkLst>
        <pc:spChg chg="add mod">
          <ac:chgData name="MYUNG JIN" userId="89f3fa32ababedc4" providerId="LiveId" clId="{1442CAFF-C376-405E-80FE-32277BA9AD5E}" dt="2025-08-28T15:51:26.897" v="82" actId="20577"/>
          <ac:spMkLst>
            <pc:docMk/>
            <pc:sldMk cId="2899342611" sldId="315"/>
            <ac:spMk id="3" creationId="{B3E61157-4F78-4597-2FF6-638F8E4DB2D8}"/>
          </ac:spMkLst>
        </pc:spChg>
        <pc:spChg chg="add mod">
          <ac:chgData name="MYUNG JIN" userId="89f3fa32ababedc4" providerId="LiveId" clId="{1442CAFF-C376-405E-80FE-32277BA9AD5E}" dt="2025-08-28T16:20:23.547" v="879" actId="1076"/>
          <ac:spMkLst>
            <pc:docMk/>
            <pc:sldMk cId="2899342611" sldId="315"/>
            <ac:spMk id="4" creationId="{4B79DC27-F8A2-AD35-8DB4-402A5264E339}"/>
          </ac:spMkLst>
        </pc:spChg>
        <pc:spChg chg="add mod">
          <ac:chgData name="MYUNG JIN" userId="89f3fa32ababedc4" providerId="LiveId" clId="{1442CAFF-C376-405E-80FE-32277BA9AD5E}" dt="2025-08-28T16:21:26.044" v="1055" actId="1076"/>
          <ac:spMkLst>
            <pc:docMk/>
            <pc:sldMk cId="2899342611" sldId="315"/>
            <ac:spMk id="7" creationId="{5B664FEE-DC3F-512C-983E-6B7B12A47310}"/>
          </ac:spMkLst>
        </pc:spChg>
        <pc:spChg chg="add mod">
          <ac:chgData name="MYUNG JIN" userId="89f3fa32ababedc4" providerId="LiveId" clId="{1442CAFF-C376-405E-80FE-32277BA9AD5E}" dt="2025-08-28T16:20:48.758" v="963" actId="115"/>
          <ac:spMkLst>
            <pc:docMk/>
            <pc:sldMk cId="2899342611" sldId="315"/>
            <ac:spMk id="8" creationId="{E43AF4D7-2A4C-8892-FF5C-5C05072890FB}"/>
          </ac:spMkLst>
        </pc:spChg>
        <pc:spChg chg="add mod">
          <ac:chgData name="MYUNG JIN" userId="89f3fa32ababedc4" providerId="LiveId" clId="{1442CAFF-C376-405E-80FE-32277BA9AD5E}" dt="2025-08-28T16:21:28.134" v="1056" actId="1076"/>
          <ac:spMkLst>
            <pc:docMk/>
            <pc:sldMk cId="2899342611" sldId="315"/>
            <ac:spMk id="9" creationId="{CCE3DC30-7983-5647-3EC5-AB8605428F8C}"/>
          </ac:spMkLst>
        </pc:spChg>
        <pc:picChg chg="add mod">
          <ac:chgData name="MYUNG JIN" userId="89f3fa32ababedc4" providerId="LiveId" clId="{1442CAFF-C376-405E-80FE-32277BA9AD5E}" dt="2025-08-28T16:20:23.547" v="879" actId="1076"/>
          <ac:picMkLst>
            <pc:docMk/>
            <pc:sldMk cId="2899342611" sldId="315"/>
            <ac:picMk id="6" creationId="{1074B623-1C61-4647-4D32-EF3690767A50}"/>
          </ac:picMkLst>
        </pc:picChg>
      </pc:sldChg>
      <pc:sldChg chg="addSp delSp modSp new mod">
        <pc:chgData name="MYUNG JIN" userId="89f3fa32ababedc4" providerId="LiveId" clId="{1442CAFF-C376-405E-80FE-32277BA9AD5E}" dt="2025-08-28T16:21:45.945" v="1075" actId="20577"/>
        <pc:sldMkLst>
          <pc:docMk/>
          <pc:sldMk cId="214792710" sldId="316"/>
        </pc:sldMkLst>
        <pc:spChg chg="del mod">
          <ac:chgData name="MYUNG JIN" userId="89f3fa32ababedc4" providerId="LiveId" clId="{1442CAFF-C376-405E-80FE-32277BA9AD5E}" dt="2025-08-28T15:53:16.877" v="227" actId="478"/>
          <ac:spMkLst>
            <pc:docMk/>
            <pc:sldMk cId="214792710" sldId="316"/>
            <ac:spMk id="2" creationId="{2CB1CD68-08E0-C91D-5889-69D33829F575}"/>
          </ac:spMkLst>
        </pc:spChg>
        <pc:spChg chg="add del mod">
          <ac:chgData name="MYUNG JIN" userId="89f3fa32ababedc4" providerId="LiveId" clId="{1442CAFF-C376-405E-80FE-32277BA9AD5E}" dt="2025-08-28T15:53:23.240" v="232" actId="478"/>
          <ac:spMkLst>
            <pc:docMk/>
            <pc:sldMk cId="214792710" sldId="316"/>
            <ac:spMk id="4" creationId="{D7105C4A-3ED2-C2D7-36B3-008DD8158C9F}"/>
          </ac:spMkLst>
        </pc:spChg>
        <pc:spChg chg="add mod">
          <ac:chgData name="MYUNG JIN" userId="89f3fa32ababedc4" providerId="LiveId" clId="{1442CAFF-C376-405E-80FE-32277BA9AD5E}" dt="2025-08-28T15:53:21.249" v="231"/>
          <ac:spMkLst>
            <pc:docMk/>
            <pc:sldMk cId="214792710" sldId="316"/>
            <ac:spMk id="5" creationId="{DCFE861D-D5C6-593D-37B3-3655E10DE9A0}"/>
          </ac:spMkLst>
        </pc:spChg>
        <pc:spChg chg="add mod">
          <ac:chgData name="MYUNG JIN" userId="89f3fa32ababedc4" providerId="LiveId" clId="{1442CAFF-C376-405E-80FE-32277BA9AD5E}" dt="2025-08-28T15:53:23.585" v="233"/>
          <ac:spMkLst>
            <pc:docMk/>
            <pc:sldMk cId="214792710" sldId="316"/>
            <ac:spMk id="6" creationId="{39E31636-9D39-D738-C774-A7BD279E48EE}"/>
          </ac:spMkLst>
        </pc:spChg>
        <pc:spChg chg="add mod">
          <ac:chgData name="MYUNG JIN" userId="89f3fa32ababedc4" providerId="LiveId" clId="{1442CAFF-C376-405E-80FE-32277BA9AD5E}" dt="2025-08-28T16:00:21.660" v="306" actId="1076"/>
          <ac:spMkLst>
            <pc:docMk/>
            <pc:sldMk cId="214792710" sldId="316"/>
            <ac:spMk id="12" creationId="{63DAC67C-DC0C-ACE7-324F-A8AC34539A56}"/>
          </ac:spMkLst>
        </pc:spChg>
        <pc:spChg chg="add mod">
          <ac:chgData name="MYUNG JIN" userId="89f3fa32ababedc4" providerId="LiveId" clId="{1442CAFF-C376-405E-80FE-32277BA9AD5E}" dt="2025-08-28T16:21:45.945" v="1075" actId="20577"/>
          <ac:spMkLst>
            <pc:docMk/>
            <pc:sldMk cId="214792710" sldId="316"/>
            <ac:spMk id="17" creationId="{9B89B3C5-15BC-2978-B54F-D3344DF17751}"/>
          </ac:spMkLst>
        </pc:spChg>
        <pc:picChg chg="add del mod">
          <ac:chgData name="MYUNG JIN" userId="89f3fa32ababedc4" providerId="LiveId" clId="{1442CAFF-C376-405E-80FE-32277BA9AD5E}" dt="2025-08-28T16:00:01.170" v="295" actId="478"/>
          <ac:picMkLst>
            <pc:docMk/>
            <pc:sldMk cId="214792710" sldId="316"/>
            <ac:picMk id="8" creationId="{6F90201C-6378-ACC6-E92E-ACDB03CDF83A}"/>
          </ac:picMkLst>
        </pc:picChg>
        <pc:picChg chg="add del mod">
          <ac:chgData name="MYUNG JIN" userId="89f3fa32ababedc4" providerId="LiveId" clId="{1442CAFF-C376-405E-80FE-32277BA9AD5E}" dt="2025-08-28T16:00:07.015" v="301" actId="478"/>
          <ac:picMkLst>
            <pc:docMk/>
            <pc:sldMk cId="214792710" sldId="316"/>
            <ac:picMk id="10" creationId="{CDB09E64-E582-8CFC-5492-FB89CEDFD683}"/>
          </ac:picMkLst>
        </pc:picChg>
        <pc:picChg chg="add mod">
          <ac:chgData name="MYUNG JIN" userId="89f3fa32ababedc4" providerId="LiveId" clId="{1442CAFF-C376-405E-80FE-32277BA9AD5E}" dt="2025-08-28T15:53:53.421" v="247" actId="571"/>
          <ac:picMkLst>
            <pc:docMk/>
            <pc:sldMk cId="214792710" sldId="316"/>
            <ac:picMk id="11" creationId="{FFDC74B6-B8F9-C8F2-EFDB-4775707B154B}"/>
          </ac:picMkLst>
        </pc:picChg>
        <pc:picChg chg="add mod">
          <ac:chgData name="MYUNG JIN" userId="89f3fa32ababedc4" providerId="LiveId" clId="{1442CAFF-C376-405E-80FE-32277BA9AD5E}" dt="2025-08-28T16:00:05.527" v="300" actId="14100"/>
          <ac:picMkLst>
            <pc:docMk/>
            <pc:sldMk cId="214792710" sldId="316"/>
            <ac:picMk id="14" creationId="{39242BB3-E122-0497-D9EC-66E6F266DB3C}"/>
          </ac:picMkLst>
        </pc:picChg>
        <pc:picChg chg="add mod">
          <ac:chgData name="MYUNG JIN" userId="89f3fa32ababedc4" providerId="LiveId" clId="{1442CAFF-C376-405E-80FE-32277BA9AD5E}" dt="2025-08-28T16:00:18.955" v="305" actId="1076"/>
          <ac:picMkLst>
            <pc:docMk/>
            <pc:sldMk cId="214792710" sldId="316"/>
            <ac:picMk id="16" creationId="{71CC1317-A71F-AAC8-A638-D237B767AC67}"/>
          </ac:picMkLst>
        </pc:picChg>
      </pc:sldChg>
      <pc:sldChg chg="addSp modSp new mod">
        <pc:chgData name="MYUNG JIN" userId="89f3fa32ababedc4" providerId="LiveId" clId="{1442CAFF-C376-405E-80FE-32277BA9AD5E}" dt="2025-08-28T16:20:07.660" v="878" actId="20577"/>
        <pc:sldMkLst>
          <pc:docMk/>
          <pc:sldMk cId="320690674" sldId="317"/>
        </pc:sldMkLst>
        <pc:spChg chg="mod">
          <ac:chgData name="MYUNG JIN" userId="89f3fa32ababedc4" providerId="LiveId" clId="{1442CAFF-C376-405E-80FE-32277BA9AD5E}" dt="2025-08-28T16:01:10.808" v="390" actId="20577"/>
          <ac:spMkLst>
            <pc:docMk/>
            <pc:sldMk cId="320690674" sldId="317"/>
            <ac:spMk id="2" creationId="{3E68CBD7-594B-6AC0-9094-4259641D1A29}"/>
          </ac:spMkLst>
        </pc:spChg>
        <pc:spChg chg="add mod">
          <ac:chgData name="MYUNG JIN" userId="89f3fa32ababedc4" providerId="LiveId" clId="{1442CAFF-C376-405E-80FE-32277BA9AD5E}" dt="2025-08-28T16:20:07.660" v="878" actId="20577"/>
          <ac:spMkLst>
            <pc:docMk/>
            <pc:sldMk cId="320690674" sldId="317"/>
            <ac:spMk id="3" creationId="{EC6F68A5-4D07-5546-FD38-EB741B23B0A5}"/>
          </ac:spMkLst>
        </pc:spChg>
        <pc:spChg chg="add mod">
          <ac:chgData name="MYUNG JIN" userId="89f3fa32ababedc4" providerId="LiveId" clId="{1442CAFF-C376-405E-80FE-32277BA9AD5E}" dt="2025-08-28T16:19:43.604" v="811" actId="20577"/>
          <ac:spMkLst>
            <pc:docMk/>
            <pc:sldMk cId="320690674" sldId="317"/>
            <ac:spMk id="4" creationId="{EE253048-4B96-AB2B-E2BD-838732FCAFFF}"/>
          </ac:spMkLst>
        </pc:spChg>
      </pc:sldChg>
    </pc:docChg>
  </pc:docChgLst>
  <pc:docChgLst>
    <pc:chgData name="MYUNG JIN" userId="89f3fa32ababedc4" providerId="LiveId" clId="{49A0E4E2-619D-44B0-9E7A-79DB3CE0871F}"/>
    <pc:docChg chg="custSel delSld modSld">
      <pc:chgData name="MYUNG JIN" userId="89f3fa32ababedc4" providerId="LiveId" clId="{49A0E4E2-619D-44B0-9E7A-79DB3CE0871F}" dt="2025-08-28T13:17:47.702" v="258" actId="478"/>
      <pc:docMkLst>
        <pc:docMk/>
      </pc:docMkLst>
      <pc:sldChg chg="modSp mod">
        <pc:chgData name="MYUNG JIN" userId="89f3fa32ababedc4" providerId="LiveId" clId="{49A0E4E2-619D-44B0-9E7A-79DB3CE0871F}" dt="2025-08-28T09:50:26.426" v="214" actId="20577"/>
        <pc:sldMkLst>
          <pc:docMk/>
          <pc:sldMk cId="2415824652" sldId="314"/>
        </pc:sldMkLst>
        <pc:spChg chg="mod">
          <ac:chgData name="MYUNG JIN" userId="89f3fa32ababedc4" providerId="LiveId" clId="{49A0E4E2-619D-44B0-9E7A-79DB3CE0871F}" dt="2025-08-28T09:50:26.426" v="214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49A0E4E2-619D-44B0-9E7A-79DB3CE0871F}" dt="2025-08-28T13:17:47.702" v="258" actId="478"/>
        <pc:sldMkLst>
          <pc:docMk/>
          <pc:sldMk cId="2899342611" sldId="315"/>
        </pc:sldMkLst>
        <pc:spChg chg="mod">
          <ac:chgData name="MYUNG JIN" userId="89f3fa32ababedc4" providerId="LiveId" clId="{49A0E4E2-619D-44B0-9E7A-79DB3CE0871F}" dt="2025-08-28T09:51:37.340" v="248" actId="14100"/>
          <ac:spMkLst>
            <pc:docMk/>
            <pc:sldMk cId="2899342611" sldId="315"/>
            <ac:spMk id="2" creationId="{6B80B26E-D7EF-B0B7-2CB8-5143E660972A}"/>
          </ac:spMkLst>
        </pc:spChg>
        <pc:picChg chg="add del mod">
          <ac:chgData name="MYUNG JIN" userId="89f3fa32ababedc4" providerId="LiveId" clId="{49A0E4E2-619D-44B0-9E7A-79DB3CE0871F}" dt="2025-08-28T13:11:19.644" v="251" actId="478"/>
          <ac:picMkLst>
            <pc:docMk/>
            <pc:sldMk cId="2899342611" sldId="315"/>
            <ac:picMk id="4" creationId="{7425140B-9224-5586-E010-6D1452C1CC59}"/>
          </ac:picMkLst>
        </pc:picChg>
        <pc:picChg chg="add del mod">
          <ac:chgData name="MYUNG JIN" userId="89f3fa32ababedc4" providerId="LiveId" clId="{49A0E4E2-619D-44B0-9E7A-79DB3CE0871F}" dt="2025-08-28T13:17:47.702" v="258" actId="478"/>
          <ac:picMkLst>
            <pc:docMk/>
            <pc:sldMk cId="2899342611" sldId="315"/>
            <ac:picMk id="6" creationId="{BE870611-A7E6-AAA7-9B09-15A3979090DC}"/>
          </ac:picMkLst>
        </pc:picChg>
      </pc:sldChg>
      <pc:sldChg chg="del">
        <pc:chgData name="MYUNG JIN" userId="89f3fa32ababedc4" providerId="LiveId" clId="{49A0E4E2-619D-44B0-9E7A-79DB3CE0871F}" dt="2025-08-28T09:47:43.625" v="120" actId="47"/>
        <pc:sldMkLst>
          <pc:docMk/>
          <pc:sldMk cId="3739363777" sldId="316"/>
        </pc:sldMkLst>
      </pc:sldChg>
      <pc:sldChg chg="del">
        <pc:chgData name="MYUNG JIN" userId="89f3fa32ababedc4" providerId="LiveId" clId="{49A0E4E2-619D-44B0-9E7A-79DB3CE0871F}" dt="2025-08-28T09:47:44.117" v="121" actId="47"/>
        <pc:sldMkLst>
          <pc:docMk/>
          <pc:sldMk cId="2174781645" sldId="3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X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28596"/>
            <a:ext cx="7886700" cy="1800808"/>
          </a:xfrm>
        </p:spPr>
        <p:txBody>
          <a:bodyPr/>
          <a:lstStyle/>
          <a:p>
            <a:r>
              <a:rPr lang="ko-KR" altLang="en-US" dirty="0"/>
              <a:t>학회 주제 정리 및 미국 학회 선별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865" y="-28343"/>
            <a:ext cx="9305730" cy="978729"/>
          </a:xfrm>
        </p:spPr>
        <p:txBody>
          <a:bodyPr/>
          <a:lstStyle/>
          <a:p>
            <a:r>
              <a:rPr lang="en-US" altLang="ko-KR" sz="3200" dirty="0"/>
              <a:t>Compact Modeling of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Current</a:t>
            </a:r>
            <a:endParaRPr lang="ko-KR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61157-4F78-4597-2FF6-638F8E4DB2D8}"/>
              </a:ext>
            </a:extLst>
          </p:cNvPr>
          <p:cNvSpPr txBox="1"/>
          <p:nvPr/>
        </p:nvSpPr>
        <p:spPr>
          <a:xfrm>
            <a:off x="317241" y="1051249"/>
            <a:ext cx="6114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지난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ESSERC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학회 투고 내용 주제 동일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내용 보완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9DC27-F8A2-AD35-8DB4-402A5264E339}"/>
              </a:ext>
            </a:extLst>
          </p:cNvPr>
          <p:cNvSpPr txBox="1"/>
          <p:nvPr/>
        </p:nvSpPr>
        <p:spPr>
          <a:xfrm>
            <a:off x="659363" y="2729863"/>
            <a:ext cx="3682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Figure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컨셉 유지</a:t>
            </a:r>
          </a:p>
        </p:txBody>
      </p:sp>
      <p:pic>
        <p:nvPicPr>
          <p:cNvPr id="6" name="그림 5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74B623-1C61-4647-4D32-EF3690767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63" y="3429000"/>
            <a:ext cx="6471631" cy="25541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664FEE-DC3F-512C-983E-6B7B12A47310}"/>
                  </a:ext>
                </a:extLst>
              </p:cNvPr>
              <p:cNvSpPr txBox="1"/>
              <p:nvPr/>
            </p:nvSpPr>
            <p:spPr>
              <a:xfrm>
                <a:off x="7317605" y="4044348"/>
                <a:ext cx="150293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𝜏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,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활용한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Stretched exponential curve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664FEE-DC3F-512C-983E-6B7B12A47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605" y="4044348"/>
                <a:ext cx="1502933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43AF4D7-2A4C-8892-FF5C-5C05072890FB}"/>
              </a:ext>
            </a:extLst>
          </p:cNvPr>
          <p:cNvSpPr txBox="1"/>
          <p:nvPr/>
        </p:nvSpPr>
        <p:spPr>
          <a:xfrm>
            <a:off x="317241" y="1550331"/>
            <a:ext cx="7557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주제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Electron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from 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Compact Modeling</a:t>
            </a:r>
            <a:endParaRPr lang="ko-KR" altLang="en-US" sz="2000" b="1" u="sng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3DC30-7983-5647-3EC5-AB8605428F8C}"/>
              </a:ext>
            </a:extLst>
          </p:cNvPr>
          <p:cNvSpPr txBox="1"/>
          <p:nvPr/>
        </p:nvSpPr>
        <p:spPr>
          <a:xfrm>
            <a:off x="5898150" y="1991533"/>
            <a:ext cx="3100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Stretched exponential curve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 differential equation!</a:t>
            </a: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9E31636-9D39-D738-C774-A7BD279E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865" y="-28343"/>
            <a:ext cx="9305730" cy="978729"/>
          </a:xfrm>
        </p:spPr>
        <p:txBody>
          <a:bodyPr/>
          <a:lstStyle/>
          <a:p>
            <a:r>
              <a:rPr lang="en-US" altLang="ko-KR" sz="3200" dirty="0"/>
              <a:t>Compact Modeling of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Current</a:t>
            </a:r>
            <a:endParaRPr lang="ko-KR" alt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AC67C-DC0C-ACE7-324F-A8AC34539A56}"/>
              </a:ext>
            </a:extLst>
          </p:cNvPr>
          <p:cNvSpPr txBox="1"/>
          <p:nvPr/>
        </p:nvSpPr>
        <p:spPr>
          <a:xfrm>
            <a:off x="640701" y="1242054"/>
            <a:ext cx="6543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Result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Figure: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transient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4" name="그림 13" descr="네온, 다채로움, 빛, 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242BB3-E122-0497-D9EC-66E6F266D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00" y="1933832"/>
            <a:ext cx="2861389" cy="411380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1CC1317-A71F-AAC8-A638-D237B767A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051" y="1933832"/>
            <a:ext cx="2808211" cy="41138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89B3C5-15BC-2978-B54F-D3344DF17751}"/>
              </a:ext>
            </a:extLst>
          </p:cNvPr>
          <p:cNvSpPr txBox="1"/>
          <p:nvPr/>
        </p:nvSpPr>
        <p:spPr>
          <a:xfrm>
            <a:off x="6282612" y="2613392"/>
            <a:ext cx="23105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주요 정보 폰트 사이즈업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</a:t>
            </a:r>
          </a:p>
          <a:p>
            <a:pPr algn="ctr"/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그림 선명도 증가</a:t>
            </a:r>
          </a:p>
        </p:txBody>
      </p:sp>
    </p:spTree>
    <p:extLst>
      <p:ext uri="{BB962C8B-B14F-4D97-AF65-F5344CB8AC3E}">
        <p14:creationId xmlns:p14="http://schemas.microsoft.com/office/powerpoint/2010/main" val="21479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8CBD7-594B-6AC0-9094-4259641D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미국 학회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F68A5-4D07-5546-FD38-EB741B23B0A5}"/>
              </a:ext>
            </a:extLst>
          </p:cNvPr>
          <p:cNvSpPr txBox="1"/>
          <p:nvPr/>
        </p:nvSpPr>
        <p:spPr>
          <a:xfrm>
            <a:off x="789992" y="1132114"/>
            <a:ext cx="79559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IRPS 	26.03.22-26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주요일정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~25.10.12 abstract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글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그림 각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페이지씩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총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페이지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장소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Tucson, Arizona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53048-4B96-AB2B-E2BD-838732FCAFFF}"/>
              </a:ext>
            </a:extLst>
          </p:cNvPr>
          <p:cNvSpPr txBox="1"/>
          <p:nvPr/>
        </p:nvSpPr>
        <p:spPr>
          <a:xfrm>
            <a:off x="789992" y="3746241"/>
            <a:ext cx="79559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ECTC	26.05.26-29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주요일정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~25.10.06 abstract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(700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단어 이내 초록 제출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장소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Orlando, Florida</a:t>
            </a:r>
          </a:p>
        </p:txBody>
      </p:sp>
    </p:spTree>
    <p:extLst>
      <p:ext uri="{BB962C8B-B14F-4D97-AF65-F5344CB8AC3E}">
        <p14:creationId xmlns:p14="http://schemas.microsoft.com/office/powerpoint/2010/main" val="32069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121</Words>
  <Application>Microsoft Office PowerPoint</Application>
  <PresentationFormat>화면 슬라이드 쇼(4:3)</PresentationFormat>
  <Paragraphs>27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Arial</vt:lpstr>
      <vt:lpstr>Calibri</vt:lpstr>
      <vt:lpstr>Cambria Math</vt:lpstr>
      <vt:lpstr>Symbol</vt:lpstr>
      <vt:lpstr>Times New Roman</vt:lpstr>
      <vt:lpstr>Office 테마</vt:lpstr>
      <vt:lpstr>학회 주제 정리 및 미국 학회 선별  진명</vt:lpstr>
      <vt:lpstr>Compact Modeling of Electron Detrapping Current</vt:lpstr>
      <vt:lpstr>Compact Modeling of Electron Detrapping Current</vt:lpstr>
      <vt:lpstr>미국 학회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2025-08-28T16:21:53Z</dcterms:modified>
  <cp:version/>
</cp:coreProperties>
</file>