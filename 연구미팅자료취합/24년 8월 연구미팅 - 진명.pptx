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23"/>
  </p:notesMasterIdLst>
  <p:sldIdLst>
    <p:sldId id="314" r:id="rId2"/>
    <p:sldId id="318" r:id="rId3"/>
    <p:sldId id="316" r:id="rId4"/>
    <p:sldId id="317" r:id="rId5"/>
    <p:sldId id="321" r:id="rId6"/>
    <p:sldId id="319" r:id="rId7"/>
    <p:sldId id="320" r:id="rId8"/>
    <p:sldId id="322" r:id="rId9"/>
    <p:sldId id="323" r:id="rId10"/>
    <p:sldId id="315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92D050"/>
    <a:srgbClr val="284866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B3CAB6-8890-40A9-9DE5-0C61796C3ABB}" v="551" dt="2024-08-29T20:26:24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07" d="100"/>
          <a:sy n="107" d="100"/>
        </p:scale>
        <p:origin x="1440" y="96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29CB0CD7-7920-42CF-9D29-17045E915DCE}"/>
    <pc:docChg chg="custSel addSld delSld modSld sldOrd">
      <pc:chgData name="MYUNG JIN" userId="89f3fa32ababedc4" providerId="LiveId" clId="{29CB0CD7-7920-42CF-9D29-17045E915DCE}" dt="2024-08-28T16:21:32.612" v="418" actId="47"/>
      <pc:docMkLst>
        <pc:docMk/>
      </pc:docMkLst>
      <pc:sldChg chg="modSp mod">
        <pc:chgData name="MYUNG JIN" userId="89f3fa32ababedc4" providerId="LiveId" clId="{29CB0CD7-7920-42CF-9D29-17045E915DCE}" dt="2024-08-28T15:16:19.977" v="78" actId="115"/>
        <pc:sldMkLst>
          <pc:docMk/>
          <pc:sldMk cId="1178883989" sldId="317"/>
        </pc:sldMkLst>
        <pc:spChg chg="mod">
          <ac:chgData name="MYUNG JIN" userId="89f3fa32ababedc4" providerId="LiveId" clId="{29CB0CD7-7920-42CF-9D29-17045E915DCE}" dt="2024-08-28T15:16:19.977" v="78" actId="115"/>
          <ac:spMkLst>
            <pc:docMk/>
            <pc:sldMk cId="1178883989" sldId="317"/>
            <ac:spMk id="3" creationId="{287943DD-B75A-14BE-A90E-3713FE8AC690}"/>
          </ac:spMkLst>
        </pc:spChg>
      </pc:sldChg>
      <pc:sldChg chg="addSp modSp mod ord">
        <pc:chgData name="MYUNG JIN" userId="89f3fa32ababedc4" providerId="LiveId" clId="{29CB0CD7-7920-42CF-9D29-17045E915DCE}" dt="2024-08-28T15:16:33.600" v="80"/>
        <pc:sldMkLst>
          <pc:docMk/>
          <pc:sldMk cId="389228128" sldId="318"/>
        </pc:sldMkLst>
        <pc:spChg chg="add mod">
          <ac:chgData name="MYUNG JIN" userId="89f3fa32ababedc4" providerId="LiveId" clId="{29CB0CD7-7920-42CF-9D29-17045E915DCE}" dt="2024-08-28T15:16:02.688" v="77" actId="1076"/>
          <ac:spMkLst>
            <pc:docMk/>
            <pc:sldMk cId="389228128" sldId="318"/>
            <ac:spMk id="5" creationId="{D5139329-37FA-F12E-076F-049B9085F66D}"/>
          </ac:spMkLst>
        </pc:spChg>
      </pc:sldChg>
      <pc:sldChg chg="addSp delSp modSp new mod">
        <pc:chgData name="MYUNG JIN" userId="89f3fa32ababedc4" providerId="LiveId" clId="{29CB0CD7-7920-42CF-9D29-17045E915DCE}" dt="2024-08-28T16:04:29.668" v="385" actId="20577"/>
        <pc:sldMkLst>
          <pc:docMk/>
          <pc:sldMk cId="1444834636" sldId="319"/>
        </pc:sldMkLst>
        <pc:spChg chg="mod">
          <ac:chgData name="MYUNG JIN" userId="89f3fa32ababedc4" providerId="LiveId" clId="{29CB0CD7-7920-42CF-9D29-17045E915DCE}" dt="2024-08-28T16:03:34.642" v="289" actId="20577"/>
          <ac:spMkLst>
            <pc:docMk/>
            <pc:sldMk cId="1444834636" sldId="319"/>
            <ac:spMk id="2" creationId="{9F0956D1-79B3-E8C4-1DD8-91D5A10B3A62}"/>
          </ac:spMkLst>
        </pc:spChg>
        <pc:spChg chg="add del mod">
          <ac:chgData name="MYUNG JIN" userId="89f3fa32ababedc4" providerId="LiveId" clId="{29CB0CD7-7920-42CF-9D29-17045E915DCE}" dt="2024-08-28T16:03:50.547" v="293" actId="478"/>
          <ac:spMkLst>
            <pc:docMk/>
            <pc:sldMk cId="1444834636" sldId="319"/>
            <ac:spMk id="3" creationId="{19706145-2FF0-C4F5-4C19-7EB38C62013D}"/>
          </ac:spMkLst>
        </pc:spChg>
        <pc:spChg chg="add del mod">
          <ac:chgData name="MYUNG JIN" userId="89f3fa32ababedc4" providerId="LiveId" clId="{29CB0CD7-7920-42CF-9D29-17045E915DCE}" dt="2024-08-28T16:03:50.547" v="293" actId="478"/>
          <ac:spMkLst>
            <pc:docMk/>
            <pc:sldMk cId="1444834636" sldId="319"/>
            <ac:spMk id="4" creationId="{67C034B2-F136-0B69-D000-FDC5E8581DA8}"/>
          </ac:spMkLst>
        </pc:spChg>
        <pc:spChg chg="add mod">
          <ac:chgData name="MYUNG JIN" userId="89f3fa32ababedc4" providerId="LiveId" clId="{29CB0CD7-7920-42CF-9D29-17045E915DCE}" dt="2024-08-28T16:04:29.668" v="385" actId="20577"/>
          <ac:spMkLst>
            <pc:docMk/>
            <pc:sldMk cId="1444834636" sldId="319"/>
            <ac:spMk id="5" creationId="{4261410F-1545-179C-4824-8840307C65CF}"/>
          </ac:spMkLst>
        </pc:spChg>
        <pc:picChg chg="add del">
          <ac:chgData name="MYUNG JIN" userId="89f3fa32ababedc4" providerId="LiveId" clId="{29CB0CD7-7920-42CF-9D29-17045E915DCE}" dt="2024-08-28T16:03:45.018" v="291" actId="478"/>
          <ac:picMkLst>
            <pc:docMk/>
            <pc:sldMk cId="1444834636" sldId="319"/>
            <ac:picMk id="7" creationId="{090FFE81-7190-0346-2EAB-B58F3344C0C6}"/>
          </ac:picMkLst>
        </pc:picChg>
      </pc:sldChg>
      <pc:sldChg chg="modSp new mod">
        <pc:chgData name="MYUNG JIN" userId="89f3fa32ababedc4" providerId="LiveId" clId="{29CB0CD7-7920-42CF-9D29-17045E915DCE}" dt="2024-08-28T15:49:22.903" v="264" actId="20577"/>
        <pc:sldMkLst>
          <pc:docMk/>
          <pc:sldMk cId="4249228792" sldId="320"/>
        </pc:sldMkLst>
        <pc:spChg chg="mod">
          <ac:chgData name="MYUNG JIN" userId="89f3fa32ababedc4" providerId="LiveId" clId="{29CB0CD7-7920-42CF-9D29-17045E915DCE}" dt="2024-08-28T15:49:22.903" v="264" actId="20577"/>
          <ac:spMkLst>
            <pc:docMk/>
            <pc:sldMk cId="4249228792" sldId="320"/>
            <ac:spMk id="2" creationId="{6B9D368E-0F5C-2E0F-0EC1-8AEB2A82853A}"/>
          </ac:spMkLst>
        </pc:spChg>
      </pc:sldChg>
      <pc:sldChg chg="addSp delSp modSp add mod">
        <pc:chgData name="MYUNG JIN" userId="89f3fa32ababedc4" providerId="LiveId" clId="{29CB0CD7-7920-42CF-9D29-17045E915DCE}" dt="2024-08-28T16:21:22.434" v="389"/>
        <pc:sldMkLst>
          <pc:docMk/>
          <pc:sldMk cId="1135527815" sldId="321"/>
        </pc:sldMkLst>
        <pc:spChg chg="add del mod">
          <ac:chgData name="MYUNG JIN" userId="89f3fa32ababedc4" providerId="LiveId" clId="{29CB0CD7-7920-42CF-9D29-17045E915DCE}" dt="2024-08-28T16:21:22.434" v="389"/>
          <ac:spMkLst>
            <pc:docMk/>
            <pc:sldMk cId="1135527815" sldId="321"/>
            <ac:spMk id="6" creationId="{753B7E8D-6488-E82E-8B8B-07FA3CC4901C}"/>
          </ac:spMkLst>
        </pc:spChg>
      </pc:sldChg>
      <pc:sldChg chg="modSp new del mod">
        <pc:chgData name="MYUNG JIN" userId="89f3fa32ababedc4" providerId="LiveId" clId="{29CB0CD7-7920-42CF-9D29-17045E915DCE}" dt="2024-08-28T16:21:32.612" v="418" actId="47"/>
        <pc:sldMkLst>
          <pc:docMk/>
          <pc:sldMk cId="3626825588" sldId="322"/>
        </pc:sldMkLst>
        <pc:spChg chg="mod">
          <ac:chgData name="MYUNG JIN" userId="89f3fa32ababedc4" providerId="LiveId" clId="{29CB0CD7-7920-42CF-9D29-17045E915DCE}" dt="2024-08-28T16:21:27.962" v="417" actId="20577"/>
          <ac:spMkLst>
            <pc:docMk/>
            <pc:sldMk cId="3626825588" sldId="322"/>
            <ac:spMk id="2" creationId="{7410CC95-DF35-0ADA-CD17-D22948AE19C5}"/>
          </ac:spMkLst>
        </pc:spChg>
      </pc:sldChg>
    </pc:docChg>
  </pc:docChgLst>
  <pc:docChgLst>
    <pc:chgData name="MYUNG JIN" userId="89f3fa32ababedc4" providerId="LiveId" clId="{DEB3CAB6-8890-40A9-9DE5-0C61796C3ABB}"/>
    <pc:docChg chg="undo custSel addSld delSld modSld sldOrd modMainMaster">
      <pc:chgData name="MYUNG JIN" userId="89f3fa32ababedc4" providerId="LiveId" clId="{DEB3CAB6-8890-40A9-9DE5-0C61796C3ABB}" dt="2024-08-29T20:26:24.279" v="3962"/>
      <pc:docMkLst>
        <pc:docMk/>
      </pc:docMkLst>
      <pc:sldChg chg="modSp mod">
        <pc:chgData name="MYUNG JIN" userId="89f3fa32ababedc4" providerId="LiveId" clId="{DEB3CAB6-8890-40A9-9DE5-0C61796C3ABB}" dt="2024-08-29T00:38:00.855" v="899" actId="20577"/>
        <pc:sldMkLst>
          <pc:docMk/>
          <pc:sldMk cId="2415824652" sldId="314"/>
        </pc:sldMkLst>
        <pc:spChg chg="mod">
          <ac:chgData name="MYUNG JIN" userId="89f3fa32ababedc4" providerId="LiveId" clId="{DEB3CAB6-8890-40A9-9DE5-0C61796C3ABB}" dt="2024-08-29T00:38:00.855" v="899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modSp add del mod">
        <pc:chgData name="MYUNG JIN" userId="89f3fa32ababedc4" providerId="LiveId" clId="{DEB3CAB6-8890-40A9-9DE5-0C61796C3ABB}" dt="2024-08-29T19:04:41.579" v="3381"/>
        <pc:sldMkLst>
          <pc:docMk/>
          <pc:sldMk cId="1993875256" sldId="315"/>
        </pc:sldMkLst>
        <pc:spChg chg="mod">
          <ac:chgData name="MYUNG JIN" userId="89f3fa32ababedc4" providerId="LiveId" clId="{DEB3CAB6-8890-40A9-9DE5-0C61796C3ABB}" dt="2024-08-26T00:17:20.962" v="162" actId="20577"/>
          <ac:spMkLst>
            <pc:docMk/>
            <pc:sldMk cId="1993875256" sldId="315"/>
            <ac:spMk id="2" creationId="{896EB5DC-279D-6A19-8B07-AC0289A12C35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3" creationId="{E38BE09E-8491-A700-C22E-C56F24F6F138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4" creationId="{051DB8EB-5151-2CE2-6EBA-5CB4B948A1C1}"/>
          </ac:spMkLst>
        </pc:spChg>
        <pc:spChg chg="add mod">
          <ac:chgData name="MYUNG JIN" userId="89f3fa32ababedc4" providerId="LiveId" clId="{DEB3CAB6-8890-40A9-9DE5-0C61796C3ABB}" dt="2024-08-28T02:12:35.266" v="463" actId="20577"/>
          <ac:spMkLst>
            <pc:docMk/>
            <pc:sldMk cId="1993875256" sldId="315"/>
            <ac:spMk id="5" creationId="{8647A8C7-EE64-4321-D041-5152072ED77C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6" creationId="{A8D4424E-48B0-0DA8-7C33-315FFF2F90DC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7" creationId="{7BCD7AAA-6ECE-BE31-A5E2-6EEEF559EA18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8" creationId="{F47171E2-755B-036C-6BD4-40E06D755910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13" creationId="{496DF4C0-292E-0EB5-3185-D04B2A32CFDB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20" creationId="{12E7FBAB-A342-22C0-3A2B-234A176B1E49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21" creationId="{BC41FD7D-DF42-F92D-B9FB-67F99681E30F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22" creationId="{C4BB0467-A189-8EBD-EAD8-12A6B1FBF578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23" creationId="{36DA1177-9F5F-5DAC-EAE5-AD8D4E840C8D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24" creationId="{93452605-8776-8F15-B589-D3D52A42231B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26" creationId="{FB886A63-1ED9-B991-D85A-5BB997F76E4A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28" creationId="{AB963F67-297D-0BBA-BE01-B02A17753E8B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29" creationId="{9441EE7A-173D-A09C-47EF-7611C492539C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30" creationId="{719A8BB9-09C5-D484-6107-B2667D840A36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31" creationId="{A21E351E-003E-E1F6-C94E-6BD7C403479D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32" creationId="{39E164C0-5286-1804-95FE-ADB0FA2BAAAF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33" creationId="{5FDCF6F8-EB21-05D0-3522-CFD00F95AFC2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34" creationId="{945D66D4-494F-8AE1-623B-F849E3B84420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35" creationId="{A13DCC9D-FCB3-72FA-1526-E9BB14B279BF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36" creationId="{396A939A-FDB9-BE4F-324A-194F80D62F2A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37" creationId="{A862198A-25CC-86AD-FA5A-D5F71CF2D8ED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38" creationId="{81CF993B-CF40-C797-8000-D6FB6E7969A2}"/>
          </ac:spMkLst>
        </pc:spChg>
        <pc:spChg chg="add mod">
          <ac:chgData name="MYUNG JIN" userId="89f3fa32ababedc4" providerId="LiveId" clId="{DEB3CAB6-8890-40A9-9DE5-0C61796C3ABB}" dt="2024-08-26T00:17:09.034" v="135"/>
          <ac:spMkLst>
            <pc:docMk/>
            <pc:sldMk cId="1993875256" sldId="315"/>
            <ac:spMk id="39" creationId="{3F304664-A5C8-5B08-2ABB-E78BB482DB7D}"/>
          </ac:spMkLst>
        </pc:spChg>
        <pc:spChg chg="add mod">
          <ac:chgData name="MYUNG JIN" userId="89f3fa32ababedc4" providerId="LiveId" clId="{DEB3CAB6-8890-40A9-9DE5-0C61796C3ABB}" dt="2024-08-29T17:09:19.543" v="1004" actId="113"/>
          <ac:spMkLst>
            <pc:docMk/>
            <pc:sldMk cId="1993875256" sldId="315"/>
            <ac:spMk id="57" creationId="{B42DB0C1-94CA-82DC-6161-062BDB537794}"/>
          </ac:spMkLst>
        </pc:spChg>
        <pc:grpChg chg="add mod">
          <ac:chgData name="MYUNG JIN" userId="89f3fa32ababedc4" providerId="LiveId" clId="{DEB3CAB6-8890-40A9-9DE5-0C61796C3ABB}" dt="2024-08-26T00:17:09.034" v="135"/>
          <ac:grpSpMkLst>
            <pc:docMk/>
            <pc:sldMk cId="1993875256" sldId="315"/>
            <ac:grpSpMk id="9" creationId="{A26C36DF-FDED-C110-10B3-4425DB17F31E}"/>
          </ac:grpSpMkLst>
        </pc:grpChg>
        <pc:grpChg chg="add mod">
          <ac:chgData name="MYUNG JIN" userId="89f3fa32ababedc4" providerId="LiveId" clId="{DEB3CAB6-8890-40A9-9DE5-0C61796C3ABB}" dt="2024-08-26T00:17:09.034" v="135"/>
          <ac:grpSpMkLst>
            <pc:docMk/>
            <pc:sldMk cId="1993875256" sldId="315"/>
            <ac:grpSpMk id="14" creationId="{8CA5F206-7C0B-DD75-5E52-CA6A255CC2F5}"/>
          </ac:grpSpMkLst>
        </pc:grpChg>
        <pc:grpChg chg="add mod">
          <ac:chgData name="MYUNG JIN" userId="89f3fa32ababedc4" providerId="LiveId" clId="{DEB3CAB6-8890-40A9-9DE5-0C61796C3ABB}" dt="2024-08-26T00:17:09.034" v="135"/>
          <ac:grpSpMkLst>
            <pc:docMk/>
            <pc:sldMk cId="1993875256" sldId="315"/>
            <ac:grpSpMk id="27" creationId="{EA1F74BF-A558-C3C9-C96A-FC2A0A1D565C}"/>
          </ac:grpSpMkLst>
        </pc:grpChg>
        <pc:picChg chg="add mod">
          <ac:chgData name="MYUNG JIN" userId="89f3fa32ababedc4" providerId="LiveId" clId="{DEB3CAB6-8890-40A9-9DE5-0C61796C3ABB}" dt="2024-08-26T00:17:09.034" v="135"/>
          <ac:picMkLst>
            <pc:docMk/>
            <pc:sldMk cId="1993875256" sldId="315"/>
            <ac:picMk id="10" creationId="{79A550D6-1749-60D3-5D4B-2615A4CCF3CF}"/>
          </ac:picMkLst>
        </pc:picChg>
        <pc:cxnChg chg="add mod">
          <ac:chgData name="MYUNG JIN" userId="89f3fa32ababedc4" providerId="LiveId" clId="{DEB3CAB6-8890-40A9-9DE5-0C61796C3ABB}" dt="2024-08-26T00:17:09.034" v="135"/>
          <ac:cxnSpMkLst>
            <pc:docMk/>
            <pc:sldMk cId="1993875256" sldId="315"/>
            <ac:cxnSpMk id="11" creationId="{D0F659B6-3723-114C-70E9-5744A146B804}"/>
          </ac:cxnSpMkLst>
        </pc:cxnChg>
        <pc:cxnChg chg="add mod">
          <ac:chgData name="MYUNG JIN" userId="89f3fa32ababedc4" providerId="LiveId" clId="{DEB3CAB6-8890-40A9-9DE5-0C61796C3ABB}" dt="2024-08-26T00:17:09.034" v="135"/>
          <ac:cxnSpMkLst>
            <pc:docMk/>
            <pc:sldMk cId="1993875256" sldId="315"/>
            <ac:cxnSpMk id="12" creationId="{6F0AB41A-EAEB-E610-311B-D80C4B4F4BBF}"/>
          </ac:cxnSpMkLst>
        </pc:cxnChg>
        <pc:cxnChg chg="add mod">
          <ac:chgData name="MYUNG JIN" userId="89f3fa32ababedc4" providerId="LiveId" clId="{DEB3CAB6-8890-40A9-9DE5-0C61796C3ABB}" dt="2024-08-26T00:17:09.034" v="135"/>
          <ac:cxnSpMkLst>
            <pc:docMk/>
            <pc:sldMk cId="1993875256" sldId="315"/>
            <ac:cxnSpMk id="15" creationId="{4D387F7B-AC74-3D9E-9D25-7CEAD76A050A}"/>
          </ac:cxnSpMkLst>
        </pc:cxnChg>
        <pc:cxnChg chg="add mod">
          <ac:chgData name="MYUNG JIN" userId="89f3fa32ababedc4" providerId="LiveId" clId="{DEB3CAB6-8890-40A9-9DE5-0C61796C3ABB}" dt="2024-08-26T00:17:09.034" v="135"/>
          <ac:cxnSpMkLst>
            <pc:docMk/>
            <pc:sldMk cId="1993875256" sldId="315"/>
            <ac:cxnSpMk id="16" creationId="{E0132A7C-94E5-5A95-F893-5D3241827442}"/>
          </ac:cxnSpMkLst>
        </pc:cxnChg>
        <pc:cxnChg chg="add mod">
          <ac:chgData name="MYUNG JIN" userId="89f3fa32ababedc4" providerId="LiveId" clId="{DEB3CAB6-8890-40A9-9DE5-0C61796C3ABB}" dt="2024-08-26T00:17:09.034" v="135"/>
          <ac:cxnSpMkLst>
            <pc:docMk/>
            <pc:sldMk cId="1993875256" sldId="315"/>
            <ac:cxnSpMk id="17" creationId="{33652260-A65A-CBB8-4452-F84AE468819C}"/>
          </ac:cxnSpMkLst>
        </pc:cxnChg>
        <pc:cxnChg chg="add mod">
          <ac:chgData name="MYUNG JIN" userId="89f3fa32ababedc4" providerId="LiveId" clId="{DEB3CAB6-8890-40A9-9DE5-0C61796C3ABB}" dt="2024-08-26T00:17:09.034" v="135"/>
          <ac:cxnSpMkLst>
            <pc:docMk/>
            <pc:sldMk cId="1993875256" sldId="315"/>
            <ac:cxnSpMk id="18" creationId="{2560CAFF-776A-E0D6-5F3B-DA0EEEDF4FBE}"/>
          </ac:cxnSpMkLst>
        </pc:cxnChg>
        <pc:cxnChg chg="add mod">
          <ac:chgData name="MYUNG JIN" userId="89f3fa32ababedc4" providerId="LiveId" clId="{DEB3CAB6-8890-40A9-9DE5-0C61796C3ABB}" dt="2024-08-26T00:17:09.034" v="135"/>
          <ac:cxnSpMkLst>
            <pc:docMk/>
            <pc:sldMk cId="1993875256" sldId="315"/>
            <ac:cxnSpMk id="19" creationId="{6319D6E3-E248-6727-CD65-033CA2C90D8C}"/>
          </ac:cxnSpMkLst>
        </pc:cxnChg>
        <pc:cxnChg chg="add mod">
          <ac:chgData name="MYUNG JIN" userId="89f3fa32ababedc4" providerId="LiveId" clId="{DEB3CAB6-8890-40A9-9DE5-0C61796C3ABB}" dt="2024-08-26T00:17:09.034" v="135"/>
          <ac:cxnSpMkLst>
            <pc:docMk/>
            <pc:sldMk cId="1993875256" sldId="315"/>
            <ac:cxnSpMk id="25" creationId="{C2762466-44CB-C077-9C71-607AAF880325}"/>
          </ac:cxnSpMkLst>
        </pc:cxnChg>
        <pc:cxnChg chg="add mod">
          <ac:chgData name="MYUNG JIN" userId="89f3fa32ababedc4" providerId="LiveId" clId="{DEB3CAB6-8890-40A9-9DE5-0C61796C3ABB}" dt="2024-08-29T17:08:55.756" v="924" actId="14100"/>
          <ac:cxnSpMkLst>
            <pc:docMk/>
            <pc:sldMk cId="1993875256" sldId="315"/>
            <ac:cxnSpMk id="41" creationId="{444DD9A8-4D74-4E7E-8197-05A02B5926E1}"/>
          </ac:cxnSpMkLst>
        </pc:cxnChg>
        <pc:cxnChg chg="add mod">
          <ac:chgData name="MYUNG JIN" userId="89f3fa32ababedc4" providerId="LiveId" clId="{DEB3CAB6-8890-40A9-9DE5-0C61796C3ABB}" dt="2024-08-29T17:08:23.029" v="914" actId="1076"/>
          <ac:cxnSpMkLst>
            <pc:docMk/>
            <pc:sldMk cId="1993875256" sldId="315"/>
            <ac:cxnSpMk id="42" creationId="{81F69EA8-38D0-F5E8-9EED-2DF6802B52AF}"/>
          </ac:cxnSpMkLst>
        </pc:cxnChg>
        <pc:cxnChg chg="add mod">
          <ac:chgData name="MYUNG JIN" userId="89f3fa32ababedc4" providerId="LiveId" clId="{DEB3CAB6-8890-40A9-9DE5-0C61796C3ABB}" dt="2024-08-29T17:08:55.756" v="924" actId="14100"/>
          <ac:cxnSpMkLst>
            <pc:docMk/>
            <pc:sldMk cId="1993875256" sldId="315"/>
            <ac:cxnSpMk id="44" creationId="{59A961E9-7DA4-F51A-1D2B-94BB032ED81B}"/>
          </ac:cxnSpMkLst>
        </pc:cxnChg>
      </pc:sldChg>
      <pc:sldChg chg="addSp delSp modSp mod">
        <pc:chgData name="MYUNG JIN" userId="89f3fa32ababedc4" providerId="LiveId" clId="{DEB3CAB6-8890-40A9-9DE5-0C61796C3ABB}" dt="2024-08-29T20:08:07.076" v="3741" actId="14100"/>
        <pc:sldMkLst>
          <pc:docMk/>
          <pc:sldMk cId="4176487559" sldId="316"/>
        </pc:sldMkLst>
        <pc:spChg chg="mod">
          <ac:chgData name="MYUNG JIN" userId="89f3fa32ababedc4" providerId="LiveId" clId="{DEB3CAB6-8890-40A9-9DE5-0C61796C3ABB}" dt="2024-08-29T17:14:12.063" v="1185" actId="20577"/>
          <ac:spMkLst>
            <pc:docMk/>
            <pc:sldMk cId="4176487559" sldId="316"/>
            <ac:spMk id="2" creationId="{E6686857-708C-8ED7-9A4D-1BC23F344989}"/>
          </ac:spMkLst>
        </pc:spChg>
        <pc:spChg chg="add del mod">
          <ac:chgData name="MYUNG JIN" userId="89f3fa32ababedc4" providerId="LiveId" clId="{DEB3CAB6-8890-40A9-9DE5-0C61796C3ABB}" dt="2024-08-29T17:13:49.485" v="1151" actId="478"/>
          <ac:spMkLst>
            <pc:docMk/>
            <pc:sldMk cId="4176487559" sldId="316"/>
            <ac:spMk id="3" creationId="{29BBD1D2-C173-BF73-F6AD-992BBA563D93}"/>
          </ac:spMkLst>
        </pc:spChg>
        <pc:spChg chg="add del mod">
          <ac:chgData name="MYUNG JIN" userId="89f3fa32ababedc4" providerId="LiveId" clId="{DEB3CAB6-8890-40A9-9DE5-0C61796C3ABB}" dt="2024-08-29T17:13:49.485" v="1151" actId="478"/>
          <ac:spMkLst>
            <pc:docMk/>
            <pc:sldMk cId="4176487559" sldId="316"/>
            <ac:spMk id="4" creationId="{13147D7E-2258-7076-7952-E421F2CA2C7A}"/>
          </ac:spMkLst>
        </pc:spChg>
        <pc:spChg chg="add del mod">
          <ac:chgData name="MYUNG JIN" userId="89f3fa32ababedc4" providerId="LiveId" clId="{DEB3CAB6-8890-40A9-9DE5-0C61796C3ABB}" dt="2024-08-29T17:13:49.485" v="1151" actId="478"/>
          <ac:spMkLst>
            <pc:docMk/>
            <pc:sldMk cId="4176487559" sldId="316"/>
            <ac:spMk id="5" creationId="{E964EBDE-E223-CD9E-2C6F-72F11867C1C8}"/>
          </ac:spMkLst>
        </pc:spChg>
        <pc:spChg chg="add del mod">
          <ac:chgData name="MYUNG JIN" userId="89f3fa32ababedc4" providerId="LiveId" clId="{DEB3CAB6-8890-40A9-9DE5-0C61796C3ABB}" dt="2024-08-29T17:13:49.485" v="1151" actId="478"/>
          <ac:spMkLst>
            <pc:docMk/>
            <pc:sldMk cId="4176487559" sldId="316"/>
            <ac:spMk id="6" creationId="{25B3BE4C-9D1C-42D2-FF61-7DB9EB83382D}"/>
          </ac:spMkLst>
        </pc:spChg>
        <pc:spChg chg="mod">
          <ac:chgData name="MYUNG JIN" userId="89f3fa32ababedc4" providerId="LiveId" clId="{DEB3CAB6-8890-40A9-9DE5-0C61796C3ABB}" dt="2024-08-29T17:17:08.438" v="1186"/>
          <ac:spMkLst>
            <pc:docMk/>
            <pc:sldMk cId="4176487559" sldId="316"/>
            <ac:spMk id="9" creationId="{2095B93D-0075-C326-040D-6CE3F66AF15A}"/>
          </ac:spMkLst>
        </pc:spChg>
        <pc:spChg chg="add mod">
          <ac:chgData name="MYUNG JIN" userId="89f3fa32ababedc4" providerId="LiveId" clId="{DEB3CAB6-8890-40A9-9DE5-0C61796C3ABB}" dt="2024-08-29T17:17:34.446" v="1195" actId="164"/>
          <ac:spMkLst>
            <pc:docMk/>
            <pc:sldMk cId="4176487559" sldId="316"/>
            <ac:spMk id="10" creationId="{E0DFBE69-AED1-1D25-803E-A693CA7D33C8}"/>
          </ac:spMkLst>
        </pc:spChg>
        <pc:spChg chg="add mod">
          <ac:chgData name="MYUNG JIN" userId="89f3fa32ababedc4" providerId="LiveId" clId="{DEB3CAB6-8890-40A9-9DE5-0C61796C3ABB}" dt="2024-08-29T17:18:13.060" v="1201" actId="208"/>
          <ac:spMkLst>
            <pc:docMk/>
            <pc:sldMk cId="4176487559" sldId="316"/>
            <ac:spMk id="12" creationId="{C263774E-C169-1ED6-355F-827C1F09A999}"/>
          </ac:spMkLst>
        </pc:spChg>
        <pc:spChg chg="add mod">
          <ac:chgData name="MYUNG JIN" userId="89f3fa32ababedc4" providerId="LiveId" clId="{DEB3CAB6-8890-40A9-9DE5-0C61796C3ABB}" dt="2024-08-29T17:19:19.022" v="1332" actId="20577"/>
          <ac:spMkLst>
            <pc:docMk/>
            <pc:sldMk cId="4176487559" sldId="316"/>
            <ac:spMk id="15" creationId="{5B7A1E01-8BED-DC91-F3CE-21C5B2ACC20E}"/>
          </ac:spMkLst>
        </pc:spChg>
        <pc:spChg chg="add mod">
          <ac:chgData name="MYUNG JIN" userId="89f3fa32ababedc4" providerId="LiveId" clId="{DEB3CAB6-8890-40A9-9DE5-0C61796C3ABB}" dt="2024-08-29T17:20:30.763" v="1461" actId="1076"/>
          <ac:spMkLst>
            <pc:docMk/>
            <pc:sldMk cId="4176487559" sldId="316"/>
            <ac:spMk id="16" creationId="{028EC85A-0423-E119-388B-4B4F29E33798}"/>
          </ac:spMkLst>
        </pc:spChg>
        <pc:spChg chg="add mod">
          <ac:chgData name="MYUNG JIN" userId="89f3fa32ababedc4" providerId="LiveId" clId="{DEB3CAB6-8890-40A9-9DE5-0C61796C3ABB}" dt="2024-08-29T17:21:58.978" v="1493" actId="164"/>
          <ac:spMkLst>
            <pc:docMk/>
            <pc:sldMk cId="4176487559" sldId="316"/>
            <ac:spMk id="17" creationId="{10166BE5-2F66-4679-B911-53DD341861F1}"/>
          </ac:spMkLst>
        </pc:spChg>
        <pc:spChg chg="add mod">
          <ac:chgData name="MYUNG JIN" userId="89f3fa32ababedc4" providerId="LiveId" clId="{DEB3CAB6-8890-40A9-9DE5-0C61796C3ABB}" dt="2024-08-29T17:21:20.200" v="1475" actId="164"/>
          <ac:spMkLst>
            <pc:docMk/>
            <pc:sldMk cId="4176487559" sldId="316"/>
            <ac:spMk id="18" creationId="{E432AB3E-9947-2E76-0365-D5C97DA2110E}"/>
          </ac:spMkLst>
        </pc:spChg>
        <pc:spChg chg="mod">
          <ac:chgData name="MYUNG JIN" userId="89f3fa32ababedc4" providerId="LiveId" clId="{DEB3CAB6-8890-40A9-9DE5-0C61796C3ABB}" dt="2024-08-29T17:21:21.433" v="1476"/>
          <ac:spMkLst>
            <pc:docMk/>
            <pc:sldMk cId="4176487559" sldId="316"/>
            <ac:spMk id="26" creationId="{312A8B47-DA70-6E5E-ECD3-A42FA6851EFA}"/>
          </ac:spMkLst>
        </pc:spChg>
        <pc:spChg chg="add mod">
          <ac:chgData name="MYUNG JIN" userId="89f3fa32ababedc4" providerId="LiveId" clId="{DEB3CAB6-8890-40A9-9DE5-0C61796C3ABB}" dt="2024-08-29T17:22:41.355" v="1526" actId="1076"/>
          <ac:spMkLst>
            <pc:docMk/>
            <pc:sldMk cId="4176487559" sldId="316"/>
            <ac:spMk id="38" creationId="{1654F076-5204-E373-92A5-01CEA020A704}"/>
          </ac:spMkLst>
        </pc:spChg>
        <pc:spChg chg="add mod">
          <ac:chgData name="MYUNG JIN" userId="89f3fa32ababedc4" providerId="LiveId" clId="{DEB3CAB6-8890-40A9-9DE5-0C61796C3ABB}" dt="2024-08-29T17:22:47.306" v="1529" actId="1076"/>
          <ac:spMkLst>
            <pc:docMk/>
            <pc:sldMk cId="4176487559" sldId="316"/>
            <ac:spMk id="40" creationId="{6CC576D4-0DD4-7D52-22AC-0E0D269CD86C}"/>
          </ac:spMkLst>
        </pc:spChg>
        <pc:spChg chg="mod">
          <ac:chgData name="MYUNG JIN" userId="89f3fa32ababedc4" providerId="LiveId" clId="{DEB3CAB6-8890-40A9-9DE5-0C61796C3ABB}" dt="2024-08-29T17:22:54.504" v="1530" actId="571"/>
          <ac:spMkLst>
            <pc:docMk/>
            <pc:sldMk cId="4176487559" sldId="316"/>
            <ac:spMk id="42" creationId="{6D823570-4F1D-381F-9823-D2FE3A4CFCAF}"/>
          </ac:spMkLst>
        </pc:spChg>
        <pc:spChg chg="add mod">
          <ac:chgData name="MYUNG JIN" userId="89f3fa32ababedc4" providerId="LiveId" clId="{DEB3CAB6-8890-40A9-9DE5-0C61796C3ABB}" dt="2024-08-29T17:26:19.708" v="1696" actId="1076"/>
          <ac:spMkLst>
            <pc:docMk/>
            <pc:sldMk cId="4176487559" sldId="316"/>
            <ac:spMk id="49" creationId="{25CEC37C-F935-3E65-BA69-DA229B35013A}"/>
          </ac:spMkLst>
        </pc:spChg>
        <pc:spChg chg="add mod">
          <ac:chgData name="MYUNG JIN" userId="89f3fa32ababedc4" providerId="LiveId" clId="{DEB3CAB6-8890-40A9-9DE5-0C61796C3ABB}" dt="2024-08-29T18:12:14.253" v="2339" actId="13926"/>
          <ac:spMkLst>
            <pc:docMk/>
            <pc:sldMk cId="4176487559" sldId="316"/>
            <ac:spMk id="50" creationId="{40625301-6566-963F-BDD9-23CA53D6B656}"/>
          </ac:spMkLst>
        </pc:spChg>
        <pc:spChg chg="add mod">
          <ac:chgData name="MYUNG JIN" userId="89f3fa32ababedc4" providerId="LiveId" clId="{DEB3CAB6-8890-40A9-9DE5-0C61796C3ABB}" dt="2024-08-29T20:08:07.076" v="3741" actId="14100"/>
          <ac:spMkLst>
            <pc:docMk/>
            <pc:sldMk cId="4176487559" sldId="316"/>
            <ac:spMk id="54" creationId="{0E13912B-0C7A-A737-E356-6075FCE33469}"/>
          </ac:spMkLst>
        </pc:spChg>
        <pc:spChg chg="add mod">
          <ac:chgData name="MYUNG JIN" userId="89f3fa32ababedc4" providerId="LiveId" clId="{DEB3CAB6-8890-40A9-9DE5-0C61796C3ABB}" dt="2024-08-29T17:27:31.561" v="1773" actId="20577"/>
          <ac:spMkLst>
            <pc:docMk/>
            <pc:sldMk cId="4176487559" sldId="316"/>
            <ac:spMk id="55" creationId="{E3589901-1B3E-012C-07B6-B1BB8346656B}"/>
          </ac:spMkLst>
        </pc:spChg>
        <pc:spChg chg="mod">
          <ac:chgData name="MYUNG JIN" userId="89f3fa32ababedc4" providerId="LiveId" clId="{DEB3CAB6-8890-40A9-9DE5-0C61796C3ABB}" dt="2024-08-29T17:25:32.603" v="1617"/>
          <ac:spMkLst>
            <pc:docMk/>
            <pc:sldMk cId="4176487559" sldId="316"/>
            <ac:spMk id="57" creationId="{8B494B83-5FEF-1A07-A67F-F45B9CE4D7B4}"/>
          </ac:spMkLst>
        </pc:spChg>
        <pc:spChg chg="add mod">
          <ac:chgData name="MYUNG JIN" userId="89f3fa32ababedc4" providerId="LiveId" clId="{DEB3CAB6-8890-40A9-9DE5-0C61796C3ABB}" dt="2024-08-29T17:28:11.919" v="1819" actId="20577"/>
          <ac:spMkLst>
            <pc:docMk/>
            <pc:sldMk cId="4176487559" sldId="316"/>
            <ac:spMk id="69" creationId="{6BD92AE7-F712-B3C2-8A55-AF039C85308B}"/>
          </ac:spMkLst>
        </pc:spChg>
        <pc:spChg chg="add mod">
          <ac:chgData name="MYUNG JIN" userId="89f3fa32ababedc4" providerId="LiveId" clId="{DEB3CAB6-8890-40A9-9DE5-0C61796C3ABB}" dt="2024-08-29T17:27:04.116" v="1759" actId="1076"/>
          <ac:spMkLst>
            <pc:docMk/>
            <pc:sldMk cId="4176487559" sldId="316"/>
            <ac:spMk id="70" creationId="{C69EDD6F-69D5-43E0-C1B8-E6E4D0DB0E95}"/>
          </ac:spMkLst>
        </pc:spChg>
        <pc:spChg chg="add mod">
          <ac:chgData name="MYUNG JIN" userId="89f3fa32ababedc4" providerId="LiveId" clId="{DEB3CAB6-8890-40A9-9DE5-0C61796C3ABB}" dt="2024-08-29T17:26:56.271" v="1754" actId="1076"/>
          <ac:spMkLst>
            <pc:docMk/>
            <pc:sldMk cId="4176487559" sldId="316"/>
            <ac:spMk id="71" creationId="{9DDB1ACC-B511-7F9E-25EE-80254C279CC8}"/>
          </ac:spMkLst>
        </pc:spChg>
        <pc:spChg chg="add mod ord">
          <ac:chgData name="MYUNG JIN" userId="89f3fa32ababedc4" providerId="LiveId" clId="{DEB3CAB6-8890-40A9-9DE5-0C61796C3ABB}" dt="2024-08-29T18:12:09.798" v="2338" actId="164"/>
          <ac:spMkLst>
            <pc:docMk/>
            <pc:sldMk cId="4176487559" sldId="316"/>
            <ac:spMk id="74" creationId="{4C71B293-B3A1-2553-D3CD-3E18255CC33B}"/>
          </ac:spMkLst>
        </pc:spChg>
        <pc:spChg chg="add mod">
          <ac:chgData name="MYUNG JIN" userId="89f3fa32ababedc4" providerId="LiveId" clId="{DEB3CAB6-8890-40A9-9DE5-0C61796C3ABB}" dt="2024-08-29T18:13:14.123" v="2404" actId="1076"/>
          <ac:spMkLst>
            <pc:docMk/>
            <pc:sldMk cId="4176487559" sldId="316"/>
            <ac:spMk id="79" creationId="{401285BE-E61D-F3CB-D5B4-9A65138D2DE0}"/>
          </ac:spMkLst>
        </pc:spChg>
        <pc:grpChg chg="add mod">
          <ac:chgData name="MYUNG JIN" userId="89f3fa32ababedc4" providerId="LiveId" clId="{DEB3CAB6-8890-40A9-9DE5-0C61796C3ABB}" dt="2024-08-29T17:17:34.446" v="1195" actId="164"/>
          <ac:grpSpMkLst>
            <pc:docMk/>
            <pc:sldMk cId="4176487559" sldId="316"/>
            <ac:grpSpMk id="7" creationId="{75A8C6B9-1527-B967-509C-18B09D95929A}"/>
          </ac:grpSpMkLst>
        </pc:grpChg>
        <pc:grpChg chg="add mod">
          <ac:chgData name="MYUNG JIN" userId="89f3fa32ababedc4" providerId="LiveId" clId="{DEB3CAB6-8890-40A9-9DE5-0C61796C3ABB}" dt="2024-08-29T17:17:34.446" v="1195" actId="164"/>
          <ac:grpSpMkLst>
            <pc:docMk/>
            <pc:sldMk cId="4176487559" sldId="316"/>
            <ac:grpSpMk id="11" creationId="{64DBF5FB-483C-74FE-156B-473F2A7D2506}"/>
          </ac:grpSpMkLst>
        </pc:grpChg>
        <pc:grpChg chg="add del mod">
          <ac:chgData name="MYUNG JIN" userId="89f3fa32ababedc4" providerId="LiveId" clId="{DEB3CAB6-8890-40A9-9DE5-0C61796C3ABB}" dt="2024-08-29T17:21:24.399" v="1478" actId="478"/>
          <ac:grpSpMkLst>
            <pc:docMk/>
            <pc:sldMk cId="4176487559" sldId="316"/>
            <ac:grpSpMk id="24" creationId="{2CF85392-6D13-6BB9-84EA-ADAD149D51B2}"/>
          </ac:grpSpMkLst>
        </pc:grpChg>
        <pc:grpChg chg="add mod">
          <ac:chgData name="MYUNG JIN" userId="89f3fa32ababedc4" providerId="LiveId" clId="{DEB3CAB6-8890-40A9-9DE5-0C61796C3ABB}" dt="2024-08-29T17:21:21.433" v="1476"/>
          <ac:grpSpMkLst>
            <pc:docMk/>
            <pc:sldMk cId="4176487559" sldId="316"/>
            <ac:grpSpMk id="25" creationId="{CDCC32D0-F85A-777A-AC92-A56C24CDBAE5}"/>
          </ac:grpSpMkLst>
        </pc:grpChg>
        <pc:grpChg chg="add mod">
          <ac:chgData name="MYUNG JIN" userId="89f3fa32ababedc4" providerId="LiveId" clId="{DEB3CAB6-8890-40A9-9DE5-0C61796C3ABB}" dt="2024-08-29T17:22:44.896" v="1528" actId="14100"/>
          <ac:grpSpMkLst>
            <pc:docMk/>
            <pc:sldMk cId="4176487559" sldId="316"/>
            <ac:grpSpMk id="37" creationId="{24F3F78F-D562-54E2-E3E7-A83CA4624826}"/>
          </ac:grpSpMkLst>
        </pc:grpChg>
        <pc:grpChg chg="add mod">
          <ac:chgData name="MYUNG JIN" userId="89f3fa32ababedc4" providerId="LiveId" clId="{DEB3CAB6-8890-40A9-9DE5-0C61796C3ABB}" dt="2024-08-29T17:22:54.504" v="1530" actId="571"/>
          <ac:grpSpMkLst>
            <pc:docMk/>
            <pc:sldMk cId="4176487559" sldId="316"/>
            <ac:grpSpMk id="41" creationId="{4EC95F8F-FA3E-30A6-4417-0A8CA26F60AA}"/>
          </ac:grpSpMkLst>
        </pc:grpChg>
        <pc:grpChg chg="add mod">
          <ac:chgData name="MYUNG JIN" userId="89f3fa32ababedc4" providerId="LiveId" clId="{DEB3CAB6-8890-40A9-9DE5-0C61796C3ABB}" dt="2024-08-29T17:25:32.603" v="1617"/>
          <ac:grpSpMkLst>
            <pc:docMk/>
            <pc:sldMk cId="4176487559" sldId="316"/>
            <ac:grpSpMk id="56" creationId="{566AF044-7974-76F1-43FF-BBA27940BEE3}"/>
          </ac:grpSpMkLst>
        </pc:grpChg>
        <pc:grpChg chg="add mod">
          <ac:chgData name="MYUNG JIN" userId="89f3fa32ababedc4" providerId="LiveId" clId="{DEB3CAB6-8890-40A9-9DE5-0C61796C3ABB}" dt="2024-08-29T18:12:09.798" v="2338" actId="164"/>
          <ac:grpSpMkLst>
            <pc:docMk/>
            <pc:sldMk cId="4176487559" sldId="316"/>
            <ac:grpSpMk id="75" creationId="{0331BDAF-0F51-C52E-BED2-63974D83C19B}"/>
          </ac:grpSpMkLst>
        </pc:grpChg>
        <pc:picChg chg="mod">
          <ac:chgData name="MYUNG JIN" userId="89f3fa32ababedc4" providerId="LiveId" clId="{DEB3CAB6-8890-40A9-9DE5-0C61796C3ABB}" dt="2024-08-29T17:17:08.438" v="1186"/>
          <ac:picMkLst>
            <pc:docMk/>
            <pc:sldMk cId="4176487559" sldId="316"/>
            <ac:picMk id="8" creationId="{36E077F4-736F-99A1-D759-EBDB66B1C343}"/>
          </ac:picMkLst>
        </pc:picChg>
        <pc:picChg chg="add mod">
          <ac:chgData name="MYUNG JIN" userId="89f3fa32ababedc4" providerId="LiveId" clId="{DEB3CAB6-8890-40A9-9DE5-0C61796C3ABB}" dt="2024-08-29T17:21:58.978" v="1493" actId="164"/>
          <ac:picMkLst>
            <pc:docMk/>
            <pc:sldMk cId="4176487559" sldId="316"/>
            <ac:picMk id="28" creationId="{E6224FF2-1CD9-BC76-7C89-FF00B23D3C3E}"/>
          </ac:picMkLst>
        </pc:picChg>
        <pc:picChg chg="add mod">
          <ac:chgData name="MYUNG JIN" userId="89f3fa32ababedc4" providerId="LiveId" clId="{DEB3CAB6-8890-40A9-9DE5-0C61796C3ABB}" dt="2024-08-29T17:21:58.978" v="1493" actId="164"/>
          <ac:picMkLst>
            <pc:docMk/>
            <pc:sldMk cId="4176487559" sldId="316"/>
            <ac:picMk id="29" creationId="{748212E0-0E9E-A1FC-BB7F-8F07B0CA0104}"/>
          </ac:picMkLst>
        </pc:picChg>
        <pc:picChg chg="add mod">
          <ac:chgData name="MYUNG JIN" userId="89f3fa32ababedc4" providerId="LiveId" clId="{DEB3CAB6-8890-40A9-9DE5-0C61796C3ABB}" dt="2024-08-29T17:21:58.978" v="1493" actId="164"/>
          <ac:picMkLst>
            <pc:docMk/>
            <pc:sldMk cId="4176487559" sldId="316"/>
            <ac:picMk id="30" creationId="{A76BC642-7B28-62CD-AFFF-6AE542255922}"/>
          </ac:picMkLst>
        </pc:picChg>
        <pc:picChg chg="mod">
          <ac:chgData name="MYUNG JIN" userId="89f3fa32ababedc4" providerId="LiveId" clId="{DEB3CAB6-8890-40A9-9DE5-0C61796C3ABB}" dt="2024-08-29T17:24:23.857" v="1588" actId="1076"/>
          <ac:picMkLst>
            <pc:docMk/>
            <pc:sldMk cId="4176487559" sldId="316"/>
            <ac:picMk id="43" creationId="{5DC7B1AB-4CED-6174-67A6-3DC23552141F}"/>
          </ac:picMkLst>
        </pc:picChg>
        <pc:picChg chg="mod">
          <ac:chgData name="MYUNG JIN" userId="89f3fa32ababedc4" providerId="LiveId" clId="{DEB3CAB6-8890-40A9-9DE5-0C61796C3ABB}" dt="2024-08-29T17:24:34.734" v="1593" actId="1076"/>
          <ac:picMkLst>
            <pc:docMk/>
            <pc:sldMk cId="4176487559" sldId="316"/>
            <ac:picMk id="44" creationId="{AC755990-7555-B9AE-679F-2AC880866AB2}"/>
          </ac:picMkLst>
        </pc:picChg>
        <pc:picChg chg="mod">
          <ac:chgData name="MYUNG JIN" userId="89f3fa32ababedc4" providerId="LiveId" clId="{DEB3CAB6-8890-40A9-9DE5-0C61796C3ABB}" dt="2024-08-29T17:24:42.720" v="1596" actId="1076"/>
          <ac:picMkLst>
            <pc:docMk/>
            <pc:sldMk cId="4176487559" sldId="316"/>
            <ac:picMk id="45" creationId="{0DCE24EC-3CF7-5146-9A96-C195569E0E32}"/>
          </ac:picMkLst>
        </pc:picChg>
        <pc:picChg chg="add mod">
          <ac:chgData name="MYUNG JIN" userId="89f3fa32ababedc4" providerId="LiveId" clId="{DEB3CAB6-8890-40A9-9DE5-0C61796C3ABB}" dt="2024-08-29T17:25:42.273" v="1622" actId="14100"/>
          <ac:picMkLst>
            <pc:docMk/>
            <pc:sldMk cId="4176487559" sldId="316"/>
            <ac:picMk id="68" creationId="{4196DB6F-547E-C111-D312-568732FCB739}"/>
          </ac:picMkLst>
        </pc:picChg>
        <pc:cxnChg chg="add">
          <ac:chgData name="MYUNG JIN" userId="89f3fa32ababedc4" providerId="LiveId" clId="{DEB3CAB6-8890-40A9-9DE5-0C61796C3ABB}" dt="2024-08-29T17:18:21.407" v="1202" actId="11529"/>
          <ac:cxnSpMkLst>
            <pc:docMk/>
            <pc:sldMk cId="4176487559" sldId="316"/>
            <ac:cxnSpMk id="14" creationId="{58AB5752-BFC1-DE72-6E92-AAD9AD47118D}"/>
          </ac:cxnSpMkLst>
        </pc:cxnChg>
        <pc:cxnChg chg="add mod">
          <ac:chgData name="MYUNG JIN" userId="89f3fa32ababedc4" providerId="LiveId" clId="{DEB3CAB6-8890-40A9-9DE5-0C61796C3ABB}" dt="2024-08-29T17:21:20.200" v="1475" actId="164"/>
          <ac:cxnSpMkLst>
            <pc:docMk/>
            <pc:sldMk cId="4176487559" sldId="316"/>
            <ac:cxnSpMk id="20" creationId="{CBEE7551-28CA-87C5-5DA7-CBC95519A195}"/>
          </ac:cxnSpMkLst>
        </pc:cxnChg>
        <pc:cxnChg chg="mod">
          <ac:chgData name="MYUNG JIN" userId="89f3fa32ababedc4" providerId="LiveId" clId="{DEB3CAB6-8890-40A9-9DE5-0C61796C3ABB}" dt="2024-08-29T17:21:21.433" v="1476"/>
          <ac:cxnSpMkLst>
            <pc:docMk/>
            <pc:sldMk cId="4176487559" sldId="316"/>
            <ac:cxnSpMk id="27" creationId="{80A12194-84B4-3323-5D89-D68D3614137F}"/>
          </ac:cxnSpMkLst>
        </pc:cxnChg>
        <pc:cxnChg chg="add mod">
          <ac:chgData name="MYUNG JIN" userId="89f3fa32ababedc4" providerId="LiveId" clId="{DEB3CAB6-8890-40A9-9DE5-0C61796C3ABB}" dt="2024-08-29T17:21:58.978" v="1493" actId="164"/>
          <ac:cxnSpMkLst>
            <pc:docMk/>
            <pc:sldMk cId="4176487559" sldId="316"/>
            <ac:cxnSpMk id="32" creationId="{F6B6567C-F61C-F0EA-348A-B1B86F4A4738}"/>
          </ac:cxnSpMkLst>
        </pc:cxnChg>
        <pc:cxnChg chg="add mod">
          <ac:chgData name="MYUNG JIN" userId="89f3fa32ababedc4" providerId="LiveId" clId="{DEB3CAB6-8890-40A9-9DE5-0C61796C3ABB}" dt="2024-08-29T17:21:58.978" v="1493" actId="164"/>
          <ac:cxnSpMkLst>
            <pc:docMk/>
            <pc:sldMk cId="4176487559" sldId="316"/>
            <ac:cxnSpMk id="33" creationId="{09ACAB0E-581D-193B-5E7C-ACFEBE089400}"/>
          </ac:cxnSpMkLst>
        </pc:cxnChg>
        <pc:cxnChg chg="add mod">
          <ac:chgData name="MYUNG JIN" userId="89f3fa32ababedc4" providerId="LiveId" clId="{DEB3CAB6-8890-40A9-9DE5-0C61796C3ABB}" dt="2024-08-29T17:21:58.978" v="1493" actId="164"/>
          <ac:cxnSpMkLst>
            <pc:docMk/>
            <pc:sldMk cId="4176487559" sldId="316"/>
            <ac:cxnSpMk id="35" creationId="{E587624A-D8DA-8B5B-A214-35623BB6F0E1}"/>
          </ac:cxnSpMkLst>
        </pc:cxnChg>
        <pc:cxnChg chg="mod">
          <ac:chgData name="MYUNG JIN" userId="89f3fa32ababedc4" providerId="LiveId" clId="{DEB3CAB6-8890-40A9-9DE5-0C61796C3ABB}" dt="2024-08-29T17:24:29.807" v="1590" actId="14100"/>
          <ac:cxnSpMkLst>
            <pc:docMk/>
            <pc:sldMk cId="4176487559" sldId="316"/>
            <ac:cxnSpMk id="46" creationId="{0B8F2E65-6849-13A9-8530-A4B22071D796}"/>
          </ac:cxnSpMkLst>
        </pc:cxnChg>
        <pc:cxnChg chg="mod">
          <ac:chgData name="MYUNG JIN" userId="89f3fa32ababedc4" providerId="LiveId" clId="{DEB3CAB6-8890-40A9-9DE5-0C61796C3ABB}" dt="2024-08-29T17:24:39.124" v="1595" actId="14100"/>
          <ac:cxnSpMkLst>
            <pc:docMk/>
            <pc:sldMk cId="4176487559" sldId="316"/>
            <ac:cxnSpMk id="47" creationId="{8A7B2D87-E146-8D02-A7A7-01420B929D3E}"/>
          </ac:cxnSpMkLst>
        </pc:cxnChg>
        <pc:cxnChg chg="mod">
          <ac:chgData name="MYUNG JIN" userId="89f3fa32ababedc4" providerId="LiveId" clId="{DEB3CAB6-8890-40A9-9DE5-0C61796C3ABB}" dt="2024-08-29T17:24:47.867" v="1598" actId="14100"/>
          <ac:cxnSpMkLst>
            <pc:docMk/>
            <pc:sldMk cId="4176487559" sldId="316"/>
            <ac:cxnSpMk id="48" creationId="{6097504D-13B5-656F-757A-8C98D0F131E1}"/>
          </ac:cxnSpMkLst>
        </pc:cxnChg>
        <pc:cxnChg chg="mod">
          <ac:chgData name="MYUNG JIN" userId="89f3fa32ababedc4" providerId="LiveId" clId="{DEB3CAB6-8890-40A9-9DE5-0C61796C3ABB}" dt="2024-08-29T17:25:32.603" v="1617"/>
          <ac:cxnSpMkLst>
            <pc:docMk/>
            <pc:sldMk cId="4176487559" sldId="316"/>
            <ac:cxnSpMk id="58" creationId="{8A26D4F0-175F-A270-8490-F2680B223190}"/>
          </ac:cxnSpMkLst>
        </pc:cxnChg>
        <pc:cxnChg chg="mod">
          <ac:chgData name="MYUNG JIN" userId="89f3fa32ababedc4" providerId="LiveId" clId="{DEB3CAB6-8890-40A9-9DE5-0C61796C3ABB}" dt="2024-08-29T17:25:32.603" v="1617"/>
          <ac:cxnSpMkLst>
            <pc:docMk/>
            <pc:sldMk cId="4176487559" sldId="316"/>
            <ac:cxnSpMk id="59" creationId="{01816F4F-F85D-148E-B12C-2C34D1E37701}"/>
          </ac:cxnSpMkLst>
        </pc:cxnChg>
        <pc:cxnChg chg="mod">
          <ac:chgData name="MYUNG JIN" userId="89f3fa32ababedc4" providerId="LiveId" clId="{DEB3CAB6-8890-40A9-9DE5-0C61796C3ABB}" dt="2024-08-29T17:25:32.603" v="1617"/>
          <ac:cxnSpMkLst>
            <pc:docMk/>
            <pc:sldMk cId="4176487559" sldId="316"/>
            <ac:cxnSpMk id="60" creationId="{A25B0BDB-4784-75A3-3302-AF8279C8EA10}"/>
          </ac:cxnSpMkLst>
        </pc:cxnChg>
        <pc:cxnChg chg="mod">
          <ac:chgData name="MYUNG JIN" userId="89f3fa32ababedc4" providerId="LiveId" clId="{DEB3CAB6-8890-40A9-9DE5-0C61796C3ABB}" dt="2024-08-29T17:25:32.603" v="1617"/>
          <ac:cxnSpMkLst>
            <pc:docMk/>
            <pc:sldMk cId="4176487559" sldId="316"/>
            <ac:cxnSpMk id="61" creationId="{0E2FDC80-AB1D-43B7-87F8-E231ACB33E1B}"/>
          </ac:cxnSpMkLst>
        </pc:cxnChg>
        <pc:cxnChg chg="mod">
          <ac:chgData name="MYUNG JIN" userId="89f3fa32ababedc4" providerId="LiveId" clId="{DEB3CAB6-8890-40A9-9DE5-0C61796C3ABB}" dt="2024-08-29T17:25:32.603" v="1617"/>
          <ac:cxnSpMkLst>
            <pc:docMk/>
            <pc:sldMk cId="4176487559" sldId="316"/>
            <ac:cxnSpMk id="62" creationId="{173FBECF-B681-6CFA-6D9D-AF961A4176CB}"/>
          </ac:cxnSpMkLst>
        </pc:cxnChg>
        <pc:cxnChg chg="mod">
          <ac:chgData name="MYUNG JIN" userId="89f3fa32ababedc4" providerId="LiveId" clId="{DEB3CAB6-8890-40A9-9DE5-0C61796C3ABB}" dt="2024-08-29T17:25:32.603" v="1617"/>
          <ac:cxnSpMkLst>
            <pc:docMk/>
            <pc:sldMk cId="4176487559" sldId="316"/>
            <ac:cxnSpMk id="63" creationId="{221281A0-AF37-15B7-E8DF-86BE32E56DFD}"/>
          </ac:cxnSpMkLst>
        </pc:cxnChg>
        <pc:cxnChg chg="mod">
          <ac:chgData name="MYUNG JIN" userId="89f3fa32ababedc4" providerId="LiveId" clId="{DEB3CAB6-8890-40A9-9DE5-0C61796C3ABB}" dt="2024-08-29T17:25:32.603" v="1617"/>
          <ac:cxnSpMkLst>
            <pc:docMk/>
            <pc:sldMk cId="4176487559" sldId="316"/>
            <ac:cxnSpMk id="64" creationId="{BFE54229-A8C1-1A01-936D-6B10858022EB}"/>
          </ac:cxnSpMkLst>
        </pc:cxnChg>
        <pc:cxnChg chg="mod">
          <ac:chgData name="MYUNG JIN" userId="89f3fa32ababedc4" providerId="LiveId" clId="{DEB3CAB6-8890-40A9-9DE5-0C61796C3ABB}" dt="2024-08-29T17:25:32.603" v="1617"/>
          <ac:cxnSpMkLst>
            <pc:docMk/>
            <pc:sldMk cId="4176487559" sldId="316"/>
            <ac:cxnSpMk id="65" creationId="{1FC94480-6569-BCD5-8E2E-4E6FFB7B346C}"/>
          </ac:cxnSpMkLst>
        </pc:cxnChg>
        <pc:cxnChg chg="mod">
          <ac:chgData name="MYUNG JIN" userId="89f3fa32ababedc4" providerId="LiveId" clId="{DEB3CAB6-8890-40A9-9DE5-0C61796C3ABB}" dt="2024-08-29T17:25:32.603" v="1617"/>
          <ac:cxnSpMkLst>
            <pc:docMk/>
            <pc:sldMk cId="4176487559" sldId="316"/>
            <ac:cxnSpMk id="66" creationId="{09C13A1F-5AE4-8DD5-0F47-A8725A434CCE}"/>
          </ac:cxnSpMkLst>
        </pc:cxnChg>
        <pc:cxnChg chg="mod">
          <ac:chgData name="MYUNG JIN" userId="89f3fa32ababedc4" providerId="LiveId" clId="{DEB3CAB6-8890-40A9-9DE5-0C61796C3ABB}" dt="2024-08-29T17:25:32.603" v="1617"/>
          <ac:cxnSpMkLst>
            <pc:docMk/>
            <pc:sldMk cId="4176487559" sldId="316"/>
            <ac:cxnSpMk id="67" creationId="{37737D79-3FB5-A2A8-CC96-CC2A13002434}"/>
          </ac:cxnSpMkLst>
        </pc:cxnChg>
        <pc:cxnChg chg="add mod">
          <ac:chgData name="MYUNG JIN" userId="89f3fa32ababedc4" providerId="LiveId" clId="{DEB3CAB6-8890-40A9-9DE5-0C61796C3ABB}" dt="2024-08-29T17:27:15.161" v="1761" actId="1582"/>
          <ac:cxnSpMkLst>
            <pc:docMk/>
            <pc:sldMk cId="4176487559" sldId="316"/>
            <ac:cxnSpMk id="73" creationId="{A8834752-9E69-A471-5FCB-89429C494E17}"/>
          </ac:cxnSpMkLst>
        </pc:cxnChg>
        <pc:cxnChg chg="add mod">
          <ac:chgData name="MYUNG JIN" userId="89f3fa32ababedc4" providerId="LiveId" clId="{DEB3CAB6-8890-40A9-9DE5-0C61796C3ABB}" dt="2024-08-29T18:12:57.964" v="2396" actId="14100"/>
          <ac:cxnSpMkLst>
            <pc:docMk/>
            <pc:sldMk cId="4176487559" sldId="316"/>
            <ac:cxnSpMk id="77" creationId="{E2D0804C-16E9-A625-4582-699F358037D5}"/>
          </ac:cxnSpMkLst>
        </pc:cxnChg>
      </pc:sldChg>
      <pc:sldChg chg="addSp delSp modSp mod">
        <pc:chgData name="MYUNG JIN" userId="89f3fa32ababedc4" providerId="LiveId" clId="{DEB3CAB6-8890-40A9-9DE5-0C61796C3ABB}" dt="2024-08-29T20:15:40.531" v="3895" actId="571"/>
        <pc:sldMkLst>
          <pc:docMk/>
          <pc:sldMk cId="1178883989" sldId="317"/>
        </pc:sldMkLst>
        <pc:spChg chg="mod">
          <ac:chgData name="MYUNG JIN" userId="89f3fa32ababedc4" providerId="LiveId" clId="{DEB3CAB6-8890-40A9-9DE5-0C61796C3ABB}" dt="2024-08-28T04:10:17.172" v="731" actId="20577"/>
          <ac:spMkLst>
            <pc:docMk/>
            <pc:sldMk cId="1178883989" sldId="317"/>
            <ac:spMk id="2" creationId="{A6692C7A-6E62-FEF6-1220-F22E11B17511}"/>
          </ac:spMkLst>
        </pc:spChg>
        <pc:spChg chg="add mod">
          <ac:chgData name="MYUNG JIN" userId="89f3fa32ababedc4" providerId="LiveId" clId="{DEB3CAB6-8890-40A9-9DE5-0C61796C3ABB}" dt="2024-08-29T17:31:24.881" v="1979" actId="20577"/>
          <ac:spMkLst>
            <pc:docMk/>
            <pc:sldMk cId="1178883989" sldId="317"/>
            <ac:spMk id="3" creationId="{287943DD-B75A-14BE-A90E-3713FE8AC690}"/>
          </ac:spMkLst>
        </pc:spChg>
        <pc:spChg chg="add mod">
          <ac:chgData name="MYUNG JIN" userId="89f3fa32ababedc4" providerId="LiveId" clId="{DEB3CAB6-8890-40A9-9DE5-0C61796C3ABB}" dt="2024-08-29T20:12:29.174" v="3831" actId="1076"/>
          <ac:spMkLst>
            <pc:docMk/>
            <pc:sldMk cId="1178883989" sldId="317"/>
            <ac:spMk id="4" creationId="{7E621907-369B-55AA-361B-6065179C0EAC}"/>
          </ac:spMkLst>
        </pc:spChg>
        <pc:spChg chg="add mod">
          <ac:chgData name="MYUNG JIN" userId="89f3fa32ababedc4" providerId="LiveId" clId="{DEB3CAB6-8890-40A9-9DE5-0C61796C3ABB}" dt="2024-08-29T17:35:39.594" v="2038" actId="1076"/>
          <ac:spMkLst>
            <pc:docMk/>
            <pc:sldMk cId="1178883989" sldId="317"/>
            <ac:spMk id="6" creationId="{90D56F72-6EC3-C204-452F-EBE5B0390B8A}"/>
          </ac:spMkLst>
        </pc:spChg>
        <pc:spChg chg="add mod">
          <ac:chgData name="MYUNG JIN" userId="89f3fa32ababedc4" providerId="LiveId" clId="{DEB3CAB6-8890-40A9-9DE5-0C61796C3ABB}" dt="2024-08-29T20:13:18.283" v="3839" actId="207"/>
          <ac:spMkLst>
            <pc:docMk/>
            <pc:sldMk cId="1178883989" sldId="317"/>
            <ac:spMk id="7" creationId="{B1CD2312-CF71-C7D5-2FD5-B00F9188F600}"/>
          </ac:spMkLst>
        </pc:spChg>
        <pc:spChg chg="add mod ord">
          <ac:chgData name="MYUNG JIN" userId="89f3fa32ababedc4" providerId="LiveId" clId="{DEB3CAB6-8890-40A9-9DE5-0C61796C3ABB}" dt="2024-08-29T20:15:37.101" v="3894" actId="1076"/>
          <ac:spMkLst>
            <pc:docMk/>
            <pc:sldMk cId="1178883989" sldId="317"/>
            <ac:spMk id="12" creationId="{6F77C79A-8F57-9A3A-2223-6D4A2FFF794A}"/>
          </ac:spMkLst>
        </pc:spChg>
        <pc:spChg chg="add del mod">
          <ac:chgData name="MYUNG JIN" userId="89f3fa32ababedc4" providerId="LiveId" clId="{DEB3CAB6-8890-40A9-9DE5-0C61796C3ABB}" dt="2024-08-29T20:14:52.989" v="3883" actId="478"/>
          <ac:spMkLst>
            <pc:docMk/>
            <pc:sldMk cId="1178883989" sldId="317"/>
            <ac:spMk id="13" creationId="{A801C182-CFD9-95F9-41F3-01F70AC2F355}"/>
          </ac:spMkLst>
        </pc:spChg>
        <pc:spChg chg="add mod">
          <ac:chgData name="MYUNG JIN" userId="89f3fa32ababedc4" providerId="LiveId" clId="{DEB3CAB6-8890-40A9-9DE5-0C61796C3ABB}" dt="2024-08-29T17:35:39.594" v="2038" actId="1076"/>
          <ac:spMkLst>
            <pc:docMk/>
            <pc:sldMk cId="1178883989" sldId="317"/>
            <ac:spMk id="15" creationId="{C074C8D8-E82D-99D0-18EE-E62947F8085C}"/>
          </ac:spMkLst>
        </pc:spChg>
        <pc:spChg chg="add mod ord">
          <ac:chgData name="MYUNG JIN" userId="89f3fa32ababedc4" providerId="LiveId" clId="{DEB3CAB6-8890-40A9-9DE5-0C61796C3ABB}" dt="2024-08-29T20:15:34.124" v="3893" actId="207"/>
          <ac:spMkLst>
            <pc:docMk/>
            <pc:sldMk cId="1178883989" sldId="317"/>
            <ac:spMk id="16" creationId="{63B1ABEE-0DC0-826F-31C8-15666579D95D}"/>
          </ac:spMkLst>
        </pc:spChg>
        <pc:spChg chg="add mod">
          <ac:chgData name="MYUNG JIN" userId="89f3fa32ababedc4" providerId="LiveId" clId="{DEB3CAB6-8890-40A9-9DE5-0C61796C3ABB}" dt="2024-08-29T17:35:39.594" v="2038" actId="1076"/>
          <ac:spMkLst>
            <pc:docMk/>
            <pc:sldMk cId="1178883989" sldId="317"/>
            <ac:spMk id="21" creationId="{ED5EC223-3F61-6746-BD6F-9012D2724382}"/>
          </ac:spMkLst>
        </pc:spChg>
        <pc:spChg chg="add mod">
          <ac:chgData name="MYUNG JIN" userId="89f3fa32ababedc4" providerId="LiveId" clId="{DEB3CAB6-8890-40A9-9DE5-0C61796C3ABB}" dt="2024-08-29T17:35:39.594" v="2038" actId="1076"/>
          <ac:spMkLst>
            <pc:docMk/>
            <pc:sldMk cId="1178883989" sldId="317"/>
            <ac:spMk id="23" creationId="{1F45B128-B094-172C-8EF9-66044A84C3F1}"/>
          </ac:spMkLst>
        </pc:spChg>
        <pc:spChg chg="add mod">
          <ac:chgData name="MYUNG JIN" userId="89f3fa32ababedc4" providerId="LiveId" clId="{DEB3CAB6-8890-40A9-9DE5-0C61796C3ABB}" dt="2024-08-29T20:12:09.639" v="3793" actId="20577"/>
          <ac:spMkLst>
            <pc:docMk/>
            <pc:sldMk cId="1178883989" sldId="317"/>
            <ac:spMk id="26" creationId="{C0EE461D-6AB4-1013-DB0F-DD2AE1506DC4}"/>
          </ac:spMkLst>
        </pc:spChg>
        <pc:spChg chg="add mod">
          <ac:chgData name="MYUNG JIN" userId="89f3fa32ababedc4" providerId="LiveId" clId="{DEB3CAB6-8890-40A9-9DE5-0C61796C3ABB}" dt="2024-08-29T17:38:45.023" v="2062" actId="207"/>
          <ac:spMkLst>
            <pc:docMk/>
            <pc:sldMk cId="1178883989" sldId="317"/>
            <ac:spMk id="27" creationId="{0479BA25-9737-C664-34BB-F477616F4E58}"/>
          </ac:spMkLst>
        </pc:spChg>
        <pc:spChg chg="add mod">
          <ac:chgData name="MYUNG JIN" userId="89f3fa32ababedc4" providerId="LiveId" clId="{DEB3CAB6-8890-40A9-9DE5-0C61796C3ABB}" dt="2024-08-29T17:53:48.427" v="2195" actId="58"/>
          <ac:spMkLst>
            <pc:docMk/>
            <pc:sldMk cId="1178883989" sldId="317"/>
            <ac:spMk id="28" creationId="{5788C8B9-C955-0BB0-9F6A-FFC502E79B15}"/>
          </ac:spMkLst>
        </pc:spChg>
        <pc:spChg chg="mod">
          <ac:chgData name="MYUNG JIN" userId="89f3fa32ababedc4" providerId="LiveId" clId="{DEB3CAB6-8890-40A9-9DE5-0C61796C3ABB}" dt="2024-08-29T20:15:02.124" v="3887" actId="571"/>
          <ac:spMkLst>
            <pc:docMk/>
            <pc:sldMk cId="1178883989" sldId="317"/>
            <ac:spMk id="29" creationId="{201E62FF-4998-5FF3-EB45-0F8478B4564E}"/>
          </ac:spMkLst>
        </pc:spChg>
        <pc:spChg chg="mod">
          <ac:chgData name="MYUNG JIN" userId="89f3fa32ababedc4" providerId="LiveId" clId="{DEB3CAB6-8890-40A9-9DE5-0C61796C3ABB}" dt="2024-08-29T20:15:02.124" v="3887" actId="571"/>
          <ac:spMkLst>
            <pc:docMk/>
            <pc:sldMk cId="1178883989" sldId="317"/>
            <ac:spMk id="30" creationId="{7CB6064E-8940-8ED7-0E8C-9F1A641EF1AC}"/>
          </ac:spMkLst>
        </pc:spChg>
        <pc:spChg chg="mod">
          <ac:chgData name="MYUNG JIN" userId="89f3fa32ababedc4" providerId="LiveId" clId="{DEB3CAB6-8890-40A9-9DE5-0C61796C3ABB}" dt="2024-08-29T20:15:40.531" v="3895" actId="571"/>
          <ac:spMkLst>
            <pc:docMk/>
            <pc:sldMk cId="1178883989" sldId="317"/>
            <ac:spMk id="32" creationId="{0FE726EA-4A1F-5A5C-A1FD-09DBABC3A1AA}"/>
          </ac:spMkLst>
        </pc:spChg>
        <pc:spChg chg="mod">
          <ac:chgData name="MYUNG JIN" userId="89f3fa32ababedc4" providerId="LiveId" clId="{DEB3CAB6-8890-40A9-9DE5-0C61796C3ABB}" dt="2024-08-29T20:15:40.531" v="3895" actId="571"/>
          <ac:spMkLst>
            <pc:docMk/>
            <pc:sldMk cId="1178883989" sldId="317"/>
            <ac:spMk id="33" creationId="{4CFA20BE-1107-D1F2-3CC0-A67BACAA6ED6}"/>
          </ac:spMkLst>
        </pc:spChg>
        <pc:grpChg chg="add mod">
          <ac:chgData name="MYUNG JIN" userId="89f3fa32ababedc4" providerId="LiveId" clId="{DEB3CAB6-8890-40A9-9DE5-0C61796C3ABB}" dt="2024-08-29T20:15:12.052" v="3890" actId="1076"/>
          <ac:grpSpMkLst>
            <pc:docMk/>
            <pc:sldMk cId="1178883989" sldId="317"/>
            <ac:grpSpMk id="22" creationId="{25C43629-A590-00A9-57F9-562D7DEB4022}"/>
          </ac:grpSpMkLst>
        </pc:grpChg>
        <pc:grpChg chg="add del mod">
          <ac:chgData name="MYUNG JIN" userId="89f3fa32ababedc4" providerId="LiveId" clId="{DEB3CAB6-8890-40A9-9DE5-0C61796C3ABB}" dt="2024-08-29T20:15:20.110" v="3891" actId="478"/>
          <ac:grpSpMkLst>
            <pc:docMk/>
            <pc:sldMk cId="1178883989" sldId="317"/>
            <ac:grpSpMk id="24" creationId="{5EAC9A96-664F-1F73-1CE3-F8BDE09EEA36}"/>
          </ac:grpSpMkLst>
        </pc:grpChg>
        <pc:grpChg chg="add mod">
          <ac:chgData name="MYUNG JIN" userId="89f3fa32ababedc4" providerId="LiveId" clId="{DEB3CAB6-8890-40A9-9DE5-0C61796C3ABB}" dt="2024-08-29T20:15:40.531" v="3895" actId="571"/>
          <ac:grpSpMkLst>
            <pc:docMk/>
            <pc:sldMk cId="1178883989" sldId="317"/>
            <ac:grpSpMk id="31" creationId="{9718EAAC-26C5-4C3B-324B-3D8E30E00D3F}"/>
          </ac:grpSpMkLst>
        </pc:grpChg>
        <pc:picChg chg="add mod">
          <ac:chgData name="MYUNG JIN" userId="89f3fa32ababedc4" providerId="LiveId" clId="{DEB3CAB6-8890-40A9-9DE5-0C61796C3ABB}" dt="2024-08-29T17:35:39.594" v="2038" actId="1076"/>
          <ac:picMkLst>
            <pc:docMk/>
            <pc:sldMk cId="1178883989" sldId="317"/>
            <ac:picMk id="5" creationId="{60731481-30F2-DF1C-E3E0-3945B481C10B}"/>
          </ac:picMkLst>
        </pc:picChg>
        <pc:picChg chg="add mod">
          <ac:chgData name="MYUNG JIN" userId="89f3fa32ababedc4" providerId="LiveId" clId="{DEB3CAB6-8890-40A9-9DE5-0C61796C3ABB}" dt="2024-08-29T20:15:06.372" v="3889" actId="1076"/>
          <ac:picMkLst>
            <pc:docMk/>
            <pc:sldMk cId="1178883989" sldId="317"/>
            <ac:picMk id="17" creationId="{F4F73A55-4000-AB45-9FD0-FD170F6CACBE}"/>
          </ac:picMkLst>
        </pc:picChg>
        <pc:picChg chg="add mod">
          <ac:chgData name="MYUNG JIN" userId="89f3fa32ababedc4" providerId="LiveId" clId="{DEB3CAB6-8890-40A9-9DE5-0C61796C3ABB}" dt="2024-08-29T17:37:24.798" v="2055" actId="1076"/>
          <ac:picMkLst>
            <pc:docMk/>
            <pc:sldMk cId="1178883989" sldId="317"/>
            <ac:picMk id="25" creationId="{C71C4FBA-577E-A863-3C72-DDCC2BC02D24}"/>
          </ac:picMkLst>
        </pc:picChg>
        <pc:cxnChg chg="add mod">
          <ac:chgData name="MYUNG JIN" userId="89f3fa32ababedc4" providerId="LiveId" clId="{DEB3CAB6-8890-40A9-9DE5-0C61796C3ABB}" dt="2024-08-29T17:35:39.594" v="2038" actId="1076"/>
          <ac:cxnSpMkLst>
            <pc:docMk/>
            <pc:sldMk cId="1178883989" sldId="317"/>
            <ac:cxnSpMk id="8" creationId="{E67B4719-82C3-734F-9109-D664384EC85E}"/>
          </ac:cxnSpMkLst>
        </pc:cxnChg>
        <pc:cxnChg chg="add mod">
          <ac:chgData name="MYUNG JIN" userId="89f3fa32ababedc4" providerId="LiveId" clId="{DEB3CAB6-8890-40A9-9DE5-0C61796C3ABB}" dt="2024-08-29T17:35:39.594" v="2038" actId="1076"/>
          <ac:cxnSpMkLst>
            <pc:docMk/>
            <pc:sldMk cId="1178883989" sldId="317"/>
            <ac:cxnSpMk id="10" creationId="{711DB6A3-B876-5B0B-DF24-2CA6C0D49F4C}"/>
          </ac:cxnSpMkLst>
        </pc:cxnChg>
        <pc:cxnChg chg="add mod">
          <ac:chgData name="MYUNG JIN" userId="89f3fa32ababedc4" providerId="LiveId" clId="{DEB3CAB6-8890-40A9-9DE5-0C61796C3ABB}" dt="2024-08-29T20:13:30.987" v="3841" actId="1582"/>
          <ac:cxnSpMkLst>
            <pc:docMk/>
            <pc:sldMk cId="1178883989" sldId="317"/>
            <ac:cxnSpMk id="11" creationId="{4DE95B8D-1D66-C607-3914-E080DC91C392}"/>
          </ac:cxnSpMkLst>
        </pc:cxnChg>
        <pc:cxnChg chg="add mod">
          <ac:chgData name="MYUNG JIN" userId="89f3fa32ababedc4" providerId="LiveId" clId="{DEB3CAB6-8890-40A9-9DE5-0C61796C3ABB}" dt="2024-08-29T17:35:39.594" v="2038" actId="1076"/>
          <ac:cxnSpMkLst>
            <pc:docMk/>
            <pc:sldMk cId="1178883989" sldId="317"/>
            <ac:cxnSpMk id="14" creationId="{8A5245E6-D7C1-2328-E655-9BDBCAD32EFE}"/>
          </ac:cxnSpMkLst>
        </pc:cxnChg>
        <pc:cxnChg chg="add mod">
          <ac:chgData name="MYUNG JIN" userId="89f3fa32ababedc4" providerId="LiveId" clId="{DEB3CAB6-8890-40A9-9DE5-0C61796C3ABB}" dt="2024-08-29T17:35:39.594" v="2038" actId="1076"/>
          <ac:cxnSpMkLst>
            <pc:docMk/>
            <pc:sldMk cId="1178883989" sldId="317"/>
            <ac:cxnSpMk id="18" creationId="{325E823C-BEED-4BEA-C808-EB8521DA24F6}"/>
          </ac:cxnSpMkLst>
        </pc:cxnChg>
        <pc:cxnChg chg="add mod">
          <ac:chgData name="MYUNG JIN" userId="89f3fa32ababedc4" providerId="LiveId" clId="{DEB3CAB6-8890-40A9-9DE5-0C61796C3ABB}" dt="2024-08-29T17:35:39.594" v="2038" actId="1076"/>
          <ac:cxnSpMkLst>
            <pc:docMk/>
            <pc:sldMk cId="1178883989" sldId="317"/>
            <ac:cxnSpMk id="19" creationId="{7BF73963-FA25-B309-BC59-72CEB5801CAE}"/>
          </ac:cxnSpMkLst>
        </pc:cxnChg>
        <pc:cxnChg chg="add mod">
          <ac:chgData name="MYUNG JIN" userId="89f3fa32ababedc4" providerId="LiveId" clId="{DEB3CAB6-8890-40A9-9DE5-0C61796C3ABB}" dt="2024-08-29T17:35:39.594" v="2038" actId="1076"/>
          <ac:cxnSpMkLst>
            <pc:docMk/>
            <pc:sldMk cId="1178883989" sldId="317"/>
            <ac:cxnSpMk id="20" creationId="{E994C9E9-349C-343D-62A5-EB33C12B6C05}"/>
          </ac:cxnSpMkLst>
        </pc:cxnChg>
      </pc:sldChg>
      <pc:sldChg chg="addSp delSp modSp new mod">
        <pc:chgData name="MYUNG JIN" userId="89f3fa32ababedc4" providerId="LiveId" clId="{DEB3CAB6-8890-40A9-9DE5-0C61796C3ABB}" dt="2024-08-29T20:07:43.847" v="3739" actId="20577"/>
        <pc:sldMkLst>
          <pc:docMk/>
          <pc:sldMk cId="389228128" sldId="318"/>
        </pc:sldMkLst>
        <pc:spChg chg="mod">
          <ac:chgData name="MYUNG JIN" userId="89f3fa32ababedc4" providerId="LiveId" clId="{DEB3CAB6-8890-40A9-9DE5-0C61796C3ABB}" dt="2024-08-28T04:09:36.882" v="625" actId="20577"/>
          <ac:spMkLst>
            <pc:docMk/>
            <pc:sldMk cId="389228128" sldId="318"/>
            <ac:spMk id="2" creationId="{151289CD-A2D7-772A-0B11-07FE9FE21566}"/>
          </ac:spMkLst>
        </pc:spChg>
        <pc:spChg chg="add mod">
          <ac:chgData name="MYUNG JIN" userId="89f3fa32ababedc4" providerId="LiveId" clId="{DEB3CAB6-8890-40A9-9DE5-0C61796C3ABB}" dt="2024-08-29T17:28:59.701" v="1833" actId="1076"/>
          <ac:spMkLst>
            <pc:docMk/>
            <pc:sldMk cId="389228128" sldId="318"/>
            <ac:spMk id="3" creationId="{588CF35B-884A-09A5-988E-829BAF794819}"/>
          </ac:spMkLst>
        </pc:spChg>
        <pc:spChg chg="add mod">
          <ac:chgData name="MYUNG JIN" userId="89f3fa32ababedc4" providerId="LiveId" clId="{DEB3CAB6-8890-40A9-9DE5-0C61796C3ABB}" dt="2024-08-29T17:28:59.701" v="1833" actId="1076"/>
          <ac:spMkLst>
            <pc:docMk/>
            <pc:sldMk cId="389228128" sldId="318"/>
            <ac:spMk id="4" creationId="{F7B56128-B81E-650A-86DD-C92483D26562}"/>
          </ac:spMkLst>
        </pc:spChg>
        <pc:spChg chg="del mod">
          <ac:chgData name="MYUNG JIN" userId="89f3fa32ababedc4" providerId="LiveId" clId="{DEB3CAB6-8890-40A9-9DE5-0C61796C3ABB}" dt="2024-08-29T17:09:34.753" v="1006" actId="478"/>
          <ac:spMkLst>
            <pc:docMk/>
            <pc:sldMk cId="389228128" sldId="318"/>
            <ac:spMk id="5" creationId="{D5139329-37FA-F12E-076F-049B9085F66D}"/>
          </ac:spMkLst>
        </pc:spChg>
        <pc:spChg chg="add del mod">
          <ac:chgData name="MYUNG JIN" userId="89f3fa32ababedc4" providerId="LiveId" clId="{DEB3CAB6-8890-40A9-9DE5-0C61796C3ABB}" dt="2024-08-29T17:12:22.476" v="1007" actId="478"/>
          <ac:spMkLst>
            <pc:docMk/>
            <pc:sldMk cId="389228128" sldId="318"/>
            <ac:spMk id="7" creationId="{E6E8E798-A5D4-C9DB-F5C4-E5FB87258CAE}"/>
          </ac:spMkLst>
        </pc:spChg>
        <pc:spChg chg="add mod">
          <ac:chgData name="MYUNG JIN" userId="89f3fa32ababedc4" providerId="LiveId" clId="{DEB3CAB6-8890-40A9-9DE5-0C61796C3ABB}" dt="2024-08-29T20:07:43.847" v="3739" actId="20577"/>
          <ac:spMkLst>
            <pc:docMk/>
            <pc:sldMk cId="389228128" sldId="318"/>
            <ac:spMk id="8" creationId="{A642848B-7521-FACB-4029-CB897A3F4EFB}"/>
          </ac:spMkLst>
        </pc:spChg>
        <pc:spChg chg="add mod">
          <ac:chgData name="MYUNG JIN" userId="89f3fa32ababedc4" providerId="LiveId" clId="{DEB3CAB6-8890-40A9-9DE5-0C61796C3ABB}" dt="2024-08-29T17:28:59.701" v="1833" actId="1076"/>
          <ac:spMkLst>
            <pc:docMk/>
            <pc:sldMk cId="389228128" sldId="318"/>
            <ac:spMk id="9" creationId="{F0CFDDF7-11D9-C022-2F35-88039011907C}"/>
          </ac:spMkLst>
        </pc:spChg>
        <pc:spChg chg="add mod">
          <ac:chgData name="MYUNG JIN" userId="89f3fa32ababedc4" providerId="LiveId" clId="{DEB3CAB6-8890-40A9-9DE5-0C61796C3ABB}" dt="2024-08-29T17:13:04.987" v="1103" actId="1076"/>
          <ac:spMkLst>
            <pc:docMk/>
            <pc:sldMk cId="389228128" sldId="318"/>
            <ac:spMk id="10" creationId="{CE579D22-0873-8DD1-E418-D75C417972D0}"/>
          </ac:spMkLst>
        </pc:spChg>
        <pc:spChg chg="add mod">
          <ac:chgData name="MYUNG JIN" userId="89f3fa32ababedc4" providerId="LiveId" clId="{DEB3CAB6-8890-40A9-9DE5-0C61796C3ABB}" dt="2024-08-29T17:29:11.090" v="1838" actId="1076"/>
          <ac:spMkLst>
            <pc:docMk/>
            <pc:sldMk cId="389228128" sldId="318"/>
            <ac:spMk id="11" creationId="{C5ABDE10-8851-A567-A0CA-D3B330267EF1}"/>
          </ac:spMkLst>
        </pc:spChg>
        <pc:spChg chg="add mod">
          <ac:chgData name="MYUNG JIN" userId="89f3fa32ababedc4" providerId="LiveId" clId="{DEB3CAB6-8890-40A9-9DE5-0C61796C3ABB}" dt="2024-08-29T17:29:58.961" v="1895" actId="1076"/>
          <ac:spMkLst>
            <pc:docMk/>
            <pc:sldMk cId="389228128" sldId="318"/>
            <ac:spMk id="12" creationId="{C430D71B-E429-B874-65E3-2C65DA1DF3AA}"/>
          </ac:spMkLst>
        </pc:spChg>
      </pc:sldChg>
      <pc:sldChg chg="addSp delSp modSp mod modAnim">
        <pc:chgData name="MYUNG JIN" userId="89f3fa32ababedc4" providerId="LiveId" clId="{DEB3CAB6-8890-40A9-9DE5-0C61796C3ABB}" dt="2024-08-29T20:03:54.061" v="3575"/>
        <pc:sldMkLst>
          <pc:docMk/>
          <pc:sldMk cId="1444834636" sldId="319"/>
        </pc:sldMkLst>
        <pc:spChg chg="mod">
          <ac:chgData name="MYUNG JIN" userId="89f3fa32ababedc4" providerId="LiveId" clId="{DEB3CAB6-8890-40A9-9DE5-0C61796C3ABB}" dt="2024-08-29T18:09:18.039" v="2253" actId="20577"/>
          <ac:spMkLst>
            <pc:docMk/>
            <pc:sldMk cId="1444834636" sldId="319"/>
            <ac:spMk id="2" creationId="{9F0956D1-79B3-E8C4-1DD8-91D5A10B3A62}"/>
          </ac:spMkLst>
        </pc:spChg>
        <pc:spChg chg="add mod">
          <ac:chgData name="MYUNG JIN" userId="89f3fa32ababedc4" providerId="LiveId" clId="{DEB3CAB6-8890-40A9-9DE5-0C61796C3ABB}" dt="2024-08-29T18:25:23.011" v="2989" actId="404"/>
          <ac:spMkLst>
            <pc:docMk/>
            <pc:sldMk cId="1444834636" sldId="319"/>
            <ac:spMk id="4" creationId="{9E9EEA43-4404-E739-3759-ED842EE7BC88}"/>
          </ac:spMkLst>
        </pc:spChg>
        <pc:spChg chg="del">
          <ac:chgData name="MYUNG JIN" userId="89f3fa32ababedc4" providerId="LiveId" clId="{DEB3CAB6-8890-40A9-9DE5-0C61796C3ABB}" dt="2024-08-29T17:54:09.246" v="2226" actId="478"/>
          <ac:spMkLst>
            <pc:docMk/>
            <pc:sldMk cId="1444834636" sldId="319"/>
            <ac:spMk id="5" creationId="{4261410F-1545-179C-4824-8840307C65CF}"/>
          </ac:spMkLst>
        </pc:spChg>
        <pc:spChg chg="add mod ord topLvl">
          <ac:chgData name="MYUNG JIN" userId="89f3fa32ababedc4" providerId="LiveId" clId="{DEB3CAB6-8890-40A9-9DE5-0C61796C3ABB}" dt="2024-08-29T19:59:56.611" v="3539" actId="165"/>
          <ac:spMkLst>
            <pc:docMk/>
            <pc:sldMk cId="1444834636" sldId="319"/>
            <ac:spMk id="10" creationId="{A610DF7C-C3B0-4EF7-72F6-64CC4C4D2B7E}"/>
          </ac:spMkLst>
        </pc:spChg>
        <pc:spChg chg="mod">
          <ac:chgData name="MYUNG JIN" userId="89f3fa32ababedc4" providerId="LiveId" clId="{DEB3CAB6-8890-40A9-9DE5-0C61796C3ABB}" dt="2024-08-29T20:03:20.243" v="3573" actId="14100"/>
          <ac:spMkLst>
            <pc:docMk/>
            <pc:sldMk cId="1444834636" sldId="319"/>
            <ac:spMk id="11" creationId="{8412E932-7127-A014-653F-7848DC3D4235}"/>
          </ac:spMkLst>
        </pc:spChg>
        <pc:spChg chg="mod">
          <ac:chgData name="MYUNG JIN" userId="89f3fa32ababedc4" providerId="LiveId" clId="{DEB3CAB6-8890-40A9-9DE5-0C61796C3ABB}" dt="2024-08-29T20:03:00.642" v="3566" actId="571"/>
          <ac:spMkLst>
            <pc:docMk/>
            <pc:sldMk cId="1444834636" sldId="319"/>
            <ac:spMk id="14" creationId="{1D62F810-432A-F78A-C600-C2B687AF5785}"/>
          </ac:spMkLst>
        </pc:spChg>
        <pc:spChg chg="add mod ord topLvl">
          <ac:chgData name="MYUNG JIN" userId="89f3fa32ababedc4" providerId="LiveId" clId="{DEB3CAB6-8890-40A9-9DE5-0C61796C3ABB}" dt="2024-08-29T20:02:29.005" v="3558" actId="165"/>
          <ac:spMkLst>
            <pc:docMk/>
            <pc:sldMk cId="1444834636" sldId="319"/>
            <ac:spMk id="16" creationId="{524F6866-72F5-22E2-28F8-112C82978BA5}"/>
          </ac:spMkLst>
        </pc:spChg>
        <pc:spChg chg="add mod">
          <ac:chgData name="MYUNG JIN" userId="89f3fa32ababedc4" providerId="LiveId" clId="{DEB3CAB6-8890-40A9-9DE5-0C61796C3ABB}" dt="2024-08-29T19:59:56.611" v="3539" actId="165"/>
          <ac:spMkLst>
            <pc:docMk/>
            <pc:sldMk cId="1444834636" sldId="319"/>
            <ac:spMk id="17" creationId="{446AB7F3-8BF9-53BF-1E59-EC6E87C455EA}"/>
          </ac:spMkLst>
        </pc:spChg>
        <pc:spChg chg="mod">
          <ac:chgData name="MYUNG JIN" userId="89f3fa32ababedc4" providerId="LiveId" clId="{DEB3CAB6-8890-40A9-9DE5-0C61796C3ABB}" dt="2024-08-29T20:03:07.368" v="3569" actId="1076"/>
          <ac:spMkLst>
            <pc:docMk/>
            <pc:sldMk cId="1444834636" sldId="319"/>
            <ac:spMk id="18" creationId="{58628586-8F52-6DE5-8D1F-9044ECEDDC3C}"/>
          </ac:spMkLst>
        </pc:spChg>
        <pc:spChg chg="add del mod">
          <ac:chgData name="MYUNG JIN" userId="89f3fa32ababedc4" providerId="LiveId" clId="{DEB3CAB6-8890-40A9-9DE5-0C61796C3ABB}" dt="2024-08-29T18:22:37.305" v="2843" actId="478"/>
          <ac:spMkLst>
            <pc:docMk/>
            <pc:sldMk cId="1444834636" sldId="319"/>
            <ac:spMk id="18" creationId="{91486B8F-54EB-4ADD-E689-990BAA4A27DD}"/>
          </ac:spMkLst>
        </pc:spChg>
        <pc:spChg chg="add mod">
          <ac:chgData name="MYUNG JIN" userId="89f3fa32ababedc4" providerId="LiveId" clId="{DEB3CAB6-8890-40A9-9DE5-0C61796C3ABB}" dt="2024-08-29T19:59:56.611" v="3539" actId="165"/>
          <ac:spMkLst>
            <pc:docMk/>
            <pc:sldMk cId="1444834636" sldId="319"/>
            <ac:spMk id="19" creationId="{363D2867-B6FC-790F-7591-9765B2F5CCD2}"/>
          </ac:spMkLst>
        </pc:spChg>
        <pc:spChg chg="add mod">
          <ac:chgData name="MYUNG JIN" userId="89f3fa32ababedc4" providerId="LiveId" clId="{DEB3CAB6-8890-40A9-9DE5-0C61796C3ABB}" dt="2024-08-29T19:59:56.611" v="3539" actId="165"/>
          <ac:spMkLst>
            <pc:docMk/>
            <pc:sldMk cId="1444834636" sldId="319"/>
            <ac:spMk id="22" creationId="{DFE48E0F-ABA3-4F7E-1005-EE909250A77B}"/>
          </ac:spMkLst>
        </pc:spChg>
        <pc:spChg chg="mod">
          <ac:chgData name="MYUNG JIN" userId="89f3fa32ababedc4" providerId="LiveId" clId="{DEB3CAB6-8890-40A9-9DE5-0C61796C3ABB}" dt="2024-08-29T20:03:00.642" v="3566" actId="571"/>
          <ac:spMkLst>
            <pc:docMk/>
            <pc:sldMk cId="1444834636" sldId="319"/>
            <ac:spMk id="25" creationId="{21D59CCF-DAD4-9B54-7AB2-C2B981EABDDE}"/>
          </ac:spMkLst>
        </pc:spChg>
        <pc:spChg chg="add mod">
          <ac:chgData name="MYUNG JIN" userId="89f3fa32ababedc4" providerId="LiveId" clId="{DEB3CAB6-8890-40A9-9DE5-0C61796C3ABB}" dt="2024-08-29T19:59:56.611" v="3539" actId="165"/>
          <ac:spMkLst>
            <pc:docMk/>
            <pc:sldMk cId="1444834636" sldId="319"/>
            <ac:spMk id="26" creationId="{2C443D50-C887-0829-41CF-3E27C6B8AB79}"/>
          </ac:spMkLst>
        </pc:spChg>
        <pc:spChg chg="add mod">
          <ac:chgData name="MYUNG JIN" userId="89f3fa32ababedc4" providerId="LiveId" clId="{DEB3CAB6-8890-40A9-9DE5-0C61796C3ABB}" dt="2024-08-29T18:25:51.347" v="3063" actId="122"/>
          <ac:spMkLst>
            <pc:docMk/>
            <pc:sldMk cId="1444834636" sldId="319"/>
            <ac:spMk id="30" creationId="{89545994-E27C-8C2F-3A6D-3DF603765F59}"/>
          </ac:spMkLst>
        </pc:spChg>
        <pc:grpChg chg="add mod">
          <ac:chgData name="MYUNG JIN" userId="89f3fa32ababedc4" providerId="LiveId" clId="{DEB3CAB6-8890-40A9-9DE5-0C61796C3ABB}" dt="2024-08-29T20:00:02.965" v="3540" actId="164"/>
          <ac:grpSpMkLst>
            <pc:docMk/>
            <pc:sldMk cId="1444834636" sldId="319"/>
            <ac:grpSpMk id="3" creationId="{BC12ADEB-3275-D9E2-776E-5F3C92EDA2AD}"/>
          </ac:grpSpMkLst>
        </pc:grpChg>
        <pc:grpChg chg="add mod">
          <ac:chgData name="MYUNG JIN" userId="89f3fa32ababedc4" providerId="LiveId" clId="{DEB3CAB6-8890-40A9-9DE5-0C61796C3ABB}" dt="2024-08-29T20:03:00.642" v="3566" actId="571"/>
          <ac:grpSpMkLst>
            <pc:docMk/>
            <pc:sldMk cId="1444834636" sldId="319"/>
            <ac:grpSpMk id="7" creationId="{B668132D-A2F8-4011-9660-88A7A058F3C4}"/>
          </ac:grpSpMkLst>
        </pc:grpChg>
        <pc:grpChg chg="mod">
          <ac:chgData name="MYUNG JIN" userId="89f3fa32ababedc4" providerId="LiveId" clId="{DEB3CAB6-8890-40A9-9DE5-0C61796C3ABB}" dt="2024-08-29T20:03:00.642" v="3566" actId="571"/>
          <ac:grpSpMkLst>
            <pc:docMk/>
            <pc:sldMk cId="1444834636" sldId="319"/>
            <ac:grpSpMk id="8" creationId="{14120744-E76C-790F-5D4D-83C58D0485CC}"/>
          </ac:grpSpMkLst>
        </pc:grpChg>
        <pc:grpChg chg="mod">
          <ac:chgData name="MYUNG JIN" userId="89f3fa32ababedc4" providerId="LiveId" clId="{DEB3CAB6-8890-40A9-9DE5-0C61796C3ABB}" dt="2024-08-29T20:03:00.642" v="3566" actId="571"/>
          <ac:grpSpMkLst>
            <pc:docMk/>
            <pc:sldMk cId="1444834636" sldId="319"/>
            <ac:grpSpMk id="9" creationId="{1A597DB2-187F-67F9-F6C2-34EF8B6886C7}"/>
          </ac:grpSpMkLst>
        </pc:grpChg>
        <pc:grpChg chg="add mod topLvl">
          <ac:chgData name="MYUNG JIN" userId="89f3fa32ababedc4" providerId="LiveId" clId="{DEB3CAB6-8890-40A9-9DE5-0C61796C3ABB}" dt="2024-08-29T20:00:02.965" v="3540" actId="164"/>
          <ac:grpSpMkLst>
            <pc:docMk/>
            <pc:sldMk cId="1444834636" sldId="319"/>
            <ac:grpSpMk id="23" creationId="{1AA32169-8829-D525-B51D-39C9E5197A4D}"/>
          </ac:grpSpMkLst>
        </pc:grpChg>
        <pc:grpChg chg="add mod topLvl">
          <ac:chgData name="MYUNG JIN" userId="89f3fa32ababedc4" providerId="LiveId" clId="{DEB3CAB6-8890-40A9-9DE5-0C61796C3ABB}" dt="2024-08-29T20:00:02.965" v="3540" actId="164"/>
          <ac:grpSpMkLst>
            <pc:docMk/>
            <pc:sldMk cId="1444834636" sldId="319"/>
            <ac:grpSpMk id="27" creationId="{1DDA9736-068D-8323-E869-2FC987FFB67F}"/>
          </ac:grpSpMkLst>
        </pc:grpChg>
        <pc:grpChg chg="add del mod">
          <ac:chgData name="MYUNG JIN" userId="89f3fa32ababedc4" providerId="LiveId" clId="{DEB3CAB6-8890-40A9-9DE5-0C61796C3ABB}" dt="2024-08-29T19:59:56.611" v="3539" actId="165"/>
          <ac:grpSpMkLst>
            <pc:docMk/>
            <pc:sldMk cId="1444834636" sldId="319"/>
            <ac:grpSpMk id="28" creationId="{6A9FD6CF-EE56-D95A-FCF1-C8E1E4907BE3}"/>
          </ac:grpSpMkLst>
        </pc:grpChg>
        <pc:grpChg chg="add del mod">
          <ac:chgData name="MYUNG JIN" userId="89f3fa32ababedc4" providerId="LiveId" clId="{DEB3CAB6-8890-40A9-9DE5-0C61796C3ABB}" dt="2024-08-29T20:02:29.005" v="3558" actId="165"/>
          <ac:grpSpMkLst>
            <pc:docMk/>
            <pc:sldMk cId="1444834636" sldId="319"/>
            <ac:grpSpMk id="29" creationId="{4FFA1BFC-319B-6716-B837-83E9E3199B3C}"/>
          </ac:grpSpMkLst>
        </pc:grpChg>
        <pc:graphicFrameChg chg="add del mod">
          <ac:chgData name="MYUNG JIN" userId="89f3fa32ababedc4" providerId="LiveId" clId="{DEB3CAB6-8890-40A9-9DE5-0C61796C3ABB}" dt="2024-08-29T18:11:11.127" v="2310" actId="478"/>
          <ac:graphicFrameMkLst>
            <pc:docMk/>
            <pc:sldMk cId="1444834636" sldId="319"/>
            <ac:graphicFrameMk id="3" creationId="{81D88B9B-5827-0D2D-127F-61E80E0B7C2C}"/>
          </ac:graphicFrameMkLst>
        </pc:graphicFrameChg>
        <pc:graphicFrameChg chg="add mod">
          <ac:chgData name="MYUNG JIN" userId="89f3fa32ababedc4" providerId="LiveId" clId="{DEB3CAB6-8890-40A9-9DE5-0C61796C3ABB}" dt="2024-08-29T20:02:31.342" v="3560"/>
          <ac:graphicFrameMkLst>
            <pc:docMk/>
            <pc:sldMk cId="1444834636" sldId="319"/>
            <ac:graphicFrameMk id="5" creationId="{86FAE025-B008-4A82-1F1A-6E841DA551B8}"/>
          </ac:graphicFrameMkLst>
        </pc:graphicFrameChg>
        <pc:graphicFrameChg chg="add mod">
          <ac:chgData name="MYUNG JIN" userId="89f3fa32ababedc4" providerId="LiveId" clId="{DEB3CAB6-8890-40A9-9DE5-0C61796C3ABB}" dt="2024-08-29T18:10:16.962" v="2297"/>
          <ac:graphicFrameMkLst>
            <pc:docMk/>
            <pc:sldMk cId="1444834636" sldId="319"/>
            <ac:graphicFrameMk id="6" creationId="{F889A9A0-D567-A915-1D05-682C9104B30D}"/>
          </ac:graphicFrameMkLst>
        </pc:graphicFrameChg>
        <pc:graphicFrameChg chg="add mod">
          <ac:chgData name="MYUNG JIN" userId="89f3fa32ababedc4" providerId="LiveId" clId="{DEB3CAB6-8890-40A9-9DE5-0C61796C3ABB}" dt="2024-08-29T18:11:08.181" v="2308"/>
          <ac:graphicFrameMkLst>
            <pc:docMk/>
            <pc:sldMk cId="1444834636" sldId="319"/>
            <ac:graphicFrameMk id="8" creationId="{AAA076F7-CB21-5A88-3844-6DC2CFCB3AE7}"/>
          </ac:graphicFrameMkLst>
        </pc:graphicFrameChg>
        <pc:graphicFrameChg chg="add mod">
          <ac:chgData name="MYUNG JIN" userId="89f3fa32ababedc4" providerId="LiveId" clId="{DEB3CAB6-8890-40A9-9DE5-0C61796C3ABB}" dt="2024-08-29T18:18:47.696" v="2804"/>
          <ac:graphicFrameMkLst>
            <pc:docMk/>
            <pc:sldMk cId="1444834636" sldId="319"/>
            <ac:graphicFrameMk id="11" creationId="{CAF6A52B-D385-EE37-B3B8-927F96511271}"/>
          </ac:graphicFrameMkLst>
        </pc:graphicFrameChg>
        <pc:graphicFrameChg chg="add del mod topLvl">
          <ac:chgData name="MYUNG JIN" userId="89f3fa32ababedc4" providerId="LiveId" clId="{DEB3CAB6-8890-40A9-9DE5-0C61796C3ABB}" dt="2024-08-29T20:02:31.019" v="3559" actId="478"/>
          <ac:graphicFrameMkLst>
            <pc:docMk/>
            <pc:sldMk cId="1444834636" sldId="319"/>
            <ac:graphicFrameMk id="13" creationId="{6A550F9A-FA60-369E-1AF5-1FBCB7A6863C}"/>
          </ac:graphicFrameMkLst>
        </pc:graphicFrameChg>
        <pc:graphicFrameChg chg="add mod">
          <ac:chgData name="MYUNG JIN" userId="89f3fa32ababedc4" providerId="LiveId" clId="{DEB3CAB6-8890-40A9-9DE5-0C61796C3ABB}" dt="2024-08-29T18:21:30.158" v="2813"/>
          <ac:graphicFrameMkLst>
            <pc:docMk/>
            <pc:sldMk cId="1444834636" sldId="319"/>
            <ac:graphicFrameMk id="14" creationId="{A32A5A6B-BDEF-44D9-54CF-FCFB9039BD09}"/>
          </ac:graphicFrameMkLst>
        </pc:graphicFrameChg>
        <pc:picChg chg="add mod">
          <ac:chgData name="MYUNG JIN" userId="89f3fa32ababedc4" providerId="LiveId" clId="{DEB3CAB6-8890-40A9-9DE5-0C61796C3ABB}" dt="2024-08-29T20:02:51.165" v="3565" actId="14100"/>
          <ac:picMkLst>
            <pc:docMk/>
            <pc:sldMk cId="1444834636" sldId="319"/>
            <ac:picMk id="6" creationId="{6D3B53C1-264A-B9D5-CEE3-F22A1A5611B0}"/>
          </ac:picMkLst>
        </pc:picChg>
        <pc:picChg chg="add del mod">
          <ac:chgData name="MYUNG JIN" userId="89f3fa32ababedc4" providerId="LiveId" clId="{DEB3CAB6-8890-40A9-9DE5-0C61796C3ABB}" dt="2024-08-29T18:21:29.880" v="2812" actId="478"/>
          <ac:picMkLst>
            <pc:docMk/>
            <pc:sldMk cId="1444834636" sldId="319"/>
            <ac:picMk id="7" creationId="{89C19821-68FE-8269-F4BE-71DA735E95D6}"/>
          </ac:picMkLst>
        </pc:picChg>
        <pc:picChg chg="add del mod">
          <ac:chgData name="MYUNG JIN" userId="89f3fa32ababedc4" providerId="LiveId" clId="{DEB3CAB6-8890-40A9-9DE5-0C61796C3ABB}" dt="2024-08-29T18:18:47.228" v="2803" actId="478"/>
          <ac:picMkLst>
            <pc:docMk/>
            <pc:sldMk cId="1444834636" sldId="319"/>
            <ac:picMk id="9" creationId="{77931FC1-E470-815E-15CE-96DD42D1C353}"/>
          </ac:picMkLst>
        </pc:picChg>
        <pc:picChg chg="add del mod">
          <ac:chgData name="MYUNG JIN" userId="89f3fa32ababedc4" providerId="LiveId" clId="{DEB3CAB6-8890-40A9-9DE5-0C61796C3ABB}" dt="2024-08-29T18:20:04.861" v="2808" actId="478"/>
          <ac:picMkLst>
            <pc:docMk/>
            <pc:sldMk cId="1444834636" sldId="319"/>
            <ac:picMk id="12" creationId="{5CC4E210-A7CF-621C-B425-AD5ED9AF9D76}"/>
          </ac:picMkLst>
        </pc:picChg>
        <pc:picChg chg="add del mod topLvl">
          <ac:chgData name="MYUNG JIN" userId="89f3fa32ababedc4" providerId="LiveId" clId="{DEB3CAB6-8890-40A9-9DE5-0C61796C3ABB}" dt="2024-08-29T19:59:56.611" v="3539" actId="165"/>
          <ac:picMkLst>
            <pc:docMk/>
            <pc:sldMk cId="1444834636" sldId="319"/>
            <ac:picMk id="15" creationId="{F3F20B1E-62AF-A4A2-0D42-C41E8174AC75}"/>
          </ac:picMkLst>
        </pc:picChg>
        <pc:cxnChg chg="mod">
          <ac:chgData name="MYUNG JIN" userId="89f3fa32ababedc4" providerId="LiveId" clId="{DEB3CAB6-8890-40A9-9DE5-0C61796C3ABB}" dt="2024-08-29T20:03:23.745" v="3574" actId="14100"/>
          <ac:cxnSpMkLst>
            <pc:docMk/>
            <pc:sldMk cId="1444834636" sldId="319"/>
            <ac:cxnSpMk id="12" creationId="{D3E0EAF4-E93A-F16F-8B5E-A66DE00832EE}"/>
          </ac:cxnSpMkLst>
        </pc:cxnChg>
        <pc:cxnChg chg="mod">
          <ac:chgData name="MYUNG JIN" userId="89f3fa32ababedc4" providerId="LiveId" clId="{DEB3CAB6-8890-40A9-9DE5-0C61796C3ABB}" dt="2024-08-29T20:03:10.324" v="3571" actId="14100"/>
          <ac:cxnSpMkLst>
            <pc:docMk/>
            <pc:sldMk cId="1444834636" sldId="319"/>
            <ac:cxnSpMk id="20" creationId="{7E26D05A-FEA7-0840-1449-C1FFAACAE814}"/>
          </ac:cxnSpMkLst>
        </pc:cxnChg>
        <pc:cxnChg chg="add mod">
          <ac:chgData name="MYUNG JIN" userId="89f3fa32ababedc4" providerId="LiveId" clId="{DEB3CAB6-8890-40A9-9DE5-0C61796C3ABB}" dt="2024-08-29T19:59:56.611" v="3539" actId="165"/>
          <ac:cxnSpMkLst>
            <pc:docMk/>
            <pc:sldMk cId="1444834636" sldId="319"/>
            <ac:cxnSpMk id="21" creationId="{DD9488C4-5DAE-F324-6D0C-3085AAEA3763}"/>
          </ac:cxnSpMkLst>
        </pc:cxnChg>
        <pc:cxnChg chg="add mod">
          <ac:chgData name="MYUNG JIN" userId="89f3fa32ababedc4" providerId="LiveId" clId="{DEB3CAB6-8890-40A9-9DE5-0C61796C3ABB}" dt="2024-08-29T19:59:56.611" v="3539" actId="165"/>
          <ac:cxnSpMkLst>
            <pc:docMk/>
            <pc:sldMk cId="1444834636" sldId="319"/>
            <ac:cxnSpMk id="24" creationId="{3D050478-295E-F23C-76A2-40813E316F11}"/>
          </ac:cxnSpMkLst>
        </pc:cxnChg>
      </pc:sldChg>
      <pc:sldChg chg="addSp delSp modSp mod modAnim">
        <pc:chgData name="MYUNG JIN" userId="89f3fa32ababedc4" providerId="LiveId" clId="{DEB3CAB6-8890-40A9-9DE5-0C61796C3ABB}" dt="2024-08-29T20:17:13.433" v="3953" actId="1076"/>
        <pc:sldMkLst>
          <pc:docMk/>
          <pc:sldMk cId="4249228792" sldId="320"/>
        </pc:sldMkLst>
        <pc:spChg chg="add mod">
          <ac:chgData name="MYUNG JIN" userId="89f3fa32ababedc4" providerId="LiveId" clId="{DEB3CAB6-8890-40A9-9DE5-0C61796C3ABB}" dt="2024-08-29T18:27:30.324" v="3071" actId="164"/>
          <ac:spMkLst>
            <pc:docMk/>
            <pc:sldMk cId="4249228792" sldId="320"/>
            <ac:spMk id="5" creationId="{8D3D6955-B07F-787B-F39A-F267E35B530C}"/>
          </ac:spMkLst>
        </pc:spChg>
        <pc:spChg chg="add mod">
          <ac:chgData name="MYUNG JIN" userId="89f3fa32ababedc4" providerId="LiveId" clId="{DEB3CAB6-8890-40A9-9DE5-0C61796C3ABB}" dt="2024-08-29T20:17:13.433" v="3953" actId="1076"/>
          <ac:spMkLst>
            <pc:docMk/>
            <pc:sldMk cId="4249228792" sldId="320"/>
            <ac:spMk id="7" creationId="{84C962A6-D2CC-0FAF-55F1-7245088F0A62}"/>
          </ac:spMkLst>
        </pc:spChg>
        <pc:spChg chg="mod">
          <ac:chgData name="MYUNG JIN" userId="89f3fa32ababedc4" providerId="LiveId" clId="{DEB3CAB6-8890-40A9-9DE5-0C61796C3ABB}" dt="2024-08-29T20:00:06.888" v="3541"/>
          <ac:spMkLst>
            <pc:docMk/>
            <pc:sldMk cId="4249228792" sldId="320"/>
            <ac:spMk id="18" creationId="{5CD402DF-49B9-4A65-B863-37815C44A6F6}"/>
          </ac:spMkLst>
        </pc:spChg>
        <pc:spChg chg="mod">
          <ac:chgData name="MYUNG JIN" userId="89f3fa32ababedc4" providerId="LiveId" clId="{DEB3CAB6-8890-40A9-9DE5-0C61796C3ABB}" dt="2024-08-29T20:00:06.888" v="3541"/>
          <ac:spMkLst>
            <pc:docMk/>
            <pc:sldMk cId="4249228792" sldId="320"/>
            <ac:spMk id="20" creationId="{0111A050-A424-3A62-5A47-96E587A5439A}"/>
          </ac:spMkLst>
        </pc:spChg>
        <pc:spChg chg="mod">
          <ac:chgData name="MYUNG JIN" userId="89f3fa32ababedc4" providerId="LiveId" clId="{DEB3CAB6-8890-40A9-9DE5-0C61796C3ABB}" dt="2024-08-29T20:00:18.884" v="3543" actId="1076"/>
          <ac:spMkLst>
            <pc:docMk/>
            <pc:sldMk cId="4249228792" sldId="320"/>
            <ac:spMk id="21" creationId="{04527B90-B6E0-80B2-5AFA-8F02240F810E}"/>
          </ac:spMkLst>
        </pc:spChg>
        <pc:spChg chg="mod">
          <ac:chgData name="MYUNG JIN" userId="89f3fa32ababedc4" providerId="LiveId" clId="{DEB3CAB6-8890-40A9-9DE5-0C61796C3ABB}" dt="2024-08-29T20:00:24.956" v="3544" actId="1076"/>
          <ac:spMkLst>
            <pc:docMk/>
            <pc:sldMk cId="4249228792" sldId="320"/>
            <ac:spMk id="23" creationId="{B0F08B19-DE1E-41A2-09C9-867F5C36D29E}"/>
          </ac:spMkLst>
        </pc:spChg>
        <pc:spChg chg="mod">
          <ac:chgData name="MYUNG JIN" userId="89f3fa32ababedc4" providerId="LiveId" clId="{DEB3CAB6-8890-40A9-9DE5-0C61796C3ABB}" dt="2024-08-29T20:01:02.823" v="3556" actId="14100"/>
          <ac:spMkLst>
            <pc:docMk/>
            <pc:sldMk cId="4249228792" sldId="320"/>
            <ac:spMk id="29" creationId="{2BCD1A37-15A1-55EF-8FFE-64318C3B79E3}"/>
          </ac:spMkLst>
        </pc:spChg>
        <pc:spChg chg="mod">
          <ac:chgData name="MYUNG JIN" userId="89f3fa32ababedc4" providerId="LiveId" clId="{DEB3CAB6-8890-40A9-9DE5-0C61796C3ABB}" dt="2024-08-29T20:00:39.361" v="3548" actId="571"/>
          <ac:spMkLst>
            <pc:docMk/>
            <pc:sldMk cId="4249228792" sldId="320"/>
            <ac:spMk id="31" creationId="{EB379650-24E8-9D7E-AD9C-752F6B297077}"/>
          </ac:spMkLst>
        </pc:spChg>
        <pc:spChg chg="mod">
          <ac:chgData name="MYUNG JIN" userId="89f3fa32ababedc4" providerId="LiveId" clId="{DEB3CAB6-8890-40A9-9DE5-0C61796C3ABB}" dt="2024-08-29T20:00:47.348" v="3551" actId="1076"/>
          <ac:spMkLst>
            <pc:docMk/>
            <pc:sldMk cId="4249228792" sldId="320"/>
            <ac:spMk id="32" creationId="{AA22ED0B-9E31-A9E2-8C6B-BAFE702A4203}"/>
          </ac:spMkLst>
        </pc:spChg>
        <pc:spChg chg="mod">
          <ac:chgData name="MYUNG JIN" userId="89f3fa32ababedc4" providerId="LiveId" clId="{DEB3CAB6-8890-40A9-9DE5-0C61796C3ABB}" dt="2024-08-29T20:00:50.661" v="3552" actId="1076"/>
          <ac:spMkLst>
            <pc:docMk/>
            <pc:sldMk cId="4249228792" sldId="320"/>
            <ac:spMk id="34" creationId="{693B32B1-F657-0042-E22E-DF81436A053E}"/>
          </ac:spMkLst>
        </pc:spChg>
        <pc:spChg chg="add mod">
          <ac:chgData name="MYUNG JIN" userId="89f3fa32ababedc4" providerId="LiveId" clId="{DEB3CAB6-8890-40A9-9DE5-0C61796C3ABB}" dt="2024-08-29T20:17:08.383" v="3952" actId="1076"/>
          <ac:spMkLst>
            <pc:docMk/>
            <pc:sldMk cId="4249228792" sldId="320"/>
            <ac:spMk id="37" creationId="{BC771C6D-90D0-053A-3764-023F4FEEDF77}"/>
          </ac:spMkLst>
        </pc:spChg>
        <pc:grpChg chg="add mod">
          <ac:chgData name="MYUNG JIN" userId="89f3fa32ababedc4" providerId="LiveId" clId="{DEB3CAB6-8890-40A9-9DE5-0C61796C3ABB}" dt="2024-08-29T20:17:13.433" v="3953" actId="1076"/>
          <ac:grpSpMkLst>
            <pc:docMk/>
            <pc:sldMk cId="4249228792" sldId="320"/>
            <ac:grpSpMk id="6" creationId="{B87B52A7-CF8C-F754-F17C-1E5B198E88E8}"/>
          </ac:grpSpMkLst>
        </pc:grpChg>
        <pc:grpChg chg="add mod">
          <ac:chgData name="MYUNG JIN" userId="89f3fa32ababedc4" providerId="LiveId" clId="{DEB3CAB6-8890-40A9-9DE5-0C61796C3ABB}" dt="2024-08-29T20:00:09.214" v="3542" actId="1076"/>
          <ac:grpSpMkLst>
            <pc:docMk/>
            <pc:sldMk cId="4249228792" sldId="320"/>
            <ac:grpSpMk id="15" creationId="{C414975D-C352-08E7-41BB-DA9621342635}"/>
          </ac:grpSpMkLst>
        </pc:grpChg>
        <pc:grpChg chg="mod">
          <ac:chgData name="MYUNG JIN" userId="89f3fa32ababedc4" providerId="LiveId" clId="{DEB3CAB6-8890-40A9-9DE5-0C61796C3ABB}" dt="2024-08-29T20:00:06.888" v="3541"/>
          <ac:grpSpMkLst>
            <pc:docMk/>
            <pc:sldMk cId="4249228792" sldId="320"/>
            <ac:grpSpMk id="16" creationId="{5B08BC24-52A3-9B11-A6E6-192F825A8DDE}"/>
          </ac:grpSpMkLst>
        </pc:grpChg>
        <pc:grpChg chg="mod">
          <ac:chgData name="MYUNG JIN" userId="89f3fa32ababedc4" providerId="LiveId" clId="{DEB3CAB6-8890-40A9-9DE5-0C61796C3ABB}" dt="2024-08-29T20:00:06.888" v="3541"/>
          <ac:grpSpMkLst>
            <pc:docMk/>
            <pc:sldMk cId="4249228792" sldId="320"/>
            <ac:grpSpMk id="17" creationId="{7B02167C-40C9-B7AF-DF98-A8982F09E5BD}"/>
          </ac:grpSpMkLst>
        </pc:grpChg>
        <pc:grpChg chg="add mod">
          <ac:chgData name="MYUNG JIN" userId="89f3fa32ababedc4" providerId="LiveId" clId="{DEB3CAB6-8890-40A9-9DE5-0C61796C3ABB}" dt="2024-08-29T20:00:39.361" v="3548" actId="571"/>
          <ac:grpSpMkLst>
            <pc:docMk/>
            <pc:sldMk cId="4249228792" sldId="320"/>
            <ac:grpSpMk id="26" creationId="{F11DBC92-2317-4DEC-0E2F-C60C0F777207}"/>
          </ac:grpSpMkLst>
        </pc:grpChg>
        <pc:grpChg chg="mod">
          <ac:chgData name="MYUNG JIN" userId="89f3fa32ababedc4" providerId="LiveId" clId="{DEB3CAB6-8890-40A9-9DE5-0C61796C3ABB}" dt="2024-08-29T20:00:39.361" v="3548" actId="571"/>
          <ac:grpSpMkLst>
            <pc:docMk/>
            <pc:sldMk cId="4249228792" sldId="320"/>
            <ac:grpSpMk id="27" creationId="{A49CD924-E78B-1E87-CF5A-F48D0C86DF20}"/>
          </ac:grpSpMkLst>
        </pc:grpChg>
        <pc:grpChg chg="mod">
          <ac:chgData name="MYUNG JIN" userId="89f3fa32ababedc4" providerId="LiveId" clId="{DEB3CAB6-8890-40A9-9DE5-0C61796C3ABB}" dt="2024-08-29T20:00:39.361" v="3548" actId="571"/>
          <ac:grpSpMkLst>
            <pc:docMk/>
            <pc:sldMk cId="4249228792" sldId="320"/>
            <ac:grpSpMk id="28" creationId="{27B07CF1-316F-AE10-9C97-C0185C0851CD}"/>
          </ac:grpSpMkLst>
        </pc:grpChg>
        <pc:graphicFrameChg chg="add del mod">
          <ac:chgData name="MYUNG JIN" userId="89f3fa32ababedc4" providerId="LiveId" clId="{DEB3CAB6-8890-40A9-9DE5-0C61796C3ABB}" dt="2024-08-29T19:58:20.323" v="3530" actId="21"/>
          <ac:graphicFrameMkLst>
            <pc:docMk/>
            <pc:sldMk cId="4249228792" sldId="320"/>
            <ac:graphicFrameMk id="3" creationId="{4F4FF95B-DD5D-1B56-3443-3CA901C9F4BF}"/>
          </ac:graphicFrameMkLst>
        </pc:graphicFrameChg>
        <pc:graphicFrameChg chg="add mod">
          <ac:chgData name="MYUNG JIN" userId="89f3fa32ababedc4" providerId="LiveId" clId="{DEB3CAB6-8890-40A9-9DE5-0C61796C3ABB}" dt="2024-08-29T19:58:21.258" v="3531"/>
          <ac:graphicFrameMkLst>
            <pc:docMk/>
            <pc:sldMk cId="4249228792" sldId="320"/>
            <ac:graphicFrameMk id="8" creationId="{4F4FF95B-DD5D-1B56-3443-3CA901C9F4BF}"/>
          </ac:graphicFrameMkLst>
        </pc:graphicFrameChg>
        <pc:graphicFrameChg chg="add del mod">
          <ac:chgData name="MYUNG JIN" userId="89f3fa32ababedc4" providerId="LiveId" clId="{DEB3CAB6-8890-40A9-9DE5-0C61796C3ABB}" dt="2024-08-29T18:37:24.405" v="3179" actId="478"/>
          <ac:graphicFrameMkLst>
            <pc:docMk/>
            <pc:sldMk cId="4249228792" sldId="320"/>
            <ac:graphicFrameMk id="8" creationId="{5417D7FF-0C02-FE0B-09B2-7EDB31C058FA}"/>
          </ac:graphicFrameMkLst>
        </pc:graphicFrameChg>
        <pc:graphicFrameChg chg="add mod">
          <ac:chgData name="MYUNG JIN" userId="89f3fa32ababedc4" providerId="LiveId" clId="{DEB3CAB6-8890-40A9-9DE5-0C61796C3ABB}" dt="2024-08-29T18:37:24.666" v="3180"/>
          <ac:graphicFrameMkLst>
            <pc:docMk/>
            <pc:sldMk cId="4249228792" sldId="320"/>
            <ac:graphicFrameMk id="9" creationId="{AF858EF7-3D0C-6CC0-A320-9D2E02C60B4D}"/>
          </ac:graphicFrameMkLst>
        </pc:graphicFrameChg>
        <pc:graphicFrameChg chg="add mod">
          <ac:chgData name="MYUNG JIN" userId="89f3fa32ababedc4" providerId="LiveId" clId="{DEB3CAB6-8890-40A9-9DE5-0C61796C3ABB}" dt="2024-08-29T19:58:28.314" v="3534"/>
          <ac:graphicFrameMkLst>
            <pc:docMk/>
            <pc:sldMk cId="4249228792" sldId="320"/>
            <ac:graphicFrameMk id="11" creationId="{E6616262-6EBD-BF1B-8DDB-A7DADD5FCB21}"/>
          </ac:graphicFrameMkLst>
        </pc:graphicFrameChg>
        <pc:graphicFrameChg chg="add mod">
          <ac:chgData name="MYUNG JIN" userId="89f3fa32ababedc4" providerId="LiveId" clId="{DEB3CAB6-8890-40A9-9DE5-0C61796C3ABB}" dt="2024-08-29T19:59:02.716" v="3536"/>
          <ac:graphicFrameMkLst>
            <pc:docMk/>
            <pc:sldMk cId="4249228792" sldId="320"/>
            <ac:graphicFrameMk id="13" creationId="{F1C9534E-BB1C-B6F7-20A7-E16F183B289C}"/>
          </ac:graphicFrameMkLst>
        </pc:graphicFrameChg>
        <pc:picChg chg="add mod">
          <ac:chgData name="MYUNG JIN" userId="89f3fa32ababedc4" providerId="LiveId" clId="{DEB3CAB6-8890-40A9-9DE5-0C61796C3ABB}" dt="2024-08-29T18:27:30.324" v="3071" actId="164"/>
          <ac:picMkLst>
            <pc:docMk/>
            <pc:sldMk cId="4249228792" sldId="320"/>
            <ac:picMk id="4" creationId="{775687C5-A833-FCB6-EB25-38D61CAA899C}"/>
          </ac:picMkLst>
        </pc:picChg>
        <pc:picChg chg="add del">
          <ac:chgData name="MYUNG JIN" userId="89f3fa32ababedc4" providerId="LiveId" clId="{DEB3CAB6-8890-40A9-9DE5-0C61796C3ABB}" dt="2024-08-29T19:58:25.218" v="3533" actId="478"/>
          <ac:picMkLst>
            <pc:docMk/>
            <pc:sldMk cId="4249228792" sldId="320"/>
            <ac:picMk id="9" creationId="{2524BBFD-C849-D421-279E-E203220DD2E8}"/>
          </ac:picMkLst>
        </pc:picChg>
        <pc:picChg chg="add mod">
          <ac:chgData name="MYUNG JIN" userId="89f3fa32ababedc4" providerId="LiveId" clId="{DEB3CAB6-8890-40A9-9DE5-0C61796C3ABB}" dt="2024-08-29T20:17:05.852" v="3951" actId="1076"/>
          <ac:picMkLst>
            <pc:docMk/>
            <pc:sldMk cId="4249228792" sldId="320"/>
            <ac:picMk id="10" creationId="{CE3F4CA4-1D22-AC9A-74F5-094C44C7D1DA}"/>
          </ac:picMkLst>
        </pc:picChg>
        <pc:picChg chg="add">
          <ac:chgData name="MYUNG JIN" userId="89f3fa32ababedc4" providerId="LiveId" clId="{DEB3CAB6-8890-40A9-9DE5-0C61796C3ABB}" dt="2024-08-29T19:58:30.015" v="3535"/>
          <ac:picMkLst>
            <pc:docMk/>
            <pc:sldMk cId="4249228792" sldId="320"/>
            <ac:picMk id="12" creationId="{2BB3BD95-5A84-2167-789F-27CFD94B561E}"/>
          </ac:picMkLst>
        </pc:picChg>
        <pc:picChg chg="add mod">
          <ac:chgData name="MYUNG JIN" userId="89f3fa32ababedc4" providerId="LiveId" clId="{DEB3CAB6-8890-40A9-9DE5-0C61796C3ABB}" dt="2024-08-29T20:17:05.852" v="3951" actId="1076"/>
          <ac:picMkLst>
            <pc:docMk/>
            <pc:sldMk cId="4249228792" sldId="320"/>
            <ac:picMk id="14" creationId="{A1EBA7F0-5EEA-CD28-F839-119C072A02B0}"/>
          </ac:picMkLst>
        </pc:picChg>
        <pc:cxnChg chg="mod">
          <ac:chgData name="MYUNG JIN" userId="89f3fa32ababedc4" providerId="LiveId" clId="{DEB3CAB6-8890-40A9-9DE5-0C61796C3ABB}" dt="2024-08-29T20:00:06.888" v="3541"/>
          <ac:cxnSpMkLst>
            <pc:docMk/>
            <pc:sldMk cId="4249228792" sldId="320"/>
            <ac:cxnSpMk id="19" creationId="{A57C5AB5-0ABB-DE09-29CA-864C59194CBF}"/>
          </ac:cxnSpMkLst>
        </pc:cxnChg>
        <pc:cxnChg chg="mod">
          <ac:chgData name="MYUNG JIN" userId="89f3fa32ababedc4" providerId="LiveId" clId="{DEB3CAB6-8890-40A9-9DE5-0C61796C3ABB}" dt="2024-08-29T20:00:32.265" v="3547" actId="14100"/>
          <ac:cxnSpMkLst>
            <pc:docMk/>
            <pc:sldMk cId="4249228792" sldId="320"/>
            <ac:cxnSpMk id="22" creationId="{7930CB41-ED44-2D0C-5381-075B63301172}"/>
          </ac:cxnSpMkLst>
        </pc:cxnChg>
        <pc:cxnChg chg="mod">
          <ac:chgData name="MYUNG JIN" userId="89f3fa32ababedc4" providerId="LiveId" clId="{DEB3CAB6-8890-40A9-9DE5-0C61796C3ABB}" dt="2024-08-29T20:00:39.361" v="3548" actId="571"/>
          <ac:cxnSpMkLst>
            <pc:docMk/>
            <pc:sldMk cId="4249228792" sldId="320"/>
            <ac:cxnSpMk id="30" creationId="{17634BD9-3444-8863-2893-343A98262E90}"/>
          </ac:cxnSpMkLst>
        </pc:cxnChg>
        <pc:cxnChg chg="mod">
          <ac:chgData name="MYUNG JIN" userId="89f3fa32ababedc4" providerId="LiveId" clId="{DEB3CAB6-8890-40A9-9DE5-0C61796C3ABB}" dt="2024-08-29T20:00:56.658" v="3555" actId="14100"/>
          <ac:cxnSpMkLst>
            <pc:docMk/>
            <pc:sldMk cId="4249228792" sldId="320"/>
            <ac:cxnSpMk id="33" creationId="{71C1D994-C551-9A79-2677-390817CD1D93}"/>
          </ac:cxnSpMkLst>
        </pc:cxnChg>
      </pc:sldChg>
      <pc:sldChg chg="del">
        <pc:chgData name="MYUNG JIN" userId="89f3fa32ababedc4" providerId="LiveId" clId="{DEB3CAB6-8890-40A9-9DE5-0C61796C3ABB}" dt="2024-08-29T18:09:28.401" v="2256" actId="47"/>
        <pc:sldMkLst>
          <pc:docMk/>
          <pc:sldMk cId="1135527815" sldId="321"/>
        </pc:sldMkLst>
      </pc:sldChg>
      <pc:sldChg chg="addSp delSp modSp add mod ord">
        <pc:chgData name="MYUNG JIN" userId="89f3fa32ababedc4" providerId="LiveId" clId="{DEB3CAB6-8890-40A9-9DE5-0C61796C3ABB}" dt="2024-08-29T19:20:16.468" v="3512" actId="164"/>
        <pc:sldMkLst>
          <pc:docMk/>
          <pc:sldMk cId="2267715432" sldId="321"/>
        </pc:sldMkLst>
        <pc:spChg chg="mod">
          <ac:chgData name="MYUNG JIN" userId="89f3fa32ababedc4" providerId="LiveId" clId="{DEB3CAB6-8890-40A9-9DE5-0C61796C3ABB}" dt="2024-08-29T19:17:12.879" v="3450" actId="1076"/>
          <ac:spMkLst>
            <pc:docMk/>
            <pc:sldMk cId="2267715432" sldId="321"/>
            <ac:spMk id="4" creationId="{9E9EEA43-4404-E739-3759-ED842EE7BC88}"/>
          </ac:spMkLst>
        </pc:spChg>
        <pc:spChg chg="add del mod">
          <ac:chgData name="MYUNG JIN" userId="89f3fa32ababedc4" providerId="LiveId" clId="{DEB3CAB6-8890-40A9-9DE5-0C61796C3ABB}" dt="2024-08-29T18:16:07.477" v="2648"/>
          <ac:spMkLst>
            <pc:docMk/>
            <pc:sldMk cId="2267715432" sldId="321"/>
            <ac:spMk id="8" creationId="{EF217991-7FE6-58E3-6539-6EB86141C8AE}"/>
          </ac:spMkLst>
        </pc:spChg>
        <pc:spChg chg="add mod topLvl">
          <ac:chgData name="MYUNG JIN" userId="89f3fa32ababedc4" providerId="LiveId" clId="{DEB3CAB6-8890-40A9-9DE5-0C61796C3ABB}" dt="2024-08-29T19:20:16.468" v="3512" actId="164"/>
          <ac:spMkLst>
            <pc:docMk/>
            <pc:sldMk cId="2267715432" sldId="321"/>
            <ac:spMk id="10" creationId="{A9B11631-B07E-29F7-F3CC-FB32DB03D5F2}"/>
          </ac:spMkLst>
        </pc:spChg>
        <pc:spChg chg="add mod topLvl">
          <ac:chgData name="MYUNG JIN" userId="89f3fa32ababedc4" providerId="LiveId" clId="{DEB3CAB6-8890-40A9-9DE5-0C61796C3ABB}" dt="2024-08-29T19:20:16.468" v="3512" actId="164"/>
          <ac:spMkLst>
            <pc:docMk/>
            <pc:sldMk cId="2267715432" sldId="321"/>
            <ac:spMk id="11" creationId="{C5B1C998-D13F-DE8A-89C5-E58544B8BF4C}"/>
          </ac:spMkLst>
        </pc:spChg>
        <pc:spChg chg="add mod topLvl">
          <ac:chgData name="MYUNG JIN" userId="89f3fa32ababedc4" providerId="LiveId" clId="{DEB3CAB6-8890-40A9-9DE5-0C61796C3ABB}" dt="2024-08-29T19:20:16.468" v="3512" actId="164"/>
          <ac:spMkLst>
            <pc:docMk/>
            <pc:sldMk cId="2267715432" sldId="321"/>
            <ac:spMk id="12" creationId="{69ABEAFB-4DC7-2213-CB30-6A235BF7D41C}"/>
          </ac:spMkLst>
        </pc:spChg>
        <pc:spChg chg="add mod topLvl">
          <ac:chgData name="MYUNG JIN" userId="89f3fa32ababedc4" providerId="LiveId" clId="{DEB3CAB6-8890-40A9-9DE5-0C61796C3ABB}" dt="2024-08-29T19:19:33.938" v="3504" actId="164"/>
          <ac:spMkLst>
            <pc:docMk/>
            <pc:sldMk cId="2267715432" sldId="321"/>
            <ac:spMk id="13" creationId="{73A80CDB-8CF9-4EBE-7FF9-6470B11E613A}"/>
          </ac:spMkLst>
        </pc:spChg>
        <pc:spChg chg="add mod topLvl">
          <ac:chgData name="MYUNG JIN" userId="89f3fa32ababedc4" providerId="LiveId" clId="{DEB3CAB6-8890-40A9-9DE5-0C61796C3ABB}" dt="2024-08-29T19:19:33.938" v="3504" actId="164"/>
          <ac:spMkLst>
            <pc:docMk/>
            <pc:sldMk cId="2267715432" sldId="321"/>
            <ac:spMk id="14" creationId="{196412C9-277B-5B5C-5EA7-5242BF7A7E8E}"/>
          </ac:spMkLst>
        </pc:spChg>
        <pc:spChg chg="add mod topLvl">
          <ac:chgData name="MYUNG JIN" userId="89f3fa32ababedc4" providerId="LiveId" clId="{DEB3CAB6-8890-40A9-9DE5-0C61796C3ABB}" dt="2024-08-29T19:20:16.468" v="3512" actId="164"/>
          <ac:spMkLst>
            <pc:docMk/>
            <pc:sldMk cId="2267715432" sldId="321"/>
            <ac:spMk id="18" creationId="{80299F4D-1445-1AB8-95B1-C9D10474C595}"/>
          </ac:spMkLst>
        </pc:spChg>
        <pc:spChg chg="add mod topLvl">
          <ac:chgData name="MYUNG JIN" userId="89f3fa32ababedc4" providerId="LiveId" clId="{DEB3CAB6-8890-40A9-9DE5-0C61796C3ABB}" dt="2024-08-29T19:20:16.468" v="3512" actId="164"/>
          <ac:spMkLst>
            <pc:docMk/>
            <pc:sldMk cId="2267715432" sldId="321"/>
            <ac:spMk id="19" creationId="{4AF4A824-4234-C1F2-5B56-6E9749BE14EE}"/>
          </ac:spMkLst>
        </pc:spChg>
        <pc:grpChg chg="add del mod topLvl">
          <ac:chgData name="MYUNG JIN" userId="89f3fa32ababedc4" providerId="LiveId" clId="{DEB3CAB6-8890-40A9-9DE5-0C61796C3ABB}" dt="2024-08-29T19:19:06.091" v="3496" actId="165"/>
          <ac:grpSpMkLst>
            <pc:docMk/>
            <pc:sldMk cId="2267715432" sldId="321"/>
            <ac:grpSpMk id="8" creationId="{8AEB59B6-4262-667A-6035-D20AD93AE6B7}"/>
          </ac:grpSpMkLst>
        </pc:grpChg>
        <pc:grpChg chg="add del mod">
          <ac:chgData name="MYUNG JIN" userId="89f3fa32ababedc4" providerId="LiveId" clId="{DEB3CAB6-8890-40A9-9DE5-0C61796C3ABB}" dt="2024-08-29T19:13:21.505" v="3422" actId="165"/>
          <ac:grpSpMkLst>
            <pc:docMk/>
            <pc:sldMk cId="2267715432" sldId="321"/>
            <ac:grpSpMk id="15" creationId="{F9FA1E1D-7DF6-518A-89FD-018B048577F5}"/>
          </ac:grpSpMkLst>
        </pc:grpChg>
        <pc:grpChg chg="add del mod">
          <ac:chgData name="MYUNG JIN" userId="89f3fa32ababedc4" providerId="LiveId" clId="{DEB3CAB6-8890-40A9-9DE5-0C61796C3ABB}" dt="2024-08-29T19:13:37.297" v="3427" actId="165"/>
          <ac:grpSpMkLst>
            <pc:docMk/>
            <pc:sldMk cId="2267715432" sldId="321"/>
            <ac:grpSpMk id="16" creationId="{D0D6DCD0-66AE-284E-ACCE-3FCB9AE1B862}"/>
          </ac:grpSpMkLst>
        </pc:grpChg>
        <pc:grpChg chg="add del mod">
          <ac:chgData name="MYUNG JIN" userId="89f3fa32ababedc4" providerId="LiveId" clId="{DEB3CAB6-8890-40A9-9DE5-0C61796C3ABB}" dt="2024-08-29T19:18:22.836" v="3479" actId="165"/>
          <ac:grpSpMkLst>
            <pc:docMk/>
            <pc:sldMk cId="2267715432" sldId="321"/>
            <ac:grpSpMk id="20" creationId="{B0A24023-AE2B-A4F8-CB9F-652B29C4AC14}"/>
          </ac:grpSpMkLst>
        </pc:grpChg>
        <pc:grpChg chg="add mod">
          <ac:chgData name="MYUNG JIN" userId="89f3fa32ababedc4" providerId="LiveId" clId="{DEB3CAB6-8890-40A9-9DE5-0C61796C3ABB}" dt="2024-08-29T19:20:16.468" v="3512" actId="164"/>
          <ac:grpSpMkLst>
            <pc:docMk/>
            <pc:sldMk cId="2267715432" sldId="321"/>
            <ac:grpSpMk id="25" creationId="{B33C140B-7A96-2021-B006-1C7E34DA9131}"/>
          </ac:grpSpMkLst>
        </pc:grpChg>
        <pc:grpChg chg="add mod">
          <ac:chgData name="MYUNG JIN" userId="89f3fa32ababedc4" providerId="LiveId" clId="{DEB3CAB6-8890-40A9-9DE5-0C61796C3ABB}" dt="2024-08-29T19:20:16.468" v="3512" actId="164"/>
          <ac:grpSpMkLst>
            <pc:docMk/>
            <pc:sldMk cId="2267715432" sldId="321"/>
            <ac:grpSpMk id="28" creationId="{98F59F88-7317-8CBF-6867-8640F373D57A}"/>
          </ac:grpSpMkLst>
        </pc:grpChg>
        <pc:graphicFrameChg chg="add mod">
          <ac:chgData name="MYUNG JIN" userId="89f3fa32ababedc4" providerId="LiveId" clId="{DEB3CAB6-8890-40A9-9DE5-0C61796C3ABB}" dt="2024-08-29T18:15:16.480" v="2615"/>
          <ac:graphicFrameMkLst>
            <pc:docMk/>
            <pc:sldMk cId="2267715432" sldId="321"/>
            <ac:graphicFrameMk id="3" creationId="{BC541011-04EC-6C59-4F62-03446944FAF0}"/>
          </ac:graphicFrameMkLst>
        </pc:graphicFrameChg>
        <pc:graphicFrameChg chg="add mod">
          <ac:chgData name="MYUNG JIN" userId="89f3fa32ababedc4" providerId="LiveId" clId="{DEB3CAB6-8890-40A9-9DE5-0C61796C3ABB}" dt="2024-08-29T19:12:09.414" v="3392"/>
          <ac:graphicFrameMkLst>
            <pc:docMk/>
            <pc:sldMk cId="2267715432" sldId="321"/>
            <ac:graphicFrameMk id="3" creationId="{C05407C1-DBB2-BA55-2AF2-7ADDB510A713}"/>
          </ac:graphicFrameMkLst>
        </pc:graphicFrameChg>
        <pc:graphicFrameChg chg="add del mod topLvl">
          <ac:chgData name="MYUNG JIN" userId="89f3fa32ababedc4" providerId="LiveId" clId="{DEB3CAB6-8890-40A9-9DE5-0C61796C3ABB}" dt="2024-08-29T19:19:53.309" v="3505" actId="478"/>
          <ac:graphicFrameMkLst>
            <pc:docMk/>
            <pc:sldMk cId="2267715432" sldId="321"/>
            <ac:graphicFrameMk id="6" creationId="{3BC03D9F-C4FA-9F5D-6720-45D18F647109}"/>
          </ac:graphicFrameMkLst>
        </pc:graphicFrameChg>
        <pc:graphicFrameChg chg="add mod">
          <ac:chgData name="MYUNG JIN" userId="89f3fa32ababedc4" providerId="LiveId" clId="{DEB3CAB6-8890-40A9-9DE5-0C61796C3ABB}" dt="2024-08-29T19:16:55.128" v="3444"/>
          <ac:graphicFrameMkLst>
            <pc:docMk/>
            <pc:sldMk cId="2267715432" sldId="321"/>
            <ac:graphicFrameMk id="9" creationId="{CB372A85-101C-ADC0-B2BE-B87CE0454833}"/>
          </ac:graphicFrameMkLst>
        </pc:graphicFrameChg>
        <pc:graphicFrameChg chg="add mod">
          <ac:chgData name="MYUNG JIN" userId="89f3fa32ababedc4" providerId="LiveId" clId="{DEB3CAB6-8890-40A9-9DE5-0C61796C3ABB}" dt="2024-08-29T19:18:27.165" v="3481"/>
          <ac:graphicFrameMkLst>
            <pc:docMk/>
            <pc:sldMk cId="2267715432" sldId="321"/>
            <ac:graphicFrameMk id="21" creationId="{F62F8E13-4EBB-77CF-FE6B-8A4DDE8FD60F}"/>
          </ac:graphicFrameMkLst>
        </pc:graphicFrameChg>
        <pc:graphicFrameChg chg="add mod">
          <ac:chgData name="MYUNG JIN" userId="89f3fa32ababedc4" providerId="LiveId" clId="{DEB3CAB6-8890-40A9-9DE5-0C61796C3ABB}" dt="2024-08-29T19:19:08.511" v="3498"/>
          <ac:graphicFrameMkLst>
            <pc:docMk/>
            <pc:sldMk cId="2267715432" sldId="321"/>
            <ac:graphicFrameMk id="23" creationId="{589760EA-690E-A77D-FF0F-C0820C0CE047}"/>
          </ac:graphicFrameMkLst>
        </pc:graphicFrameChg>
        <pc:graphicFrameChg chg="add mod">
          <ac:chgData name="MYUNG JIN" userId="89f3fa32ababedc4" providerId="LiveId" clId="{DEB3CAB6-8890-40A9-9DE5-0C61796C3ABB}" dt="2024-08-29T19:19:53.902" v="3506"/>
          <ac:graphicFrameMkLst>
            <pc:docMk/>
            <pc:sldMk cId="2267715432" sldId="321"/>
            <ac:graphicFrameMk id="26" creationId="{2D819ABE-EA72-56C2-719F-B1F808439F9C}"/>
          </ac:graphicFrameMkLst>
        </pc:graphicFrameChg>
        <pc:picChg chg="add del mod topLvl">
          <ac:chgData name="MYUNG JIN" userId="89f3fa32ababedc4" providerId="LiveId" clId="{DEB3CAB6-8890-40A9-9DE5-0C61796C3ABB}" dt="2024-08-29T19:19:08.149" v="3497" actId="478"/>
          <ac:picMkLst>
            <pc:docMk/>
            <pc:sldMk cId="2267715432" sldId="321"/>
            <ac:picMk id="5" creationId="{C45D9DFC-2AC0-8B89-CFD9-B0CC27C047F4}"/>
          </ac:picMkLst>
        </pc:picChg>
        <pc:picChg chg="del">
          <ac:chgData name="MYUNG JIN" userId="89f3fa32ababedc4" providerId="LiveId" clId="{DEB3CAB6-8890-40A9-9DE5-0C61796C3ABB}" dt="2024-08-29T18:13:31.380" v="2409" actId="478"/>
          <ac:picMkLst>
            <pc:docMk/>
            <pc:sldMk cId="2267715432" sldId="321"/>
            <ac:picMk id="7" creationId="{89C19821-68FE-8269-F4BE-71DA735E95D6}"/>
          </ac:picMkLst>
        </pc:picChg>
        <pc:picChg chg="add mod topLvl">
          <ac:chgData name="MYUNG JIN" userId="89f3fa32ababedc4" providerId="LiveId" clId="{DEB3CAB6-8890-40A9-9DE5-0C61796C3ABB}" dt="2024-08-29T19:20:16.468" v="3512" actId="164"/>
          <ac:picMkLst>
            <pc:docMk/>
            <pc:sldMk cId="2267715432" sldId="321"/>
            <ac:picMk id="7" creationId="{AADD2AFA-B17C-9657-5CC2-CA1CB7230994}"/>
          </ac:picMkLst>
        </pc:picChg>
        <pc:picChg chg="del">
          <ac:chgData name="MYUNG JIN" userId="89f3fa32ababedc4" providerId="LiveId" clId="{DEB3CAB6-8890-40A9-9DE5-0C61796C3ABB}" dt="2024-08-29T18:13:30.912" v="2408" actId="478"/>
          <ac:picMkLst>
            <pc:docMk/>
            <pc:sldMk cId="2267715432" sldId="321"/>
            <ac:picMk id="9" creationId="{77931FC1-E470-815E-15CE-96DD42D1C353}"/>
          </ac:picMkLst>
        </pc:picChg>
        <pc:picChg chg="add mod topLvl">
          <ac:chgData name="MYUNG JIN" userId="89f3fa32ababedc4" providerId="LiveId" clId="{DEB3CAB6-8890-40A9-9DE5-0C61796C3ABB}" dt="2024-08-29T19:20:16.468" v="3512" actId="164"/>
          <ac:picMkLst>
            <pc:docMk/>
            <pc:sldMk cId="2267715432" sldId="321"/>
            <ac:picMk id="17" creationId="{F966BDF4-C530-4AD6-2989-C3B7541D3A3C}"/>
          </ac:picMkLst>
        </pc:picChg>
        <pc:picChg chg="add mod ord">
          <ac:chgData name="MYUNG JIN" userId="89f3fa32ababedc4" providerId="LiveId" clId="{DEB3CAB6-8890-40A9-9DE5-0C61796C3ABB}" dt="2024-08-29T19:19:03.011" v="3494" actId="14100"/>
          <ac:picMkLst>
            <pc:docMk/>
            <pc:sldMk cId="2267715432" sldId="321"/>
            <ac:picMk id="22" creationId="{56B24976-F207-9734-906D-7F63ECE9CB38}"/>
          </ac:picMkLst>
        </pc:picChg>
        <pc:picChg chg="add mod ord">
          <ac:chgData name="MYUNG JIN" userId="89f3fa32ababedc4" providerId="LiveId" clId="{DEB3CAB6-8890-40A9-9DE5-0C61796C3ABB}" dt="2024-08-29T19:19:33.938" v="3504" actId="164"/>
          <ac:picMkLst>
            <pc:docMk/>
            <pc:sldMk cId="2267715432" sldId="321"/>
            <ac:picMk id="24" creationId="{4244A7B9-5A6D-21DC-E6B0-B77FAB379F6F}"/>
          </ac:picMkLst>
        </pc:picChg>
        <pc:picChg chg="add mod">
          <ac:chgData name="MYUNG JIN" userId="89f3fa32ababedc4" providerId="LiveId" clId="{DEB3CAB6-8890-40A9-9DE5-0C61796C3ABB}" dt="2024-08-29T19:20:16.468" v="3512" actId="164"/>
          <ac:picMkLst>
            <pc:docMk/>
            <pc:sldMk cId="2267715432" sldId="321"/>
            <ac:picMk id="27" creationId="{83E4B5AA-A69D-145F-C438-C67A74464AC9}"/>
          </ac:picMkLst>
        </pc:picChg>
      </pc:sldChg>
      <pc:sldChg chg="addSp modSp new mod">
        <pc:chgData name="MYUNG JIN" userId="89f3fa32ababedc4" providerId="LiveId" clId="{DEB3CAB6-8890-40A9-9DE5-0C61796C3ABB}" dt="2024-08-29T20:17:29.033" v="3961" actId="20577"/>
        <pc:sldMkLst>
          <pc:docMk/>
          <pc:sldMk cId="2573082517" sldId="322"/>
        </pc:sldMkLst>
        <pc:spChg chg="mod">
          <ac:chgData name="MYUNG JIN" userId="89f3fa32ababedc4" providerId="LiveId" clId="{DEB3CAB6-8890-40A9-9DE5-0C61796C3ABB}" dt="2024-08-29T18:40:59.157" v="3201" actId="20577"/>
          <ac:spMkLst>
            <pc:docMk/>
            <pc:sldMk cId="2573082517" sldId="322"/>
            <ac:spMk id="2" creationId="{36C08F04-3950-92A5-B3BA-C8D8EAC3E70E}"/>
          </ac:spMkLst>
        </pc:spChg>
        <pc:spChg chg="add mod">
          <ac:chgData name="MYUNG JIN" userId="89f3fa32ababedc4" providerId="LiveId" clId="{DEB3CAB6-8890-40A9-9DE5-0C61796C3ABB}" dt="2024-08-29T20:17:29.033" v="3961" actId="20577"/>
          <ac:spMkLst>
            <pc:docMk/>
            <pc:sldMk cId="2573082517" sldId="322"/>
            <ac:spMk id="3" creationId="{85828A18-AC59-9C0A-25F3-D0D52082B6D1}"/>
          </ac:spMkLst>
        </pc:spChg>
      </pc:sldChg>
      <pc:sldChg chg="modSp add mod">
        <pc:chgData name="MYUNG JIN" userId="89f3fa32ababedc4" providerId="LiveId" clId="{DEB3CAB6-8890-40A9-9DE5-0C61796C3ABB}" dt="2024-08-29T19:04:54.011" v="3391" actId="20577"/>
        <pc:sldMkLst>
          <pc:docMk/>
          <pc:sldMk cId="1096009381" sldId="323"/>
        </pc:sldMkLst>
        <pc:spChg chg="mod">
          <ac:chgData name="MYUNG JIN" userId="89f3fa32ababedc4" providerId="LiveId" clId="{DEB3CAB6-8890-40A9-9DE5-0C61796C3ABB}" dt="2024-08-29T19:04:54.011" v="3391" actId="20577"/>
          <ac:spMkLst>
            <pc:docMk/>
            <pc:sldMk cId="1096009381" sldId="323"/>
            <ac:spMk id="2" creationId="{2BE249DC-8914-7D45-D9D6-4D9952A1CDB9}"/>
          </ac:spMkLst>
        </pc:spChg>
      </pc:sldChg>
      <pc:sldChg chg="add del">
        <pc:chgData name="MYUNG JIN" userId="89f3fa32ababedc4" providerId="LiveId" clId="{DEB3CAB6-8890-40A9-9DE5-0C61796C3ABB}" dt="2024-08-29T19:02:17.428" v="3380" actId="47"/>
        <pc:sldMkLst>
          <pc:docMk/>
          <pc:sldMk cId="2343665965" sldId="323"/>
        </pc:sldMkLst>
      </pc:sldChg>
      <pc:sldChg chg="new del">
        <pc:chgData name="MYUNG JIN" userId="89f3fa32ababedc4" providerId="LiveId" clId="{DEB3CAB6-8890-40A9-9DE5-0C61796C3ABB}" dt="2024-08-29T18:50:30.413" v="3331" actId="47"/>
        <pc:sldMkLst>
          <pc:docMk/>
          <pc:sldMk cId="3320147055" sldId="323"/>
        </pc:sldMkLst>
      </pc:sldChg>
      <pc:sldChg chg="add del">
        <pc:chgData name="MYUNG JIN" userId="89f3fa32ababedc4" providerId="LiveId" clId="{DEB3CAB6-8890-40A9-9DE5-0C61796C3ABB}" dt="2024-08-29T19:02:17.428" v="3380" actId="47"/>
        <pc:sldMkLst>
          <pc:docMk/>
          <pc:sldMk cId="438964165" sldId="324"/>
        </pc:sldMkLst>
      </pc:sldChg>
      <pc:sldChg chg="modSp add mod">
        <pc:chgData name="MYUNG JIN" userId="89f3fa32ababedc4" providerId="LiveId" clId="{DEB3CAB6-8890-40A9-9DE5-0C61796C3ABB}" dt="2024-08-29T20:09:55.614" v="3788" actId="20577"/>
        <pc:sldMkLst>
          <pc:docMk/>
          <pc:sldMk cId="2343665965" sldId="324"/>
        </pc:sldMkLst>
        <pc:spChg chg="mod">
          <ac:chgData name="MYUNG JIN" userId="89f3fa32ababedc4" providerId="LiveId" clId="{DEB3CAB6-8890-40A9-9DE5-0C61796C3ABB}" dt="2024-08-29T20:09:55.614" v="3788" actId="20577"/>
          <ac:spMkLst>
            <pc:docMk/>
            <pc:sldMk cId="2343665965" sldId="324"/>
            <ac:spMk id="3" creationId="{A6765BC7-90CB-580C-9563-08ACD0DE7A30}"/>
          </ac:spMkLst>
        </pc:spChg>
      </pc:sldChg>
      <pc:sldChg chg="modSp add mod">
        <pc:chgData name="MYUNG JIN" userId="89f3fa32ababedc4" providerId="LiveId" clId="{DEB3CAB6-8890-40A9-9DE5-0C61796C3ABB}" dt="2024-08-29T19:24:54.228" v="3527" actId="20577"/>
        <pc:sldMkLst>
          <pc:docMk/>
          <pc:sldMk cId="438964165" sldId="325"/>
        </pc:sldMkLst>
        <pc:spChg chg="mod">
          <ac:chgData name="MYUNG JIN" userId="89f3fa32ababedc4" providerId="LiveId" clId="{DEB3CAB6-8890-40A9-9DE5-0C61796C3ABB}" dt="2024-08-29T19:24:54.228" v="3527" actId="20577"/>
          <ac:spMkLst>
            <pc:docMk/>
            <pc:sldMk cId="438964165" sldId="325"/>
            <ac:spMk id="7" creationId="{50704588-E2C3-F618-8952-7B2309589F1E}"/>
          </ac:spMkLst>
        </pc:spChg>
      </pc:sldChg>
      <pc:sldChg chg="add del">
        <pc:chgData name="MYUNG JIN" userId="89f3fa32ababedc4" providerId="LiveId" clId="{DEB3CAB6-8890-40A9-9DE5-0C61796C3ABB}" dt="2024-08-29T19:02:17.428" v="3380" actId="47"/>
        <pc:sldMkLst>
          <pc:docMk/>
          <pc:sldMk cId="2134613521" sldId="325"/>
        </pc:sldMkLst>
      </pc:sldChg>
      <pc:sldChg chg="add">
        <pc:chgData name="MYUNG JIN" userId="89f3fa32ababedc4" providerId="LiveId" clId="{DEB3CAB6-8890-40A9-9DE5-0C61796C3ABB}" dt="2024-08-29T19:04:41.579" v="3381"/>
        <pc:sldMkLst>
          <pc:docMk/>
          <pc:sldMk cId="2134613521" sldId="326"/>
        </pc:sldMkLst>
      </pc:sldChg>
      <pc:sldChg chg="add del">
        <pc:chgData name="MYUNG JIN" userId="89f3fa32ababedc4" providerId="LiveId" clId="{DEB3CAB6-8890-40A9-9DE5-0C61796C3ABB}" dt="2024-08-29T19:02:17.428" v="3380" actId="47"/>
        <pc:sldMkLst>
          <pc:docMk/>
          <pc:sldMk cId="3816727223" sldId="326"/>
        </pc:sldMkLst>
      </pc:sldChg>
      <pc:sldChg chg="add">
        <pc:chgData name="MYUNG JIN" userId="89f3fa32ababedc4" providerId="LiveId" clId="{DEB3CAB6-8890-40A9-9DE5-0C61796C3ABB}" dt="2024-08-29T19:04:41.579" v="3381"/>
        <pc:sldMkLst>
          <pc:docMk/>
          <pc:sldMk cId="3816727223" sldId="327"/>
        </pc:sldMkLst>
      </pc:sldChg>
      <pc:sldChg chg="add del">
        <pc:chgData name="MYUNG JIN" userId="89f3fa32ababedc4" providerId="LiveId" clId="{DEB3CAB6-8890-40A9-9DE5-0C61796C3ABB}" dt="2024-08-29T19:04:41.579" v="3381"/>
        <pc:sldMkLst>
          <pc:docMk/>
          <pc:sldMk cId="2680466155" sldId="328"/>
        </pc:sldMkLst>
      </pc:sldChg>
      <pc:sldChg chg="add del">
        <pc:chgData name="MYUNG JIN" userId="89f3fa32ababedc4" providerId="LiveId" clId="{DEB3CAB6-8890-40A9-9DE5-0C61796C3ABB}" dt="2024-08-29T19:04:41.579" v="3381"/>
        <pc:sldMkLst>
          <pc:docMk/>
          <pc:sldMk cId="2660105165" sldId="329"/>
        </pc:sldMkLst>
      </pc:sldChg>
      <pc:sldChg chg="add del">
        <pc:chgData name="MYUNG JIN" userId="89f3fa32ababedc4" providerId="LiveId" clId="{DEB3CAB6-8890-40A9-9DE5-0C61796C3ABB}" dt="2024-08-29T19:04:41.579" v="3381"/>
        <pc:sldMkLst>
          <pc:docMk/>
          <pc:sldMk cId="2609461259" sldId="330"/>
        </pc:sldMkLst>
      </pc:sldChg>
      <pc:sldChg chg="add del">
        <pc:chgData name="MYUNG JIN" userId="89f3fa32ababedc4" providerId="LiveId" clId="{DEB3CAB6-8890-40A9-9DE5-0C61796C3ABB}" dt="2024-08-29T19:04:41.579" v="3381"/>
        <pc:sldMkLst>
          <pc:docMk/>
          <pc:sldMk cId="2670176567" sldId="331"/>
        </pc:sldMkLst>
      </pc:sldChg>
      <pc:sldChg chg="add del">
        <pc:chgData name="MYUNG JIN" userId="89f3fa32ababedc4" providerId="LiveId" clId="{DEB3CAB6-8890-40A9-9DE5-0C61796C3ABB}" dt="2024-08-29T19:04:41.579" v="3381"/>
        <pc:sldMkLst>
          <pc:docMk/>
          <pc:sldMk cId="2408266973" sldId="332"/>
        </pc:sldMkLst>
      </pc:sldChg>
      <pc:sldChg chg="add del">
        <pc:chgData name="MYUNG JIN" userId="89f3fa32ababedc4" providerId="LiveId" clId="{DEB3CAB6-8890-40A9-9DE5-0C61796C3ABB}" dt="2024-08-29T19:04:41.579" v="3381"/>
        <pc:sldMkLst>
          <pc:docMk/>
          <pc:sldMk cId="2753454189" sldId="333"/>
        </pc:sldMkLst>
      </pc:sldChg>
      <pc:sldChg chg="modSp add del mod">
        <pc:chgData name="MYUNG JIN" userId="89f3fa32ababedc4" providerId="LiveId" clId="{DEB3CAB6-8890-40A9-9DE5-0C61796C3ABB}" dt="2024-08-29T19:02:17.428" v="3380" actId="47"/>
        <pc:sldMkLst>
          <pc:docMk/>
          <pc:sldMk cId="1017728773" sldId="334"/>
        </pc:sldMkLst>
        <pc:spChg chg="mod">
          <ac:chgData name="MYUNG JIN" userId="89f3fa32ababedc4" providerId="LiveId" clId="{DEB3CAB6-8890-40A9-9DE5-0C61796C3ABB}" dt="2024-08-29T18:51:31.210" v="3373" actId="20577"/>
          <ac:spMkLst>
            <pc:docMk/>
            <pc:sldMk cId="1017728773" sldId="334"/>
            <ac:spMk id="2" creationId="{2BE249DC-8914-7D45-D9D6-4D9952A1CDB9}"/>
          </ac:spMkLst>
        </pc:spChg>
      </pc:sldChg>
      <pc:sldChg chg="add">
        <pc:chgData name="MYUNG JIN" userId="89f3fa32ababedc4" providerId="LiveId" clId="{DEB3CAB6-8890-40A9-9DE5-0C61796C3ABB}" dt="2024-08-29T20:26:24.279" v="3962"/>
        <pc:sldMkLst>
          <pc:docMk/>
          <pc:sldMk cId="2553734002" sldId="334"/>
        </pc:sldMkLst>
      </pc:sldChg>
      <pc:sldChg chg="new del">
        <pc:chgData name="MYUNG JIN" userId="89f3fa32ababedc4" providerId="LiveId" clId="{DEB3CAB6-8890-40A9-9DE5-0C61796C3ABB}" dt="2024-08-29T19:02:09.619" v="3379" actId="47"/>
        <pc:sldMkLst>
          <pc:docMk/>
          <pc:sldMk cId="3434915262" sldId="335"/>
        </pc:sldMkLst>
      </pc:sldChg>
      <pc:sldMasterChg chg="delSp mod modSldLayout">
        <pc:chgData name="MYUNG JIN" userId="89f3fa32ababedc4" providerId="LiveId" clId="{DEB3CAB6-8890-40A9-9DE5-0C61796C3ABB}" dt="2024-08-29T20:05:39.004" v="3731" actId="20577"/>
        <pc:sldMasterMkLst>
          <pc:docMk/>
          <pc:sldMasterMk cId="865822706" sldId="2147483672"/>
        </pc:sldMasterMkLst>
        <pc:spChg chg="del">
          <ac:chgData name="MYUNG JIN" userId="89f3fa32ababedc4" providerId="LiveId" clId="{DEB3CAB6-8890-40A9-9DE5-0C61796C3ABB}" dt="2024-08-29T18:59:10.015" v="3374" actId="21"/>
          <ac:spMkLst>
            <pc:docMk/>
            <pc:sldMasterMk cId="865822706" sldId="2147483672"/>
            <ac:spMk id="12" creationId="{73E09DDB-F9AA-B7CF-1BD1-467229BF433E}"/>
          </ac:spMkLst>
        </pc:spChg>
        <pc:sldLayoutChg chg="addSp modSp mod">
          <pc:chgData name="MYUNG JIN" userId="89f3fa32ababedc4" providerId="LiveId" clId="{DEB3CAB6-8890-40A9-9DE5-0C61796C3ABB}" dt="2024-08-29T20:05:39.004" v="3731" actId="20577"/>
          <pc:sldLayoutMkLst>
            <pc:docMk/>
            <pc:sldMasterMk cId="865822706" sldId="2147483672"/>
            <pc:sldLayoutMk cId="1293274149" sldId="2147483661"/>
          </pc:sldLayoutMkLst>
          <pc:spChg chg="add mod">
            <ac:chgData name="MYUNG JIN" userId="89f3fa32ababedc4" providerId="LiveId" clId="{DEB3CAB6-8890-40A9-9DE5-0C61796C3ABB}" dt="2024-08-29T20:05:39.004" v="3731" actId="20577"/>
            <ac:spMkLst>
              <pc:docMk/>
              <pc:sldMasterMk cId="865822706" sldId="2147483672"/>
              <pc:sldLayoutMk cId="1293274149" sldId="2147483661"/>
              <ac:spMk id="12" creationId="{73E09DDB-F9AA-B7CF-1BD1-467229BF433E}"/>
            </ac:spMkLst>
          </pc:spChg>
        </pc:sldLayoutChg>
        <pc:sldLayoutChg chg="addSp modSp mod">
          <pc:chgData name="MYUNG JIN" userId="89f3fa32ababedc4" providerId="LiveId" clId="{DEB3CAB6-8890-40A9-9DE5-0C61796C3ABB}" dt="2024-08-29T20:05:37.046" v="3729" actId="20577"/>
          <pc:sldLayoutMkLst>
            <pc:docMk/>
            <pc:sldMasterMk cId="865822706" sldId="2147483672"/>
            <pc:sldLayoutMk cId="1527371085" sldId="2147483662"/>
          </pc:sldLayoutMkLst>
          <pc:spChg chg="add mod">
            <ac:chgData name="MYUNG JIN" userId="89f3fa32ababedc4" providerId="LiveId" clId="{DEB3CAB6-8890-40A9-9DE5-0C61796C3ABB}" dt="2024-08-29T20:05:37.046" v="3729" actId="20577"/>
            <ac:spMkLst>
              <pc:docMk/>
              <pc:sldMasterMk cId="865822706" sldId="2147483672"/>
              <pc:sldLayoutMk cId="1527371085" sldId="2147483662"/>
              <ac:spMk id="2" creationId="{2CD68101-4BC6-96BC-0BF5-56289196DAD7}"/>
            </ac:spMkLst>
          </pc:spChg>
        </pc:sldLayoutChg>
        <pc:sldLayoutChg chg="modSp mod">
          <pc:chgData name="MYUNG JIN" userId="89f3fa32ababedc4" providerId="LiveId" clId="{DEB3CAB6-8890-40A9-9DE5-0C61796C3ABB}" dt="2024-08-29T18:59:24.249" v="3377" actId="20577"/>
          <pc:sldLayoutMkLst>
            <pc:docMk/>
            <pc:sldMasterMk cId="865822706" sldId="2147483672"/>
            <pc:sldLayoutMk cId="2576278903" sldId="2147483674"/>
          </pc:sldLayoutMkLst>
          <pc:spChg chg="mod">
            <ac:chgData name="MYUNG JIN" userId="89f3fa32ababedc4" providerId="LiveId" clId="{DEB3CAB6-8890-40A9-9DE5-0C61796C3ABB}" dt="2024-08-29T18:59:24.249" v="3377" actId="20577"/>
            <ac:spMkLst>
              <pc:docMk/>
              <pc:sldMasterMk cId="865822706" sldId="2147483672"/>
              <pc:sldLayoutMk cId="2576278903" sldId="2147483674"/>
              <ac:spMk id="2" creationId="{2CD68101-4BC6-96BC-0BF5-56289196DAD7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2024-08-30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9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5556"/>
            <a:ext cx="788670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D68101-4BC6-96BC-0BF5-56289196DAD7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9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5556"/>
            <a:ext cx="788670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D68101-4BC6-96BC-0BF5-56289196DAD7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278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2024-08-30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2024-08-30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2024-08-30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2024-08-30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2024-08-30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2024-08-30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2024-08-30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2024-08-30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2024-08-30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2024-08-30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210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5556"/>
            <a:ext cx="788670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B273F4-C487-A542-545A-F42DF8DBE01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091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3" r:id="rId13"/>
    <p:sldLayoutId id="2147483675" r:id="rId14"/>
    <p:sldLayoutId id="2147483676" r:id="rId15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10.png"/><Relationship Id="rId7" Type="http://schemas.openxmlformats.org/officeDocument/2006/relationships/image" Target="../media/image7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0.png"/><Relationship Id="rId5" Type="http://schemas.openxmlformats.org/officeDocument/2006/relationships/image" Target="../media/image57.png"/><Relationship Id="rId10" Type="http://schemas.openxmlformats.org/officeDocument/2006/relationships/image" Target="../media/image100.png"/><Relationship Id="rId4" Type="http://schemas.openxmlformats.org/officeDocument/2006/relationships/image" Target="../media/image410.png"/><Relationship Id="rId9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.png"/><Relationship Id="rId5" Type="http://schemas.openxmlformats.org/officeDocument/2006/relationships/image" Target="../media/image37.png"/><Relationship Id="rId4" Type="http://schemas.openxmlformats.org/officeDocument/2006/relationships/image" Target="../media/image3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2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2.png"/><Relationship Id="rId11" Type="http://schemas.openxmlformats.org/officeDocument/2006/relationships/image" Target="../media/image46.png"/><Relationship Id="rId5" Type="http://schemas.openxmlformats.org/officeDocument/2006/relationships/image" Target="../media/image41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9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of Trap to Band Tunneling</a:t>
            </a:r>
            <a:br>
              <a:rPr lang="en-US" altLang="ko-KR" dirty="0"/>
            </a:br>
            <a:r>
              <a:rPr lang="en-US" altLang="ko-KR" dirty="0" err="1"/>
              <a:t>Detrapping</a:t>
            </a:r>
            <a:r>
              <a:rPr lang="en-US" altLang="ko-KR" dirty="0"/>
              <a:t> Mechanism of 3D NAND Flash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289CD-A2D7-772A-0B11-07FE9FE21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Elastic Tunneling Current Modeling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CF35B-884A-09A5-988E-829BAF794819}"/>
              </a:ext>
            </a:extLst>
          </p:cNvPr>
          <p:cNvSpPr txBox="1"/>
          <p:nvPr/>
        </p:nvSpPr>
        <p:spPr>
          <a:xfrm>
            <a:off x="877626" y="2892768"/>
            <a:ext cx="7404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 Tunneling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56128-B81E-650A-86DD-C92483D26562}"/>
              </a:ext>
            </a:extLst>
          </p:cNvPr>
          <p:cNvSpPr txBox="1"/>
          <p:nvPr/>
        </p:nvSpPr>
        <p:spPr>
          <a:xfrm>
            <a:off x="877626" y="4510898"/>
            <a:ext cx="7404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to Band Tunneling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42848B-7521-FACB-4029-CB897A3F4EFB}"/>
                  </a:ext>
                </a:extLst>
              </p:cNvPr>
              <p:cNvSpPr txBox="1"/>
              <p:nvPr/>
            </p:nvSpPr>
            <p:spPr>
              <a:xfrm>
                <a:off x="186428" y="5119939"/>
                <a:ext cx="8787242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19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19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𝑇𝐶</m:t>
                                </m:r>
                              </m:sub>
                              <m:sup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19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ko-KR" sz="19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𝑇𝐶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US" altLang="ko-KR" sz="19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−1 </m:t>
                            </m:r>
                          </m:e>
                        </m:d>
                        <m: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ko-KR" sz="19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𝐹𝑛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𝑇𝐶</m:t>
                                </m:r>
                              </m:sub>
                              <m:sup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US" altLang="ko-KR" sz="19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9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1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42848B-7521-FACB-4029-CB897A3F4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28" y="5119939"/>
                <a:ext cx="8787242" cy="618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CFDDF7-11D9-C022-2F35-88039011907C}"/>
                  </a:ext>
                </a:extLst>
              </p:cNvPr>
              <p:cNvSpPr txBox="1"/>
              <p:nvPr/>
            </p:nvSpPr>
            <p:spPr>
              <a:xfrm>
                <a:off x="2183819" y="3574637"/>
                <a:ext cx="4792460" cy="5186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DT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2</m:t>
                    </m:r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𝜋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tox</m:t>
                        </m:r>
                        <m: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WL</m:t>
                        </m:r>
                      </m:sub>
                    </m:sSub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sub>
                        </m:s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20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CFDDF7-11D9-C022-2F35-880390119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819" y="3574637"/>
                <a:ext cx="4792460" cy="518668"/>
              </a:xfrm>
              <a:prstGeom prst="rect">
                <a:avLst/>
              </a:prstGeom>
              <a:blipFill>
                <a:blip r:embed="rId3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E579D22-0873-8DD1-E418-D75C417972D0}"/>
              </a:ext>
            </a:extLst>
          </p:cNvPr>
          <p:cNvSpPr txBox="1"/>
          <p:nvPr/>
        </p:nvSpPr>
        <p:spPr>
          <a:xfrm>
            <a:off x="628650" y="1157620"/>
            <a:ext cx="788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Elastic Tunneling Current Modeling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유도는 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Appendix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ABDE10-8851-A567-A0CA-D3B330267EF1}"/>
              </a:ext>
            </a:extLst>
          </p:cNvPr>
          <p:cNvSpPr txBox="1"/>
          <p:nvPr/>
        </p:nvSpPr>
        <p:spPr>
          <a:xfrm>
            <a:off x="116539" y="2293288"/>
            <a:ext cx="2067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Result)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30D71B-E429-B874-65E3-2C65DA1DF3AA}"/>
              </a:ext>
            </a:extLst>
          </p:cNvPr>
          <p:cNvSpPr txBox="1"/>
          <p:nvPr/>
        </p:nvSpPr>
        <p:spPr>
          <a:xfrm>
            <a:off x="3957960" y="1748642"/>
            <a:ext cx="518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전체적인 </a:t>
            </a:r>
            <a:r>
              <a:rPr lang="en-US" altLang="ko-KR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modeling </a:t>
            </a:r>
            <a:r>
              <a:rPr lang="ko-KR" altLang="en-US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식 수정 있음</a:t>
            </a:r>
            <a:r>
              <a:rPr lang="en-US" altLang="ko-KR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(7</a:t>
            </a:r>
            <a:r>
              <a:rPr lang="ko-KR" altLang="en-US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월 자료 참고</a:t>
            </a:r>
            <a:r>
              <a:rPr lang="en-US" altLang="ko-KR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x)</a:t>
            </a:r>
            <a:endParaRPr lang="ko-KR" altLang="en-US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228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86857-708C-8ED7-9A4D-1BC23F344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Capture Rate under High PV Level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4DBF5FB-483C-74FE-156B-473F2A7D2506}"/>
              </a:ext>
            </a:extLst>
          </p:cNvPr>
          <p:cNvGrpSpPr/>
          <p:nvPr/>
        </p:nvGrpSpPr>
        <p:grpSpPr>
          <a:xfrm>
            <a:off x="628650" y="1106387"/>
            <a:ext cx="5243232" cy="2622931"/>
            <a:chOff x="628650" y="1106387"/>
            <a:chExt cx="5243232" cy="2622931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5A8C6B9-1527-B967-509C-18B09D95929A}"/>
                </a:ext>
              </a:extLst>
            </p:cNvPr>
            <p:cNvGrpSpPr/>
            <p:nvPr/>
          </p:nvGrpSpPr>
          <p:grpSpPr>
            <a:xfrm>
              <a:off x="628650" y="1182225"/>
              <a:ext cx="3583015" cy="2547093"/>
              <a:chOff x="552450" y="1352554"/>
              <a:chExt cx="4522470" cy="3214933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36E077F4-736F-99A1-D759-EBDB66B1C3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7157" y="1369003"/>
                <a:ext cx="4517763" cy="3198484"/>
              </a:xfrm>
              <a:prstGeom prst="rect">
                <a:avLst/>
              </a:prstGeom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2095B93D-0075-C326-040D-6CE3F66AF15A}"/>
                  </a:ext>
                </a:extLst>
              </p:cNvPr>
              <p:cNvSpPr/>
              <p:nvPr/>
            </p:nvSpPr>
            <p:spPr>
              <a:xfrm>
                <a:off x="552450" y="1352554"/>
                <a:ext cx="457200" cy="3524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DFBE69-AED1-1D25-803E-A693CA7D33C8}"/>
                </a:ext>
              </a:extLst>
            </p:cNvPr>
            <p:cNvSpPr txBox="1"/>
            <p:nvPr/>
          </p:nvSpPr>
          <p:spPr>
            <a:xfrm>
              <a:off x="3744064" y="1106387"/>
              <a:ext cx="21278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050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solidFill>
                    <a:schemeClr val="bg1">
                      <a:lumMod val="95000"/>
                    </a:schemeClr>
                  </a:solidFill>
                  <a:latin typeface="Times New Roman"/>
                  <a:ea typeface="맑은 고딕"/>
                  <a:cs typeface="Times New Roman"/>
                </a:rPr>
                <a:t>[2] </a:t>
              </a:r>
              <a:r>
                <a:rPr lang="fr-FR" altLang="ko-KR" sz="1050" b="1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solidFill>
                    <a:schemeClr val="bg1">
                      <a:lumMod val="95000"/>
                    </a:schemeClr>
                  </a:solidFill>
                  <a:latin typeface="Times New Roman"/>
                  <a:ea typeface="맑은 고딕"/>
                  <a:cs typeface="Times New Roman"/>
                </a:rPr>
                <a:t>IEEE Transactions on Electron Devices 68.7 (2021): 3339-3345.</a:t>
              </a:r>
              <a:endParaRPr lang="ko-KR" altLang="en-US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endParaRPr>
            </a:p>
          </p:txBody>
        </p:sp>
      </p:grpSp>
      <p:sp>
        <p:nvSpPr>
          <p:cNvPr id="12" name="타원 11">
            <a:extLst>
              <a:ext uri="{FF2B5EF4-FFF2-40B4-BE49-F238E27FC236}">
                <a16:creationId xmlns:a16="http://schemas.microsoft.com/office/drawing/2014/main" id="{C263774E-C169-1ED6-355F-827C1F09A999}"/>
              </a:ext>
            </a:extLst>
          </p:cNvPr>
          <p:cNvSpPr/>
          <p:nvPr/>
        </p:nvSpPr>
        <p:spPr>
          <a:xfrm>
            <a:off x="2483224" y="2348753"/>
            <a:ext cx="315316" cy="636494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8AB5752-BFC1-DE72-6E92-AAD9AD47118D}"/>
              </a:ext>
            </a:extLst>
          </p:cNvPr>
          <p:cNvCxnSpPr>
            <a:stCxn id="12" idx="6"/>
          </p:cNvCxnSpPr>
          <p:nvPr/>
        </p:nvCxnSpPr>
        <p:spPr>
          <a:xfrm flipV="1">
            <a:off x="2798540" y="2187388"/>
            <a:ext cx="1845178" cy="479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7A1E01-8BED-DC91-F3CE-21C5B2ACC20E}"/>
                  </a:ext>
                </a:extLst>
              </p:cNvPr>
              <p:cNvSpPr txBox="1"/>
              <p:nvPr/>
            </p:nvSpPr>
            <p:spPr>
              <a:xfrm>
                <a:off x="4805082" y="1963271"/>
                <a:ext cx="397136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𝜎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𝑡h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… not valid within Electric field!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7A1E01-8BED-DC91-F3CE-21C5B2ACC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082" y="1963271"/>
                <a:ext cx="3971365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28EC85A-0423-E119-388B-4B4F29E33798}"/>
              </a:ext>
            </a:extLst>
          </p:cNvPr>
          <p:cNvSpPr txBox="1"/>
          <p:nvPr/>
        </p:nvSpPr>
        <p:spPr>
          <a:xfrm>
            <a:off x="4419600" y="3117059"/>
            <a:ext cx="4500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motivation : </a:t>
            </a:r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Capture of free electron</a:t>
            </a:r>
            <a:endParaRPr lang="ko-KR" altLang="en-US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4F3F78F-D562-54E2-E3E7-A83CA4624826}"/>
              </a:ext>
            </a:extLst>
          </p:cNvPr>
          <p:cNvGrpSpPr/>
          <p:nvPr/>
        </p:nvGrpSpPr>
        <p:grpSpPr>
          <a:xfrm>
            <a:off x="457201" y="4040131"/>
            <a:ext cx="2026023" cy="1622612"/>
            <a:chOff x="349624" y="4204447"/>
            <a:chExt cx="2026023" cy="1622612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0166BE5-2F66-4679-B911-53DD341861F1}"/>
                </a:ext>
              </a:extLst>
            </p:cNvPr>
            <p:cNvSpPr/>
            <p:nvPr/>
          </p:nvSpPr>
          <p:spPr>
            <a:xfrm>
              <a:off x="349624" y="4204447"/>
              <a:ext cx="2026023" cy="162261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E6224FF2-1CD9-BC76-7C89-FF00B23D3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984" y="4909397"/>
              <a:ext cx="322405" cy="322405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748212E0-0E9E-A1FC-BB7F-8F07B0CA0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62635" y="4452197"/>
              <a:ext cx="322405" cy="322405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A76BC642-7B28-62CD-AFFF-6AE542255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71437" y="5363808"/>
              <a:ext cx="322405" cy="322405"/>
            </a:xfrm>
            <a:prstGeom prst="rect">
              <a:avLst/>
            </a:prstGeom>
          </p:spPr>
        </p:pic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F6B6567C-F61C-F0EA-348A-B1B86F4A47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864" y="4672890"/>
              <a:ext cx="288023" cy="2959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09ACAB0E-581D-193B-5E7C-ACFEBE089400}"/>
                </a:ext>
              </a:extLst>
            </p:cNvPr>
            <p:cNvCxnSpPr>
              <a:cxnSpLocks/>
            </p:cNvCxnSpPr>
            <p:nvPr/>
          </p:nvCxnSpPr>
          <p:spPr>
            <a:xfrm>
              <a:off x="1618743" y="4748195"/>
              <a:ext cx="267589" cy="2300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E587624A-D8DA-8B5B-A214-35623BB6F0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71437" y="5083984"/>
              <a:ext cx="113511" cy="2798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1654F076-5204-E373-92A5-01CEA020A704}"/>
              </a:ext>
            </a:extLst>
          </p:cNvPr>
          <p:cNvSpPr txBox="1"/>
          <p:nvPr/>
        </p:nvSpPr>
        <p:spPr>
          <a:xfrm>
            <a:off x="309120" y="6077202"/>
            <a:ext cx="2339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Free electron capture</a:t>
            </a:r>
            <a:endParaRPr lang="ko-KR" altLang="en-US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CC576D4-0DD4-7D52-22AC-0E0D269CD86C}"/>
                  </a:ext>
                </a:extLst>
              </p:cNvPr>
              <p:cNvSpPr txBox="1"/>
              <p:nvPr/>
            </p:nvSpPr>
            <p:spPr>
              <a:xfrm>
                <a:off x="309120" y="5656692"/>
                <a:ext cx="23397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</m:sub>
                    </m:sSub>
                    <m:r>
                      <a:rPr lang="en-US" altLang="ko-KR" sz="18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𝜎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𝑡h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  <m: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CC576D4-0DD4-7D52-22AC-0E0D269C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20" y="5656692"/>
                <a:ext cx="233978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그룹 40">
            <a:extLst>
              <a:ext uri="{FF2B5EF4-FFF2-40B4-BE49-F238E27FC236}">
                <a16:creationId xmlns:a16="http://schemas.microsoft.com/office/drawing/2014/main" id="{4EC95F8F-FA3E-30A6-4417-0A8CA26F60AA}"/>
              </a:ext>
            </a:extLst>
          </p:cNvPr>
          <p:cNvGrpSpPr/>
          <p:nvPr/>
        </p:nvGrpSpPr>
        <p:grpSpPr>
          <a:xfrm>
            <a:off x="3558988" y="4040131"/>
            <a:ext cx="2026023" cy="1622612"/>
            <a:chOff x="349624" y="4204447"/>
            <a:chExt cx="2026023" cy="1622612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6D823570-4F1D-381F-9823-D2FE3A4CFCAF}"/>
                </a:ext>
              </a:extLst>
            </p:cNvPr>
            <p:cNvSpPr/>
            <p:nvPr/>
          </p:nvSpPr>
          <p:spPr>
            <a:xfrm>
              <a:off x="349624" y="4204447"/>
              <a:ext cx="2026023" cy="162261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5DC7B1AB-4CED-6174-67A6-3DC235521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0825" y="4255460"/>
              <a:ext cx="322405" cy="322405"/>
            </a:xfrm>
            <a:prstGeom prst="rect">
              <a:avLst/>
            </a:prstGeom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AC755990-7555-B9AE-679F-2AC880866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4472" y="4795390"/>
              <a:ext cx="322405" cy="322405"/>
            </a:xfrm>
            <a:prstGeom prst="rect">
              <a:avLst/>
            </a:prstGeom>
          </p:spPr>
        </p:pic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0DCE24EC-3CF7-5146-9A96-C195569E0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2960" y="5379201"/>
              <a:ext cx="322405" cy="322405"/>
            </a:xfrm>
            <a:prstGeom prst="rect">
              <a:avLst/>
            </a:prstGeom>
          </p:spPr>
        </p:pic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0B8F2E65-6849-13A9-8530-A4B22071D7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624" y="4416596"/>
              <a:ext cx="178391" cy="81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8A7B2D87-E146-8D02-A7A7-01420B929D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674" y="4742296"/>
              <a:ext cx="161203" cy="684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6097504D-13B5-656F-757A-8C98D0F131E1}"/>
                </a:ext>
              </a:extLst>
            </p:cNvPr>
            <p:cNvCxnSpPr>
              <a:cxnSpLocks/>
            </p:cNvCxnSpPr>
            <p:nvPr/>
          </p:nvCxnSpPr>
          <p:spPr>
            <a:xfrm>
              <a:off x="704567" y="5624421"/>
              <a:ext cx="0" cy="1369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5CEC37C-F935-3E65-BA69-DA229B35013A}"/>
              </a:ext>
            </a:extLst>
          </p:cNvPr>
          <p:cNvSpPr txBox="1"/>
          <p:nvPr/>
        </p:nvSpPr>
        <p:spPr>
          <a:xfrm>
            <a:off x="3296689" y="6062214"/>
            <a:ext cx="2694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 capture in field</a:t>
            </a:r>
            <a:endParaRPr lang="ko-KR" altLang="en-US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331BDAF-0F51-C52E-BED2-63974D83C19B}"/>
              </a:ext>
            </a:extLst>
          </p:cNvPr>
          <p:cNvGrpSpPr/>
          <p:nvPr/>
        </p:nvGrpSpPr>
        <p:grpSpPr>
          <a:xfrm>
            <a:off x="3262989" y="5722460"/>
            <a:ext cx="2913693" cy="400110"/>
            <a:chOff x="3262989" y="5722460"/>
            <a:chExt cx="2913693" cy="400110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4C71B293-B3A1-2553-D3CD-3E18255CC33B}"/>
                </a:ext>
              </a:extLst>
            </p:cNvPr>
            <p:cNvSpPr/>
            <p:nvPr/>
          </p:nvSpPr>
          <p:spPr>
            <a:xfrm>
              <a:off x="5676900" y="5722460"/>
              <a:ext cx="313847" cy="4001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0625301-6566-963F-BDD9-23CA53D6B656}"/>
                    </a:ext>
                  </a:extLst>
                </p:cNvPr>
                <p:cNvSpPr txBox="1"/>
                <p:nvPr/>
              </p:nvSpPr>
              <p:spPr>
                <a:xfrm>
                  <a:off x="3262989" y="5722460"/>
                  <a:ext cx="291369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</m:sub>
                      </m:sSub>
                      <m:r>
                        <a:rPr lang="en-US" altLang="ko-KR" sz="18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ko-KR" sz="180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𝑡h</m:t>
                          </m:r>
                        </m:sub>
                      </m:sSub>
                      <m:r>
                        <a:rPr lang="en-US" altLang="ko-KR" sz="18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d>
                        <m:dPr>
                          <m:ctrlPr>
                            <a:rPr lang="en-US" altLang="ko-KR" sz="180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80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c</m:t>
                          </m:r>
                        </m:sub>
                      </m:sSub>
                    </m:oMath>
                  </a14:m>
                  <a:r>
                    <a:rPr lang="ko-KR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0625301-6566-963F-BDD9-23CA53D6B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989" y="5722460"/>
                  <a:ext cx="291369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화살표: 왼쪽 53">
            <a:extLst>
              <a:ext uri="{FF2B5EF4-FFF2-40B4-BE49-F238E27FC236}">
                <a16:creationId xmlns:a16="http://schemas.microsoft.com/office/drawing/2014/main" id="{0E13912B-0C7A-A737-E356-6075FCE33469}"/>
              </a:ext>
            </a:extLst>
          </p:cNvPr>
          <p:cNvSpPr/>
          <p:nvPr/>
        </p:nvSpPr>
        <p:spPr>
          <a:xfrm>
            <a:off x="4419600" y="4231483"/>
            <a:ext cx="986118" cy="1083685"/>
          </a:xfrm>
          <a:prstGeom prst="lef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589901-1B3E-012C-07B6-B1BB8346656B}"/>
              </a:ext>
            </a:extLst>
          </p:cNvPr>
          <p:cNvSpPr txBox="1"/>
          <p:nvPr/>
        </p:nvSpPr>
        <p:spPr>
          <a:xfrm>
            <a:off x="4663714" y="4474805"/>
            <a:ext cx="900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Electric Force</a:t>
            </a:r>
            <a:endParaRPr lang="ko-KR" altLang="en-US" sz="16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4196DB6F-547E-C111-D312-568732FCB7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2679" y="4040131"/>
            <a:ext cx="499916" cy="1651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BD92AE7-F712-B3C2-8A55-AF039C85308B}"/>
                  </a:ext>
                </a:extLst>
              </p:cNvPr>
              <p:cNvSpPr txBox="1"/>
              <p:nvPr/>
            </p:nvSpPr>
            <p:spPr>
              <a:xfrm>
                <a:off x="6420319" y="4785120"/>
                <a:ext cx="2483223" cy="1363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Only small portion of BETOX is involved within capture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(if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</m:t>
                        </m:r>
                      </m:num>
                      <m:den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𝑘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𝑇</m:t>
                    </m:r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&lt;</m:t>
                    </m:r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)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BD92AE7-F712-B3C2-8A55-AF039C853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319" y="4785120"/>
                <a:ext cx="2483223" cy="13638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C69EDD6F-69D5-43E0-C1B8-E6E4D0DB0E95}"/>
              </a:ext>
            </a:extLst>
          </p:cNvPr>
          <p:cNvSpPr txBox="1"/>
          <p:nvPr/>
        </p:nvSpPr>
        <p:spPr>
          <a:xfrm>
            <a:off x="4409830" y="3661780"/>
            <a:ext cx="27529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Effective capture portion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DDB1ACC-B511-7F9E-25EE-80254C279CC8}"/>
              </a:ext>
            </a:extLst>
          </p:cNvPr>
          <p:cNvSpPr txBox="1"/>
          <p:nvPr/>
        </p:nvSpPr>
        <p:spPr>
          <a:xfrm>
            <a:off x="4231097" y="5315169"/>
            <a:ext cx="1363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(no capture)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A8834752-9E69-A471-5FCB-89429C494E17}"/>
              </a:ext>
            </a:extLst>
          </p:cNvPr>
          <p:cNvCxnSpPr>
            <a:stCxn id="68" idx="0"/>
            <a:endCxn id="70" idx="1"/>
          </p:cNvCxnSpPr>
          <p:nvPr/>
        </p:nvCxnSpPr>
        <p:spPr>
          <a:xfrm flipV="1">
            <a:off x="3792637" y="3831057"/>
            <a:ext cx="617193" cy="2090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2D0804C-16E9-A625-4582-699F358037D5}"/>
              </a:ext>
            </a:extLst>
          </p:cNvPr>
          <p:cNvCxnSpPr>
            <a:cxnSpLocks/>
          </p:cNvCxnSpPr>
          <p:nvPr/>
        </p:nvCxnSpPr>
        <p:spPr>
          <a:xfrm flipV="1">
            <a:off x="5871882" y="4693149"/>
            <a:ext cx="419774" cy="1029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401285BE-E61D-F3CB-D5B4-9A65138D2DE0}"/>
              </a:ext>
            </a:extLst>
          </p:cNvPr>
          <p:cNvSpPr txBox="1"/>
          <p:nvPr/>
        </p:nvSpPr>
        <p:spPr>
          <a:xfrm>
            <a:off x="5947341" y="4231484"/>
            <a:ext cx="17264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Effective capture coefficient f</a:t>
            </a:r>
            <a:r>
              <a:rPr lang="en-US" altLang="ko-KR" sz="1200" b="1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</a:t>
            </a:r>
            <a:r>
              <a:rPr lang="en-US" altLang="ko-KR" sz="12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&lt; 1</a:t>
            </a:r>
            <a:endParaRPr lang="ko-KR" altLang="en-US" sz="12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6487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692C7A-6E62-FEF6-1220-F22E11B1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Fitting Parameter &amp; TCAD Calibration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943DD-B75A-14BE-A90E-3713FE8AC690}"/>
              </a:ext>
            </a:extLst>
          </p:cNvPr>
          <p:cNvSpPr txBox="1"/>
          <p:nvPr/>
        </p:nvSpPr>
        <p:spPr>
          <a:xfrm>
            <a:off x="762000" y="1147482"/>
            <a:ext cx="7871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Fitting Parameter :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  &gt;&gt;  Differs by PV level, set by TCAD result</a:t>
            </a:r>
            <a:endParaRPr lang="ko-KR" altLang="en-US" sz="2000" u="sng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731481-30F2-DF1C-E3E0-3945B481C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846" y="2286000"/>
            <a:ext cx="1942551" cy="31061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D56F72-6EC3-C204-452F-EBE5B0390B8A}"/>
              </a:ext>
            </a:extLst>
          </p:cNvPr>
          <p:cNvSpPr txBox="1"/>
          <p:nvPr/>
        </p:nvSpPr>
        <p:spPr>
          <a:xfrm>
            <a:off x="3688156" y="1864659"/>
            <a:ext cx="154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1us program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67B4719-82C3-734F-9109-D664384EC85E}"/>
              </a:ext>
            </a:extLst>
          </p:cNvPr>
          <p:cNvCxnSpPr>
            <a:cxnSpLocks/>
          </p:cNvCxnSpPr>
          <p:nvPr/>
        </p:nvCxnSpPr>
        <p:spPr>
          <a:xfrm>
            <a:off x="3658160" y="4258235"/>
            <a:ext cx="100404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11DB6A3-B876-5B0B-DF24-2CA6C0D49F4C}"/>
              </a:ext>
            </a:extLst>
          </p:cNvPr>
          <p:cNvCxnSpPr>
            <a:cxnSpLocks/>
          </p:cNvCxnSpPr>
          <p:nvPr/>
        </p:nvCxnSpPr>
        <p:spPr>
          <a:xfrm>
            <a:off x="4231901" y="5136776"/>
            <a:ext cx="119849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A5245E6-D7C1-2328-E655-9BDBCAD32EFE}"/>
              </a:ext>
            </a:extLst>
          </p:cNvPr>
          <p:cNvCxnSpPr/>
          <p:nvPr/>
        </p:nvCxnSpPr>
        <p:spPr>
          <a:xfrm flipV="1">
            <a:off x="4459121" y="4258235"/>
            <a:ext cx="0" cy="8785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074C8D8-E82D-99D0-18EE-E62947F8085C}"/>
              </a:ext>
            </a:extLst>
          </p:cNvPr>
          <p:cNvSpPr txBox="1"/>
          <p:nvPr/>
        </p:nvSpPr>
        <p:spPr>
          <a:xfrm>
            <a:off x="4560666" y="4497451"/>
            <a:ext cx="971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 1.7 V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4F73A55-4000-AB45-9FD0-FD170F6CA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650" y="2286000"/>
            <a:ext cx="1853968" cy="2850776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25E823C-BEED-4BEA-C808-EB8521DA24F6}"/>
              </a:ext>
            </a:extLst>
          </p:cNvPr>
          <p:cNvCxnSpPr>
            <a:cxnSpLocks/>
          </p:cNvCxnSpPr>
          <p:nvPr/>
        </p:nvCxnSpPr>
        <p:spPr>
          <a:xfrm>
            <a:off x="6831666" y="4520173"/>
            <a:ext cx="100404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BF73963-FA25-B309-BC59-72CEB5801CAE}"/>
              </a:ext>
            </a:extLst>
          </p:cNvPr>
          <p:cNvCxnSpPr>
            <a:cxnSpLocks/>
          </p:cNvCxnSpPr>
          <p:nvPr/>
        </p:nvCxnSpPr>
        <p:spPr>
          <a:xfrm>
            <a:off x="7405407" y="5092653"/>
            <a:ext cx="119849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994C9E9-349C-343D-62A5-EB33C12B6C05}"/>
              </a:ext>
            </a:extLst>
          </p:cNvPr>
          <p:cNvCxnSpPr>
            <a:cxnSpLocks/>
          </p:cNvCxnSpPr>
          <p:nvPr/>
        </p:nvCxnSpPr>
        <p:spPr>
          <a:xfrm flipV="1">
            <a:off x="7632627" y="4520173"/>
            <a:ext cx="0" cy="5724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D5EC223-3F61-6746-BD6F-9012D2724382}"/>
              </a:ext>
            </a:extLst>
          </p:cNvPr>
          <p:cNvSpPr txBox="1"/>
          <p:nvPr/>
        </p:nvSpPr>
        <p:spPr>
          <a:xfrm>
            <a:off x="7734172" y="4497451"/>
            <a:ext cx="971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 0.9 V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45B128-B094-172C-8EF9-66044A84C3F1}"/>
              </a:ext>
            </a:extLst>
          </p:cNvPr>
          <p:cNvSpPr txBox="1"/>
          <p:nvPr/>
        </p:nvSpPr>
        <p:spPr>
          <a:xfrm>
            <a:off x="6661650" y="1881528"/>
            <a:ext cx="1697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0.2us program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71C4FBA-577E-A863-3C72-DDCC2BC02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48795" y="2160609"/>
            <a:ext cx="1859556" cy="170575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0EE461D-6AB4-1013-DB0F-DD2AE1506DC4}"/>
              </a:ext>
            </a:extLst>
          </p:cNvPr>
          <p:cNvSpPr txBox="1"/>
          <p:nvPr/>
        </p:nvSpPr>
        <p:spPr>
          <a:xfrm>
            <a:off x="2240057" y="2813433"/>
            <a:ext cx="7726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WLT = 0V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479BA25-9737-C664-34BB-F477616F4E58}"/>
              </a:ext>
            </a:extLst>
          </p:cNvPr>
          <p:cNvSpPr/>
          <p:nvPr/>
        </p:nvSpPr>
        <p:spPr>
          <a:xfrm>
            <a:off x="1596727" y="2725168"/>
            <a:ext cx="733425" cy="498918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solidFill>
              <a:srgbClr val="284866">
                <a:alpha val="20000"/>
              </a:srgb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88C8B9-C955-0BB0-9F6A-FFC502E79B15}"/>
              </a:ext>
            </a:extLst>
          </p:cNvPr>
          <p:cNvSpPr txBox="1"/>
          <p:nvPr/>
        </p:nvSpPr>
        <p:spPr>
          <a:xfrm>
            <a:off x="653863" y="5633483"/>
            <a:ext cx="7403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로 구한 이후 해당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PV level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parameter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반영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21907-369B-55AA-361B-6065179C0EAC}"/>
              </a:ext>
            </a:extLst>
          </p:cNvPr>
          <p:cNvSpPr txBox="1"/>
          <p:nvPr/>
        </p:nvSpPr>
        <p:spPr>
          <a:xfrm>
            <a:off x="473947" y="4184615"/>
            <a:ext cx="1632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Hole inversion due to CTN charge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CD2312-CF71-C7D5-2FD5-B00F9188F600}"/>
              </a:ext>
            </a:extLst>
          </p:cNvPr>
          <p:cNvSpPr/>
          <p:nvPr/>
        </p:nvSpPr>
        <p:spPr>
          <a:xfrm>
            <a:off x="992430" y="2446704"/>
            <a:ext cx="190911" cy="1120039"/>
          </a:xfrm>
          <a:prstGeom prst="rect">
            <a:avLst/>
          </a:prstGeom>
          <a:solidFill>
            <a:srgbClr val="00B0F0">
              <a:alpha val="89804"/>
            </a:srgbClr>
          </a:solidFill>
          <a:ln>
            <a:solidFill>
              <a:srgbClr val="284866">
                <a:alpha val="20000"/>
              </a:srgb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DE95B8D-1D66-C607-3914-E080DC91C392}"/>
              </a:ext>
            </a:extLst>
          </p:cNvPr>
          <p:cNvCxnSpPr/>
          <p:nvPr/>
        </p:nvCxnSpPr>
        <p:spPr>
          <a:xfrm>
            <a:off x="1084729" y="3566743"/>
            <a:ext cx="0" cy="6178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5C43629-A590-00A9-57F9-562D7DEB4022}"/>
              </a:ext>
            </a:extLst>
          </p:cNvPr>
          <p:cNvGrpSpPr/>
          <p:nvPr/>
        </p:nvGrpSpPr>
        <p:grpSpPr>
          <a:xfrm>
            <a:off x="2904298" y="4596341"/>
            <a:ext cx="891707" cy="529820"/>
            <a:chOff x="2904298" y="4522401"/>
            <a:chExt cx="891707" cy="52982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3B1ABEE-0DC0-826F-31C8-15666579D95D}"/>
                </a:ext>
              </a:extLst>
            </p:cNvPr>
            <p:cNvSpPr/>
            <p:nvPr/>
          </p:nvSpPr>
          <p:spPr>
            <a:xfrm>
              <a:off x="2928130" y="4529001"/>
              <a:ext cx="760026" cy="523220"/>
            </a:xfrm>
            <a:prstGeom prst="rect">
              <a:avLst/>
            </a:prstGeom>
            <a:solidFill>
              <a:srgbClr val="00B0F0">
                <a:alpha val="60000"/>
              </a:srgbClr>
            </a:solidFill>
            <a:ln>
              <a:solidFill>
                <a:srgbClr val="284866">
                  <a:alpha val="20000"/>
                </a:srgb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F77C79A-8F57-9A3A-2223-6D4A2FFF794A}"/>
                </a:ext>
              </a:extLst>
            </p:cNvPr>
            <p:cNvSpPr txBox="1"/>
            <p:nvPr/>
          </p:nvSpPr>
          <p:spPr>
            <a:xfrm>
              <a:off x="2904298" y="4522401"/>
              <a:ext cx="891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hDensity</a:t>
              </a:r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high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718EAAC-26C5-4C3B-324B-3D8E30E00D3F}"/>
              </a:ext>
            </a:extLst>
          </p:cNvPr>
          <p:cNvGrpSpPr/>
          <p:nvPr/>
        </p:nvGrpSpPr>
        <p:grpSpPr>
          <a:xfrm>
            <a:off x="6076563" y="4596341"/>
            <a:ext cx="891707" cy="529820"/>
            <a:chOff x="2904298" y="4522401"/>
            <a:chExt cx="891707" cy="529820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FE726EA-4A1F-5A5C-A1FD-09DBABC3A1AA}"/>
                </a:ext>
              </a:extLst>
            </p:cNvPr>
            <p:cNvSpPr/>
            <p:nvPr/>
          </p:nvSpPr>
          <p:spPr>
            <a:xfrm>
              <a:off x="2928130" y="4529001"/>
              <a:ext cx="760026" cy="523220"/>
            </a:xfrm>
            <a:prstGeom prst="rect">
              <a:avLst/>
            </a:prstGeom>
            <a:solidFill>
              <a:srgbClr val="00B0F0">
                <a:alpha val="60000"/>
              </a:srgbClr>
            </a:solidFill>
            <a:ln>
              <a:solidFill>
                <a:srgbClr val="284866">
                  <a:alpha val="20000"/>
                </a:srgb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CFA20BE-1107-D1F2-3CC0-A67BACAA6ED6}"/>
                </a:ext>
              </a:extLst>
            </p:cNvPr>
            <p:cNvSpPr txBox="1"/>
            <p:nvPr/>
          </p:nvSpPr>
          <p:spPr>
            <a:xfrm>
              <a:off x="2904298" y="4522401"/>
              <a:ext cx="891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hDensity</a:t>
              </a:r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high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8883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956D1-79B3-E8C4-1DD8-91D5A10B3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5556"/>
            <a:ext cx="7886700" cy="590931"/>
          </a:xfrm>
        </p:spPr>
        <p:txBody>
          <a:bodyPr/>
          <a:lstStyle/>
          <a:p>
            <a:r>
              <a:rPr lang="en-US" altLang="ko-KR" dirty="0"/>
              <a:t>Model Observation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EEA43-4404-E739-3759-ED842EE7BC88}"/>
              </a:ext>
            </a:extLst>
          </p:cNvPr>
          <p:cNvSpPr txBox="1"/>
          <p:nvPr/>
        </p:nvSpPr>
        <p:spPr>
          <a:xfrm>
            <a:off x="356907" y="867801"/>
            <a:ext cx="79533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Currently applied fitting parameter : </a:t>
            </a:r>
          </a:p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	Direct Tunneling x-sectional area coefficient, </a:t>
            </a: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DT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1</a:t>
            </a:r>
          </a:p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	Trap to Band Tunneling x-sectional area coefficient, </a:t>
            </a: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TBT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0.3</a:t>
            </a:r>
          </a:p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	Effective Capture coefficient, f</a:t>
            </a:r>
            <a:r>
              <a:rPr lang="en-US" altLang="ko-KR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0.01</a:t>
            </a:r>
          </a:p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	E</a:t>
            </a:r>
            <a:r>
              <a:rPr lang="en-US" altLang="ko-KR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0.8 eV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8F59F88-7317-8CBF-6867-8640F373D57A}"/>
              </a:ext>
            </a:extLst>
          </p:cNvPr>
          <p:cNvGrpSpPr/>
          <p:nvPr/>
        </p:nvGrpSpPr>
        <p:grpSpPr>
          <a:xfrm>
            <a:off x="262291" y="2436932"/>
            <a:ext cx="8265085" cy="4070729"/>
            <a:chOff x="262291" y="2436932"/>
            <a:chExt cx="8265085" cy="407072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5B1C998-D13F-DE8A-89C5-E58544B8BF4C}"/>
                </a:ext>
              </a:extLst>
            </p:cNvPr>
            <p:cNvSpPr txBox="1"/>
            <p:nvPr/>
          </p:nvSpPr>
          <p:spPr>
            <a:xfrm>
              <a:off x="262291" y="5150239"/>
              <a:ext cx="2422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TBT on / PF and DT off</a:t>
              </a:r>
              <a:endPara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9ABEAFB-4DC7-2213-CB30-6A235BF7D41C}"/>
                </a:ext>
              </a:extLst>
            </p:cNvPr>
            <p:cNvSpPr txBox="1"/>
            <p:nvPr/>
          </p:nvSpPr>
          <p:spPr>
            <a:xfrm>
              <a:off x="4200785" y="5679010"/>
              <a:ext cx="10186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Temperature independent</a:t>
              </a:r>
              <a:endParaRPr lang="ko-KR" altLang="en-US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B11631-B07E-29F7-F3CC-FB32DB03D5F2}"/>
                </a:ext>
              </a:extLst>
            </p:cNvPr>
            <p:cNvSpPr txBox="1"/>
            <p:nvPr/>
          </p:nvSpPr>
          <p:spPr>
            <a:xfrm>
              <a:off x="262291" y="3384290"/>
              <a:ext cx="2314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TBT off / PF, DT on</a:t>
              </a:r>
              <a:endPara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B33C140B-7A96-2021-B006-1C7E34DA9131}"/>
                </a:ext>
              </a:extLst>
            </p:cNvPr>
            <p:cNvGrpSpPr/>
            <p:nvPr/>
          </p:nvGrpSpPr>
          <p:grpSpPr>
            <a:xfrm>
              <a:off x="2783602" y="2615801"/>
              <a:ext cx="2834366" cy="1984736"/>
              <a:chOff x="2783602" y="2615801"/>
              <a:chExt cx="2834366" cy="1984736"/>
            </a:xfrm>
          </p:grpSpPr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4244A7B9-5A6D-21DC-E6B0-B77FAB379F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83602" y="2615801"/>
                <a:ext cx="2834366" cy="1984736"/>
              </a:xfrm>
              <a:prstGeom prst="rect">
                <a:avLst/>
              </a:prstGeom>
            </p:spPr>
          </p:pic>
          <p:sp>
            <p:nvSpPr>
              <p:cNvPr id="13" name="화살표: 왼쪽 12">
                <a:extLst>
                  <a:ext uri="{FF2B5EF4-FFF2-40B4-BE49-F238E27FC236}">
                    <a16:creationId xmlns:a16="http://schemas.microsoft.com/office/drawing/2014/main" id="{73A80CDB-8CF9-4EBE-7FF9-6470B11E613A}"/>
                  </a:ext>
                </a:extLst>
              </p:cNvPr>
              <p:cNvSpPr/>
              <p:nvPr/>
            </p:nvSpPr>
            <p:spPr>
              <a:xfrm>
                <a:off x="3712832" y="3651510"/>
                <a:ext cx="1430913" cy="96311"/>
              </a:xfrm>
              <a:prstGeom prst="leftArrow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6412C9-277B-5B5C-5EA7-5242BF7A7E8E}"/>
                  </a:ext>
                </a:extLst>
              </p:cNvPr>
              <p:cNvSpPr txBox="1"/>
              <p:nvPr/>
            </p:nvSpPr>
            <p:spPr>
              <a:xfrm>
                <a:off x="3712832" y="3445846"/>
                <a:ext cx="170757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Temperature Dependency</a:t>
                </a:r>
                <a:endParaRPr lang="ko-KR" altLang="en-US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p:grp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ADD2AFA-B17C-9657-5CC2-CA1CB7230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84833" y="2582887"/>
              <a:ext cx="2842543" cy="1990462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966BDF4-C530-4AD6-2989-C3B7541D3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45341" y="4547960"/>
              <a:ext cx="2770009" cy="1939671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299F4D-1445-1AB8-95B1-C9D10474C595}"/>
                </a:ext>
              </a:extLst>
            </p:cNvPr>
            <p:cNvSpPr txBox="1"/>
            <p:nvPr/>
          </p:nvSpPr>
          <p:spPr>
            <a:xfrm>
              <a:off x="3658598" y="2436932"/>
              <a:ext cx="9638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Model</a:t>
              </a:r>
              <a:endParaRPr lang="ko-KR" altLang="en-US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F4A824-4234-C1F2-5B56-6E9749BE14EE}"/>
                </a:ext>
              </a:extLst>
            </p:cNvPr>
            <p:cNvSpPr txBox="1"/>
            <p:nvPr/>
          </p:nvSpPr>
          <p:spPr>
            <a:xfrm>
              <a:off x="6624155" y="2436932"/>
              <a:ext cx="9638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TCAD</a:t>
              </a:r>
              <a:endParaRPr lang="ko-KR" altLang="en-US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83E4B5AA-A69D-145F-C438-C67A74464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21439" y="4567990"/>
              <a:ext cx="2770009" cy="19396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7715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956D1-79B3-E8C4-1DD8-91D5A10B3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5556"/>
            <a:ext cx="7886700" cy="590931"/>
          </a:xfrm>
        </p:spPr>
        <p:txBody>
          <a:bodyPr/>
          <a:lstStyle/>
          <a:p>
            <a:r>
              <a:rPr lang="en-US" altLang="ko-KR" dirty="0"/>
              <a:t>Model Observation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EEA43-4404-E739-3759-ED842EE7BC88}"/>
              </a:ext>
            </a:extLst>
          </p:cNvPr>
          <p:cNvSpPr txBox="1"/>
          <p:nvPr/>
        </p:nvSpPr>
        <p:spPr>
          <a:xfrm>
            <a:off x="733425" y="1057275"/>
            <a:ext cx="742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Comparison of Model &amp; TCAD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4F6866-72F5-22E2-28F8-112C82978BA5}"/>
              </a:ext>
            </a:extLst>
          </p:cNvPr>
          <p:cNvSpPr txBox="1"/>
          <p:nvPr/>
        </p:nvSpPr>
        <p:spPr>
          <a:xfrm>
            <a:off x="5171242" y="1800225"/>
            <a:ext cx="3205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TBT, PF, DT on -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3F20B1E-62AF-A4A2-0D42-C41E8174A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37" y="1974561"/>
            <a:ext cx="4411149" cy="30888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10DF7C-C3B0-4EF7-72F6-64CC4C4D2B7E}"/>
              </a:ext>
            </a:extLst>
          </p:cNvPr>
          <p:cNvSpPr txBox="1"/>
          <p:nvPr/>
        </p:nvSpPr>
        <p:spPr>
          <a:xfrm>
            <a:off x="1011079" y="1800225"/>
            <a:ext cx="3205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TBT, PF, DT on - Model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C12ADEB-3275-D9E2-776E-5F3C92EDA2AD}"/>
              </a:ext>
            </a:extLst>
          </p:cNvPr>
          <p:cNvGrpSpPr/>
          <p:nvPr/>
        </p:nvGrpSpPr>
        <p:grpSpPr>
          <a:xfrm>
            <a:off x="1914525" y="2295645"/>
            <a:ext cx="2260521" cy="2099340"/>
            <a:chOff x="1914525" y="2295645"/>
            <a:chExt cx="2260521" cy="2099340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1AA32169-8829-D525-B51D-39C9E5197A4D}"/>
                </a:ext>
              </a:extLst>
            </p:cNvPr>
            <p:cNvGrpSpPr/>
            <p:nvPr/>
          </p:nvGrpSpPr>
          <p:grpSpPr>
            <a:xfrm>
              <a:off x="2695575" y="2295645"/>
              <a:ext cx="1479471" cy="1132820"/>
              <a:chOff x="2695575" y="3524310"/>
              <a:chExt cx="1479471" cy="1132820"/>
            </a:xfrm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446AB7F3-8BF9-53BF-1E59-EC6E87C455EA}"/>
                  </a:ext>
                </a:extLst>
              </p:cNvPr>
              <p:cNvSpPr/>
              <p:nvPr/>
            </p:nvSpPr>
            <p:spPr>
              <a:xfrm>
                <a:off x="2695575" y="3524310"/>
                <a:ext cx="609600" cy="6096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DD9488C4-5DAE-F324-6D0C-3085AAEA3763}"/>
                  </a:ext>
                </a:extLst>
              </p:cNvPr>
              <p:cNvCxnSpPr/>
              <p:nvPr/>
            </p:nvCxnSpPr>
            <p:spPr>
              <a:xfrm>
                <a:off x="3298327" y="3886260"/>
                <a:ext cx="180975" cy="247650"/>
              </a:xfrm>
              <a:prstGeom prst="straightConnector1">
                <a:avLst/>
              </a:prstGeom>
              <a:ln>
                <a:solidFill>
                  <a:srgbClr val="28486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FE48E0F-ABA3-4F7E-1005-EE909250A77B}"/>
                  </a:ext>
                </a:extLst>
              </p:cNvPr>
              <p:cNvSpPr txBox="1"/>
              <p:nvPr/>
            </p:nvSpPr>
            <p:spPr>
              <a:xfrm>
                <a:off x="3287136" y="4133910"/>
                <a:ext cx="8879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TBT dominant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1DDA9736-068D-8323-E869-2FC987FFB67F}"/>
                </a:ext>
              </a:extLst>
            </p:cNvPr>
            <p:cNvGrpSpPr/>
            <p:nvPr/>
          </p:nvGrpSpPr>
          <p:grpSpPr>
            <a:xfrm>
              <a:off x="1914525" y="3209985"/>
              <a:ext cx="2183310" cy="1185000"/>
              <a:chOff x="1914525" y="4438650"/>
              <a:chExt cx="2183310" cy="1185000"/>
            </a:xfrm>
          </p:grpSpPr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363D2867-B6FC-790F-7591-9765B2F5CCD2}"/>
                  </a:ext>
                </a:extLst>
              </p:cNvPr>
              <p:cNvSpPr/>
              <p:nvPr/>
            </p:nvSpPr>
            <p:spPr>
              <a:xfrm>
                <a:off x="1914525" y="4438650"/>
                <a:ext cx="1095375" cy="1152525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4" name="직선 화살표 연결선 23">
                <a:extLst>
                  <a:ext uri="{FF2B5EF4-FFF2-40B4-BE49-F238E27FC236}">
                    <a16:creationId xmlns:a16="http://schemas.microsoft.com/office/drawing/2014/main" id="{3D050478-295E-F23C-76A2-40813E316F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03052" y="5136801"/>
                <a:ext cx="206873" cy="187674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C443D50-C887-0829-41CF-3E27C6B8AB79}"/>
                  </a:ext>
                </a:extLst>
              </p:cNvPr>
              <p:cNvSpPr txBox="1"/>
              <p:nvPr/>
            </p:nvSpPr>
            <p:spPr>
              <a:xfrm>
                <a:off x="3209925" y="5100430"/>
                <a:ext cx="8879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DT dominant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9545994-E27C-8C2F-3A6D-3DF603765F59}"/>
              </a:ext>
            </a:extLst>
          </p:cNvPr>
          <p:cNvSpPr txBox="1"/>
          <p:nvPr/>
        </p:nvSpPr>
        <p:spPr>
          <a:xfrm>
            <a:off x="1819275" y="5651091"/>
            <a:ext cx="5505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경향성 비슷한 상황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Calibration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진행 가능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D3B53C1-264A-B9D5-CEE3-F22A1A561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702" y="1974560"/>
            <a:ext cx="4411149" cy="3088862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B668132D-A2F8-4011-9660-88A7A058F3C4}"/>
              </a:ext>
            </a:extLst>
          </p:cNvPr>
          <p:cNvGrpSpPr/>
          <p:nvPr/>
        </p:nvGrpSpPr>
        <p:grpSpPr>
          <a:xfrm>
            <a:off x="5377870" y="2435921"/>
            <a:ext cx="2785055" cy="1959064"/>
            <a:chOff x="1389991" y="2435921"/>
            <a:chExt cx="2785055" cy="195906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4120744-E76C-790F-5D4D-83C58D0485CC}"/>
                </a:ext>
              </a:extLst>
            </p:cNvPr>
            <p:cNvGrpSpPr/>
            <p:nvPr/>
          </p:nvGrpSpPr>
          <p:grpSpPr>
            <a:xfrm>
              <a:off x="2802186" y="2435921"/>
              <a:ext cx="1372860" cy="992544"/>
              <a:chOff x="2802186" y="3664586"/>
              <a:chExt cx="1372860" cy="992544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58628586-8F52-6DE5-8D1F-9044ECEDDC3C}"/>
                  </a:ext>
                </a:extLst>
              </p:cNvPr>
              <p:cNvSpPr/>
              <p:nvPr/>
            </p:nvSpPr>
            <p:spPr>
              <a:xfrm>
                <a:off x="2802186" y="3664586"/>
                <a:ext cx="415428" cy="415428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7E26D05A-FEA7-0840-1449-C1FFAACAE8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9925" y="4016668"/>
                <a:ext cx="126921" cy="152521"/>
              </a:xfrm>
              <a:prstGeom prst="straightConnector1">
                <a:avLst/>
              </a:prstGeom>
              <a:ln>
                <a:solidFill>
                  <a:srgbClr val="28486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1D59CCF-DAD4-9B54-7AB2-C2B981EABDDE}"/>
                  </a:ext>
                </a:extLst>
              </p:cNvPr>
              <p:cNvSpPr txBox="1"/>
              <p:nvPr/>
            </p:nvSpPr>
            <p:spPr>
              <a:xfrm>
                <a:off x="3287136" y="4133910"/>
                <a:ext cx="8879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TBT dominant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1A597DB2-187F-67F9-F6C2-34EF8B6886C7}"/>
                </a:ext>
              </a:extLst>
            </p:cNvPr>
            <p:cNvGrpSpPr/>
            <p:nvPr/>
          </p:nvGrpSpPr>
          <p:grpSpPr>
            <a:xfrm>
              <a:off x="1389991" y="2851349"/>
              <a:ext cx="2707844" cy="1543636"/>
              <a:chOff x="1389991" y="4080014"/>
              <a:chExt cx="2707844" cy="1543636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8412E932-7127-A014-653F-7848DC3D4235}"/>
                  </a:ext>
                </a:extLst>
              </p:cNvPr>
              <p:cNvSpPr/>
              <p:nvPr/>
            </p:nvSpPr>
            <p:spPr>
              <a:xfrm>
                <a:off x="1389991" y="4080014"/>
                <a:ext cx="1412195" cy="1511161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D3E0EAF4-E93A-F16F-8B5E-A66DE00832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2186" y="5146142"/>
                <a:ext cx="407739" cy="178333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62F810-432A-F78A-C600-C2B687AF5785}"/>
                  </a:ext>
                </a:extLst>
              </p:cNvPr>
              <p:cNvSpPr txBox="1"/>
              <p:nvPr/>
            </p:nvSpPr>
            <p:spPr>
              <a:xfrm>
                <a:off x="3209925" y="5100430"/>
                <a:ext cx="8879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DT dominant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4834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D368E-0F5C-2E0F-0EC1-8AEB2A828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Trap Distribution Simulation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87B52A7-CF8C-F754-F17C-1E5B198E88E8}"/>
              </a:ext>
            </a:extLst>
          </p:cNvPr>
          <p:cNvGrpSpPr/>
          <p:nvPr/>
        </p:nvGrpSpPr>
        <p:grpSpPr>
          <a:xfrm>
            <a:off x="1397397" y="962011"/>
            <a:ext cx="3025564" cy="2091291"/>
            <a:chOff x="205651" y="1143000"/>
            <a:chExt cx="4366350" cy="301805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75687C5-A833-FCB6-EB25-38D61CAA8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0900" y="1143000"/>
              <a:ext cx="4271100" cy="297443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D3D6955-B07F-787B-F39A-F267E35B530C}"/>
                </a:ext>
              </a:extLst>
            </p:cNvPr>
            <p:cNvSpPr/>
            <p:nvPr/>
          </p:nvSpPr>
          <p:spPr>
            <a:xfrm>
              <a:off x="205651" y="1186613"/>
              <a:ext cx="4366350" cy="297443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4C962A6-D2CC-0FAF-55F1-7245088F0A62}"/>
              </a:ext>
            </a:extLst>
          </p:cNvPr>
          <p:cNvSpPr txBox="1"/>
          <p:nvPr/>
        </p:nvSpPr>
        <p:spPr>
          <a:xfrm>
            <a:off x="4727212" y="1450776"/>
            <a:ext cx="3661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6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월 연구미팅 자료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Distribution Simulation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그대로 적용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E3F4CA4-1D22-AC9A-74F5-094C44C7D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87" y="3596128"/>
            <a:ext cx="3971925" cy="27813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1EBA7F0-5EEA-CD28-F839-119C072A0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559555"/>
            <a:ext cx="3971925" cy="278130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C414975D-C352-08E7-41BB-DA9621342635}"/>
              </a:ext>
            </a:extLst>
          </p:cNvPr>
          <p:cNvGrpSpPr/>
          <p:nvPr/>
        </p:nvGrpSpPr>
        <p:grpSpPr>
          <a:xfrm>
            <a:off x="2450176" y="3934727"/>
            <a:ext cx="2221401" cy="1894573"/>
            <a:chOff x="1876434" y="2500412"/>
            <a:chExt cx="2221401" cy="1894573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B08BC24-52A3-9B11-A6E6-192F825A8DDE}"/>
                </a:ext>
              </a:extLst>
            </p:cNvPr>
            <p:cNvGrpSpPr/>
            <p:nvPr/>
          </p:nvGrpSpPr>
          <p:grpSpPr>
            <a:xfrm>
              <a:off x="1876434" y="2500412"/>
              <a:ext cx="1497510" cy="639137"/>
              <a:chOff x="1876434" y="3729077"/>
              <a:chExt cx="1497510" cy="639137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04527B90-B6E0-80B2-5AFA-8F02240F810E}"/>
                  </a:ext>
                </a:extLst>
              </p:cNvPr>
              <p:cNvSpPr/>
              <p:nvPr/>
            </p:nvSpPr>
            <p:spPr>
              <a:xfrm>
                <a:off x="2764344" y="3729077"/>
                <a:ext cx="609600" cy="6096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" name="직선 화살표 연결선 21">
                <a:extLst>
                  <a:ext uri="{FF2B5EF4-FFF2-40B4-BE49-F238E27FC236}">
                    <a16:creationId xmlns:a16="http://schemas.microsoft.com/office/drawing/2014/main" id="{7930CB41-ED44-2D0C-5381-075B633011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62212" y="4033877"/>
                <a:ext cx="302132" cy="2583"/>
              </a:xfrm>
              <a:prstGeom prst="straightConnector1">
                <a:avLst/>
              </a:prstGeom>
              <a:ln>
                <a:solidFill>
                  <a:srgbClr val="28486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0F08B19-DE1E-41A2-09C9-867F5C36D29E}"/>
                  </a:ext>
                </a:extLst>
              </p:cNvPr>
              <p:cNvSpPr txBox="1"/>
              <p:nvPr/>
            </p:nvSpPr>
            <p:spPr>
              <a:xfrm>
                <a:off x="1876434" y="3844994"/>
                <a:ext cx="8879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TBT dominant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7B02167C-40C9-B7AF-DF98-A8982F09E5BD}"/>
                </a:ext>
              </a:extLst>
            </p:cNvPr>
            <p:cNvGrpSpPr/>
            <p:nvPr/>
          </p:nvGrpSpPr>
          <p:grpSpPr>
            <a:xfrm>
              <a:off x="1914525" y="3209985"/>
              <a:ext cx="2183310" cy="1185000"/>
              <a:chOff x="1914525" y="4438650"/>
              <a:chExt cx="2183310" cy="1185000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5CD402DF-49B9-4A65-B863-37815C44A6F6}"/>
                  </a:ext>
                </a:extLst>
              </p:cNvPr>
              <p:cNvSpPr/>
              <p:nvPr/>
            </p:nvSpPr>
            <p:spPr>
              <a:xfrm>
                <a:off x="1914525" y="4438650"/>
                <a:ext cx="1095375" cy="1152525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A57C5AB5-0ABB-DE09-29CA-864C59194C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03052" y="5136801"/>
                <a:ext cx="206873" cy="187674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11A050-A424-3A62-5A47-96E587A5439A}"/>
                  </a:ext>
                </a:extLst>
              </p:cNvPr>
              <p:cNvSpPr txBox="1"/>
              <p:nvPr/>
            </p:nvSpPr>
            <p:spPr>
              <a:xfrm>
                <a:off x="3209925" y="5100430"/>
                <a:ext cx="8879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DT dominant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11DBC92-2317-4DEC-0E2F-C60C0F777207}"/>
              </a:ext>
            </a:extLst>
          </p:cNvPr>
          <p:cNvGrpSpPr/>
          <p:nvPr/>
        </p:nvGrpSpPr>
        <p:grpSpPr>
          <a:xfrm>
            <a:off x="6310626" y="3891843"/>
            <a:ext cx="1982693" cy="1937457"/>
            <a:chOff x="2115142" y="2457528"/>
            <a:chExt cx="1982693" cy="1937457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A49CD924-E78B-1E87-CF5A-F48D0C86DF20}"/>
                </a:ext>
              </a:extLst>
            </p:cNvPr>
            <p:cNvGrpSpPr/>
            <p:nvPr/>
          </p:nvGrpSpPr>
          <p:grpSpPr>
            <a:xfrm>
              <a:off x="3114527" y="2457528"/>
              <a:ext cx="887910" cy="1014067"/>
              <a:chOff x="3114527" y="3686193"/>
              <a:chExt cx="887910" cy="1014067"/>
            </a:xfrm>
          </p:grpSpPr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AA22ED0B-9E31-A9E2-8C6B-BAFE702A4203}"/>
                  </a:ext>
                </a:extLst>
              </p:cNvPr>
              <p:cNvSpPr/>
              <p:nvPr/>
            </p:nvSpPr>
            <p:spPr>
              <a:xfrm>
                <a:off x="3213640" y="3686193"/>
                <a:ext cx="342752" cy="342752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71C1D994-C551-9A79-2677-390817CD1D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5016" y="4020122"/>
                <a:ext cx="0" cy="220722"/>
              </a:xfrm>
              <a:prstGeom prst="straightConnector1">
                <a:avLst/>
              </a:prstGeom>
              <a:ln>
                <a:solidFill>
                  <a:srgbClr val="28486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3B32B1-F657-0042-E22E-DF81436A053E}"/>
                  </a:ext>
                </a:extLst>
              </p:cNvPr>
              <p:cNvSpPr txBox="1"/>
              <p:nvPr/>
            </p:nvSpPr>
            <p:spPr>
              <a:xfrm>
                <a:off x="3114527" y="4177040"/>
                <a:ext cx="8879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TBT dominant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27B07CF1-316F-AE10-9C97-C0185C0851CD}"/>
                </a:ext>
              </a:extLst>
            </p:cNvPr>
            <p:cNvGrpSpPr/>
            <p:nvPr/>
          </p:nvGrpSpPr>
          <p:grpSpPr>
            <a:xfrm>
              <a:off x="2115142" y="2500413"/>
              <a:ext cx="1982693" cy="1894572"/>
              <a:chOff x="2115142" y="3729078"/>
              <a:chExt cx="1982693" cy="1894572"/>
            </a:xfrm>
          </p:grpSpPr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2BCD1A37-15A1-55EF-8FFE-64318C3B79E3}"/>
                  </a:ext>
                </a:extLst>
              </p:cNvPr>
              <p:cNvSpPr/>
              <p:nvPr/>
            </p:nvSpPr>
            <p:spPr>
              <a:xfrm>
                <a:off x="2115142" y="3729078"/>
                <a:ext cx="894758" cy="1862098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0" name="직선 화살표 연결선 29">
                <a:extLst>
                  <a:ext uri="{FF2B5EF4-FFF2-40B4-BE49-F238E27FC236}">
                    <a16:creationId xmlns:a16="http://schemas.microsoft.com/office/drawing/2014/main" id="{17634BD9-3444-8863-2893-343A98262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03052" y="5136801"/>
                <a:ext cx="206873" cy="187674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B379650-24E8-9D7E-AD9C-752F6B297077}"/>
                  </a:ext>
                </a:extLst>
              </p:cNvPr>
              <p:cNvSpPr txBox="1"/>
              <p:nvPr/>
            </p:nvSpPr>
            <p:spPr>
              <a:xfrm>
                <a:off x="3209925" y="5100430"/>
                <a:ext cx="8879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DT dominant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C771C6D-90D0-053A-3764-023F4FEEDF77}"/>
              </a:ext>
            </a:extLst>
          </p:cNvPr>
          <p:cNvSpPr txBox="1"/>
          <p:nvPr/>
        </p:nvSpPr>
        <p:spPr>
          <a:xfrm>
            <a:off x="327429" y="3359500"/>
            <a:ext cx="4362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Et = 0.85 eV,  sig = 0.25 eV, Gaussian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922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C08F04-3950-92A5-B3BA-C8D8EAC3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Works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828A18-AC59-9C0A-25F3-D0D52082B6D1}"/>
              </a:ext>
            </a:extLst>
          </p:cNvPr>
          <p:cNvSpPr txBox="1"/>
          <p:nvPr/>
        </p:nvSpPr>
        <p:spPr>
          <a:xfrm>
            <a:off x="1276350" y="1570219"/>
            <a:ext cx="65913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Detail calibration of Parameters : </a:t>
            </a:r>
            <a:r>
              <a:rPr lang="en-US" altLang="ko-KR" sz="2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</a:t>
            </a:r>
            <a:r>
              <a:rPr lang="en-US" altLang="ko-KR" sz="24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DT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, </a:t>
            </a:r>
            <a:r>
              <a:rPr lang="en-US" altLang="ko-KR" sz="2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</a:t>
            </a:r>
            <a:r>
              <a:rPr lang="en-US" altLang="ko-KR" sz="24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TBT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, f</a:t>
            </a:r>
            <a:r>
              <a:rPr lang="en-US" altLang="ko-KR" sz="24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</a:t>
            </a: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Fitting parameter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특징 분석 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&amp;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물리적 타당성</a:t>
            </a: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Distribution Simulation Completion</a:t>
            </a:r>
          </a:p>
        </p:txBody>
      </p:sp>
    </p:spTree>
    <p:extLst>
      <p:ext uri="{BB962C8B-B14F-4D97-AF65-F5344CB8AC3E}">
        <p14:creationId xmlns:p14="http://schemas.microsoft.com/office/powerpoint/2010/main" val="2573082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latinLnBrk="1">
              <a:defRPr/>
            </a:pP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Appendix</a:t>
            </a:r>
            <a:b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</a:br>
            <a:b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</a:b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Elastic Tunneling </a:t>
            </a:r>
            <a:r>
              <a:rPr kumimoji="1" lang="ko-KR" altLang="en-US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정리</a:t>
            </a:r>
            <a:b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</a:br>
            <a:b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</a:br>
            <a:r>
              <a:rPr kumimoji="1" lang="ko-KR" alt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rPr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1096009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6EB5DC-279D-6A19-8B07-AC0289A1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Tunneling Coefficient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4594A5-A14C-0D30-1E67-A36F32F9D908}"/>
              </a:ext>
            </a:extLst>
          </p:cNvPr>
          <p:cNvSpPr txBox="1"/>
          <p:nvPr/>
        </p:nvSpPr>
        <p:spPr>
          <a:xfrm>
            <a:off x="456818" y="1037869"/>
            <a:ext cx="8011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The WKB Approximation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0D1833-E364-717E-0E74-F0DD426B6651}"/>
                  </a:ext>
                </a:extLst>
              </p:cNvPr>
              <p:cNvSpPr txBox="1"/>
              <p:nvPr/>
            </p:nvSpPr>
            <p:spPr>
              <a:xfrm>
                <a:off x="1785173" y="1430656"/>
                <a:ext cx="6579493" cy="652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8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sz="28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8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exp</m:t>
                    </m:r>
                    <m:r>
                      <a:rPr lang="en-US" altLang="ko-KR" sz="28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den>
                        </m:f>
                        <m: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nary>
                          <m:naryPr>
                            <m:ctrlP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  <m: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altLang="ko-KR" sz="2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𝑊</m:t>
                                    </m:r>
                                    <m:d>
                                      <m:dPr>
                                        <m:ctrlPr>
                                          <a:rPr lang="en-US" altLang="ko-KR" sz="28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28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28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28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en-US" altLang="ko-KR" sz="2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r>
                                      <a:rPr lang="en-US" altLang="ko-KR" sz="2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</m:d>
                              </m:e>
                            </m:rad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𝑑𝑥</m:t>
                            </m:r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′</m:t>
                            </m:r>
                          </m:e>
                        </m:nary>
                      </m:e>
                    </m:d>
                  </m:oMath>
                </a14:m>
                <a:r>
                  <a:rPr lang="ko-KR" altLang="en-US" sz="28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0D1833-E364-717E-0E74-F0DD426B6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173" y="1430656"/>
                <a:ext cx="6579493" cy="6525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그룹 4">
            <a:extLst>
              <a:ext uri="{FF2B5EF4-FFF2-40B4-BE49-F238E27FC236}">
                <a16:creationId xmlns:a16="http://schemas.microsoft.com/office/drawing/2014/main" id="{94ED2DDF-4B21-FAF6-6158-5EDAB09520F3}"/>
              </a:ext>
            </a:extLst>
          </p:cNvPr>
          <p:cNvGrpSpPr/>
          <p:nvPr/>
        </p:nvGrpSpPr>
        <p:grpSpPr>
          <a:xfrm>
            <a:off x="538442" y="2984270"/>
            <a:ext cx="3070413" cy="1681945"/>
            <a:chOff x="708211" y="2800408"/>
            <a:chExt cx="3070413" cy="168194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153E8073-5DDA-65AA-B765-F814A224AE13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765177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6E00E38D-1582-1DD8-CF60-79D50B355517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563471"/>
              <a:ext cx="2948829" cy="0"/>
            </a:xfrm>
            <a:prstGeom prst="line">
              <a:avLst/>
            </a:prstGeom>
            <a:ln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0A04D33F-DE7F-6A96-5E97-C98AD604D6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670" y="2800408"/>
              <a:ext cx="0" cy="96476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1E16288A-FADD-2AB9-E6B5-6609C8929D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5670" y="2800408"/>
              <a:ext cx="932329" cy="48238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72DC3AC8-D26C-A1CB-254F-44A8D5950D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7997" y="3282792"/>
              <a:ext cx="1" cy="119956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BB8E5D23-C89B-5628-0220-33F116E4AFEF}"/>
                </a:ext>
              </a:extLst>
            </p:cNvPr>
            <p:cNvCxnSpPr>
              <a:cxnSpLocks/>
            </p:cNvCxnSpPr>
            <p:nvPr/>
          </p:nvCxnSpPr>
          <p:spPr>
            <a:xfrm>
              <a:off x="3052896" y="4477870"/>
              <a:ext cx="72572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8E9B584-0B40-7CBE-C524-30BD7F215BA1}"/>
              </a:ext>
            </a:extLst>
          </p:cNvPr>
          <p:cNvCxnSpPr/>
          <p:nvPr/>
        </p:nvCxnSpPr>
        <p:spPr>
          <a:xfrm flipV="1">
            <a:off x="1792941" y="2984270"/>
            <a:ext cx="0" cy="7630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6C1F785-C799-AAC0-781B-404A9F1B2ED5}"/>
              </a:ext>
            </a:extLst>
          </p:cNvPr>
          <p:cNvCxnSpPr>
            <a:cxnSpLocks/>
          </p:cNvCxnSpPr>
          <p:nvPr/>
        </p:nvCxnSpPr>
        <p:spPr>
          <a:xfrm flipV="1">
            <a:off x="2976282" y="3466654"/>
            <a:ext cx="0" cy="2806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1F1FA1-4E88-9D77-304D-039C8968DB60}"/>
                  </a:ext>
                </a:extLst>
              </p:cNvPr>
              <p:cNvSpPr txBox="1"/>
              <p:nvPr/>
            </p:nvSpPr>
            <p:spPr>
              <a:xfrm>
                <a:off x="233072" y="4205988"/>
                <a:ext cx="26965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U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niform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Field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Assumption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:</m:t>
                    </m:r>
                    <m:acc>
                      <m:accPr>
                        <m:chr m:val="⃗"/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eq</m:t>
                            </m:r>
                          </m:sub>
                        </m:sSub>
                      </m:e>
                    </m:acc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1F1FA1-4E88-9D77-304D-039C8968D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2" y="4205988"/>
                <a:ext cx="269657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5BE7588-56DB-39ED-0F4D-BCAE8773BE4D}"/>
                  </a:ext>
                </a:extLst>
              </p:cNvPr>
              <p:cNvSpPr txBox="1"/>
              <p:nvPr/>
            </p:nvSpPr>
            <p:spPr>
              <a:xfrm>
                <a:off x="2151103" y="2498655"/>
                <a:ext cx="589571" cy="433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eq</m:t>
                            </m:r>
                          </m:sub>
                        </m:sSub>
                      </m:e>
                    </m:acc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5BE7588-56DB-39ED-0F4D-BCAE8773B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103" y="2498655"/>
                <a:ext cx="589571" cy="4339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화살표: 왼쪽 15">
            <a:extLst>
              <a:ext uri="{FF2B5EF4-FFF2-40B4-BE49-F238E27FC236}">
                <a16:creationId xmlns:a16="http://schemas.microsoft.com/office/drawing/2014/main" id="{8A1BA8F9-A899-5A13-C018-CFFFDBE9CA19}"/>
              </a:ext>
            </a:extLst>
          </p:cNvPr>
          <p:cNvSpPr/>
          <p:nvPr/>
        </p:nvSpPr>
        <p:spPr>
          <a:xfrm>
            <a:off x="2260359" y="2917343"/>
            <a:ext cx="371061" cy="183137"/>
          </a:xfrm>
          <a:prstGeom prst="lef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B7C02A-FD4D-246B-E45C-97B72B5CD7F8}"/>
                  </a:ext>
                </a:extLst>
              </p:cNvPr>
              <p:cNvSpPr txBox="1"/>
              <p:nvPr/>
            </p:nvSpPr>
            <p:spPr>
              <a:xfrm>
                <a:off x="1317040" y="3221152"/>
                <a:ext cx="5895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qΦ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B7C02A-FD4D-246B-E45C-97B72B5CD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040" y="3221152"/>
                <a:ext cx="589571" cy="369332"/>
              </a:xfrm>
              <a:prstGeom prst="rect">
                <a:avLst/>
              </a:prstGeom>
              <a:blipFill>
                <a:blip r:embed="rId5"/>
                <a:stretch>
                  <a:fillRect l="-10309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773812-07CB-764E-A106-AA315943FF47}"/>
                  </a:ext>
                </a:extLst>
              </p:cNvPr>
              <p:cNvSpPr txBox="1"/>
              <p:nvPr/>
            </p:nvSpPr>
            <p:spPr>
              <a:xfrm>
                <a:off x="3019284" y="3380243"/>
                <a:ext cx="5895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qΦ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773812-07CB-764E-A106-AA315943F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284" y="3380243"/>
                <a:ext cx="589571" cy="369332"/>
              </a:xfrm>
              <a:prstGeom prst="rect">
                <a:avLst/>
              </a:prstGeom>
              <a:blipFill>
                <a:blip r:embed="rId6"/>
                <a:stretch>
                  <a:fillRect l="-7216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9B705E-7FB1-1EA3-5A2C-41E5768EA405}"/>
                  </a:ext>
                </a:extLst>
              </p:cNvPr>
              <p:cNvSpPr txBox="1"/>
              <p:nvPr/>
            </p:nvSpPr>
            <p:spPr>
              <a:xfrm>
                <a:off x="3783800" y="3038712"/>
                <a:ext cx="4438010" cy="4989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exp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den>
                        </m:f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nary>
                          <m:nary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naryPr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𝐿</m:t>
                                </m:r>
                              </m:sub>
                            </m:sSub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  <m:d>
                                  <m:d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rad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′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9B705E-7FB1-1EA3-5A2C-41E5768EA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800" y="3038712"/>
                <a:ext cx="4438010" cy="498919"/>
              </a:xfrm>
              <a:prstGeom prst="rect">
                <a:avLst/>
              </a:prstGeom>
              <a:blipFill>
                <a:blip r:embed="rId7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58533E0-F3A7-F22B-0EA6-7D84BB0D5636}"/>
                  </a:ext>
                </a:extLst>
              </p:cNvPr>
              <p:cNvSpPr txBox="1"/>
              <p:nvPr/>
            </p:nvSpPr>
            <p:spPr>
              <a:xfrm>
                <a:off x="4126996" y="3557584"/>
                <a:ext cx="5121338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exp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den>
                        </m:f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nary>
                          <m:nary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𝐻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𝐿</m:t>
                                </m:r>
                              </m:sub>
                            </m:sSub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  <m:d>
                                  <m:d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rad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(</m:t>
                                </m:r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)</m:t>
                            </m:r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num>
                              <m:den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d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  <m:d>
                                      <m:d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𝑑</m:t>
                                    </m:r>
                                    <m:sSup>
                                      <m:sSup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den>
                                </m:f>
                              </m:den>
                            </m:f>
                          </m:e>
                        </m:nary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58533E0-F3A7-F22B-0EA6-7D84BB0D5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96" y="3557584"/>
                <a:ext cx="5121338" cy="691536"/>
              </a:xfrm>
              <a:prstGeom prst="rect">
                <a:avLst/>
              </a:prstGeom>
              <a:blipFill>
                <a:blip r:embed="rId8"/>
                <a:stretch>
                  <a:fillRect b="-8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07F03-AD28-996B-2684-E88F08503E97}"/>
                  </a:ext>
                </a:extLst>
              </p:cNvPr>
              <p:cNvSpPr txBox="1"/>
              <p:nvPr/>
            </p:nvSpPr>
            <p:spPr>
              <a:xfrm>
                <a:off x="4126996" y="4276937"/>
                <a:ext cx="4423326" cy="736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exp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𝑚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ℏ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𝐻</m:t>
                                  </m:r>
                                </m:sub>
                                <m:sup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1.5</m:t>
                                  </m:r>
                                </m:sup>
                              </m:sSubSup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𝐿</m:t>
                                  </m:r>
                                </m:sub>
                                <m:sup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1.5</m:t>
                                  </m:r>
                                </m:sup>
                              </m:sSubSup>
                            </m:e>
                          </m:d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qF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eq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2000" b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07F03-AD28-996B-2684-E88F08503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96" y="4276937"/>
                <a:ext cx="4423326" cy="736868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16041CF-08EE-12F2-3944-FA39791F85B9}"/>
                  </a:ext>
                </a:extLst>
              </p:cNvPr>
              <p:cNvSpPr txBox="1"/>
              <p:nvPr/>
            </p:nvSpPr>
            <p:spPr>
              <a:xfrm>
                <a:off x="4126996" y="5083263"/>
                <a:ext cx="3536866" cy="736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exp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𝑚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3ℏ</m:t>
                              </m:r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𝑞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𝐻</m:t>
                                      </m:r>
                                    </m:sub>
                                    <m:sup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1.5</m:t>
                                      </m:r>
                                    </m:sup>
                                  </m:sSubSup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𝐿</m:t>
                                      </m:r>
                                    </m:sub>
                                    <m:sup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1.5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eq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2000" b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16041CF-08EE-12F2-3944-FA39791F8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96" y="5083263"/>
                <a:ext cx="3536866" cy="736868"/>
              </a:xfrm>
              <a:prstGeom prst="rect">
                <a:avLst/>
              </a:prstGeom>
              <a:blipFill>
                <a:blip r:embed="rId10"/>
                <a:stretch>
                  <a:fillRect b="-8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3875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4E970-2512-ED6F-3E8D-A49E98F9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Elastic Tunneling of Electron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765BC7-90CB-580C-9563-08ACD0DE7A30}"/>
              </a:ext>
            </a:extLst>
          </p:cNvPr>
          <p:cNvSpPr txBox="1"/>
          <p:nvPr/>
        </p:nvSpPr>
        <p:spPr>
          <a:xfrm>
            <a:off x="762000" y="1057835"/>
            <a:ext cx="78172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Main Assumption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Energy level of electron conserves in tunneling procedure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Fermi level depends on the operation of the device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At FN tunneling state, Fermi level is above the conduction band level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At retention state, Fermi level is about trap level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B65A6C-AB4B-59A8-ECE4-76F92D796B15}"/>
              </a:ext>
            </a:extLst>
          </p:cNvPr>
          <p:cNvSpPr txBox="1"/>
          <p:nvPr/>
        </p:nvSpPr>
        <p:spPr>
          <a:xfrm>
            <a:off x="66663" y="3390388"/>
            <a:ext cx="3908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FN tunneling state in high current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5083352-6B35-0D63-21B1-8C3998D22C73}"/>
              </a:ext>
            </a:extLst>
          </p:cNvPr>
          <p:cNvGrpSpPr/>
          <p:nvPr/>
        </p:nvGrpSpPr>
        <p:grpSpPr>
          <a:xfrm>
            <a:off x="4748847" y="3900059"/>
            <a:ext cx="3752144" cy="2134662"/>
            <a:chOff x="708211" y="2800408"/>
            <a:chExt cx="3752144" cy="2134662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C412AD4D-7C36-8720-557C-E543F1F61DCB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765177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4996D19F-F403-44B9-BDC7-945CA0B86D51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957918"/>
              <a:ext cx="140745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9ECFB42D-504E-BEC9-A670-552F3CDDA725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4092388"/>
              <a:ext cx="1407459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1A3C2C47-A658-DD7D-5034-F540C93D3A80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4935070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4E42574E-9B8E-4C7D-818F-9DC3E95B2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670" y="2800408"/>
              <a:ext cx="0" cy="96476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D43B240-0980-F457-3162-8386C6BF4D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5670" y="2800408"/>
              <a:ext cx="932329" cy="48238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726E5231-1618-76C4-1963-D8EE00BCE0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7997" y="3282792"/>
              <a:ext cx="1" cy="119956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F3F59255-07EC-F900-2246-F9C158945132}"/>
                </a:ext>
              </a:extLst>
            </p:cNvPr>
            <p:cNvCxnSpPr>
              <a:cxnSpLocks/>
            </p:cNvCxnSpPr>
            <p:nvPr/>
          </p:nvCxnSpPr>
          <p:spPr>
            <a:xfrm>
              <a:off x="3052896" y="4477870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2F4FCC5-2215-59B5-437B-A099DCFC2B43}"/>
                </a:ext>
              </a:extLst>
            </p:cNvPr>
            <p:cNvCxnSpPr>
              <a:cxnSpLocks/>
            </p:cNvCxnSpPr>
            <p:nvPr/>
          </p:nvCxnSpPr>
          <p:spPr>
            <a:xfrm>
              <a:off x="3047997" y="4558553"/>
              <a:ext cx="140745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235AFF7-573D-3DE6-E5FE-1B1FF13808C1}"/>
              </a:ext>
            </a:extLst>
          </p:cNvPr>
          <p:cNvSpPr txBox="1"/>
          <p:nvPr/>
        </p:nvSpPr>
        <p:spPr>
          <a:xfrm>
            <a:off x="4670614" y="3429000"/>
            <a:ext cx="3908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 tunneling state in Retention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62B7118-1FB3-3A1F-C581-984ED233079A}"/>
              </a:ext>
            </a:extLst>
          </p:cNvPr>
          <p:cNvCxnSpPr>
            <a:cxnSpLocks/>
          </p:cNvCxnSpPr>
          <p:nvPr/>
        </p:nvCxnSpPr>
        <p:spPr>
          <a:xfrm>
            <a:off x="6044386" y="4768459"/>
            <a:ext cx="1225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CAE1C872-D356-57D6-C0E2-DF2250100036}"/>
              </a:ext>
            </a:extLst>
          </p:cNvPr>
          <p:cNvSpPr/>
          <p:nvPr/>
        </p:nvSpPr>
        <p:spPr>
          <a:xfrm>
            <a:off x="5504329" y="4329953"/>
            <a:ext cx="645459" cy="528918"/>
          </a:xfrm>
          <a:custGeom>
            <a:avLst/>
            <a:gdLst>
              <a:gd name="connsiteX0" fmla="*/ 0 w 645459"/>
              <a:gd name="connsiteY0" fmla="*/ 528918 h 528918"/>
              <a:gd name="connsiteX1" fmla="*/ 493059 w 645459"/>
              <a:gd name="connsiteY1" fmla="*/ 367553 h 528918"/>
              <a:gd name="connsiteX2" fmla="*/ 645459 w 645459"/>
              <a:gd name="connsiteY2" fmla="*/ 0 h 52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5459" h="528918">
                <a:moveTo>
                  <a:pt x="0" y="528918"/>
                </a:moveTo>
                <a:cubicBezTo>
                  <a:pt x="192741" y="492312"/>
                  <a:pt x="385483" y="455706"/>
                  <a:pt x="493059" y="367553"/>
                </a:cubicBezTo>
                <a:cubicBezTo>
                  <a:pt x="600635" y="279400"/>
                  <a:pt x="623047" y="139700"/>
                  <a:pt x="645459" y="0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E19436-1432-0472-9134-9756830C2E8D}"/>
              </a:ext>
            </a:extLst>
          </p:cNvPr>
          <p:cNvSpPr txBox="1"/>
          <p:nvPr/>
        </p:nvSpPr>
        <p:spPr>
          <a:xfrm>
            <a:off x="4157179" y="4455288"/>
            <a:ext cx="19543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 gas in Conduction band</a:t>
            </a:r>
          </a:p>
          <a:p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Boltzmann Distribution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highlight>
                <a:srgbClr val="FFFF00"/>
              </a:highlight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2BEA0AE-18A4-18AC-E3FA-AC583FD862C7}"/>
              </a:ext>
            </a:extLst>
          </p:cNvPr>
          <p:cNvGrpSpPr/>
          <p:nvPr/>
        </p:nvGrpSpPr>
        <p:grpSpPr>
          <a:xfrm>
            <a:off x="287430" y="3900059"/>
            <a:ext cx="3752144" cy="2134662"/>
            <a:chOff x="708211" y="2800408"/>
            <a:chExt cx="3752144" cy="2134662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5D95BAEF-408F-B5D2-9C16-F52FF4391D67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765177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BA3A6B27-EEC7-EE59-B8E2-3AF008E21C80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563471"/>
              <a:ext cx="140745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150877-93FF-AA50-2339-28BCCD6C0DA7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4935070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BF7FBA2B-E693-B939-8A4C-CF06CDDB02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670" y="2800408"/>
              <a:ext cx="0" cy="96476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E16C5BC4-8C6F-A7D9-D83C-C1CE930275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5670" y="2800408"/>
              <a:ext cx="932329" cy="48238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F17D914A-8F98-FCF3-EE9C-1734231863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7997" y="3282792"/>
              <a:ext cx="1" cy="119956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B78A8FFD-0C3A-3796-2879-D1F3D7C534DE}"/>
                </a:ext>
              </a:extLst>
            </p:cNvPr>
            <p:cNvCxnSpPr>
              <a:cxnSpLocks/>
            </p:cNvCxnSpPr>
            <p:nvPr/>
          </p:nvCxnSpPr>
          <p:spPr>
            <a:xfrm>
              <a:off x="3052896" y="4477870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1C35D074-D4B9-FBED-92EB-59EA144073FF}"/>
                </a:ext>
              </a:extLst>
            </p:cNvPr>
            <p:cNvCxnSpPr>
              <a:cxnSpLocks/>
            </p:cNvCxnSpPr>
            <p:nvPr/>
          </p:nvCxnSpPr>
          <p:spPr>
            <a:xfrm>
              <a:off x="3047997" y="4558553"/>
              <a:ext cx="140745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A7D08B2D-C8B5-79A0-377A-3BEF90D3ED0E}"/>
              </a:ext>
            </a:extLst>
          </p:cNvPr>
          <p:cNvCxnSpPr>
            <a:cxnSpLocks/>
          </p:cNvCxnSpPr>
          <p:nvPr/>
        </p:nvCxnSpPr>
        <p:spPr>
          <a:xfrm>
            <a:off x="1582969" y="4768459"/>
            <a:ext cx="1225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0044A420-1837-4CB1-323B-D5C95745729E}"/>
              </a:ext>
            </a:extLst>
          </p:cNvPr>
          <p:cNvSpPr/>
          <p:nvPr/>
        </p:nvSpPr>
        <p:spPr>
          <a:xfrm>
            <a:off x="419100" y="4455288"/>
            <a:ext cx="1273175" cy="408812"/>
          </a:xfrm>
          <a:custGeom>
            <a:avLst/>
            <a:gdLst>
              <a:gd name="connsiteX0" fmla="*/ 0 w 1273175"/>
              <a:gd name="connsiteY0" fmla="*/ 457200 h 457200"/>
              <a:gd name="connsiteX1" fmla="*/ 101600 w 1273175"/>
              <a:gd name="connsiteY1" fmla="*/ 301625 h 457200"/>
              <a:gd name="connsiteX2" fmla="*/ 504825 w 1273175"/>
              <a:gd name="connsiteY2" fmla="*/ 250825 h 457200"/>
              <a:gd name="connsiteX3" fmla="*/ 1104900 w 1273175"/>
              <a:gd name="connsiteY3" fmla="*/ 174625 h 457200"/>
              <a:gd name="connsiteX4" fmla="*/ 1273175 w 1273175"/>
              <a:gd name="connsiteY4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3175" h="457200">
                <a:moveTo>
                  <a:pt x="0" y="457200"/>
                </a:moveTo>
                <a:cubicBezTo>
                  <a:pt x="8731" y="396610"/>
                  <a:pt x="17463" y="336021"/>
                  <a:pt x="101600" y="301625"/>
                </a:cubicBezTo>
                <a:cubicBezTo>
                  <a:pt x="185737" y="267229"/>
                  <a:pt x="504825" y="250825"/>
                  <a:pt x="504825" y="250825"/>
                </a:cubicBezTo>
                <a:cubicBezTo>
                  <a:pt x="672042" y="229658"/>
                  <a:pt x="976842" y="216429"/>
                  <a:pt x="1104900" y="174625"/>
                </a:cubicBezTo>
                <a:cubicBezTo>
                  <a:pt x="1232958" y="132821"/>
                  <a:pt x="1253066" y="66410"/>
                  <a:pt x="1273175" y="0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5B0E095-CE95-3AB2-E9C5-21A5177D3348}"/>
              </a:ext>
            </a:extLst>
          </p:cNvPr>
          <p:cNvSpPr/>
          <p:nvPr/>
        </p:nvSpPr>
        <p:spPr>
          <a:xfrm>
            <a:off x="419098" y="4662397"/>
            <a:ext cx="1269271" cy="196474"/>
          </a:xfrm>
          <a:prstGeom prst="rect">
            <a:avLst/>
          </a:prstGeom>
          <a:solidFill>
            <a:srgbClr val="FF000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920E78-1329-917D-C8D0-F2A36ABAF9CD}"/>
              </a:ext>
            </a:extLst>
          </p:cNvPr>
          <p:cNvSpPr txBox="1"/>
          <p:nvPr/>
        </p:nvSpPr>
        <p:spPr>
          <a:xfrm>
            <a:off x="32964" y="4137750"/>
            <a:ext cx="1589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Excessive electron current</a:t>
            </a:r>
          </a:p>
          <a:p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Step function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highlight>
                <a:srgbClr val="FFFF00"/>
              </a:highlight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D853B9-D343-5FF2-DEC4-5932F8E435EB}"/>
              </a:ext>
            </a:extLst>
          </p:cNvPr>
          <p:cNvSpPr txBox="1"/>
          <p:nvPr/>
        </p:nvSpPr>
        <p:spPr>
          <a:xfrm>
            <a:off x="4848634" y="5179775"/>
            <a:ext cx="12078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electrons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F4FA93A-C8E2-C7A8-C622-EAEBCE2E510D}"/>
                  </a:ext>
                </a:extLst>
              </p:cNvPr>
              <p:cNvSpPr txBox="1"/>
              <p:nvPr/>
            </p:nvSpPr>
            <p:spPr>
              <a:xfrm>
                <a:off x="105375" y="4569869"/>
                <a:ext cx="24788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Fn</m:t>
                          </m:r>
                        </m:sub>
                      </m:sSub>
                    </m:oMath>
                  </m:oMathPara>
                </a14:m>
                <a:endParaRPr lang="ko-KR" altLang="en-US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F4FA93A-C8E2-C7A8-C622-EAEBCE2E5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75" y="4569869"/>
                <a:ext cx="247888" cy="169277"/>
              </a:xfrm>
              <a:prstGeom prst="rect">
                <a:avLst/>
              </a:prstGeom>
              <a:blipFill>
                <a:blip r:embed="rId2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365855-9253-4322-1D0F-3BCA491A69D7}"/>
                  </a:ext>
                </a:extLst>
              </p:cNvPr>
              <p:cNvSpPr txBox="1"/>
              <p:nvPr/>
            </p:nvSpPr>
            <p:spPr>
              <a:xfrm>
                <a:off x="4496061" y="4961197"/>
                <a:ext cx="24788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Fn</m:t>
                          </m:r>
                        </m:sub>
                      </m:sSub>
                    </m:oMath>
                  </m:oMathPara>
                </a14:m>
                <a:endParaRPr lang="ko-KR" altLang="en-US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365855-9253-4322-1D0F-3BCA491A6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061" y="4961197"/>
                <a:ext cx="247888" cy="1692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3665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7F779-F7C3-982F-AE4F-57D421910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Tunneling Current Modeling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D6EF43-620F-2934-715A-C39029F30661}"/>
                  </a:ext>
                </a:extLst>
              </p:cNvPr>
              <p:cNvSpPr txBox="1"/>
              <p:nvPr/>
            </p:nvSpPr>
            <p:spPr>
              <a:xfrm>
                <a:off x="463648" y="1212401"/>
                <a:ext cx="49434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Conventional Current Density: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J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𝑣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n</m:t>
                    </m:r>
                  </m:oMath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D6EF43-620F-2934-715A-C39029F30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48" y="1212401"/>
                <a:ext cx="4943474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EF1AAD-AFE0-8BDD-CE7B-F6FEC8DB2B30}"/>
                  </a:ext>
                </a:extLst>
              </p:cNvPr>
              <p:cNvSpPr txBox="1"/>
              <p:nvPr/>
            </p:nvSpPr>
            <p:spPr>
              <a:xfrm>
                <a:off x="4933796" y="2430206"/>
                <a:ext cx="25530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∴   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J</m:t>
                    </m:r>
                    <m: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𝑣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n</m:t>
                    </m:r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EF1AAD-AFE0-8BDD-CE7B-F6FEC8DB2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796" y="2430206"/>
                <a:ext cx="255306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BFFFF9-6249-EA2E-92A2-F9583AFCB180}"/>
                  </a:ext>
                </a:extLst>
              </p:cNvPr>
              <p:cNvSpPr txBox="1"/>
              <p:nvPr/>
            </p:nvSpPr>
            <p:spPr>
              <a:xfrm>
                <a:off x="473850" y="4393015"/>
                <a:ext cx="8568028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dJ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1→2</m:t>
                        </m:r>
                      </m:sub>
                    </m:sSub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</m:e>
                      <m:sub>
                        <m: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</m:d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</m:d>
                      </m:e>
                    </m:d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 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</m:e>
                      <m:sub>
                        <m: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</m:d>
                    <m:d>
                      <m:d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BFFFF9-6249-EA2E-92A2-F9583AFCB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50" y="4393015"/>
                <a:ext cx="8568028" cy="4049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4DDCDA-FE37-26B2-E502-189B3E8E64E5}"/>
                  </a:ext>
                </a:extLst>
              </p:cNvPr>
              <p:cNvSpPr txBox="1"/>
              <p:nvPr/>
            </p:nvSpPr>
            <p:spPr>
              <a:xfrm>
                <a:off x="2271226" y="3936793"/>
                <a:ext cx="17493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  <m:r>
                          <a:rPr lang="en-US" altLang="ko-KR" sz="1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4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4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x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dk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4DDCDA-FE37-26B2-E502-189B3E8E6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226" y="3936793"/>
                <a:ext cx="174938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704588-E2C3-F618-8952-7B2309589F1E}"/>
                  </a:ext>
                </a:extLst>
              </p:cNvPr>
              <p:cNvSpPr txBox="1"/>
              <p:nvPr/>
            </p:nvSpPr>
            <p:spPr>
              <a:xfrm>
                <a:off x="533399" y="4932922"/>
                <a:ext cx="8508479" cy="4848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By quantum relation,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,  </m:t>
                    </m:r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, </m:t>
                    </m:r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∬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y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z</m:t>
                        </m:r>
                      </m:sub>
                    </m:sSub>
                  </m:oMath>
                </a14:m>
                <a:endParaRPr lang="ko-KR" altLang="en-US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704588-E2C3-F618-8952-7B2309589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4932922"/>
                <a:ext cx="8508479" cy="4848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8C83BE-6CB5-0E13-D915-64F741C26A1D}"/>
                  </a:ext>
                </a:extLst>
              </p:cNvPr>
              <p:cNvSpPr txBox="1"/>
              <p:nvPr/>
            </p:nvSpPr>
            <p:spPr>
              <a:xfrm>
                <a:off x="608923" y="5499492"/>
                <a:ext cx="7926154" cy="804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∬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y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z</m:t>
                        </m:r>
                      </m:sub>
                    </m:sSub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∬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𝜌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𝜙</m:t>
                    </m:r>
                  </m:oMath>
                </a14:m>
                <a:r>
                  <a:rPr lang="en-US" altLang="ko-KR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𝜋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∫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𝜌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𝜌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∫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𝜌</m:t>
                        </m:r>
                      </m:sub>
                    </m:sSub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8C83BE-6CB5-0E13-D915-64F741C26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23" y="5499492"/>
                <a:ext cx="7926154" cy="8047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4061035-B311-D978-6681-2B1E3CD9F8FB}"/>
              </a:ext>
            </a:extLst>
          </p:cNvPr>
          <p:cNvSpPr txBox="1"/>
          <p:nvPr/>
        </p:nvSpPr>
        <p:spPr>
          <a:xfrm>
            <a:off x="1854387" y="1879068"/>
            <a:ext cx="2250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Occupied electron state : f</a:t>
            </a:r>
            <a:r>
              <a:rPr lang="en-US" altLang="ko-KR" sz="14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(ε)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D6FBE0-8B4A-44A0-7F05-FA0E39E0F231}"/>
              </a:ext>
            </a:extLst>
          </p:cNvPr>
          <p:cNvSpPr txBox="1"/>
          <p:nvPr/>
        </p:nvSpPr>
        <p:spPr>
          <a:xfrm>
            <a:off x="4353482" y="1884922"/>
            <a:ext cx="2669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Available electron state : 1 - f</a:t>
            </a:r>
            <a:r>
              <a:rPr lang="en-US" altLang="ko-KR" sz="14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(ε)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13FE6EF-3BF9-5ABE-C38C-5C605DD3930B}"/>
              </a:ext>
            </a:extLst>
          </p:cNvPr>
          <p:cNvGrpSpPr/>
          <p:nvPr/>
        </p:nvGrpSpPr>
        <p:grpSpPr>
          <a:xfrm>
            <a:off x="1302409" y="1908347"/>
            <a:ext cx="2972477" cy="1554121"/>
            <a:chOff x="1302409" y="1908347"/>
            <a:chExt cx="2972477" cy="1554121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FA4F9AD-DF23-A3FD-FE30-E5C0499CBC11}"/>
                </a:ext>
              </a:extLst>
            </p:cNvPr>
            <p:cNvGrpSpPr/>
            <p:nvPr/>
          </p:nvGrpSpPr>
          <p:grpSpPr>
            <a:xfrm>
              <a:off x="1302409" y="1908347"/>
              <a:ext cx="2972477" cy="1554121"/>
              <a:chOff x="1751923" y="1755672"/>
              <a:chExt cx="2972477" cy="1554121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7483D54D-4979-EC48-1687-F4E9A7C2410C}"/>
                  </a:ext>
                </a:extLst>
              </p:cNvPr>
              <p:cNvGrpSpPr/>
              <p:nvPr/>
            </p:nvGrpSpPr>
            <p:grpSpPr>
              <a:xfrm>
                <a:off x="2762250" y="1755672"/>
                <a:ext cx="1962150" cy="1554121"/>
                <a:chOff x="809625" y="1056502"/>
                <a:chExt cx="1962150" cy="1554121"/>
              </a:xfrm>
            </p:grpSpPr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8E4FD300-8A12-B7F2-E5D8-14E36F320B44}"/>
                    </a:ext>
                  </a:extLst>
                </p:cNvPr>
                <p:cNvCxnSpPr/>
                <p:nvPr/>
              </p:nvCxnSpPr>
              <p:spPr>
                <a:xfrm>
                  <a:off x="809625" y="1438275"/>
                  <a:ext cx="13335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직선 연결선 16">
                  <a:extLst>
                    <a:ext uri="{FF2B5EF4-FFF2-40B4-BE49-F238E27FC236}">
                      <a16:creationId xmlns:a16="http://schemas.microsoft.com/office/drawing/2014/main" id="{D0594C6D-2F9C-81B6-1E60-9435FFF2E9F9}"/>
                    </a:ext>
                  </a:extLst>
                </p:cNvPr>
                <p:cNvCxnSpPr/>
                <p:nvPr/>
              </p:nvCxnSpPr>
              <p:spPr>
                <a:xfrm>
                  <a:off x="809625" y="2209800"/>
                  <a:ext cx="13335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직선 연결선 17">
                  <a:extLst>
                    <a:ext uri="{FF2B5EF4-FFF2-40B4-BE49-F238E27FC236}">
                      <a16:creationId xmlns:a16="http://schemas.microsoft.com/office/drawing/2014/main" id="{CE196CC9-E874-F33B-FD56-CA523A51E3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43125" y="1438275"/>
                  <a:ext cx="0" cy="77152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9" name="그림 18">
                  <a:extLst>
                    <a:ext uri="{FF2B5EF4-FFF2-40B4-BE49-F238E27FC236}">
                      <a16:creationId xmlns:a16="http://schemas.microsoft.com/office/drawing/2014/main" id="{5096A030-48A3-2401-16C3-073D4DAA20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58149" y="1723804"/>
                  <a:ext cx="219518" cy="219518"/>
                </a:xfrm>
                <a:prstGeom prst="rect">
                  <a:avLst/>
                </a:prstGeom>
              </p:spPr>
            </p:pic>
            <p:pic>
              <p:nvPicPr>
                <p:cNvPr id="20" name="그림 19">
                  <a:extLst>
                    <a:ext uri="{FF2B5EF4-FFF2-40B4-BE49-F238E27FC236}">
                      <a16:creationId xmlns:a16="http://schemas.microsoft.com/office/drawing/2014/main" id="{DE9DA628-3B41-4DB7-019D-BFCAFA3A27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90878" y="1934788"/>
                  <a:ext cx="219518" cy="219518"/>
                </a:xfrm>
                <a:prstGeom prst="rect">
                  <a:avLst/>
                </a:prstGeom>
              </p:spPr>
            </p:pic>
            <p:pic>
              <p:nvPicPr>
                <p:cNvPr id="21" name="그림 20">
                  <a:extLst>
                    <a:ext uri="{FF2B5EF4-FFF2-40B4-BE49-F238E27FC236}">
                      <a16:creationId xmlns:a16="http://schemas.microsoft.com/office/drawing/2014/main" id="{D2A97B46-D46E-F3E2-B3F0-B884314BAB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77667" y="1539501"/>
                  <a:ext cx="219518" cy="219518"/>
                </a:xfrm>
                <a:prstGeom prst="rect">
                  <a:avLst/>
                </a:prstGeom>
              </p:spPr>
            </p:pic>
            <p:pic>
              <p:nvPicPr>
                <p:cNvPr id="22" name="그림 21">
                  <a:extLst>
                    <a:ext uri="{FF2B5EF4-FFF2-40B4-BE49-F238E27FC236}">
                      <a16:creationId xmlns:a16="http://schemas.microsoft.com/office/drawing/2014/main" id="{3EE6D4AE-78FB-D578-0A52-A89389360E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71360" y="1458649"/>
                  <a:ext cx="219518" cy="219518"/>
                </a:xfrm>
                <a:prstGeom prst="rect">
                  <a:avLst/>
                </a:prstGeom>
              </p:spPr>
            </p:pic>
            <p:pic>
              <p:nvPicPr>
                <p:cNvPr id="23" name="그림 22">
                  <a:extLst>
                    <a:ext uri="{FF2B5EF4-FFF2-40B4-BE49-F238E27FC236}">
                      <a16:creationId xmlns:a16="http://schemas.microsoft.com/office/drawing/2014/main" id="{22A99BC0-991D-8F3F-5DD5-927D24C7E3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61601" y="1934788"/>
                  <a:ext cx="219518" cy="219518"/>
                </a:xfrm>
                <a:prstGeom prst="rect">
                  <a:avLst/>
                </a:prstGeom>
              </p:spPr>
            </p:pic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02E25835-CBD4-C716-4BCC-4839901E38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71775" y="1056502"/>
                  <a:ext cx="0" cy="155412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화살표 연결선 24">
                  <a:extLst>
                    <a:ext uri="{FF2B5EF4-FFF2-40B4-BE49-F238E27FC236}">
                      <a16:creationId xmlns:a16="http://schemas.microsoft.com/office/drawing/2014/main" id="{FAD38257-74A7-8228-1AE2-C0078AA8AF1D}"/>
                    </a:ext>
                  </a:extLst>
                </p:cNvPr>
                <p:cNvCxnSpPr/>
                <p:nvPr/>
              </p:nvCxnSpPr>
              <p:spPr>
                <a:xfrm>
                  <a:off x="2143125" y="1833562"/>
                  <a:ext cx="62865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918B000-76C2-1BA5-611B-39BD5ABB9551}"/>
                    </a:ext>
                  </a:extLst>
                </p:cNvPr>
                <p:cNvSpPr txBox="1"/>
                <p:nvPr/>
              </p:nvSpPr>
              <p:spPr>
                <a:xfrm>
                  <a:off x="2228850" y="1539501"/>
                  <a:ext cx="49698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TC</a:t>
                  </a:r>
                  <a:endPara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1BD12305-FF93-0031-C53B-F4182671FAEC}"/>
                    </a:ext>
                  </a:extLst>
                </p:cNvPr>
                <p:cNvCxnSpPr/>
                <p:nvPr/>
              </p:nvCxnSpPr>
              <p:spPr>
                <a:xfrm>
                  <a:off x="932842" y="1292843"/>
                  <a:ext cx="13335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DE2B49F8-AD7A-9374-A242-81131F927AD3}"/>
                      </a:ext>
                    </a:extLst>
                  </p:cNvPr>
                  <p:cNvSpPr txBox="1"/>
                  <p:nvPr/>
                </p:nvSpPr>
                <p:spPr>
                  <a:xfrm>
                    <a:off x="1751923" y="2338542"/>
                    <a:ext cx="1575514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J</m:t>
                          </m:r>
                          <m: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q</m:t>
                          </m:r>
                          <m: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𝑣</m:t>
                          </m:r>
                          <m: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  <m: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   ⇒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7735273D-C696-F248-018A-D8AF7BB219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1923" y="2338542"/>
                    <a:ext cx="1575514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평행 사변형 12">
              <a:extLst>
                <a:ext uri="{FF2B5EF4-FFF2-40B4-BE49-F238E27FC236}">
                  <a16:creationId xmlns:a16="http://schemas.microsoft.com/office/drawing/2014/main" id="{C866FF82-DA35-FF08-CEA3-ABFC17E63C25}"/>
                </a:ext>
              </a:extLst>
            </p:cNvPr>
            <p:cNvSpPr/>
            <p:nvPr/>
          </p:nvSpPr>
          <p:spPr>
            <a:xfrm rot="5400000" flipV="1">
              <a:off x="3250512" y="2542707"/>
              <a:ext cx="916959" cy="120921"/>
            </a:xfrm>
            <a:prstGeom prst="parallelogram">
              <a:avLst>
                <a:gd name="adj" fmla="val 119524"/>
              </a:avLst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accent1">
                  <a:shade val="20000"/>
                  <a:alpha val="39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B60B1C8-3E4F-E754-FCAD-6D37E382BEF6}"/>
              </a:ext>
            </a:extLst>
          </p:cNvPr>
          <p:cNvSpPr txBox="1"/>
          <p:nvPr/>
        </p:nvSpPr>
        <p:spPr>
          <a:xfrm>
            <a:off x="3600296" y="3035815"/>
            <a:ext cx="5673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Area</a:t>
            </a:r>
            <a:endParaRPr lang="ko-KR" altLang="en-US" sz="11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8964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17E8F-979A-9994-68BC-5E559F2EA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Direct Tunneling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263603-53D7-F498-EB7D-171D94469A20}"/>
                  </a:ext>
                </a:extLst>
              </p:cNvPr>
              <p:cNvSpPr txBox="1"/>
              <p:nvPr/>
            </p:nvSpPr>
            <p:spPr>
              <a:xfrm>
                <a:off x="456818" y="3015046"/>
                <a:ext cx="6899453" cy="4339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J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∫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N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Duke’s Tunneling Current Model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263603-53D7-F498-EB7D-171D94469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3015046"/>
                <a:ext cx="6899453" cy="433965"/>
              </a:xfrm>
              <a:prstGeom prst="rect">
                <a:avLst/>
              </a:prstGeom>
              <a:blipFill>
                <a:blip r:embed="rId2"/>
                <a:stretch>
                  <a:fillRect l="-88" b="-14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28915F-8E94-76DD-F68C-7077374100FD}"/>
                  </a:ext>
                </a:extLst>
              </p:cNvPr>
              <p:cNvSpPr txBox="1"/>
              <p:nvPr/>
            </p:nvSpPr>
            <p:spPr>
              <a:xfrm>
                <a:off x="456818" y="3651374"/>
                <a:ext cx="61688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TC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(</m:t>
                      </m:r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𝜀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):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Tunneling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Coefficient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,  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N</m:t>
                      </m:r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𝜀</m:t>
                          </m:r>
                        </m:e>
                      </m:d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Supply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Function</m:t>
                      </m:r>
                    </m:oMath>
                  </m:oMathPara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28915F-8E94-76DD-F68C-707737410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3651374"/>
                <a:ext cx="6168868" cy="307777"/>
              </a:xfrm>
              <a:prstGeom prst="rect">
                <a:avLst/>
              </a:prstGeom>
              <a:blipFill>
                <a:blip r:embed="rId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347399-105E-80F3-90A2-06C49EBF98C7}"/>
                  </a:ext>
                </a:extLst>
              </p:cNvPr>
              <p:cNvSpPr txBox="1"/>
              <p:nvPr/>
            </p:nvSpPr>
            <p:spPr>
              <a:xfrm>
                <a:off x="6755" y="4361382"/>
                <a:ext cx="9137245" cy="469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N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</m:d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</m:d>
                          </m:e>
                        </m:d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𝜌</m:t>
                            </m:r>
                          </m:sub>
                        </m:sSub>
                      </m:e>
                    </m:nary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𝜌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Fn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den>
                            </m:f>
                          </m:e>
                        </m:d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𝜌</m:t>
                            </m:r>
                          </m:sub>
                        </m:sSub>
                      </m:e>
                    </m:nary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kT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exp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Fn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kT</m:t>
                            </m:r>
                          </m:den>
                        </m:f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347399-105E-80F3-90A2-06C49EBF9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" y="4361382"/>
                <a:ext cx="9137245" cy="469039"/>
              </a:xfrm>
              <a:prstGeom prst="rect">
                <a:avLst/>
              </a:prstGeom>
              <a:blipFill>
                <a:blip r:embed="rId4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26DC15-FDFA-B896-D2B1-085C26CCE602}"/>
                  </a:ext>
                </a:extLst>
              </p:cNvPr>
              <p:cNvSpPr txBox="1"/>
              <p:nvPr/>
            </p:nvSpPr>
            <p:spPr>
              <a:xfrm>
                <a:off x="456818" y="842613"/>
                <a:ext cx="7534406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dJ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1→2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</m:d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26DC15-FDFA-B896-D2B1-085C26CCE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842613"/>
                <a:ext cx="7534406" cy="439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A88EE8B-3752-21FE-1617-2762DD38A252}"/>
                  </a:ext>
                </a:extLst>
              </p:cNvPr>
              <p:cNvSpPr txBox="1"/>
              <p:nvPr/>
            </p:nvSpPr>
            <p:spPr>
              <a:xfrm>
                <a:off x="538619" y="1426469"/>
                <a:ext cx="4536301" cy="710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y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z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A88EE8B-3752-21FE-1617-2762DD38A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19" y="1426469"/>
                <a:ext cx="4536301" cy="7100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B213F936-CB9C-10BD-9871-55BFA460F5DB}"/>
              </a:ext>
            </a:extLst>
          </p:cNvPr>
          <p:cNvSpPr/>
          <p:nvPr/>
        </p:nvSpPr>
        <p:spPr>
          <a:xfrm>
            <a:off x="2286000" y="2388554"/>
            <a:ext cx="340659" cy="415017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24CF03C-ED95-F6CD-7613-ED05CC845CBF}"/>
                  </a:ext>
                </a:extLst>
              </p:cNvPr>
              <p:cNvSpPr txBox="1"/>
              <p:nvPr/>
            </p:nvSpPr>
            <p:spPr>
              <a:xfrm>
                <a:off x="859477" y="5438900"/>
                <a:ext cx="7423158" cy="805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𝐷𝑇</m:t>
                          </m:r>
                        </m:sub>
                      </m:sSub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q</m:t>
                          </m:r>
                        </m:den>
                      </m:f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Area</m:t>
                          </m:r>
                        </m:e>
                      </m:d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nary>
                        <m:nary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c</m:t>
                              </m:r>
                            </m:sub>
                          </m:sSub>
                        </m:sub>
                        <m:sup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∞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TC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kT</m:t>
                          </m:r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(− 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Fn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kT</m:t>
                              </m:r>
                            </m:den>
                          </m:f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)</m:t>
                          </m:r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24CF03C-ED95-F6CD-7613-ED05CC845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77" y="5438900"/>
                <a:ext cx="7423158" cy="8058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그림 20">
            <a:extLst>
              <a:ext uri="{FF2B5EF4-FFF2-40B4-BE49-F238E27FC236}">
                <a16:creationId xmlns:a16="http://schemas.microsoft.com/office/drawing/2014/main" id="{AF32F645-C819-C441-F71F-1FD25E9A77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729" y="1568656"/>
            <a:ext cx="2425081" cy="1556711"/>
          </a:xfrm>
          <a:prstGeom prst="rect">
            <a:avLst/>
          </a:prstGeom>
        </p:spPr>
      </p:pic>
      <p:sp>
        <p:nvSpPr>
          <p:cNvPr id="22" name="타원 21">
            <a:extLst>
              <a:ext uri="{FF2B5EF4-FFF2-40B4-BE49-F238E27FC236}">
                <a16:creationId xmlns:a16="http://schemas.microsoft.com/office/drawing/2014/main" id="{EEAE5876-6BCC-4CBA-3A53-CAA4B3A570C7}"/>
              </a:ext>
            </a:extLst>
          </p:cNvPr>
          <p:cNvSpPr/>
          <p:nvPr/>
        </p:nvSpPr>
        <p:spPr>
          <a:xfrm>
            <a:off x="6353175" y="1943597"/>
            <a:ext cx="1288173" cy="48649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CD88AAE-930C-D1E9-BA73-85BC8E0EBB42}"/>
              </a:ext>
            </a:extLst>
          </p:cNvPr>
          <p:cNvCxnSpPr>
            <a:stCxn id="22" idx="4"/>
          </p:cNvCxnSpPr>
          <p:nvPr/>
        </p:nvCxnSpPr>
        <p:spPr>
          <a:xfrm flipH="1">
            <a:off x="5934075" y="2430096"/>
            <a:ext cx="1063187" cy="18561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230CE15-8B25-CAA0-B848-EFCB7843DFAA}"/>
              </a:ext>
            </a:extLst>
          </p:cNvPr>
          <p:cNvCxnSpPr/>
          <p:nvPr/>
        </p:nvCxnSpPr>
        <p:spPr>
          <a:xfrm flipV="1">
            <a:off x="2601858" y="4412898"/>
            <a:ext cx="352425" cy="4761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1A11E3D-2CD4-E683-0708-99DFDEDAD098}"/>
                  </a:ext>
                </a:extLst>
              </p:cNvPr>
              <p:cNvSpPr txBox="1"/>
              <p:nvPr/>
            </p:nvSpPr>
            <p:spPr>
              <a:xfrm>
                <a:off x="2962275" y="2090920"/>
                <a:ext cx="3181350" cy="4853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⇒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∫</m:t>
                    </m:r>
                    <m:r>
                      <m:rPr>
                        <m:sty m:val="p"/>
                      </m:rPr>
                      <a:rPr lang="en-US" altLang="ko-KR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𝜌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1A11E3D-2CD4-E683-0708-99DFDEDAD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275" y="2090920"/>
                <a:ext cx="3181350" cy="4853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90C8EF-137B-7484-50BE-17FD1BA6DB96}"/>
                  </a:ext>
                </a:extLst>
              </p:cNvPr>
              <p:cNvSpPr txBox="1"/>
              <p:nvPr/>
            </p:nvSpPr>
            <p:spPr>
              <a:xfrm>
                <a:off x="7213381" y="3887748"/>
                <a:ext cx="1806697" cy="47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Fn</m:t>
                            </m:r>
                          </m:sub>
                        </m:sSub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C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90C8EF-137B-7484-50BE-17FD1BA6D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381" y="3887748"/>
                <a:ext cx="1806697" cy="4726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3184304-050E-2AC6-70D3-D78AA5C45F41}"/>
              </a:ext>
            </a:extLst>
          </p:cNvPr>
          <p:cNvSpPr txBox="1"/>
          <p:nvPr/>
        </p:nvSpPr>
        <p:spPr>
          <a:xfrm>
            <a:off x="7473357" y="3711847"/>
            <a:ext cx="12867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Quasi-Fermi level</a:t>
            </a:r>
            <a:endParaRPr lang="ko-KR" altLang="en-US" sz="11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0B8E97-30FF-E48F-BD1F-DF9593ED2B24}"/>
              </a:ext>
            </a:extLst>
          </p:cNvPr>
          <p:cNvSpPr txBox="1"/>
          <p:nvPr/>
        </p:nvSpPr>
        <p:spPr>
          <a:xfrm>
            <a:off x="5410536" y="1706510"/>
            <a:ext cx="8723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DoS of periodic space</a:t>
            </a:r>
            <a:endParaRPr lang="ko-KR" altLang="en-US" sz="1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7CF8B27-7027-6BED-B8BB-8E5F7FB1163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801035" y="1983509"/>
            <a:ext cx="160950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613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E9882-8A2E-9D67-7206-436CC3EE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Direct Tunneling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D9D116-9DC8-294F-7B35-FB0F9214E82E}"/>
                  </a:ext>
                </a:extLst>
              </p:cNvPr>
              <p:cNvSpPr txBox="1"/>
              <p:nvPr/>
            </p:nvSpPr>
            <p:spPr>
              <a:xfrm>
                <a:off x="859477" y="926454"/>
                <a:ext cx="7423158" cy="573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q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Area</m:t>
                        </m:r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(− </m:t>
                        </m:r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Fn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kT</m:t>
                            </m:r>
                          </m:den>
                        </m:f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)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D9D116-9DC8-294F-7B35-FB0F9214E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77" y="926454"/>
                <a:ext cx="7423158" cy="5731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AE9ABC-03D5-DEDD-A407-A5ED7E2DD92D}"/>
                  </a:ext>
                </a:extLst>
              </p:cNvPr>
              <p:cNvSpPr txBox="1"/>
              <p:nvPr/>
            </p:nvSpPr>
            <p:spPr>
              <a:xfrm>
                <a:off x="1235994" y="1499560"/>
                <a:ext cx="7800429" cy="586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≈ 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q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Area</m:t>
                        </m:r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𝛿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 </m:t>
                                </m:r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c</m:t>
                                        </m:r>
                                      </m:sub>
                                    </m:s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Fn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nary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 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𝛿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≪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AE9ABC-03D5-DEDD-A407-A5ED7E2DD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94" y="1499560"/>
                <a:ext cx="7800429" cy="5865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E48661-8706-576C-CAAB-95E9908BA863}"/>
                  </a:ext>
                </a:extLst>
              </p:cNvPr>
              <p:cNvSpPr txBox="1"/>
              <p:nvPr/>
            </p:nvSpPr>
            <p:spPr>
              <a:xfrm>
                <a:off x="1235994" y="2072666"/>
                <a:ext cx="7800429" cy="596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≈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q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Area</m:t>
                        </m:r>
                      </m:e>
                    </m:d>
                    <m:nary>
                      <m:nary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𝛿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sup>
                      <m:e>
                        <m:func>
                          <m:func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 </m:t>
                                </m:r>
                                <m:f>
                                  <m:f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4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3ℏ</m:t>
                                    </m:r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𝑞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b="0" i="0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𝐻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1.5</m:t>
                                        </m:r>
                                      </m:sup>
                                    </m:sSup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b="0" i="0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𝐿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1.5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  <m:func>
                          <m:func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 </m:t>
                                </m:r>
                                <m:f>
                                  <m:f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c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Fn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E48661-8706-576C-CAAB-95E9908BA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94" y="2072666"/>
                <a:ext cx="7800429" cy="5967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BF36D5-A4F4-467A-35C0-EC9C4708A0B2}"/>
                  </a:ext>
                </a:extLst>
              </p:cNvPr>
              <p:cNvSpPr txBox="1"/>
              <p:nvPr/>
            </p:nvSpPr>
            <p:spPr>
              <a:xfrm>
                <a:off x="1235995" y="3764843"/>
                <a:ext cx="7423158" cy="611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≈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a</m:t>
                        </m:r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</m:den>
                    </m:f>
                    <m:r>
                      <m:rPr>
                        <m:sty m:val="p"/>
                      </m:rPr>
                      <a:rPr lang="en-US" altLang="ko-KR" sz="200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exp</m:t>
                    </m:r>
                    <m:r>
                      <a:rPr lang="en-US" altLang="ko-KR" sz="200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Fn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kT</m:t>
                            </m:r>
                          </m:den>
                        </m:f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BF36D5-A4F4-467A-35C0-EC9C4708A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95" y="3764843"/>
                <a:ext cx="7423158" cy="6110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256198-96A1-3502-3148-D86CA396C4A5}"/>
                  </a:ext>
                </a:extLst>
              </p:cNvPr>
              <p:cNvSpPr txBox="1"/>
              <p:nvPr/>
            </p:nvSpPr>
            <p:spPr>
              <a:xfrm>
                <a:off x="1061493" y="5445033"/>
                <a:ext cx="4792460" cy="5186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DT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2</m:t>
                    </m:r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𝜋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tox</m:t>
                        </m:r>
                        <m: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WL</m:t>
                        </m:r>
                      </m:sub>
                    </m:sSub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sub>
                        </m:s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20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256198-96A1-3502-3148-D86CA396C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493" y="5445033"/>
                <a:ext cx="4792460" cy="518668"/>
              </a:xfrm>
              <a:prstGeom prst="rect">
                <a:avLst/>
              </a:prstGeom>
              <a:blipFill>
                <a:blip r:embed="rId6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1FEB86A-E4AE-CFC0-3228-BA74B5F81563}"/>
              </a:ext>
            </a:extLst>
          </p:cNvPr>
          <p:cNvSpPr txBox="1"/>
          <p:nvPr/>
        </p:nvSpPr>
        <p:spPr>
          <a:xfrm>
            <a:off x="3378750" y="4364673"/>
            <a:ext cx="4052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a: Area correction parameter (default = 1)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FC55FE-4933-A0AE-8439-B263714855D0}"/>
                  </a:ext>
                </a:extLst>
              </p:cNvPr>
              <p:cNvSpPr txBox="1"/>
              <p:nvPr/>
            </p:nvSpPr>
            <p:spPr>
              <a:xfrm>
                <a:off x="1235994" y="2695654"/>
                <a:ext cx="7800429" cy="1101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≈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q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Area</m:t>
                        </m:r>
                      </m:e>
                    </m:d>
                    <m:func>
                      <m:func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 </m:t>
                            </m:r>
                            <m:f>
                              <m:f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4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</m:t>
                                        </m:r>
                                      </m:sub>
                                      <m:sup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rad>
                              </m:num>
                              <m:den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3ℏ</m:t>
                                </m:r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𝑞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𝐻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1.5</m:t>
                                    </m:r>
                                  </m:sup>
                                </m:sSup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𝐿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1.5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ko-KR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                            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𝛿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sup>
                      <m:e>
                        <m:func>
                          <m:func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4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3ℏ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𝑞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𝐻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𝐿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  <m:func>
                          <m:func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 </m:t>
                                </m:r>
                                <m:f>
                                  <m:f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c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Fn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FC55FE-4933-A0AE-8439-B26371485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94" y="2695654"/>
                <a:ext cx="7800429" cy="110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4756A965-332C-5BAA-FD73-60BC55DF90DE}"/>
              </a:ext>
            </a:extLst>
          </p:cNvPr>
          <p:cNvGrpSpPr/>
          <p:nvPr/>
        </p:nvGrpSpPr>
        <p:grpSpPr>
          <a:xfrm>
            <a:off x="3899647" y="2992262"/>
            <a:ext cx="3056963" cy="772581"/>
            <a:chOff x="3899647" y="2992262"/>
            <a:chExt cx="3056963" cy="772581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67F94D5-9D39-0AB9-3F82-2D5E6A2460E1}"/>
                </a:ext>
              </a:extLst>
            </p:cNvPr>
            <p:cNvSpPr/>
            <p:nvPr/>
          </p:nvSpPr>
          <p:spPr>
            <a:xfrm>
              <a:off x="3899647" y="3260992"/>
              <a:ext cx="1604682" cy="50385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7568D03-E89F-3155-9C7D-D2921C9381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4329" y="3209383"/>
              <a:ext cx="735102" cy="5160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B2D36ED-75A4-02CB-0C93-805BCAA3EEA3}"/>
                    </a:ext>
                  </a:extLst>
                </p:cNvPr>
                <p:cNvSpPr txBox="1"/>
                <p:nvPr/>
              </p:nvSpPr>
              <p:spPr>
                <a:xfrm>
                  <a:off x="6239432" y="2992262"/>
                  <a:ext cx="71717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𝑇𝐶</m:t>
                          </m:r>
                        </m:sub>
                      </m:sSub>
                    </m:oMath>
                  </a14:m>
                  <a:r>
                    <a:rPr lang="ko-KR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B2D36ED-75A4-02CB-0C93-805BCAA3EE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9432" y="2992262"/>
                  <a:ext cx="71717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3468812-EEC7-38B0-5993-8505810AA8D4}"/>
              </a:ext>
            </a:extLst>
          </p:cNvPr>
          <p:cNvGrpSpPr/>
          <p:nvPr/>
        </p:nvGrpSpPr>
        <p:grpSpPr>
          <a:xfrm>
            <a:off x="2545976" y="2695654"/>
            <a:ext cx="5180075" cy="565338"/>
            <a:chOff x="2545976" y="2695654"/>
            <a:chExt cx="5180075" cy="565338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3A6B8EA-48D5-31E1-5472-E069E40AF903}"/>
                </a:ext>
              </a:extLst>
            </p:cNvPr>
            <p:cNvSpPr/>
            <p:nvPr/>
          </p:nvSpPr>
          <p:spPr>
            <a:xfrm>
              <a:off x="2545976" y="2695654"/>
              <a:ext cx="3048000" cy="565338"/>
            </a:xfrm>
            <a:prstGeom prst="ellipse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39F877-3DD6-BA78-24F5-9217445EC907}"/>
                </a:ext>
              </a:extLst>
            </p:cNvPr>
            <p:cNvSpPr txBox="1"/>
            <p:nvPr/>
          </p:nvSpPr>
          <p:spPr>
            <a:xfrm>
              <a:off x="6956610" y="2695654"/>
              <a:ext cx="76944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TC(E</a:t>
              </a:r>
              <a:r>
                <a:rPr lang="en-US" altLang="ko-KR" sz="20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</a:t>
              </a: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)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3895041C-7464-CA45-7FB5-C3CCCF6A4C8D}"/>
                </a:ext>
              </a:extLst>
            </p:cNvPr>
            <p:cNvCxnSpPr>
              <a:cxnSpLocks/>
              <a:stCxn id="19" idx="6"/>
            </p:cNvCxnSpPr>
            <p:nvPr/>
          </p:nvCxnSpPr>
          <p:spPr>
            <a:xfrm flipV="1">
              <a:off x="5593976" y="2849542"/>
              <a:ext cx="1309982" cy="128781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8F9061C-2B4A-C421-E7EC-F69D706353AC}"/>
              </a:ext>
            </a:extLst>
          </p:cNvPr>
          <p:cNvGrpSpPr/>
          <p:nvPr/>
        </p:nvGrpSpPr>
        <p:grpSpPr>
          <a:xfrm>
            <a:off x="5504328" y="3851808"/>
            <a:ext cx="2949770" cy="1131027"/>
            <a:chOff x="3899646" y="3260992"/>
            <a:chExt cx="2949770" cy="1131027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D4BB1B3-B39C-F2EE-5B34-7DD5DF1491B2}"/>
                </a:ext>
              </a:extLst>
            </p:cNvPr>
            <p:cNvSpPr/>
            <p:nvPr/>
          </p:nvSpPr>
          <p:spPr>
            <a:xfrm>
              <a:off x="3899646" y="3260992"/>
              <a:ext cx="1712259" cy="503851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70C8C596-D794-B757-00EC-AA0FE5797BA9}"/>
                </a:ext>
              </a:extLst>
            </p:cNvPr>
            <p:cNvCxnSpPr>
              <a:cxnSpLocks/>
            </p:cNvCxnSpPr>
            <p:nvPr/>
          </p:nvCxnSpPr>
          <p:spPr>
            <a:xfrm>
              <a:off x="5629448" y="3521247"/>
              <a:ext cx="609984" cy="591164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DBEACD5-A55B-1792-5CCE-10A6BEF0992B}"/>
                    </a:ext>
                  </a:extLst>
                </p:cNvPr>
                <p:cNvSpPr txBox="1"/>
                <p:nvPr/>
              </p:nvSpPr>
              <p:spPr>
                <a:xfrm>
                  <a:off x="6239432" y="3984535"/>
                  <a:ext cx="609984" cy="4074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C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ko-KR" altLang="en-US" sz="1400" dirty="0"/>
                    <a:t> </a:t>
                  </a: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DBEACD5-A55B-1792-5CCE-10A6BEF099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9432" y="3984535"/>
                  <a:ext cx="609984" cy="40748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16727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DA087-5AC4-1538-52CC-ED248ACCC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Localization of Trapped</a:t>
            </a:r>
            <a:r>
              <a:rPr lang="ko-KR" altLang="en-US" dirty="0"/>
              <a:t> </a:t>
            </a:r>
            <a:r>
              <a:rPr lang="en-US" altLang="ko-KR" dirty="0"/>
              <a:t>Electron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5E8FB6-282F-DFBA-5FF7-6D13DEA00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17" y="1166320"/>
            <a:ext cx="7324165" cy="25382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7FD877-3121-02B8-B6DE-28FFA2C711E1}"/>
              </a:ext>
            </a:extLst>
          </p:cNvPr>
          <p:cNvSpPr txBox="1"/>
          <p:nvPr/>
        </p:nvSpPr>
        <p:spPr>
          <a:xfrm>
            <a:off x="909917" y="4242824"/>
            <a:ext cx="7324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 is </a:t>
            </a:r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localized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within the trap nitride device structure.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390B4B9-8342-CB30-F2A8-8544080FDA38}"/>
              </a:ext>
            </a:extLst>
          </p:cNvPr>
          <p:cNvSpPr/>
          <p:nvPr/>
        </p:nvSpPr>
        <p:spPr>
          <a:xfrm>
            <a:off x="1963271" y="1631577"/>
            <a:ext cx="457200" cy="43927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159DDF9-A599-421D-B20A-B0745F051313}"/>
              </a:ext>
            </a:extLst>
          </p:cNvPr>
          <p:cNvSpPr/>
          <p:nvPr/>
        </p:nvSpPr>
        <p:spPr>
          <a:xfrm>
            <a:off x="3585883" y="1631577"/>
            <a:ext cx="457200" cy="43927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14E365F-0E2F-045D-29AB-C6F784D6AEA4}"/>
              </a:ext>
            </a:extLst>
          </p:cNvPr>
          <p:cNvSpPr/>
          <p:nvPr/>
        </p:nvSpPr>
        <p:spPr>
          <a:xfrm>
            <a:off x="7180729" y="1568824"/>
            <a:ext cx="457200" cy="43927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2926FFC-C47B-7BB5-3A69-ECBEC513DCA5}"/>
              </a:ext>
            </a:extLst>
          </p:cNvPr>
          <p:cNvSpPr/>
          <p:nvPr/>
        </p:nvSpPr>
        <p:spPr>
          <a:xfrm>
            <a:off x="5611906" y="1568824"/>
            <a:ext cx="457200" cy="43927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B8440065-6E61-E542-74A9-7A96EB1709D4}"/>
              </a:ext>
            </a:extLst>
          </p:cNvPr>
          <p:cNvSpPr/>
          <p:nvPr/>
        </p:nvSpPr>
        <p:spPr>
          <a:xfrm>
            <a:off x="4298575" y="4695867"/>
            <a:ext cx="546847" cy="762000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FFD13D2-2F90-9932-05AC-7E19104B6715}"/>
              </a:ext>
            </a:extLst>
          </p:cNvPr>
          <p:cNvGrpSpPr/>
          <p:nvPr/>
        </p:nvGrpSpPr>
        <p:grpSpPr>
          <a:xfrm>
            <a:off x="1731589" y="5589237"/>
            <a:ext cx="447676" cy="482385"/>
            <a:chOff x="5329904" y="1861340"/>
            <a:chExt cx="447676" cy="482385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AEA220C-724B-B788-C970-83B9B9BDEFC3}"/>
                </a:ext>
              </a:extLst>
            </p:cNvPr>
            <p:cNvGrpSpPr/>
            <p:nvPr/>
          </p:nvGrpSpPr>
          <p:grpSpPr>
            <a:xfrm>
              <a:off x="5329904" y="1861340"/>
              <a:ext cx="447676" cy="482385"/>
              <a:chOff x="5391149" y="3282792"/>
              <a:chExt cx="447676" cy="482385"/>
            </a:xfrm>
          </p:grpSpPr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C6422E7E-0D77-F922-851E-830FC6E17B6F}"/>
                  </a:ext>
                </a:extLst>
              </p:cNvPr>
              <p:cNvCxnSpPr/>
              <p:nvPr/>
            </p:nvCxnSpPr>
            <p:spPr>
              <a:xfrm>
                <a:off x="5391150" y="3429000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7E4CC739-1A3C-5F40-69C2-3C6562F84F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3429000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0416DF12-9941-8751-5242-1789639F02DF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CBB880F5-1EE2-7570-6DB2-62518B375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3765177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E5D863AE-2DD6-9234-6DA4-65A42CEC3D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14975" y="3282792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AED85358-6845-216A-9730-B1DD752C0C03}"/>
                  </a:ext>
                </a:extLst>
              </p:cNvPr>
              <p:cNvCxnSpPr/>
              <p:nvPr/>
            </p:nvCxnSpPr>
            <p:spPr>
              <a:xfrm>
                <a:off x="5838825" y="3282792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E464D636-0E3B-AAEB-A85D-A6E6CF7A94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5000" y="3618969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5314E0D4-DB12-1C57-12F9-E84C3A9885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5000" y="3286534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407D3961-79D5-8EE3-854E-C442455FD1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91149" y="3286534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03EB26E9-C4D7-A67F-B247-EB833B740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16872" y="2029428"/>
              <a:ext cx="219518" cy="219518"/>
            </a:xfrm>
            <a:prstGeom prst="rect">
              <a:avLst/>
            </a:prstGeom>
          </p:spPr>
        </p:pic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B2AB5AC4-A7DE-3E0A-1B42-BE94C06AA7B2}"/>
                </a:ext>
              </a:extLst>
            </p:cNvPr>
            <p:cNvSpPr/>
            <p:nvPr/>
          </p:nvSpPr>
          <p:spPr>
            <a:xfrm rot="5400000" flipV="1">
              <a:off x="5476490" y="2042349"/>
              <a:ext cx="475452" cy="120921"/>
            </a:xfrm>
            <a:prstGeom prst="parallelogram">
              <a:avLst>
                <a:gd name="adj" fmla="val 119524"/>
              </a:avLst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20000"/>
                  <a:alpha val="39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7456FF1-2C3B-3B2E-6243-AF154BE337FD}"/>
              </a:ext>
            </a:extLst>
          </p:cNvPr>
          <p:cNvSpPr txBox="1"/>
          <p:nvPr/>
        </p:nvSpPr>
        <p:spPr>
          <a:xfrm>
            <a:off x="2191590" y="5589237"/>
            <a:ext cx="6323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Trapped electron modeled as </a:t>
            </a:r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Aperiodic cubit trap site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	(cf. cubit in size of atom, finite potential well)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AE7FB06-60CB-DDB8-438C-11F361A39077}"/>
              </a:ext>
            </a:extLst>
          </p:cNvPr>
          <p:cNvGrpSpPr/>
          <p:nvPr/>
        </p:nvGrpSpPr>
        <p:grpSpPr>
          <a:xfrm>
            <a:off x="1587824" y="5175821"/>
            <a:ext cx="1056154" cy="351907"/>
            <a:chOff x="6082730" y="3023422"/>
            <a:chExt cx="1056154" cy="351907"/>
          </a:xfrm>
        </p:grpSpPr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521DFB02-1AFF-8984-7144-53BD8494F40F}"/>
                </a:ext>
              </a:extLst>
            </p:cNvPr>
            <p:cNvCxnSpPr/>
            <p:nvPr/>
          </p:nvCxnSpPr>
          <p:spPr>
            <a:xfrm flipV="1">
              <a:off x="6082730" y="3345495"/>
              <a:ext cx="265579" cy="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1FCF4659-74E8-9EB8-8DA7-CDEE68A497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9257" y="3345495"/>
              <a:ext cx="2670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1685EE7-4FC9-A208-F3B2-0B0A682606C3}"/>
                    </a:ext>
                  </a:extLst>
                </p:cNvPr>
                <p:cNvSpPr txBox="1"/>
                <p:nvPr/>
              </p:nvSpPr>
              <p:spPr>
                <a:xfrm>
                  <a:off x="6371064" y="3067552"/>
                  <a:ext cx="31444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1685EE7-4FC9-A208-F3B2-0B0A682606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1064" y="3067552"/>
                  <a:ext cx="314445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383BBD-925C-B85A-06B6-C30143BCE884}"/>
                </a:ext>
              </a:extLst>
            </p:cNvPr>
            <p:cNvSpPr txBox="1"/>
            <p:nvPr/>
          </p:nvSpPr>
          <p:spPr>
            <a:xfrm>
              <a:off x="6528286" y="3023422"/>
              <a:ext cx="61059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~0.1</a:t>
              </a:r>
              <a:r>
                <a: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/>
                </a:rPr>
                <a:t>Å</a:t>
              </a:r>
              <a:endPara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566D735-136F-FBA0-3FB4-9185844A47FF}"/>
              </a:ext>
            </a:extLst>
          </p:cNvPr>
          <p:cNvSpPr txBox="1"/>
          <p:nvPr/>
        </p:nvSpPr>
        <p:spPr>
          <a:xfrm>
            <a:off x="6804211" y="3667189"/>
            <a:ext cx="22770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i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Wilhelmer</a:t>
            </a:r>
            <a:r>
              <a:rPr lang="en-US" altLang="ko-KR" sz="110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, Christoph, et al. Nanomaterials 13.16 (2023): 2286.</a:t>
            </a:r>
            <a:endParaRPr lang="ko-KR" altLang="en-US" sz="110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0466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BF9C6D-D87E-E82D-FE6F-ED94820FC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Trap to Band Tunneling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5FB5F5-2D84-DE7D-DFA6-8CF1517F9AE3}"/>
                  </a:ext>
                </a:extLst>
              </p:cNvPr>
              <p:cNvSpPr txBox="1"/>
              <p:nvPr/>
            </p:nvSpPr>
            <p:spPr>
              <a:xfrm>
                <a:off x="456818" y="3015046"/>
                <a:ext cx="7540911" cy="4355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J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∫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N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Trap-to-Band Tunneling Current Model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5FB5F5-2D84-DE7D-DFA6-8CF1517F9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3015046"/>
                <a:ext cx="7540911" cy="435568"/>
              </a:xfrm>
              <a:prstGeom prst="rect">
                <a:avLst/>
              </a:prstGeom>
              <a:blipFill>
                <a:blip r:embed="rId2"/>
                <a:stretch>
                  <a:fillRect l="-81" b="-14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218D9C-F24E-26B9-4F3E-EC5C575F595B}"/>
                  </a:ext>
                </a:extLst>
              </p:cNvPr>
              <p:cNvSpPr txBox="1"/>
              <p:nvPr/>
            </p:nvSpPr>
            <p:spPr>
              <a:xfrm>
                <a:off x="456818" y="1094632"/>
                <a:ext cx="7534406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dJ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1→2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</m:d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218D9C-F24E-26B9-4F3E-EC5C575F5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1094632"/>
                <a:ext cx="7534406" cy="4397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F3C1BD-3AAB-BC94-DCA1-C5F4D1AC9DD4}"/>
                  </a:ext>
                </a:extLst>
              </p:cNvPr>
              <p:cNvSpPr txBox="1"/>
              <p:nvPr/>
            </p:nvSpPr>
            <p:spPr>
              <a:xfrm>
                <a:off x="538620" y="1678488"/>
                <a:ext cx="4442956" cy="737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y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z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F3C1BD-3AAB-BC94-DCA1-C5F4D1AC9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20" y="1678488"/>
                <a:ext cx="4442956" cy="7373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8ADD6F21-EEE2-E50F-7F23-98D11B278E90}"/>
              </a:ext>
            </a:extLst>
          </p:cNvPr>
          <p:cNvSpPr/>
          <p:nvPr/>
        </p:nvSpPr>
        <p:spPr>
          <a:xfrm>
            <a:off x="2286000" y="2388554"/>
            <a:ext cx="340659" cy="415017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D66FCA-6EB7-A40D-B8E9-8C5BE9E11E1D}"/>
                  </a:ext>
                </a:extLst>
              </p:cNvPr>
              <p:cNvSpPr txBox="1"/>
              <p:nvPr/>
            </p:nvSpPr>
            <p:spPr>
              <a:xfrm>
                <a:off x="456818" y="4049854"/>
                <a:ext cx="8570641" cy="12541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Activated energy of the trap device : </a:t>
                </a:r>
                <a:r>
                  <a:rPr lang="en-US" altLang="ko-KR" sz="2000" b="1" u="sng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the energy activated by barrier lowering!</a:t>
                </a:r>
              </a:p>
              <a:p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B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+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𝛽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</m:rad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,       </a:t>
                </a:r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(E</a:t>
                </a:r>
                <a:r>
                  <a:rPr lang="en-US" altLang="ko-KR" sz="1400" baseline="-25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</a:t>
                </a:r>
                <a:r>
                  <a:rPr lang="en-US" altLang="ko-KR" sz="140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ground state of the trapped electron)</a:t>
                </a: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&gt;&gt;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is lowered barrier by Poole-Frenkel emission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D66FCA-6EB7-A40D-B8E9-8C5BE9E11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4049854"/>
                <a:ext cx="8570641" cy="1254126"/>
              </a:xfrm>
              <a:prstGeom prst="rect">
                <a:avLst/>
              </a:prstGeom>
              <a:blipFill>
                <a:blip r:embed="rId5"/>
                <a:stretch>
                  <a:fillRect l="-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그룹 7">
            <a:extLst>
              <a:ext uri="{FF2B5EF4-FFF2-40B4-BE49-F238E27FC236}">
                <a16:creationId xmlns:a16="http://schemas.microsoft.com/office/drawing/2014/main" id="{5F07C043-55EC-06EE-B964-64A93FB4DE61}"/>
              </a:ext>
            </a:extLst>
          </p:cNvPr>
          <p:cNvGrpSpPr/>
          <p:nvPr/>
        </p:nvGrpSpPr>
        <p:grpSpPr>
          <a:xfrm>
            <a:off x="5334098" y="1813271"/>
            <a:ext cx="447676" cy="482385"/>
            <a:chOff x="5329904" y="1861340"/>
            <a:chExt cx="447676" cy="482385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C7C8A478-7D92-D1CE-EDB5-39FBD29C548D}"/>
                </a:ext>
              </a:extLst>
            </p:cNvPr>
            <p:cNvGrpSpPr/>
            <p:nvPr/>
          </p:nvGrpSpPr>
          <p:grpSpPr>
            <a:xfrm>
              <a:off x="5329904" y="1861340"/>
              <a:ext cx="447676" cy="482385"/>
              <a:chOff x="5391149" y="3282792"/>
              <a:chExt cx="447676" cy="482385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42EDCA25-D114-3F25-A9B1-14A9E4D711C3}"/>
                  </a:ext>
                </a:extLst>
              </p:cNvPr>
              <p:cNvCxnSpPr/>
              <p:nvPr/>
            </p:nvCxnSpPr>
            <p:spPr>
              <a:xfrm>
                <a:off x="5391150" y="3429000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8878729A-7189-4593-AD29-40B1643285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3429000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90730B07-F61B-96BD-0538-A7A9A0D069F9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AC511B8D-B8E3-AE09-46E0-648A069997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3765177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53772558-BFC7-3942-16B8-9D21DDA91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14975" y="3282792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13BB974B-4460-9EE1-3738-0D7D21EBBE83}"/>
                  </a:ext>
                </a:extLst>
              </p:cNvPr>
              <p:cNvCxnSpPr/>
              <p:nvPr/>
            </p:nvCxnSpPr>
            <p:spPr>
              <a:xfrm>
                <a:off x="5838825" y="3282792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66377EC9-EDF8-E0C0-2701-BF8A23D6BD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5000" y="3618969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12AA6CFB-0C14-9D63-74C0-EBA51DCFEF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5000" y="3286534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DD7A3E2-5C86-E851-32F4-CA6D23B1C9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91149" y="3286534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661A563-EBE6-5E76-8AF2-4556627F7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16872" y="2029428"/>
              <a:ext cx="219518" cy="219518"/>
            </a:xfrm>
            <a:prstGeom prst="rect">
              <a:avLst/>
            </a:prstGeom>
          </p:spPr>
        </p:pic>
        <p:sp>
          <p:nvSpPr>
            <p:cNvPr id="11" name="평행 사변형 10">
              <a:extLst>
                <a:ext uri="{FF2B5EF4-FFF2-40B4-BE49-F238E27FC236}">
                  <a16:creationId xmlns:a16="http://schemas.microsoft.com/office/drawing/2014/main" id="{9427FD57-1188-8CF3-4244-E16795AC0EF2}"/>
                </a:ext>
              </a:extLst>
            </p:cNvPr>
            <p:cNvSpPr/>
            <p:nvPr/>
          </p:nvSpPr>
          <p:spPr>
            <a:xfrm rot="5400000" flipV="1">
              <a:off x="5476490" y="2042349"/>
              <a:ext cx="475452" cy="120921"/>
            </a:xfrm>
            <a:prstGeom prst="parallelogram">
              <a:avLst>
                <a:gd name="adj" fmla="val 119524"/>
              </a:avLst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20000"/>
                  <a:alpha val="39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7CAB8F1-85D3-9BF4-0099-52C1C18D0514}"/>
              </a:ext>
            </a:extLst>
          </p:cNvPr>
          <p:cNvSpPr txBox="1"/>
          <p:nvPr/>
        </p:nvSpPr>
        <p:spPr>
          <a:xfrm>
            <a:off x="6095624" y="1775480"/>
            <a:ext cx="2509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Assumption: </a:t>
            </a:r>
          </a:p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= Aperiodic potential well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BAF351-09A2-07CC-DB20-65579A50491F}"/>
              </a:ext>
            </a:extLst>
          </p:cNvPr>
          <p:cNvSpPr txBox="1"/>
          <p:nvPr/>
        </p:nvSpPr>
        <p:spPr>
          <a:xfrm>
            <a:off x="4611065" y="2433944"/>
            <a:ext cx="8723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DoS of aperiodic cubit</a:t>
            </a:r>
            <a:endParaRPr lang="ko-KR" altLang="en-US" sz="1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4238C2A-D0C2-5CD0-457B-C5AB241093BE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3684494" y="2291915"/>
            <a:ext cx="926571" cy="4190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105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48AD3-2DB0-DE43-717E-FC0E00288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Trap to Band Tunneling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517DD5E-F3AE-8241-BFBA-C4527748BA4F}"/>
              </a:ext>
            </a:extLst>
          </p:cNvPr>
          <p:cNvSpPr/>
          <p:nvPr/>
        </p:nvSpPr>
        <p:spPr>
          <a:xfrm>
            <a:off x="1211775" y="3957917"/>
            <a:ext cx="1402559" cy="134471"/>
          </a:xfrm>
          <a:prstGeom prst="rect">
            <a:avLst/>
          </a:prstGeom>
          <a:gradFill flip="none" rotWithShape="1">
            <a:gsLst>
              <a:gs pos="23000">
                <a:srgbClr val="FF0000"/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E4CB04-FC61-6B11-D059-0DD9AFC740C8}"/>
                  </a:ext>
                </a:extLst>
              </p:cNvPr>
              <p:cNvSpPr txBox="1"/>
              <p:nvPr/>
            </p:nvSpPr>
            <p:spPr>
              <a:xfrm>
                <a:off x="456818" y="1087635"/>
                <a:ext cx="7540911" cy="4355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J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∫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N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Trap-to-Band Tunneling Current Model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E4CB04-FC61-6B11-D059-0DD9AFC74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1087635"/>
                <a:ext cx="7540911" cy="435568"/>
              </a:xfrm>
              <a:prstGeom prst="rect">
                <a:avLst/>
              </a:prstGeom>
              <a:blipFill>
                <a:blip r:embed="rId2"/>
                <a:stretch>
                  <a:fillRect l="-81" b="-13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4A5DAD-0769-C1D6-2217-829AAD344ABC}"/>
                  </a:ext>
                </a:extLst>
              </p:cNvPr>
              <p:cNvSpPr txBox="1"/>
              <p:nvPr/>
            </p:nvSpPr>
            <p:spPr>
              <a:xfrm>
                <a:off x="367552" y="1780283"/>
                <a:ext cx="8624041" cy="77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N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=∫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</m:d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𝜌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≈∫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𝜌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     </m:t>
                            </m:r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0             </m:t>
                            </m:r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4A5DAD-0769-C1D6-2217-829AAD344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1780283"/>
                <a:ext cx="8624041" cy="7788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AA4E56C5-8AD2-9B77-0A70-E6CD4B06C8CB}"/>
              </a:ext>
            </a:extLst>
          </p:cNvPr>
          <p:cNvGrpSpPr/>
          <p:nvPr/>
        </p:nvGrpSpPr>
        <p:grpSpPr>
          <a:xfrm>
            <a:off x="1211775" y="2800408"/>
            <a:ext cx="3752144" cy="2134662"/>
            <a:chOff x="708211" y="2800408"/>
            <a:chExt cx="3752144" cy="213466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9C81D1C6-6994-8931-344E-515674D18923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765177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93C2E42-C376-D4E7-FDFC-1C9FB80D1DC3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957918"/>
              <a:ext cx="140745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958DA90C-DE0F-BAD7-819B-C7AA042D7391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4092388"/>
              <a:ext cx="1402559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E6316DA-69AD-4B86-FD76-3B1F1D0BAC4E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4935070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8DBDA2E5-7755-79FA-BA36-E94AAD0303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670" y="2800408"/>
              <a:ext cx="0" cy="96476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B68BDE2-8761-BC25-2E8D-85D729A58C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5670" y="2800408"/>
              <a:ext cx="932329" cy="48238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CBB3AD10-0FF9-4F1C-B3E6-DF1CCE3DA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7997" y="3282792"/>
              <a:ext cx="1" cy="119956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F3BF7E-87DE-2B64-225C-464B0C11E9D0}"/>
                </a:ext>
              </a:extLst>
            </p:cNvPr>
            <p:cNvCxnSpPr>
              <a:cxnSpLocks/>
            </p:cNvCxnSpPr>
            <p:nvPr/>
          </p:nvCxnSpPr>
          <p:spPr>
            <a:xfrm>
              <a:off x="3052896" y="4477870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794AC98-2226-C3FA-054C-867634AF05C5}"/>
                </a:ext>
              </a:extLst>
            </p:cNvPr>
            <p:cNvCxnSpPr>
              <a:cxnSpLocks/>
            </p:cNvCxnSpPr>
            <p:nvPr/>
          </p:nvCxnSpPr>
          <p:spPr>
            <a:xfrm>
              <a:off x="3047997" y="4558553"/>
              <a:ext cx="140745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AF2ADD7-D700-3BF9-1DC0-58A4ABEEF860}"/>
              </a:ext>
            </a:extLst>
          </p:cNvPr>
          <p:cNvCxnSpPr/>
          <p:nvPr/>
        </p:nvCxnSpPr>
        <p:spPr>
          <a:xfrm>
            <a:off x="2619234" y="4024593"/>
            <a:ext cx="13419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A5D8A36-3F3B-97AA-C079-5A25C42C4B50}"/>
              </a:ext>
            </a:extLst>
          </p:cNvPr>
          <p:cNvSpPr txBox="1"/>
          <p:nvPr/>
        </p:nvSpPr>
        <p:spPr>
          <a:xfrm>
            <a:off x="2614334" y="4032665"/>
            <a:ext cx="15899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to Band Tunneling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69309B-0DFD-5502-A59B-6DE9DC6730C2}"/>
                  </a:ext>
                </a:extLst>
              </p:cNvPr>
              <p:cNvSpPr txBox="1"/>
              <p:nvPr/>
            </p:nvSpPr>
            <p:spPr>
              <a:xfrm>
                <a:off x="367552" y="5401826"/>
                <a:ext cx="8346142" cy="579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TBT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q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sub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#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of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traps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  <m:d>
                          <m:d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69309B-0DFD-5502-A59B-6DE9DC673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5401826"/>
                <a:ext cx="8346142" cy="5798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2263769-5C9A-07DA-338D-3864FD9232D3}"/>
              </a:ext>
            </a:extLst>
          </p:cNvPr>
          <p:cNvCxnSpPr/>
          <p:nvPr/>
        </p:nvCxnSpPr>
        <p:spPr>
          <a:xfrm flipV="1">
            <a:off x="2786622" y="1913841"/>
            <a:ext cx="352425" cy="4761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B8DA7D-73A0-A080-C595-3389E531137F}"/>
                  </a:ext>
                </a:extLst>
              </p:cNvPr>
              <p:cNvSpPr txBox="1"/>
              <p:nvPr/>
            </p:nvSpPr>
            <p:spPr>
              <a:xfrm>
                <a:off x="1003239" y="3718507"/>
                <a:ext cx="40727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5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05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Δ</m:t>
                          </m:r>
                          <m:r>
                            <a:rPr lang="en-US" altLang="ko-KR" sz="105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𝜀</m:t>
                          </m:r>
                        </m:e>
                        <m:sub>
                          <m:r>
                            <a:rPr lang="en-US" altLang="ko-KR" sz="105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B8DA7D-73A0-A080-C595-3389E5311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239" y="3718507"/>
                <a:ext cx="407272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1F622A-A074-E9FA-94BC-9D1069258091}"/>
                  </a:ext>
                </a:extLst>
              </p:cNvPr>
              <p:cNvSpPr txBox="1"/>
              <p:nvPr/>
            </p:nvSpPr>
            <p:spPr>
              <a:xfrm>
                <a:off x="1005689" y="4002284"/>
                <a:ext cx="40727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05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</m:sSub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1F622A-A074-E9FA-94BC-9D1069258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689" y="4002284"/>
                <a:ext cx="407272" cy="2539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그룹 75">
            <a:extLst>
              <a:ext uri="{FF2B5EF4-FFF2-40B4-BE49-F238E27FC236}">
                <a16:creationId xmlns:a16="http://schemas.microsoft.com/office/drawing/2014/main" id="{2E03239B-70F4-59BA-5B3E-BDA5219B184A}"/>
              </a:ext>
            </a:extLst>
          </p:cNvPr>
          <p:cNvGrpSpPr/>
          <p:nvPr/>
        </p:nvGrpSpPr>
        <p:grpSpPr>
          <a:xfrm>
            <a:off x="5592439" y="2763429"/>
            <a:ext cx="2583886" cy="2601031"/>
            <a:chOff x="5592439" y="2763429"/>
            <a:chExt cx="2583886" cy="2601031"/>
          </a:xfrm>
        </p:grpSpPr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2D43BECE-ABA1-E032-12E0-01B3EA64DEEE}"/>
                </a:ext>
              </a:extLst>
            </p:cNvPr>
            <p:cNvCxnSpPr>
              <a:cxnSpLocks/>
            </p:cNvCxnSpPr>
            <p:nvPr/>
          </p:nvCxnSpPr>
          <p:spPr>
            <a:xfrm>
              <a:off x="6530970" y="3666115"/>
              <a:ext cx="15172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2BA8C7EE-54E1-604C-0897-49015AF5CCA4}"/>
                </a:ext>
              </a:extLst>
            </p:cNvPr>
            <p:cNvGrpSpPr/>
            <p:nvPr/>
          </p:nvGrpSpPr>
          <p:grpSpPr>
            <a:xfrm>
              <a:off x="6224484" y="3411124"/>
              <a:ext cx="447676" cy="482385"/>
              <a:chOff x="5419724" y="3174009"/>
              <a:chExt cx="447676" cy="482385"/>
            </a:xfrm>
          </p:grpSpPr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20EBF340-C563-6B26-CC5A-480D75C5791C}"/>
                  </a:ext>
                </a:extLst>
              </p:cNvPr>
              <p:cNvGrpSpPr/>
              <p:nvPr/>
            </p:nvGrpSpPr>
            <p:grpSpPr>
              <a:xfrm>
                <a:off x="5419724" y="3174009"/>
                <a:ext cx="447676" cy="482385"/>
                <a:chOff x="5391149" y="3282792"/>
                <a:chExt cx="447676" cy="482385"/>
              </a:xfrm>
            </p:grpSpPr>
            <p:cxnSp>
              <p:nvCxnSpPr>
                <p:cNvPr id="63" name="직선 연결선 62">
                  <a:extLst>
                    <a:ext uri="{FF2B5EF4-FFF2-40B4-BE49-F238E27FC236}">
                      <a16:creationId xmlns:a16="http://schemas.microsoft.com/office/drawing/2014/main" id="{6CFDA877-3830-2ECB-8DE2-79B04A1179D9}"/>
                    </a:ext>
                  </a:extLst>
                </p:cNvPr>
                <p:cNvCxnSpPr/>
                <p:nvPr/>
              </p:nvCxnSpPr>
              <p:spPr>
                <a:xfrm>
                  <a:off x="5391150" y="3429000"/>
                  <a:ext cx="0" cy="33617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FE28CAB6-BCDD-3D53-52AD-A9D6D0F969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1150" y="3429000"/>
                  <a:ext cx="32385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C35A162B-9C89-B08D-F196-31A39D414AEA}"/>
                    </a:ext>
                  </a:extLst>
                </p:cNvPr>
                <p:cNvCxnSpPr/>
                <p:nvPr/>
              </p:nvCxnSpPr>
              <p:spPr>
                <a:xfrm>
                  <a:off x="5715000" y="3429000"/>
                  <a:ext cx="0" cy="33617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F8614904-DC20-B615-16B9-94AA261902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1150" y="3765177"/>
                  <a:ext cx="32385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직선 연결선 66">
                  <a:extLst>
                    <a:ext uri="{FF2B5EF4-FFF2-40B4-BE49-F238E27FC236}">
                      <a16:creationId xmlns:a16="http://schemas.microsoft.com/office/drawing/2014/main" id="{ACA4E5C6-DF45-8ACF-0D1F-FF65A75DCF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14975" y="3282792"/>
                  <a:ext cx="32385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F61C0C8F-3C45-29AD-F67F-034E6BCE4236}"/>
                    </a:ext>
                  </a:extLst>
                </p:cNvPr>
                <p:cNvCxnSpPr/>
                <p:nvPr/>
              </p:nvCxnSpPr>
              <p:spPr>
                <a:xfrm>
                  <a:off x="5838825" y="3282792"/>
                  <a:ext cx="0" cy="33617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직선 연결선 68">
                  <a:extLst>
                    <a:ext uri="{FF2B5EF4-FFF2-40B4-BE49-F238E27FC236}">
                      <a16:creationId xmlns:a16="http://schemas.microsoft.com/office/drawing/2014/main" id="{62D1F5DF-BA4E-84D5-F322-031A3252F5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5000" y="3618969"/>
                  <a:ext cx="123825" cy="1462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76EFC6D2-4062-1B80-400A-E5DF4AC517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5000" y="3286534"/>
                  <a:ext cx="123825" cy="1462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F96D519E-F134-E438-0E4A-893110075A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91149" y="3286534"/>
                  <a:ext cx="123825" cy="1462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61" name="그림 60">
                <a:extLst>
                  <a:ext uri="{FF2B5EF4-FFF2-40B4-BE49-F238E27FC236}">
                    <a16:creationId xmlns:a16="http://schemas.microsoft.com/office/drawing/2014/main" id="{D9BDD3E9-93B5-9E22-C141-EBE3066D0D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06692" y="3342097"/>
                <a:ext cx="219518" cy="219518"/>
              </a:xfrm>
              <a:prstGeom prst="rect">
                <a:avLst/>
              </a:prstGeom>
            </p:spPr>
          </p:pic>
          <p:sp>
            <p:nvSpPr>
              <p:cNvPr id="62" name="평행 사변형 61">
                <a:extLst>
                  <a:ext uri="{FF2B5EF4-FFF2-40B4-BE49-F238E27FC236}">
                    <a16:creationId xmlns:a16="http://schemas.microsoft.com/office/drawing/2014/main" id="{F27F8AA8-3A7C-BA79-65A8-CEADF3F0320B}"/>
                  </a:ext>
                </a:extLst>
              </p:cNvPr>
              <p:cNvSpPr/>
              <p:nvPr/>
            </p:nvSpPr>
            <p:spPr>
              <a:xfrm rot="5400000" flipV="1">
                <a:off x="5566310" y="3355018"/>
                <a:ext cx="475452" cy="120921"/>
              </a:xfrm>
              <a:prstGeom prst="parallelogram">
                <a:avLst>
                  <a:gd name="adj" fmla="val 119524"/>
                </a:avLst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accent1">
                    <a:shade val="20000"/>
                    <a:alpha val="39000"/>
                  </a:schemeClr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58A9517-B6F7-C08F-D197-8D5C14102CB6}"/>
                    </a:ext>
                  </a:extLst>
                </p:cNvPr>
                <p:cNvSpPr txBox="1"/>
                <p:nvPr/>
              </p:nvSpPr>
              <p:spPr>
                <a:xfrm>
                  <a:off x="5762597" y="3854699"/>
                  <a:ext cx="223428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Effective Area :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𝑙</m:t>
                          </m:r>
                        </m:e>
                        <m:sub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sub>
                        <m:sup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2</m:t>
                          </m:r>
                        </m:sup>
                      </m:sSubSup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p>
                        <m:sSup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b</m:t>
                              </m:r>
                            </m:e>
                          </m:d>
                        </m:e>
                        <m:sup>
                          <m:r>
                            <a:rPr lang="en-US" altLang="ko-KR" sz="14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2</m:t>
                          </m:r>
                        </m:sup>
                      </m:sSup>
                    </m:oMath>
                  </a14:m>
                  <a:endPara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58A9517-B6F7-C08F-D197-8D5C14102C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2597" y="3854699"/>
                  <a:ext cx="2234285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645C0F5E-7F60-713C-2AD4-1EF07ECD7BFD}"/>
                </a:ext>
              </a:extLst>
            </p:cNvPr>
            <p:cNvCxnSpPr/>
            <p:nvPr/>
          </p:nvCxnSpPr>
          <p:spPr>
            <a:xfrm flipV="1">
              <a:off x="6082730" y="3345495"/>
              <a:ext cx="265579" cy="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95CB149A-6084-05A1-E9E8-83DDC27419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9257" y="3345495"/>
              <a:ext cx="2670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52EA49B-9927-EE09-F8C1-B16CF15E8437}"/>
                    </a:ext>
                  </a:extLst>
                </p:cNvPr>
                <p:cNvSpPr txBox="1"/>
                <p:nvPr/>
              </p:nvSpPr>
              <p:spPr>
                <a:xfrm>
                  <a:off x="6371064" y="3067552"/>
                  <a:ext cx="31444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52EA49B-9927-EE09-F8C1-B16CF15E84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1064" y="3067552"/>
                  <a:ext cx="314445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F8F4B68-1013-6C64-2BB0-73B21B19C0EB}"/>
                </a:ext>
              </a:extLst>
            </p:cNvPr>
            <p:cNvSpPr txBox="1"/>
            <p:nvPr/>
          </p:nvSpPr>
          <p:spPr>
            <a:xfrm>
              <a:off x="6528286" y="3023422"/>
              <a:ext cx="61059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~0.1</a:t>
              </a:r>
              <a:r>
                <a: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/>
                </a:rPr>
                <a:t>Å</a:t>
              </a:r>
              <a:endPara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DB9E6A0-86DE-79F6-C397-1F9A3D06574F}"/>
                </a:ext>
              </a:extLst>
            </p:cNvPr>
            <p:cNvCxnSpPr>
              <a:cxnSpLocks/>
            </p:cNvCxnSpPr>
            <p:nvPr/>
          </p:nvCxnSpPr>
          <p:spPr>
            <a:xfrm>
              <a:off x="8048240" y="2796266"/>
              <a:ext cx="0" cy="19187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46546A1-7C7A-FAC0-5C0C-9CBF712E3EA6}"/>
                </a:ext>
              </a:extLst>
            </p:cNvPr>
            <p:cNvSpPr txBox="1"/>
            <p:nvPr/>
          </p:nvSpPr>
          <p:spPr>
            <a:xfrm>
              <a:off x="7191748" y="3421814"/>
              <a:ext cx="4669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TC</a:t>
              </a:r>
              <a:endParaRPr lang="ko-KR" altLang="en-US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8E01FDAB-26A2-6FFA-C298-5683443AAC69}"/>
                </a:ext>
              </a:extLst>
            </p:cNvPr>
            <p:cNvGrpSpPr/>
            <p:nvPr/>
          </p:nvGrpSpPr>
          <p:grpSpPr>
            <a:xfrm>
              <a:off x="5965324" y="4234283"/>
              <a:ext cx="447676" cy="482385"/>
              <a:chOff x="5419724" y="3174009"/>
              <a:chExt cx="447676" cy="482385"/>
            </a:xfrm>
          </p:grpSpPr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B8DA3D5B-E250-4829-236F-05ECF7933A56}"/>
                  </a:ext>
                </a:extLst>
              </p:cNvPr>
              <p:cNvGrpSpPr/>
              <p:nvPr/>
            </p:nvGrpSpPr>
            <p:grpSpPr>
              <a:xfrm>
                <a:off x="5419724" y="3174009"/>
                <a:ext cx="447676" cy="482385"/>
                <a:chOff x="5391149" y="3282792"/>
                <a:chExt cx="447676" cy="482385"/>
              </a:xfrm>
            </p:grpSpPr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51D124AA-21FE-2174-6368-1AD209748BAB}"/>
                    </a:ext>
                  </a:extLst>
                </p:cNvPr>
                <p:cNvCxnSpPr/>
                <p:nvPr/>
              </p:nvCxnSpPr>
              <p:spPr>
                <a:xfrm>
                  <a:off x="5391150" y="3429000"/>
                  <a:ext cx="0" cy="33617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CAAB1B9A-1FD2-847F-94A5-807BAF51AC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1150" y="3429000"/>
                  <a:ext cx="32385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E2227C02-1101-5D31-5315-CEDC402489DD}"/>
                    </a:ext>
                  </a:extLst>
                </p:cNvPr>
                <p:cNvCxnSpPr/>
                <p:nvPr/>
              </p:nvCxnSpPr>
              <p:spPr>
                <a:xfrm>
                  <a:off x="5715000" y="3429000"/>
                  <a:ext cx="0" cy="33617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연결선 53">
                  <a:extLst>
                    <a:ext uri="{FF2B5EF4-FFF2-40B4-BE49-F238E27FC236}">
                      <a16:creationId xmlns:a16="http://schemas.microsoft.com/office/drawing/2014/main" id="{EBCAC3C7-1E67-D0BE-0527-E70CFD6F8F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1150" y="3765177"/>
                  <a:ext cx="32385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54">
                  <a:extLst>
                    <a:ext uri="{FF2B5EF4-FFF2-40B4-BE49-F238E27FC236}">
                      <a16:creationId xmlns:a16="http://schemas.microsoft.com/office/drawing/2014/main" id="{B2C8AE2E-EB0C-472E-98F5-ACF4E88104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14975" y="3282792"/>
                  <a:ext cx="32385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11258117-3822-4308-ECA6-2935D74DB20A}"/>
                    </a:ext>
                  </a:extLst>
                </p:cNvPr>
                <p:cNvCxnSpPr/>
                <p:nvPr/>
              </p:nvCxnSpPr>
              <p:spPr>
                <a:xfrm>
                  <a:off x="5838825" y="3282792"/>
                  <a:ext cx="0" cy="33617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>
                  <a:extLst>
                    <a:ext uri="{FF2B5EF4-FFF2-40B4-BE49-F238E27FC236}">
                      <a16:creationId xmlns:a16="http://schemas.microsoft.com/office/drawing/2014/main" id="{E8D1104A-3C49-9475-D109-06956E0AD1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5000" y="3618969"/>
                  <a:ext cx="123825" cy="1462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연결선 57">
                  <a:extLst>
                    <a:ext uri="{FF2B5EF4-FFF2-40B4-BE49-F238E27FC236}">
                      <a16:creationId xmlns:a16="http://schemas.microsoft.com/office/drawing/2014/main" id="{472BB300-8EC7-37BE-023B-8FA3B36AE4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5000" y="3286534"/>
                  <a:ext cx="123825" cy="1462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연결선 58">
                  <a:extLst>
                    <a:ext uri="{FF2B5EF4-FFF2-40B4-BE49-F238E27FC236}">
                      <a16:creationId xmlns:a16="http://schemas.microsoft.com/office/drawing/2014/main" id="{8C4A83E8-4FF0-B3F9-A345-5DB3C6E70F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91149" y="3286534"/>
                  <a:ext cx="123825" cy="1462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9" name="그림 48">
                <a:extLst>
                  <a:ext uri="{FF2B5EF4-FFF2-40B4-BE49-F238E27FC236}">
                    <a16:creationId xmlns:a16="http://schemas.microsoft.com/office/drawing/2014/main" id="{735CDBEB-A318-AAC2-5B36-F7869DA839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06692" y="3342097"/>
                <a:ext cx="219518" cy="219518"/>
              </a:xfrm>
              <a:prstGeom prst="rect">
                <a:avLst/>
              </a:prstGeom>
            </p:spPr>
          </p:pic>
          <p:sp>
            <p:nvSpPr>
              <p:cNvPr id="50" name="평행 사변형 49">
                <a:extLst>
                  <a:ext uri="{FF2B5EF4-FFF2-40B4-BE49-F238E27FC236}">
                    <a16:creationId xmlns:a16="http://schemas.microsoft.com/office/drawing/2014/main" id="{4E5420DE-7829-1229-193B-0C38E74C07C1}"/>
                  </a:ext>
                </a:extLst>
              </p:cNvPr>
              <p:cNvSpPr/>
              <p:nvPr/>
            </p:nvSpPr>
            <p:spPr>
              <a:xfrm rot="5400000" flipV="1">
                <a:off x="5566310" y="3355018"/>
                <a:ext cx="475452" cy="120921"/>
              </a:xfrm>
              <a:prstGeom prst="parallelogram">
                <a:avLst>
                  <a:gd name="adj" fmla="val 119524"/>
                </a:avLst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accent1">
                    <a:shade val="20000"/>
                    <a:alpha val="39000"/>
                  </a:schemeClr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7876B0AC-E35B-70CE-2D30-378C6789AE4B}"/>
                </a:ext>
              </a:extLst>
            </p:cNvPr>
            <p:cNvGrpSpPr/>
            <p:nvPr/>
          </p:nvGrpSpPr>
          <p:grpSpPr>
            <a:xfrm>
              <a:off x="5592439" y="2763429"/>
              <a:ext cx="447676" cy="482385"/>
              <a:chOff x="5419724" y="3174009"/>
              <a:chExt cx="447676" cy="482385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E77B9A7F-6999-2654-C26C-AD19C8D5A49F}"/>
                  </a:ext>
                </a:extLst>
              </p:cNvPr>
              <p:cNvGrpSpPr/>
              <p:nvPr/>
            </p:nvGrpSpPr>
            <p:grpSpPr>
              <a:xfrm>
                <a:off x="5419724" y="3174009"/>
                <a:ext cx="447676" cy="482385"/>
                <a:chOff x="5391149" y="3282792"/>
                <a:chExt cx="447676" cy="482385"/>
              </a:xfrm>
            </p:grpSpPr>
            <p:cxnSp>
              <p:nvCxnSpPr>
                <p:cNvPr id="39" name="직선 연결선 38">
                  <a:extLst>
                    <a:ext uri="{FF2B5EF4-FFF2-40B4-BE49-F238E27FC236}">
                      <a16:creationId xmlns:a16="http://schemas.microsoft.com/office/drawing/2014/main" id="{BD7F23AE-D565-75E7-8CC6-32A38141AB02}"/>
                    </a:ext>
                  </a:extLst>
                </p:cNvPr>
                <p:cNvCxnSpPr/>
                <p:nvPr/>
              </p:nvCxnSpPr>
              <p:spPr>
                <a:xfrm>
                  <a:off x="5391150" y="3429000"/>
                  <a:ext cx="0" cy="33617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E9CEFFD5-6CE3-E03C-F223-CF216F408B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1150" y="3429000"/>
                  <a:ext cx="32385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>
                  <a:extLst>
                    <a:ext uri="{FF2B5EF4-FFF2-40B4-BE49-F238E27FC236}">
                      <a16:creationId xmlns:a16="http://schemas.microsoft.com/office/drawing/2014/main" id="{02678348-D7BE-A3BA-3FD9-B259A6DE2ECF}"/>
                    </a:ext>
                  </a:extLst>
                </p:cNvPr>
                <p:cNvCxnSpPr/>
                <p:nvPr/>
              </p:nvCxnSpPr>
              <p:spPr>
                <a:xfrm>
                  <a:off x="5715000" y="3429000"/>
                  <a:ext cx="0" cy="33617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E39A1C1F-03AB-1CFF-5D3E-C280A65664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1150" y="3765177"/>
                  <a:ext cx="32385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직선 연결선 42">
                  <a:extLst>
                    <a:ext uri="{FF2B5EF4-FFF2-40B4-BE49-F238E27FC236}">
                      <a16:creationId xmlns:a16="http://schemas.microsoft.com/office/drawing/2014/main" id="{D9CD350E-2650-DB3A-1DD8-F848A71863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14975" y="3282792"/>
                  <a:ext cx="32385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E56D97EB-296E-F5B9-558F-8380497EFD25}"/>
                    </a:ext>
                  </a:extLst>
                </p:cNvPr>
                <p:cNvCxnSpPr/>
                <p:nvPr/>
              </p:nvCxnSpPr>
              <p:spPr>
                <a:xfrm>
                  <a:off x="5838825" y="3282792"/>
                  <a:ext cx="0" cy="33617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연결선 44">
                  <a:extLst>
                    <a:ext uri="{FF2B5EF4-FFF2-40B4-BE49-F238E27FC236}">
                      <a16:creationId xmlns:a16="http://schemas.microsoft.com/office/drawing/2014/main" id="{359B47E9-58D0-0436-BD5E-BDF7E5A2A8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5000" y="3618969"/>
                  <a:ext cx="123825" cy="1462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직선 연결선 45">
                  <a:extLst>
                    <a:ext uri="{FF2B5EF4-FFF2-40B4-BE49-F238E27FC236}">
                      <a16:creationId xmlns:a16="http://schemas.microsoft.com/office/drawing/2014/main" id="{BDE69078-6752-A72F-B8FC-FBB4A656E3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5000" y="3286534"/>
                  <a:ext cx="123825" cy="1462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ECD0B67A-42D3-F9FA-6BE0-5EB3C55458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91149" y="3286534"/>
                  <a:ext cx="123825" cy="1462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B4AF6D3D-FA60-848E-91A6-05AFAC668C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06692" y="3342097"/>
                <a:ext cx="219518" cy="219518"/>
              </a:xfrm>
              <a:prstGeom prst="rect">
                <a:avLst/>
              </a:prstGeom>
            </p:spPr>
          </p:pic>
          <p:sp>
            <p:nvSpPr>
              <p:cNvPr id="38" name="평행 사변형 37">
                <a:extLst>
                  <a:ext uri="{FF2B5EF4-FFF2-40B4-BE49-F238E27FC236}">
                    <a16:creationId xmlns:a16="http://schemas.microsoft.com/office/drawing/2014/main" id="{C6D18CBA-A5A4-6957-0F90-6AA2B85E60CE}"/>
                  </a:ext>
                </a:extLst>
              </p:cNvPr>
              <p:cNvSpPr/>
              <p:nvPr/>
            </p:nvSpPr>
            <p:spPr>
              <a:xfrm rot="5400000" flipV="1">
                <a:off x="5566310" y="3355018"/>
                <a:ext cx="475452" cy="120921"/>
              </a:xfrm>
              <a:prstGeom prst="parallelogram">
                <a:avLst>
                  <a:gd name="adj" fmla="val 119524"/>
                </a:avLst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accent1">
                    <a:shade val="20000"/>
                    <a:alpha val="39000"/>
                  </a:schemeClr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AC9D700-4694-FFEA-D9C8-97E9164B456A}"/>
                    </a:ext>
                  </a:extLst>
                </p:cNvPr>
                <p:cNvSpPr txBox="1"/>
                <p:nvPr/>
              </p:nvSpPr>
              <p:spPr>
                <a:xfrm>
                  <a:off x="6379101" y="4352824"/>
                  <a:ext cx="158991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𝜆</m:t>
                          </m:r>
                        </m:e>
                        <m:sub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sub>
                      </m:sSub>
                    </m:oMath>
                  </a14:m>
                  <a:r>
                    <a:rPr lang="en-US" altLang="ko-KR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:</a:t>
                  </a:r>
                  <a:r>
                    <a:rPr lang="ko-KR" altLang="en-US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  <a:r>
                    <a:rPr lang="en-US" altLang="ko-KR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electron matter wavelength</a:t>
                  </a:r>
                  <a:endPara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AC9D700-4694-FFEA-D9C8-97E9164B45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9101" y="4352824"/>
                  <a:ext cx="1589919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EB460E5-8144-C0CA-1454-2C239B35AFBF}"/>
                </a:ext>
              </a:extLst>
            </p:cNvPr>
            <p:cNvSpPr txBox="1"/>
            <p:nvPr/>
          </p:nvSpPr>
          <p:spPr>
            <a:xfrm>
              <a:off x="6379101" y="4841240"/>
              <a:ext cx="17972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b :</a:t>
              </a:r>
              <a:r>
                <a: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</a:t>
              </a:r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volume correction parameter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92D7CACC-E87E-1BE9-B33D-E33142317B00}"/>
              </a:ext>
            </a:extLst>
          </p:cNvPr>
          <p:cNvSpPr txBox="1"/>
          <p:nvPr/>
        </p:nvSpPr>
        <p:spPr>
          <a:xfrm>
            <a:off x="34022" y="4275880"/>
            <a:ext cx="1059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en-US" altLang="ko-KR" sz="800" i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ground state </a:t>
            </a:r>
            <a:r>
              <a:rPr lang="en-US" altLang="ko-KR" sz="8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of trapped electron)</a:t>
            </a:r>
            <a:endParaRPr lang="ko-KR" altLang="en-US" sz="800" i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04BCE79-285F-DADA-A6EF-570D2E220602}"/>
              </a:ext>
            </a:extLst>
          </p:cNvPr>
          <p:cNvSpPr txBox="1"/>
          <p:nvPr/>
        </p:nvSpPr>
        <p:spPr>
          <a:xfrm>
            <a:off x="34022" y="3270034"/>
            <a:ext cx="1059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en-US" altLang="ko-KR" sz="800" i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maximum</a:t>
            </a:r>
            <a:r>
              <a:rPr lang="en-US" altLang="ko-KR" sz="8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state of trapped electron)</a:t>
            </a:r>
            <a:endParaRPr lang="ko-KR" altLang="en-US" sz="800" i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CF7321C2-9693-0FBF-4238-3080BCF7133D}"/>
              </a:ext>
            </a:extLst>
          </p:cNvPr>
          <p:cNvCxnSpPr>
            <a:cxnSpLocks/>
          </p:cNvCxnSpPr>
          <p:nvPr/>
        </p:nvCxnSpPr>
        <p:spPr>
          <a:xfrm flipH="1" flipV="1">
            <a:off x="916273" y="3593006"/>
            <a:ext cx="172294" cy="19101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F2A5307-6683-AEBD-2CD2-EBC4E3633DD2}"/>
              </a:ext>
            </a:extLst>
          </p:cNvPr>
          <p:cNvCxnSpPr>
            <a:cxnSpLocks/>
          </p:cNvCxnSpPr>
          <p:nvPr/>
        </p:nvCxnSpPr>
        <p:spPr>
          <a:xfrm flipH="1">
            <a:off x="850925" y="4166570"/>
            <a:ext cx="205066" cy="11914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788CF2-7B12-7B56-592E-95838D5CFE9C}"/>
                  </a:ext>
                </a:extLst>
              </p:cNvPr>
              <p:cNvSpPr txBox="1"/>
              <p:nvPr/>
            </p:nvSpPr>
            <p:spPr>
              <a:xfrm>
                <a:off x="1020670" y="2749765"/>
                <a:ext cx="164054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Lowered Barrier (by Poole-Frenkel)</a:t>
                </a:r>
                <a:endParaRPr lang="ko-KR" altLang="en-US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788CF2-7B12-7B56-592E-95838D5CF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670" y="2749765"/>
                <a:ext cx="164054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C963907-FF35-188B-144F-FA99E70418CC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652139" y="2965209"/>
            <a:ext cx="368531" cy="29041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461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5F331-1640-FFCF-1C69-74041CE49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Trap to Band Tunneling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527D2B-3A56-30BF-1262-DDC4B7A4B1E9}"/>
                  </a:ext>
                </a:extLst>
              </p:cNvPr>
              <p:cNvSpPr txBox="1"/>
              <p:nvPr/>
            </p:nvSpPr>
            <p:spPr>
              <a:xfrm>
                <a:off x="367552" y="1123950"/>
                <a:ext cx="8514912" cy="1610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q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sub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#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of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traps</m:t>
                        </m:r>
                      </m:e>
                    </m:d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nary>
                      <m:nary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  <m:d>
                          <m:d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sz="20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T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0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</a:rPr>
                  <a:t> </a:t>
                </a:r>
              </a:p>
              <a:p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Cambria Math" panose="02040503050406030204" pitchFamily="18" charset="0"/>
                    <a:cs typeface="Times New Roman"/>
                  </a:rPr>
                  <a:t>           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4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3ℏ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𝑞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2000" b="0" i="0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𝐻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  <m:t>1.5</m:t>
                                        </m:r>
                                      </m:sup>
                                    </m:sSup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 −</m:t>
                                    </m:r>
                                    <m:sSup>
                                      <m:sSup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2000" b="0" i="0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𝐿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  <m:t> 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2000" i="1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  <m:t>1.5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  <m:t>𝑒𝑞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func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 </m:t>
                        </m:r>
                      </m:e>
                    </m:nary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527D2B-3A56-30BF-1262-DDC4B7A4B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1123950"/>
                <a:ext cx="8514912" cy="16103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8A7254-03F6-73DC-A282-F4289602B96D}"/>
                  </a:ext>
                </a:extLst>
              </p:cNvPr>
              <p:cNvSpPr txBox="1"/>
              <p:nvPr/>
            </p:nvSpPr>
            <p:spPr>
              <a:xfrm>
                <a:off x="367552" y="3132044"/>
                <a:ext cx="8785326" cy="1127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−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       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4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3ℏ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𝑞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Φ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𝐻</m:t>
                                        </m:r>
                                      </m:sub>
                                      <m:sup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1.5</m:t>
                                        </m:r>
                                      </m:sup>
                                    </m:sSubSup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−</m:t>
                                    </m:r>
                                    <m:sSubSup>
                                      <m:sSubSup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Φ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𝐿</m:t>
                                        </m:r>
                                      </m:sub>
                                      <m:sup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1.5</m:t>
                                        </m:r>
                                      </m:sup>
                                    </m:sSub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𝑒𝑞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func>
                              <m:func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ℏ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𝑞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𝐻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𝐿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𝑒𝑞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8A7254-03F6-73DC-A282-F4289602B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3132044"/>
                <a:ext cx="8785326" cy="11279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152C3A-7DA7-1DAD-A8EC-3E6D8491095D}"/>
                  </a:ext>
                </a:extLst>
              </p:cNvPr>
              <p:cNvSpPr txBox="1"/>
              <p:nvPr/>
            </p:nvSpPr>
            <p:spPr>
              <a:xfrm>
                <a:off x="367552" y="4578527"/>
                <a:ext cx="8785326" cy="1127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−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func>
                              <m:func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ℏ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𝑞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𝐻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𝐿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𝑒𝑞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152C3A-7DA7-1DAD-A8EC-3E6D84910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4578527"/>
                <a:ext cx="8785326" cy="11279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EF407A-789C-F24C-EA3B-3CBCE22336F0}"/>
                  </a:ext>
                </a:extLst>
              </p:cNvPr>
              <p:cNvSpPr txBox="1"/>
              <p:nvPr/>
            </p:nvSpPr>
            <p:spPr>
              <a:xfrm>
                <a:off x="3582861" y="4263030"/>
                <a:ext cx="8090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8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TC</m:t>
                      </m:r>
                      <m:d>
                        <m:d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EF407A-789C-F24C-EA3B-3CBCE2233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861" y="4263030"/>
                <a:ext cx="8090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타원 6">
            <a:extLst>
              <a:ext uri="{FF2B5EF4-FFF2-40B4-BE49-F238E27FC236}">
                <a16:creationId xmlns:a16="http://schemas.microsoft.com/office/drawing/2014/main" id="{6519EFD7-27E0-9779-0B9A-9DF19526D545}"/>
              </a:ext>
            </a:extLst>
          </p:cNvPr>
          <p:cNvSpPr/>
          <p:nvPr/>
        </p:nvSpPr>
        <p:spPr>
          <a:xfrm>
            <a:off x="1864659" y="3504425"/>
            <a:ext cx="2644588" cy="782865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03F7627-F1A2-4F80-6A24-2A76ADF40BD1}"/>
              </a:ext>
            </a:extLst>
          </p:cNvPr>
          <p:cNvSpPr/>
          <p:nvPr/>
        </p:nvSpPr>
        <p:spPr>
          <a:xfrm>
            <a:off x="3397623" y="4398353"/>
            <a:ext cx="233083" cy="98382"/>
          </a:xfrm>
          <a:prstGeom prst="rightArrow">
            <a:avLst/>
          </a:prstGeom>
          <a:solidFill>
            <a:srgbClr val="FFC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176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BD45B-185F-3B65-2AEC-980AE7C45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Trap to Band Tunneling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8F7477-FF18-E377-8859-C625C2684966}"/>
                  </a:ext>
                </a:extLst>
              </p:cNvPr>
              <p:cNvSpPr txBox="1"/>
              <p:nvPr/>
            </p:nvSpPr>
            <p:spPr>
              <a:xfrm>
                <a:off x="367552" y="1082291"/>
                <a:ext cx="8785326" cy="1127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−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func>
                              <m:func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ℏ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𝑞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𝐻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𝐿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𝑒𝑞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8F7477-FF18-E377-8859-C625C2684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1082291"/>
                <a:ext cx="8785326" cy="11279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88F32C-59D0-CC97-2E7F-DD1A08F328AB}"/>
                  </a:ext>
                </a:extLst>
              </p:cNvPr>
              <p:cNvSpPr txBox="1"/>
              <p:nvPr/>
            </p:nvSpPr>
            <p:spPr>
              <a:xfrm>
                <a:off x="367552" y="2403427"/>
                <a:ext cx="8785326" cy="1127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−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ko-KR" sz="20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func>
                              <m:func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𝑇𝐶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2000" b="0" i="1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sub>
                        </m:sSub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sub>
                                  <m:sup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rad>
                          </m:num>
                          <m:den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</m:t>
                            </m:r>
                          </m:den>
                        </m:f>
                        <m:f>
                          <m:f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𝐻</m:t>
                                    </m:r>
                                  </m:sub>
                                </m:sSub>
                              </m:e>
                            </m:rad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−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𝐿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𝑒𝑞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88F32C-59D0-CC97-2E7F-DD1A08F32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2403427"/>
                <a:ext cx="8785326" cy="11279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04A8E2-A665-195D-431B-2398EA40C92B}"/>
                  </a:ext>
                </a:extLst>
              </p:cNvPr>
              <p:cNvSpPr txBox="1"/>
              <p:nvPr/>
            </p:nvSpPr>
            <p:spPr>
              <a:xfrm>
                <a:off x="367552" y="3602313"/>
                <a:ext cx="8785326" cy="1102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−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ko-KR" sz="20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	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𝑇𝐶</m:t>
                                </m:r>
                              </m:sub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𝑇𝐶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−1 </m:t>
                            </m:r>
                          </m:e>
                        </m:d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𝑇𝐶</m:t>
                                </m:r>
                              </m:sub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</m:oMath>
                </a14:m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04A8E2-A665-195D-431B-2398EA40C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3602313"/>
                <a:ext cx="8785326" cy="11021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62E87E-26D2-A829-8149-E49613D2F22B}"/>
                  </a:ext>
                </a:extLst>
              </p:cNvPr>
              <p:cNvSpPr txBox="1"/>
              <p:nvPr/>
            </p:nvSpPr>
            <p:spPr>
              <a:xfrm>
                <a:off x="60909" y="5053130"/>
                <a:ext cx="9020294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19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19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𝑇𝐶</m:t>
                                </m:r>
                              </m:sub>
                              <m:sup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19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ko-KR" sz="19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𝑇𝐶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−1 </m:t>
                            </m:r>
                          </m:e>
                        </m:d>
                        <m: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𝑇𝐶</m:t>
                                </m:r>
                              </m:sub>
                              <m:sup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US" altLang="ko-KR" sz="19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9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1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62E87E-26D2-A829-8149-E49613D2F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" y="5053130"/>
                <a:ext cx="9020294" cy="618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FB3EF7-4750-C16B-4D41-E061E993C737}"/>
                  </a:ext>
                </a:extLst>
              </p:cNvPr>
              <p:cNvSpPr txBox="1"/>
              <p:nvPr/>
            </p:nvSpPr>
            <p:spPr>
              <a:xfrm>
                <a:off x="596089" y="5787904"/>
                <a:ext cx="2870550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9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19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r>
                      <m:rPr>
                        <m:sty m:val="p"/>
                      </m:rP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1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FB3EF7-4750-C16B-4D41-E061E993C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089" y="5787904"/>
                <a:ext cx="2870550" cy="3847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05EA57-F698-9461-9B68-521734F073E8}"/>
                  </a:ext>
                </a:extLst>
              </p:cNvPr>
              <p:cNvSpPr txBox="1"/>
              <p:nvPr/>
            </p:nvSpPr>
            <p:spPr>
              <a:xfrm>
                <a:off x="3789282" y="5611525"/>
                <a:ext cx="875719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9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⇒</m:t>
                          </m:r>
                          <m:r>
                            <a:rPr lang="en-US" altLang="ko-KR" sz="19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9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𝑇𝐵𝑇</m:t>
                          </m:r>
                        </m:sub>
                      </m:sSub>
                    </m:oMath>
                  </m:oMathPara>
                </a14:m>
                <a:endParaRPr lang="en-US" altLang="ko-KR" sz="19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05EA57-F698-9461-9B68-521734F07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282" y="5611525"/>
                <a:ext cx="875719" cy="3847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FF5447E1-15CE-07BD-9A11-8FEA37517181}"/>
              </a:ext>
            </a:extLst>
          </p:cNvPr>
          <p:cNvSpPr/>
          <p:nvPr/>
        </p:nvSpPr>
        <p:spPr>
          <a:xfrm>
            <a:off x="884642" y="5106435"/>
            <a:ext cx="6771218" cy="5804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266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253DB-93CB-EE98-E2BB-C7F86E88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Trap to Band Tunneling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311576-9E39-F814-1636-B94875783A7E}"/>
              </a:ext>
            </a:extLst>
          </p:cNvPr>
          <p:cNvSpPr txBox="1"/>
          <p:nvPr/>
        </p:nvSpPr>
        <p:spPr>
          <a:xfrm>
            <a:off x="537671" y="928188"/>
            <a:ext cx="7091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Idea of the modeling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1EECF-D022-7D92-709F-621D789E835D}"/>
              </a:ext>
            </a:extLst>
          </p:cNvPr>
          <p:cNvSpPr txBox="1"/>
          <p:nvPr/>
        </p:nvSpPr>
        <p:spPr>
          <a:xfrm>
            <a:off x="5340144" y="1241612"/>
            <a:ext cx="2752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Proposed TBT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009FF1-36B8-FE82-6D31-C1235041B506}"/>
              </a:ext>
            </a:extLst>
          </p:cNvPr>
          <p:cNvSpPr txBox="1"/>
          <p:nvPr/>
        </p:nvSpPr>
        <p:spPr>
          <a:xfrm>
            <a:off x="1081910" y="1236394"/>
            <a:ext cx="2752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Conventional TBT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9FB15D4-2973-E17A-9EA5-EDC8966AADA5}"/>
              </a:ext>
            </a:extLst>
          </p:cNvPr>
          <p:cNvGrpSpPr/>
          <p:nvPr/>
        </p:nvGrpSpPr>
        <p:grpSpPr>
          <a:xfrm>
            <a:off x="4867835" y="1985129"/>
            <a:ext cx="3639671" cy="724337"/>
            <a:chOff x="4867835" y="3488253"/>
            <a:chExt cx="3639671" cy="724337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57A6871-8292-D014-7BA4-84CE08523D23}"/>
                </a:ext>
              </a:extLst>
            </p:cNvPr>
            <p:cNvGrpSpPr/>
            <p:nvPr/>
          </p:nvGrpSpPr>
          <p:grpSpPr>
            <a:xfrm>
              <a:off x="4867835" y="3488253"/>
              <a:ext cx="3639671" cy="609600"/>
              <a:chOff x="609600" y="1703294"/>
              <a:chExt cx="3639671" cy="609600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24B4570F-FFBD-9D7F-3FFF-3BB78C22880A}"/>
                  </a:ext>
                </a:extLst>
              </p:cNvPr>
              <p:cNvSpPr/>
              <p:nvPr/>
            </p:nvSpPr>
            <p:spPr>
              <a:xfrm>
                <a:off x="609600" y="1703294"/>
                <a:ext cx="3639671" cy="609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6A63C291-0F7B-C423-370A-BE7D492C55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90696" y="1850342"/>
                <a:ext cx="315503" cy="315503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6200000" scaled="1"/>
                <a:tileRect/>
              </a:gradFill>
            </p:spPr>
          </p:pic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0D8CD638-02A5-314D-FFB0-13FEED36B6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45469" y="1850342"/>
                <a:ext cx="315503" cy="315503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6200000" scaled="1"/>
                <a:tileRect/>
              </a:gradFill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22B332D7-2302-A4DB-C9C1-8498E8919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00242" y="1850342"/>
                <a:ext cx="315503" cy="315503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6200000" scaled="1"/>
                <a:tileRect/>
              </a:gradFill>
            </p:spPr>
          </p:pic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9CB3066A-3B8F-7E3F-20E5-38494BABB5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55015" y="1850342"/>
                <a:ext cx="315503" cy="315503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6200000" scaled="1"/>
                <a:tileRect/>
              </a:gradFill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1596D7B3-59BF-52B3-EAA6-B3474B2944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07180" y="1850342"/>
                <a:ext cx="315503" cy="315503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6200000" scaled="1"/>
                <a:tileRect/>
              </a:gradFill>
            </p:spPr>
          </p:pic>
        </p:grp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1B7E02AF-1B87-6A7D-40FA-611F3F0EFF08}"/>
                </a:ext>
              </a:extLst>
            </p:cNvPr>
            <p:cNvCxnSpPr>
              <a:stCxn id="14" idx="2"/>
            </p:cNvCxnSpPr>
            <p:nvPr/>
          </p:nvCxnSpPr>
          <p:spPr>
            <a:xfrm flipH="1">
              <a:off x="5206682" y="3950804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458BDAD4-88D3-E683-7F87-935A24C5FEAB}"/>
                </a:ext>
              </a:extLst>
            </p:cNvPr>
            <p:cNvCxnSpPr/>
            <p:nvPr/>
          </p:nvCxnSpPr>
          <p:spPr>
            <a:xfrm flipH="1">
              <a:off x="5961455" y="3950804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4CE20A4B-685E-ABE9-C99B-26BA8D4C5DB4}"/>
                </a:ext>
              </a:extLst>
            </p:cNvPr>
            <p:cNvCxnSpPr/>
            <p:nvPr/>
          </p:nvCxnSpPr>
          <p:spPr>
            <a:xfrm flipH="1">
              <a:off x="6716227" y="3950804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7D31A1D0-3251-3B13-13A3-651C7B564183}"/>
                </a:ext>
              </a:extLst>
            </p:cNvPr>
            <p:cNvCxnSpPr/>
            <p:nvPr/>
          </p:nvCxnSpPr>
          <p:spPr>
            <a:xfrm flipH="1">
              <a:off x="7470998" y="3950804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C0F1F368-3EAC-A402-1FE5-EFF8D5BB0CB3}"/>
                </a:ext>
              </a:extLst>
            </p:cNvPr>
            <p:cNvCxnSpPr/>
            <p:nvPr/>
          </p:nvCxnSpPr>
          <p:spPr>
            <a:xfrm flipH="1">
              <a:off x="8223165" y="3950804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7C9AF14-37B5-ECE7-D0E8-191F9103FCC6}"/>
              </a:ext>
            </a:extLst>
          </p:cNvPr>
          <p:cNvGrpSpPr/>
          <p:nvPr/>
        </p:nvGrpSpPr>
        <p:grpSpPr>
          <a:xfrm>
            <a:off x="609600" y="1985129"/>
            <a:ext cx="3639671" cy="724337"/>
            <a:chOff x="609600" y="3488253"/>
            <a:chExt cx="3639671" cy="724337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33F9451C-D353-35B0-7D1A-3A27FF1C7162}"/>
                </a:ext>
              </a:extLst>
            </p:cNvPr>
            <p:cNvGrpSpPr/>
            <p:nvPr/>
          </p:nvGrpSpPr>
          <p:grpSpPr>
            <a:xfrm>
              <a:off x="609600" y="3488253"/>
              <a:ext cx="3639671" cy="609600"/>
              <a:chOff x="609600" y="1703294"/>
              <a:chExt cx="3639671" cy="609600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87D76EF9-E207-FCEC-24F8-166B83489D79}"/>
                  </a:ext>
                </a:extLst>
              </p:cNvPr>
              <p:cNvSpPr/>
              <p:nvPr/>
            </p:nvSpPr>
            <p:spPr>
              <a:xfrm>
                <a:off x="609600" y="1703294"/>
                <a:ext cx="3639671" cy="609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B9A4AD82-C8EB-6E0A-C6EB-42D66C658F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90696" y="1850342"/>
                <a:ext cx="315503" cy="315503"/>
              </a:xfrm>
              <a:prstGeom prst="rect">
                <a:avLst/>
              </a:prstGeom>
            </p:spPr>
          </p:pic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5ABEFBBD-234E-DA4B-92F2-77CFF327DB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45469" y="1850342"/>
                <a:ext cx="315503" cy="315503"/>
              </a:xfrm>
              <a:prstGeom prst="rect">
                <a:avLst/>
              </a:prstGeom>
            </p:spPr>
          </p:pic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E4F6112B-66E6-5970-F0BD-2562BF9FA8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00242" y="1850342"/>
                <a:ext cx="315503" cy="315503"/>
              </a:xfrm>
              <a:prstGeom prst="rect">
                <a:avLst/>
              </a:prstGeom>
            </p:spPr>
          </p:pic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129AD1E9-8A04-9BA4-D1DA-539867CE8E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55015" y="1850342"/>
                <a:ext cx="315503" cy="315503"/>
              </a:xfrm>
              <a:prstGeom prst="rect">
                <a:avLst/>
              </a:prstGeom>
            </p:spPr>
          </p:pic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DB4F9BB4-AA15-BD92-B03C-4BD9A8C79C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07180" y="1850342"/>
                <a:ext cx="315503" cy="315503"/>
              </a:xfrm>
              <a:prstGeom prst="rect">
                <a:avLst/>
              </a:prstGeom>
            </p:spPr>
          </p:pic>
        </p:grp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028652BB-A0E3-39B2-E48D-F12F9D19C7E2}"/>
                </a:ext>
              </a:extLst>
            </p:cNvPr>
            <p:cNvCxnSpPr/>
            <p:nvPr/>
          </p:nvCxnSpPr>
          <p:spPr>
            <a:xfrm flipH="1">
              <a:off x="1700612" y="3950804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BF373E0E-CE3E-C546-E727-444F8069A62C}"/>
                </a:ext>
              </a:extLst>
            </p:cNvPr>
            <p:cNvCxnSpPr/>
            <p:nvPr/>
          </p:nvCxnSpPr>
          <p:spPr>
            <a:xfrm flipH="1">
              <a:off x="3210155" y="3950804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화살표: 아래쪽 37">
            <a:extLst>
              <a:ext uri="{FF2B5EF4-FFF2-40B4-BE49-F238E27FC236}">
                <a16:creationId xmlns:a16="http://schemas.microsoft.com/office/drawing/2014/main" id="{70D86C08-1163-0CB1-4C8F-9A04026085F8}"/>
              </a:ext>
            </a:extLst>
          </p:cNvPr>
          <p:cNvSpPr/>
          <p:nvPr/>
        </p:nvSpPr>
        <p:spPr>
          <a:xfrm>
            <a:off x="2270020" y="2793304"/>
            <a:ext cx="315503" cy="277510"/>
          </a:xfrm>
          <a:prstGeom prst="downArrow">
            <a:avLst/>
          </a:prstGeom>
          <a:solidFill>
            <a:srgbClr val="FFFF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B52381AA-4D13-3C06-1720-3C7667156AC5}"/>
              </a:ext>
            </a:extLst>
          </p:cNvPr>
          <p:cNvSpPr/>
          <p:nvPr/>
        </p:nvSpPr>
        <p:spPr>
          <a:xfrm>
            <a:off x="6558477" y="3055218"/>
            <a:ext cx="315503" cy="277510"/>
          </a:xfrm>
          <a:prstGeom prst="downArrow">
            <a:avLst/>
          </a:prstGeom>
          <a:solidFill>
            <a:srgbClr val="FFFF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824D02-CCDB-085A-9834-D20805436EB9}"/>
              </a:ext>
            </a:extLst>
          </p:cNvPr>
          <p:cNvSpPr txBox="1"/>
          <p:nvPr/>
        </p:nvSpPr>
        <p:spPr>
          <a:xfrm>
            <a:off x="531121" y="5421551"/>
            <a:ext cx="3793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각각의 전자들이 별개로 움직임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F56B4D-D88F-1389-A2C9-FDC635FEB05F}"/>
              </a:ext>
            </a:extLst>
          </p:cNvPr>
          <p:cNvSpPr txBox="1"/>
          <p:nvPr/>
        </p:nvSpPr>
        <p:spPr>
          <a:xfrm>
            <a:off x="5228479" y="4574404"/>
            <a:ext cx="3291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된 전자들은 모두 동일한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tunneling current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92D9FDA-5CF2-5460-5D1F-18064A73ED52}"/>
              </a:ext>
            </a:extLst>
          </p:cNvPr>
          <p:cNvGrpSpPr/>
          <p:nvPr/>
        </p:nvGrpSpPr>
        <p:grpSpPr>
          <a:xfrm>
            <a:off x="609600" y="4611135"/>
            <a:ext cx="3639671" cy="609600"/>
            <a:chOff x="609600" y="1703294"/>
            <a:chExt cx="3639671" cy="609600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C87559F-F8F7-C3B9-5A24-2FF2484C7211}"/>
                </a:ext>
              </a:extLst>
            </p:cNvPr>
            <p:cNvSpPr/>
            <p:nvPr/>
          </p:nvSpPr>
          <p:spPr>
            <a:xfrm>
              <a:off x="609600" y="1703294"/>
              <a:ext cx="3639671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E3A88A9E-DE56-D87B-6C48-BA8DDDA56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0696" y="1850342"/>
              <a:ext cx="315503" cy="315503"/>
            </a:xfrm>
            <a:prstGeom prst="rect">
              <a:avLst/>
            </a:prstGeom>
          </p:spPr>
        </p:pic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511D4985-C97E-524F-734F-E395FD658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7180" y="1850342"/>
              <a:ext cx="315503" cy="315503"/>
            </a:xfrm>
            <a:prstGeom prst="rect">
              <a:avLst/>
            </a:prstGeom>
          </p:spPr>
        </p:pic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026E7E4-B0B1-A615-22E4-77DC35C0C824}"/>
              </a:ext>
            </a:extLst>
          </p:cNvPr>
          <p:cNvGrpSpPr/>
          <p:nvPr/>
        </p:nvGrpSpPr>
        <p:grpSpPr>
          <a:xfrm>
            <a:off x="609600" y="3217863"/>
            <a:ext cx="3639671" cy="722183"/>
            <a:chOff x="609600" y="3217863"/>
            <a:chExt cx="3639671" cy="722183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E5F4241D-9C29-3239-0F66-6CF727EF37FB}"/>
                </a:ext>
              </a:extLst>
            </p:cNvPr>
            <p:cNvGrpSpPr/>
            <p:nvPr/>
          </p:nvGrpSpPr>
          <p:grpSpPr>
            <a:xfrm>
              <a:off x="609600" y="3217863"/>
              <a:ext cx="3639671" cy="609600"/>
              <a:chOff x="609600" y="1703294"/>
              <a:chExt cx="3639671" cy="609600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0E2929AF-858B-1613-2499-7AAF7AB0BAFD}"/>
                  </a:ext>
                </a:extLst>
              </p:cNvPr>
              <p:cNvSpPr/>
              <p:nvPr/>
            </p:nvSpPr>
            <p:spPr>
              <a:xfrm>
                <a:off x="609600" y="1703294"/>
                <a:ext cx="3639671" cy="609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50" name="그림 49">
                <a:extLst>
                  <a:ext uri="{FF2B5EF4-FFF2-40B4-BE49-F238E27FC236}">
                    <a16:creationId xmlns:a16="http://schemas.microsoft.com/office/drawing/2014/main" id="{DD1F01DF-2843-8BB3-0C65-03EFAF8DD4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90696" y="1850342"/>
                <a:ext cx="315503" cy="315503"/>
              </a:xfrm>
              <a:prstGeom prst="rect">
                <a:avLst/>
              </a:prstGeom>
            </p:spPr>
          </p:pic>
          <p:pic>
            <p:nvPicPr>
              <p:cNvPr id="51" name="그림 50">
                <a:extLst>
                  <a:ext uri="{FF2B5EF4-FFF2-40B4-BE49-F238E27FC236}">
                    <a16:creationId xmlns:a16="http://schemas.microsoft.com/office/drawing/2014/main" id="{85E34D36-C893-E895-F58D-53B8864674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00242" y="1850342"/>
                <a:ext cx="315503" cy="315503"/>
              </a:xfrm>
              <a:prstGeom prst="rect">
                <a:avLst/>
              </a:prstGeom>
            </p:spPr>
          </p:pic>
          <p:pic>
            <p:nvPicPr>
              <p:cNvPr id="52" name="그림 51">
                <a:extLst>
                  <a:ext uri="{FF2B5EF4-FFF2-40B4-BE49-F238E27FC236}">
                    <a16:creationId xmlns:a16="http://schemas.microsoft.com/office/drawing/2014/main" id="{0EE0F2C9-A4BB-60E2-3B68-CC87AFE7D3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07180" y="1850342"/>
                <a:ext cx="315503" cy="315503"/>
              </a:xfrm>
              <a:prstGeom prst="rect">
                <a:avLst/>
              </a:prstGeom>
            </p:spPr>
          </p:pic>
        </p:grp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551C5D3A-DF91-6CFD-A591-01CA91CE9D38}"/>
                </a:ext>
              </a:extLst>
            </p:cNvPr>
            <p:cNvCxnSpPr/>
            <p:nvPr/>
          </p:nvCxnSpPr>
          <p:spPr>
            <a:xfrm flipH="1">
              <a:off x="2455383" y="3678260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화살표: 아래쪽 52">
            <a:extLst>
              <a:ext uri="{FF2B5EF4-FFF2-40B4-BE49-F238E27FC236}">
                <a16:creationId xmlns:a16="http://schemas.microsoft.com/office/drawing/2014/main" id="{99F69416-526F-0237-7CB5-865859BC3590}"/>
              </a:ext>
            </a:extLst>
          </p:cNvPr>
          <p:cNvSpPr/>
          <p:nvPr/>
        </p:nvSpPr>
        <p:spPr>
          <a:xfrm>
            <a:off x="2270020" y="4132810"/>
            <a:ext cx="315503" cy="277510"/>
          </a:xfrm>
          <a:prstGeom prst="downArrow">
            <a:avLst/>
          </a:prstGeom>
          <a:solidFill>
            <a:srgbClr val="FFFF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D5DBAC-E75A-B9C5-D200-2A932600476D}"/>
              </a:ext>
            </a:extLst>
          </p:cNvPr>
          <p:cNvSpPr txBox="1"/>
          <p:nvPr/>
        </p:nvSpPr>
        <p:spPr>
          <a:xfrm>
            <a:off x="4928776" y="2724728"/>
            <a:ext cx="555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C78C86-BB2C-9225-D361-3BC935844DB2}"/>
              </a:ext>
            </a:extLst>
          </p:cNvPr>
          <p:cNvSpPr txBox="1"/>
          <p:nvPr/>
        </p:nvSpPr>
        <p:spPr>
          <a:xfrm>
            <a:off x="5680943" y="2724728"/>
            <a:ext cx="555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701326-5EE5-C6C2-D3FE-47A42494EC19}"/>
              </a:ext>
            </a:extLst>
          </p:cNvPr>
          <p:cNvSpPr txBox="1"/>
          <p:nvPr/>
        </p:nvSpPr>
        <p:spPr>
          <a:xfrm>
            <a:off x="6433110" y="2706852"/>
            <a:ext cx="555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BE4F5A-C9C4-287E-999B-437194D249A2}"/>
              </a:ext>
            </a:extLst>
          </p:cNvPr>
          <p:cNvSpPr txBox="1"/>
          <p:nvPr/>
        </p:nvSpPr>
        <p:spPr>
          <a:xfrm>
            <a:off x="7195703" y="2706852"/>
            <a:ext cx="555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8C4167-0D76-496C-E47C-EAA5829476BC}"/>
              </a:ext>
            </a:extLst>
          </p:cNvPr>
          <p:cNvSpPr txBox="1"/>
          <p:nvPr/>
        </p:nvSpPr>
        <p:spPr>
          <a:xfrm>
            <a:off x="7941871" y="2706852"/>
            <a:ext cx="555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97B31C-49CD-67F8-4EE8-DAB4CC6A237C}"/>
              </a:ext>
            </a:extLst>
          </p:cNvPr>
          <p:cNvSpPr txBox="1"/>
          <p:nvPr/>
        </p:nvSpPr>
        <p:spPr>
          <a:xfrm>
            <a:off x="5580159" y="3474372"/>
            <a:ext cx="2261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Tunneling current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059C1F0-8718-DF88-DA6F-803DA6A18FDB}"/>
              </a:ext>
            </a:extLst>
          </p:cNvPr>
          <p:cNvCxnSpPr/>
          <p:nvPr/>
        </p:nvCxnSpPr>
        <p:spPr>
          <a:xfrm>
            <a:off x="4572000" y="885991"/>
            <a:ext cx="0" cy="489347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454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74A4F-FB98-A185-654F-F4E8507F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 Result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CF35B-884A-09A5-988E-829BAF794819}"/>
              </a:ext>
            </a:extLst>
          </p:cNvPr>
          <p:cNvSpPr txBox="1"/>
          <p:nvPr/>
        </p:nvSpPr>
        <p:spPr>
          <a:xfrm>
            <a:off x="869577" y="1233730"/>
            <a:ext cx="7404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 Tunneling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56128-B81E-650A-86DD-C92483D26562}"/>
              </a:ext>
            </a:extLst>
          </p:cNvPr>
          <p:cNvSpPr txBox="1"/>
          <p:nvPr/>
        </p:nvSpPr>
        <p:spPr>
          <a:xfrm>
            <a:off x="869577" y="3883618"/>
            <a:ext cx="7404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to Band Tunneling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7">
                <a:extLst>
                  <a:ext uri="{FF2B5EF4-FFF2-40B4-BE49-F238E27FC236}">
                    <a16:creationId xmlns:a16="http://schemas.microsoft.com/office/drawing/2014/main" id="{A642848B-7521-FACB-4029-CB897A3F4EFB}"/>
                  </a:ext>
                </a:extLst>
              </p:cNvPr>
              <p:cNvSpPr txBox="1"/>
              <p:nvPr/>
            </p:nvSpPr>
            <p:spPr>
              <a:xfrm>
                <a:off x="178379" y="4923649"/>
                <a:ext cx="8787242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19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19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𝑇𝐶</m:t>
                                </m:r>
                              </m:sub>
                              <m:sup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19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ko-KR" sz="19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𝑇𝐶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US" altLang="ko-KR" sz="19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−1 </m:t>
                            </m:r>
                          </m:e>
                        </m:d>
                        <m: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ko-KR" sz="19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𝐹𝑛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𝑇𝐶</m:t>
                                </m:r>
                              </m:sub>
                              <m:sup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US" altLang="ko-KR" sz="19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9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1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5" name="TextBox 7">
                <a:extLst>
                  <a:ext uri="{FF2B5EF4-FFF2-40B4-BE49-F238E27FC236}">
                    <a16:creationId xmlns:a16="http://schemas.microsoft.com/office/drawing/2014/main" id="{A642848B-7521-FACB-4029-CB897A3F4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79" y="4923649"/>
                <a:ext cx="8787242" cy="618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8">
                <a:extLst>
                  <a:ext uri="{FF2B5EF4-FFF2-40B4-BE49-F238E27FC236}">
                    <a16:creationId xmlns:a16="http://schemas.microsoft.com/office/drawing/2014/main" id="{F0CFDDF7-11D9-C022-2F35-88039011907C}"/>
                  </a:ext>
                </a:extLst>
              </p:cNvPr>
              <p:cNvSpPr txBox="1"/>
              <p:nvPr/>
            </p:nvSpPr>
            <p:spPr>
              <a:xfrm>
                <a:off x="2175770" y="2216758"/>
                <a:ext cx="4792460" cy="5186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DT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2</m:t>
                    </m:r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𝜋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tox</m:t>
                        </m:r>
                        <m: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WL</m:t>
                        </m:r>
                      </m:sub>
                    </m:sSub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sub>
                        </m:s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20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6" name="TextBox 8">
                <a:extLst>
                  <a:ext uri="{FF2B5EF4-FFF2-40B4-BE49-F238E27FC236}">
                    <a16:creationId xmlns:a16="http://schemas.microsoft.com/office/drawing/2014/main" id="{F0CFDDF7-11D9-C022-2F35-880390119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770" y="2216758"/>
                <a:ext cx="4792460" cy="5186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734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2319</TotalTime>
  <Words>1153</Words>
  <Application>Microsoft Office PowerPoint</Application>
  <PresentationFormat>화면 슬라이드 쇼(4:3)</PresentationFormat>
  <Paragraphs>208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맑은 고딕</vt:lpstr>
      <vt:lpstr>Arial</vt:lpstr>
      <vt:lpstr>Calibri</vt:lpstr>
      <vt:lpstr>Cambria Math</vt:lpstr>
      <vt:lpstr>Times New Roman</vt:lpstr>
      <vt:lpstr>Office 테마</vt:lpstr>
      <vt:lpstr>Modeling of Trap to Band Tunneling Detrapping Mechanism of 3D NAND Flash  진명</vt:lpstr>
      <vt:lpstr>Elastic Tunneling Current Modeling</vt:lpstr>
      <vt:lpstr>Capture Rate under High PV Level</vt:lpstr>
      <vt:lpstr>Fitting Parameter &amp; TCAD Calibration</vt:lpstr>
      <vt:lpstr>Model Observation</vt:lpstr>
      <vt:lpstr>Model Observation</vt:lpstr>
      <vt:lpstr>Trap Distribution Simulation</vt:lpstr>
      <vt:lpstr>Future Works</vt:lpstr>
      <vt:lpstr>Appendix  Elastic Tunneling 정리  진명</vt:lpstr>
      <vt:lpstr>Tunneling Coefficient</vt:lpstr>
      <vt:lpstr>Elastic Tunneling of Electron</vt:lpstr>
      <vt:lpstr>Tunneling Current Modeling</vt:lpstr>
      <vt:lpstr>Direct Tunneling</vt:lpstr>
      <vt:lpstr>Direct Tunneling</vt:lpstr>
      <vt:lpstr>Localization of Trapped Electron</vt:lpstr>
      <vt:lpstr>Trap to Band Tunneling</vt:lpstr>
      <vt:lpstr>Trap to Band Tunneling</vt:lpstr>
      <vt:lpstr>Trap to Band Tunneling</vt:lpstr>
      <vt:lpstr>Trap to Band Tunneling</vt:lpstr>
      <vt:lpstr>Trap to Band Tunneling</vt:lpstr>
      <vt:lpstr>Final Result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2024-08-29T20:26:30Z</dcterms:modified>
  <cp:version/>
</cp:coreProperties>
</file>