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7"/>
  </p:notesMasterIdLst>
  <p:sldIdLst>
    <p:sldId id="314" r:id="rId2"/>
    <p:sldId id="317" r:id="rId3"/>
    <p:sldId id="315" r:id="rId4"/>
    <p:sldId id="316" r:id="rId5"/>
    <p:sldId id="318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4B40DA-D50B-4587-AA3C-94CB52C74ED2}" v="811" dt="2024-12-30T22:35:35.8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54" d="100"/>
          <a:sy n="154" d="100"/>
        </p:scale>
        <p:origin x="1902" y="120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FD4B40DA-D50B-4587-AA3C-94CB52C74ED2}"/>
    <pc:docChg chg="undo custSel addSld delSld modSld modMainMaster">
      <pc:chgData name="MYUNG JIN" userId="89f3fa32ababedc4" providerId="LiveId" clId="{FD4B40DA-D50B-4587-AA3C-94CB52C74ED2}" dt="2024-12-30T22:36:05.299" v="1902" actId="11529"/>
      <pc:docMkLst>
        <pc:docMk/>
      </pc:docMkLst>
      <pc:sldChg chg="modSp mod">
        <pc:chgData name="MYUNG JIN" userId="89f3fa32ababedc4" providerId="LiveId" clId="{FD4B40DA-D50B-4587-AA3C-94CB52C74ED2}" dt="2024-12-30T12:03:47.012" v="187" actId="20577"/>
        <pc:sldMkLst>
          <pc:docMk/>
          <pc:sldMk cId="2415824652" sldId="314"/>
        </pc:sldMkLst>
        <pc:spChg chg="mod">
          <ac:chgData name="MYUNG JIN" userId="89f3fa32ababedc4" providerId="LiveId" clId="{FD4B40DA-D50B-4587-AA3C-94CB52C74ED2}" dt="2024-12-30T12:03:47.012" v="187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delSp modSp mod">
        <pc:chgData name="MYUNG JIN" userId="89f3fa32ababedc4" providerId="LiveId" clId="{FD4B40DA-D50B-4587-AA3C-94CB52C74ED2}" dt="2024-12-30T22:32:41.446" v="1805" actId="207"/>
        <pc:sldMkLst>
          <pc:docMk/>
          <pc:sldMk cId="2899342611" sldId="315"/>
        </pc:sldMkLst>
        <pc:spChg chg="mod">
          <ac:chgData name="MYUNG JIN" userId="89f3fa32ababedc4" providerId="LiveId" clId="{FD4B40DA-D50B-4587-AA3C-94CB52C74ED2}" dt="2024-12-30T20:33:38.471" v="370" actId="20577"/>
          <ac:spMkLst>
            <pc:docMk/>
            <pc:sldMk cId="2899342611" sldId="315"/>
            <ac:spMk id="2" creationId="{6B80B26E-D7EF-B0B7-2CB8-5143E660972A}"/>
          </ac:spMkLst>
        </pc:spChg>
        <pc:spChg chg="add">
          <ac:chgData name="MYUNG JIN" userId="89f3fa32ababedc4" providerId="LiveId" clId="{FD4B40DA-D50B-4587-AA3C-94CB52C74ED2}" dt="2024-12-30T20:33:54.648" v="372"/>
          <ac:spMkLst>
            <pc:docMk/>
            <pc:sldMk cId="2899342611" sldId="315"/>
            <ac:spMk id="3" creationId="{9CFBE905-5CA3-C881-75E7-D9959C4B0A96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9" creationId="{77C52203-DAAF-9722-D769-3D4209DB84EC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13" creationId="{5CDB0DFA-127C-04B4-3D46-508981C73029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14" creationId="{03DDF927-9C3D-F0ED-6A9F-514FE0117D1C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15" creationId="{079E0FF6-050F-E362-A3A0-9BEE5F4F7B94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16" creationId="{C482E038-A976-97F9-61DF-C895FE2653CA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17" creationId="{3C40BC28-FA87-9A5F-0725-06FF93BF4F45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18" creationId="{E86B5DB6-058A-46F6-BFAB-C9CA33994EAA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19" creationId="{5B29AF0D-3EE8-1767-0C99-4F4874A3241C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22" creationId="{4FD95746-E7AF-3975-88FF-1D6EB1D89A2C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23" creationId="{15BBBAEE-2388-4304-3EC8-E63BB244464A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25" creationId="{F8CAAD3D-F52F-15A3-A07B-C7A151FB06F7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28" creationId="{3E57F0CD-239E-0453-E87A-2B40E031C172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29" creationId="{F8372D92-D794-F728-1FDE-A0F9FAD86A7B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30" creationId="{2305F55F-A636-95F8-B3E5-BA4DDD522EA7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37" creationId="{4D9F695C-E670-6BEA-4B1D-D59EA42C93BE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38" creationId="{82A4D038-5B59-989E-4802-F4419BBE26F8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39" creationId="{B50E830A-875E-536D-434D-3A4CF335B39B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41" creationId="{E697C7AE-DC8C-11E5-070D-E66BD6474B23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56" creationId="{5EE3C2C2-D8EC-AABD-9A5D-64847E4C8769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57" creationId="{75720506-DDC1-44FC-170C-0FA92DB43B8A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58" creationId="{DD13F06A-8D69-C283-15A6-26C9DE9B317D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72" creationId="{3F75DA71-7AA2-888A-9AED-BB1B3DA050F7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73" creationId="{8F76CF91-FF56-A25F-C177-4B385E143C83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74" creationId="{859776D7-F459-5578-7F1A-78011EA68AA9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75" creationId="{1B194F3E-E0BD-4E0A-568A-0441C80FFB34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77" creationId="{ABB7D706-2E63-8BCC-49D5-698E8C819552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78" creationId="{C1F34E02-FCC0-5BB5-5497-ABE67D8591CF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79" creationId="{F6B9901F-B3E1-9CB6-38D1-250E252FCBDC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80" creationId="{DF3CCA14-A71F-D549-3568-5EFCEC0A4F0F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81" creationId="{8C1A487C-5D2E-C0E1-629A-5A5EC3883DD4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82" creationId="{E013AFE1-A8F8-7C49-0170-548B42DE59C9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83" creationId="{82B1F961-1491-7B7F-0247-8B3E0428E6B5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86" creationId="{ADE83A88-C873-3A7F-746E-4186519D75B0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87" creationId="{A3128155-9249-AFB9-1896-71FAF61D8D41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88" creationId="{8B59FFD7-5EDF-0F52-6A24-140FF7B5A0F1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89" creationId="{5AB9AF6E-12C8-C2A0-C951-E7941AE7C841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90" creationId="{1766EDDC-E285-F607-18E7-A85A3087A0EF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91" creationId="{6D716695-6479-7611-E14A-3BAC1BDE9A19}"/>
          </ac:spMkLst>
        </pc:spChg>
        <pc:spChg chg="mod">
          <ac:chgData name="MYUNG JIN" userId="89f3fa32ababedc4" providerId="LiveId" clId="{FD4B40DA-D50B-4587-AA3C-94CB52C74ED2}" dt="2024-12-30T20:34:12.940" v="377"/>
          <ac:spMkLst>
            <pc:docMk/>
            <pc:sldMk cId="2899342611" sldId="315"/>
            <ac:spMk id="93" creationId="{2BE5A6B2-5FD2-0ABD-E469-04854DCD6D24}"/>
          </ac:spMkLst>
        </pc:spChg>
        <pc:spChg chg="add mod">
          <ac:chgData name="MYUNG JIN" userId="89f3fa32ababedc4" providerId="LiveId" clId="{FD4B40DA-D50B-4587-AA3C-94CB52C74ED2}" dt="2024-12-30T20:35:30.360" v="610" actId="1076"/>
          <ac:spMkLst>
            <pc:docMk/>
            <pc:sldMk cId="2899342611" sldId="315"/>
            <ac:spMk id="96" creationId="{19DF13E4-0D86-F769-22CE-A3224ED9D0E4}"/>
          </ac:spMkLst>
        </pc:spChg>
        <pc:spChg chg="add mod">
          <ac:chgData name="MYUNG JIN" userId="89f3fa32ababedc4" providerId="LiveId" clId="{FD4B40DA-D50B-4587-AA3C-94CB52C74ED2}" dt="2024-12-30T22:32:41.446" v="1805" actId="207"/>
          <ac:spMkLst>
            <pc:docMk/>
            <pc:sldMk cId="2899342611" sldId="315"/>
            <ac:spMk id="97" creationId="{AA22A035-79B3-ADC3-15D9-A8974830D085}"/>
          </ac:spMkLst>
        </pc:spChg>
        <pc:grpChg chg="add mod">
          <ac:chgData name="MYUNG JIN" userId="89f3fa32ababedc4" providerId="LiveId" clId="{FD4B40DA-D50B-4587-AA3C-94CB52C74ED2}" dt="2024-12-30T20:34:22.224" v="378" actId="1076"/>
          <ac:grpSpMkLst>
            <pc:docMk/>
            <pc:sldMk cId="2899342611" sldId="315"/>
            <ac:grpSpMk id="5" creationId="{13411F47-2AE1-3DAE-1A36-B5218FAD81B7}"/>
          </ac:grpSpMkLst>
        </pc:grpChg>
        <pc:grpChg chg="mod">
          <ac:chgData name="MYUNG JIN" userId="89f3fa32ababedc4" providerId="LiveId" clId="{FD4B40DA-D50B-4587-AA3C-94CB52C74ED2}" dt="2024-12-30T20:34:12.940" v="377"/>
          <ac:grpSpMkLst>
            <pc:docMk/>
            <pc:sldMk cId="2899342611" sldId="315"/>
            <ac:grpSpMk id="6" creationId="{2409536A-82C6-AD8C-5FF1-F413DD30A264}"/>
          </ac:grpSpMkLst>
        </pc:grpChg>
        <pc:grpChg chg="mod">
          <ac:chgData name="MYUNG JIN" userId="89f3fa32ababedc4" providerId="LiveId" clId="{FD4B40DA-D50B-4587-AA3C-94CB52C74ED2}" dt="2024-12-30T20:34:12.940" v="377"/>
          <ac:grpSpMkLst>
            <pc:docMk/>
            <pc:sldMk cId="2899342611" sldId="315"/>
            <ac:grpSpMk id="7" creationId="{B26CE384-D6BD-22E0-4504-E4F5EE7E0E22}"/>
          </ac:grpSpMkLst>
        </pc:grpChg>
        <pc:grpChg chg="mod">
          <ac:chgData name="MYUNG JIN" userId="89f3fa32ababedc4" providerId="LiveId" clId="{FD4B40DA-D50B-4587-AA3C-94CB52C74ED2}" dt="2024-12-30T20:34:12.940" v="377"/>
          <ac:grpSpMkLst>
            <pc:docMk/>
            <pc:sldMk cId="2899342611" sldId="315"/>
            <ac:grpSpMk id="8" creationId="{8C5E51E2-71B4-C9A5-2680-CFAF6607F82E}"/>
          </ac:grpSpMkLst>
        </pc:grpChg>
        <pc:grpChg chg="mod">
          <ac:chgData name="MYUNG JIN" userId="89f3fa32ababedc4" providerId="LiveId" clId="{FD4B40DA-D50B-4587-AA3C-94CB52C74ED2}" dt="2024-12-30T20:34:12.940" v="377"/>
          <ac:grpSpMkLst>
            <pc:docMk/>
            <pc:sldMk cId="2899342611" sldId="315"/>
            <ac:grpSpMk id="10" creationId="{15B9D437-C076-81D2-55B3-06A0DAE579E6}"/>
          </ac:grpSpMkLst>
        </pc:grpChg>
        <pc:grpChg chg="mod">
          <ac:chgData name="MYUNG JIN" userId="89f3fa32ababedc4" providerId="LiveId" clId="{FD4B40DA-D50B-4587-AA3C-94CB52C74ED2}" dt="2024-12-30T20:34:12.940" v="377"/>
          <ac:grpSpMkLst>
            <pc:docMk/>
            <pc:sldMk cId="2899342611" sldId="315"/>
            <ac:grpSpMk id="24" creationId="{1DFB1B8B-B652-C46E-1AA1-2753002554F7}"/>
          </ac:grpSpMkLst>
        </pc:grpChg>
        <pc:grpChg chg="mod">
          <ac:chgData name="MYUNG JIN" userId="89f3fa32ababedc4" providerId="LiveId" clId="{FD4B40DA-D50B-4587-AA3C-94CB52C74ED2}" dt="2024-12-30T20:34:12.940" v="377"/>
          <ac:grpSpMkLst>
            <pc:docMk/>
            <pc:sldMk cId="2899342611" sldId="315"/>
            <ac:grpSpMk id="34" creationId="{7F082A66-D044-143A-4743-2113BB09202C}"/>
          </ac:grpSpMkLst>
        </pc:grpChg>
        <pc:grpChg chg="mod">
          <ac:chgData name="MYUNG JIN" userId="89f3fa32ababedc4" providerId="LiveId" clId="{FD4B40DA-D50B-4587-AA3C-94CB52C74ED2}" dt="2024-12-30T20:34:12.940" v="377"/>
          <ac:grpSpMkLst>
            <pc:docMk/>
            <pc:sldMk cId="2899342611" sldId="315"/>
            <ac:grpSpMk id="44" creationId="{C5B35D36-3EAB-1A35-8EE8-816CB30C5AFF}"/>
          </ac:grpSpMkLst>
        </pc:grpChg>
        <pc:picChg chg="add del mod">
          <ac:chgData name="MYUNG JIN" userId="89f3fa32ababedc4" providerId="LiveId" clId="{FD4B40DA-D50B-4587-AA3C-94CB52C74ED2}" dt="2024-12-30T20:34:02.668" v="376" actId="478"/>
          <ac:picMkLst>
            <pc:docMk/>
            <pc:sldMk cId="2899342611" sldId="315"/>
            <ac:picMk id="4" creationId="{277422D6-5741-B2B0-EA90-83ADF3AEB030}"/>
          </ac:picMkLst>
        </pc:picChg>
        <pc:picChg chg="mod">
          <ac:chgData name="MYUNG JIN" userId="89f3fa32ababedc4" providerId="LiveId" clId="{FD4B40DA-D50B-4587-AA3C-94CB52C74ED2}" dt="2024-12-30T20:34:12.940" v="377"/>
          <ac:picMkLst>
            <pc:docMk/>
            <pc:sldMk cId="2899342611" sldId="315"/>
            <ac:picMk id="45" creationId="{1527FAB0-B553-D3FC-4514-24B1DDF9157B}"/>
          </ac:picMkLst>
        </pc:picChg>
        <pc:picChg chg="mod">
          <ac:chgData name="MYUNG JIN" userId="89f3fa32ababedc4" providerId="LiveId" clId="{FD4B40DA-D50B-4587-AA3C-94CB52C74ED2}" dt="2024-12-30T20:34:12.940" v="377"/>
          <ac:picMkLst>
            <pc:docMk/>
            <pc:sldMk cId="2899342611" sldId="315"/>
            <ac:picMk id="46" creationId="{A76994B8-4D53-D8E2-2F85-C81BF90646AC}"/>
          </ac:picMkLst>
        </pc:picChg>
        <pc:picChg chg="mod">
          <ac:chgData name="MYUNG JIN" userId="89f3fa32ababedc4" providerId="LiveId" clId="{FD4B40DA-D50B-4587-AA3C-94CB52C74ED2}" dt="2024-12-30T20:34:12.940" v="377"/>
          <ac:picMkLst>
            <pc:docMk/>
            <pc:sldMk cId="2899342611" sldId="315"/>
            <ac:picMk id="47" creationId="{C51CACBC-013B-5C5B-8BC6-DD4A97F67878}"/>
          </ac:picMkLst>
        </pc:picChg>
        <pc:picChg chg="mod">
          <ac:chgData name="MYUNG JIN" userId="89f3fa32ababedc4" providerId="LiveId" clId="{FD4B40DA-D50B-4587-AA3C-94CB52C74ED2}" dt="2024-12-30T20:34:12.940" v="377"/>
          <ac:picMkLst>
            <pc:docMk/>
            <pc:sldMk cId="2899342611" sldId="315"/>
            <ac:picMk id="62" creationId="{FC22FE36-E0BA-7BFB-5934-1AE469EC6669}"/>
          </ac:picMkLst>
        </pc:picChg>
        <pc:picChg chg="mod">
          <ac:chgData name="MYUNG JIN" userId="89f3fa32ababedc4" providerId="LiveId" clId="{FD4B40DA-D50B-4587-AA3C-94CB52C74ED2}" dt="2024-12-30T20:34:12.940" v="377"/>
          <ac:picMkLst>
            <pc:docMk/>
            <pc:sldMk cId="2899342611" sldId="315"/>
            <ac:picMk id="95" creationId="{6BF2D4DB-891D-AB98-AEEC-01F046B489AC}"/>
          </ac:picMkLst>
        </pc:pic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11" creationId="{A0A075B0-EC16-D770-E19D-3B137D001A66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12" creationId="{9FEA9C91-E6F7-A0F5-8F84-740CBE003FE3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20" creationId="{1F63654C-2398-A8C6-0BE4-0068165AE08C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21" creationId="{257F87E1-03A0-7958-E341-5A09B0794E08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26" creationId="{5329C374-556D-4E5E-AEE0-5F3991ED0EDD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27" creationId="{50C6B873-9447-5FC6-8638-3A186A84D25E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31" creationId="{718CB6A0-5F51-B495-B1D1-EE6D435727EA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32" creationId="{D9567C83-D0EA-058B-F88C-C52E95B03740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33" creationId="{BBBCA58F-5282-14B1-0A65-D1BAA981DCF6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35" creationId="{81F48C53-7ED8-35FF-5735-0BF2AB0BBE3B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36" creationId="{518C6DE9-41AC-7DFC-9EC9-1B0C79604F67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40" creationId="{A9751830-9DB1-C279-A123-1B637311D7AC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42" creationId="{C1E625E3-82B1-84EA-CA36-9B1FCBF1F002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43" creationId="{66D86E07-1781-ECDA-1F91-D69FCA884CF1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48" creationId="{DC37AF70-E111-0EE8-C077-C83338C4D002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49" creationId="{4DFB94C2-63B9-4FFA-A2AF-67F898A99EAF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50" creationId="{46CB9C2C-7B26-E765-9C24-72B7FCA4AC1B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51" creationId="{BBE18BE5-E9D3-1091-2C7B-9A42A4EF77D2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52" creationId="{B0DF96B8-EB61-1748-0024-419F468F607A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53" creationId="{239952B1-0BF2-692E-8557-20733A538728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54" creationId="{C278991E-E448-EF31-81F1-04B402A3E529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55" creationId="{0EF3AE7E-D71B-33B8-2D51-E491881CD72F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59" creationId="{F86FFD66-743D-70E9-0CC5-9D4C2E315399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60" creationId="{CC2E859A-4C53-6A5D-FE24-DD5B87A2522A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61" creationId="{122F74F9-0616-8FEF-B631-4DAE3B8A844B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63" creationId="{260CA2AA-B9A3-D84E-CE39-D7EB5B5CCD9F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64" creationId="{366FB56F-996F-10D9-2767-2DCFFD47FD23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65" creationId="{CD24D0BC-0091-77FA-DB2B-70D5738CB20F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66" creationId="{BA896BCE-811B-F4D6-8FB8-19FB82CD1D53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67" creationId="{74C005D7-EE92-3C6F-131B-74753496CB1B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68" creationId="{B4EB0ABB-1038-919E-27AC-6C4E7CDF71CA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69" creationId="{F2E7BA26-3CA3-99DC-5081-B39D62675E7A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70" creationId="{1C38B6D9-2339-98FE-016B-A042B4F01F0E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71" creationId="{5974F132-1370-032F-F0F4-E4EF316A4BB3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76" creationId="{2D2D4574-3AB7-FD49-DDB2-5EF148B6A0C2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84" creationId="{937BAE30-CADA-9ABB-073D-C44A0C23DCE7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85" creationId="{9066CB25-CE80-1CB7-C4E7-9E9A32454839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92" creationId="{45D2870A-DDBE-9876-6534-781BBEAFF404}"/>
          </ac:cxnSpMkLst>
        </pc:cxnChg>
        <pc:cxnChg chg="mod">
          <ac:chgData name="MYUNG JIN" userId="89f3fa32ababedc4" providerId="LiveId" clId="{FD4B40DA-D50B-4587-AA3C-94CB52C74ED2}" dt="2024-12-30T20:34:12.940" v="377"/>
          <ac:cxnSpMkLst>
            <pc:docMk/>
            <pc:sldMk cId="2899342611" sldId="315"/>
            <ac:cxnSpMk id="94" creationId="{9F6F7491-9D90-961D-BF0C-A42330D2AF43}"/>
          </ac:cxnSpMkLst>
        </pc:cxnChg>
      </pc:sldChg>
      <pc:sldChg chg="addSp modSp new mod">
        <pc:chgData name="MYUNG JIN" userId="89f3fa32ababedc4" providerId="LiveId" clId="{FD4B40DA-D50B-4587-AA3C-94CB52C74ED2}" dt="2024-12-30T22:36:05.299" v="1902" actId="11529"/>
        <pc:sldMkLst>
          <pc:docMk/>
          <pc:sldMk cId="598062021" sldId="316"/>
        </pc:sldMkLst>
        <pc:spChg chg="mod">
          <ac:chgData name="MYUNG JIN" userId="89f3fa32ababedc4" providerId="LiveId" clId="{FD4B40DA-D50B-4587-AA3C-94CB52C74ED2}" dt="2024-12-30T20:33:40.865" v="371" actId="20577"/>
          <ac:spMkLst>
            <pc:docMk/>
            <pc:sldMk cId="598062021" sldId="316"/>
            <ac:spMk id="2" creationId="{7277F97C-D82F-EA49-F8A2-E65068D34F00}"/>
          </ac:spMkLst>
        </pc:spChg>
        <pc:spChg chg="mod">
          <ac:chgData name="MYUNG JIN" userId="89f3fa32ababedc4" providerId="LiveId" clId="{FD4B40DA-D50B-4587-AA3C-94CB52C74ED2}" dt="2024-12-30T22:12:49.865" v="613"/>
          <ac:spMkLst>
            <pc:docMk/>
            <pc:sldMk cId="598062021" sldId="316"/>
            <ac:spMk id="7" creationId="{0D4B7695-9F31-4F3E-970D-306911111FE7}"/>
          </ac:spMkLst>
        </pc:spChg>
        <pc:spChg chg="mod">
          <ac:chgData name="MYUNG JIN" userId="89f3fa32ababedc4" providerId="LiveId" clId="{FD4B40DA-D50B-4587-AA3C-94CB52C74ED2}" dt="2024-12-30T22:12:49.865" v="613"/>
          <ac:spMkLst>
            <pc:docMk/>
            <pc:sldMk cId="598062021" sldId="316"/>
            <ac:spMk id="10" creationId="{99D6A666-E8B4-5C11-E09F-C68BB1D7E633}"/>
          </ac:spMkLst>
        </pc:spChg>
        <pc:spChg chg="mod">
          <ac:chgData name="MYUNG JIN" userId="89f3fa32ababedc4" providerId="LiveId" clId="{FD4B40DA-D50B-4587-AA3C-94CB52C74ED2}" dt="2024-12-30T22:12:49.865" v="613"/>
          <ac:spMkLst>
            <pc:docMk/>
            <pc:sldMk cId="598062021" sldId="316"/>
            <ac:spMk id="13" creationId="{17FE6497-30AB-C308-3211-F4B6C1C2CED5}"/>
          </ac:spMkLst>
        </pc:spChg>
        <pc:spChg chg="add mod">
          <ac:chgData name="MYUNG JIN" userId="89f3fa32ababedc4" providerId="LiveId" clId="{FD4B40DA-D50B-4587-AA3C-94CB52C74ED2}" dt="2024-12-30T22:35:58.189" v="1900" actId="1076"/>
          <ac:spMkLst>
            <pc:docMk/>
            <pc:sldMk cId="598062021" sldId="316"/>
            <ac:spMk id="14" creationId="{4E1A08C5-8C3B-5C7F-DBBB-6469C3FAD2A6}"/>
          </ac:spMkLst>
        </pc:spChg>
        <pc:spChg chg="add mod">
          <ac:chgData name="MYUNG JIN" userId="89f3fa32ababedc4" providerId="LiveId" clId="{FD4B40DA-D50B-4587-AA3C-94CB52C74ED2}" dt="2024-12-30T22:36:00.107" v="1901" actId="1076"/>
          <ac:spMkLst>
            <pc:docMk/>
            <pc:sldMk cId="598062021" sldId="316"/>
            <ac:spMk id="15" creationId="{1EBF34E7-B1D4-B685-8E99-0A827D0EBB64}"/>
          </ac:spMkLst>
        </pc:spChg>
        <pc:grpChg chg="add mod">
          <ac:chgData name="MYUNG JIN" userId="89f3fa32ababedc4" providerId="LiveId" clId="{FD4B40DA-D50B-4587-AA3C-94CB52C74ED2}" dt="2024-12-30T22:12:52.821" v="614" actId="1076"/>
          <ac:grpSpMkLst>
            <pc:docMk/>
            <pc:sldMk cId="598062021" sldId="316"/>
            <ac:grpSpMk id="5" creationId="{C93841DD-F2EC-5EEF-2DAE-4686822F5E9B}"/>
          </ac:grpSpMkLst>
        </pc:grpChg>
        <pc:grpChg chg="add mod">
          <ac:chgData name="MYUNG JIN" userId="89f3fa32ababedc4" providerId="LiveId" clId="{FD4B40DA-D50B-4587-AA3C-94CB52C74ED2}" dt="2024-12-30T22:12:52.821" v="614" actId="1076"/>
          <ac:grpSpMkLst>
            <pc:docMk/>
            <pc:sldMk cId="598062021" sldId="316"/>
            <ac:grpSpMk id="8" creationId="{7F9A1C20-6719-8077-6E8E-45599A25070D}"/>
          </ac:grpSpMkLst>
        </pc:grpChg>
        <pc:grpChg chg="add mod">
          <ac:chgData name="MYUNG JIN" userId="89f3fa32ababedc4" providerId="LiveId" clId="{FD4B40DA-D50B-4587-AA3C-94CB52C74ED2}" dt="2024-12-30T22:12:52.821" v="614" actId="1076"/>
          <ac:grpSpMkLst>
            <pc:docMk/>
            <pc:sldMk cId="598062021" sldId="316"/>
            <ac:grpSpMk id="11" creationId="{213A75A6-DB87-4C46-3B2A-93E9486C447F}"/>
          </ac:grpSpMkLst>
        </pc:grpChg>
        <pc:graphicFrameChg chg="add mod">
          <ac:chgData name="MYUNG JIN" userId="89f3fa32ababedc4" providerId="LiveId" clId="{FD4B40DA-D50B-4587-AA3C-94CB52C74ED2}" dt="2024-12-30T22:12:17.900" v="612" actId="1076"/>
          <ac:graphicFrameMkLst>
            <pc:docMk/>
            <pc:sldMk cId="598062021" sldId="316"/>
            <ac:graphicFrameMk id="3" creationId="{0DFCF301-F379-08C9-1B88-1B4CC863EFBA}"/>
          </ac:graphicFrameMkLst>
        </pc:graphicFrameChg>
        <pc:graphicFrameChg chg="add mod">
          <ac:chgData name="MYUNG JIN" userId="89f3fa32ababedc4" providerId="LiveId" clId="{FD4B40DA-D50B-4587-AA3C-94CB52C74ED2}" dt="2024-12-30T22:12:17.900" v="612" actId="1076"/>
          <ac:graphicFrameMkLst>
            <pc:docMk/>
            <pc:sldMk cId="598062021" sldId="316"/>
            <ac:graphicFrameMk id="4" creationId="{6AE6A5A9-E63C-59A2-C569-66C79601765D}"/>
          </ac:graphicFrameMkLst>
        </pc:graphicFrameChg>
        <pc:graphicFrameChg chg="mod">
          <ac:chgData name="MYUNG JIN" userId="89f3fa32ababedc4" providerId="LiveId" clId="{FD4B40DA-D50B-4587-AA3C-94CB52C74ED2}" dt="2024-12-30T22:12:49.865" v="613"/>
          <ac:graphicFrameMkLst>
            <pc:docMk/>
            <pc:sldMk cId="598062021" sldId="316"/>
            <ac:graphicFrameMk id="6" creationId="{B5A6AC46-BD81-096D-2D80-874B9275558A}"/>
          </ac:graphicFrameMkLst>
        </pc:graphicFrameChg>
        <pc:graphicFrameChg chg="mod">
          <ac:chgData name="MYUNG JIN" userId="89f3fa32ababedc4" providerId="LiveId" clId="{FD4B40DA-D50B-4587-AA3C-94CB52C74ED2}" dt="2024-12-30T22:12:49.865" v="613"/>
          <ac:graphicFrameMkLst>
            <pc:docMk/>
            <pc:sldMk cId="598062021" sldId="316"/>
            <ac:graphicFrameMk id="9" creationId="{3EE11C8F-509E-C97E-4FA3-35089222DADB}"/>
          </ac:graphicFrameMkLst>
        </pc:graphicFrameChg>
        <pc:graphicFrameChg chg="mod">
          <ac:chgData name="MYUNG JIN" userId="89f3fa32ababedc4" providerId="LiveId" clId="{FD4B40DA-D50B-4587-AA3C-94CB52C74ED2}" dt="2024-12-30T22:12:49.865" v="613"/>
          <ac:graphicFrameMkLst>
            <pc:docMk/>
            <pc:sldMk cId="598062021" sldId="316"/>
            <ac:graphicFrameMk id="12" creationId="{E9BB912E-B6A9-0FF9-988C-2FA9AEB06B32}"/>
          </ac:graphicFrameMkLst>
        </pc:graphicFrameChg>
        <pc:cxnChg chg="add">
          <ac:chgData name="MYUNG JIN" userId="89f3fa32ababedc4" providerId="LiveId" clId="{FD4B40DA-D50B-4587-AA3C-94CB52C74ED2}" dt="2024-12-30T22:36:05.299" v="1902" actId="11529"/>
          <ac:cxnSpMkLst>
            <pc:docMk/>
            <pc:sldMk cId="598062021" sldId="316"/>
            <ac:cxnSpMk id="17" creationId="{D96C3E64-4D5F-0549-7998-726F25937B51}"/>
          </ac:cxnSpMkLst>
        </pc:cxnChg>
      </pc:sldChg>
      <pc:sldChg chg="del">
        <pc:chgData name="MYUNG JIN" userId="89f3fa32ababedc4" providerId="LiveId" clId="{FD4B40DA-D50B-4587-AA3C-94CB52C74ED2}" dt="2024-12-30T12:03:57.979" v="208" actId="47"/>
        <pc:sldMkLst>
          <pc:docMk/>
          <pc:sldMk cId="1233077889" sldId="316"/>
        </pc:sldMkLst>
      </pc:sldChg>
      <pc:sldChg chg="del">
        <pc:chgData name="MYUNG JIN" userId="89f3fa32ababedc4" providerId="LiveId" clId="{FD4B40DA-D50B-4587-AA3C-94CB52C74ED2}" dt="2024-12-30T12:03:58.124" v="209" actId="47"/>
        <pc:sldMkLst>
          <pc:docMk/>
          <pc:sldMk cId="248035018" sldId="317"/>
        </pc:sldMkLst>
      </pc:sldChg>
      <pc:sldChg chg="addSp delSp modSp new mod">
        <pc:chgData name="MYUNG JIN" userId="89f3fa32ababedc4" providerId="LiveId" clId="{FD4B40DA-D50B-4587-AA3C-94CB52C74ED2}" dt="2024-12-30T20:33:29.425" v="369" actId="14100"/>
        <pc:sldMkLst>
          <pc:docMk/>
          <pc:sldMk cId="1281325362" sldId="317"/>
        </pc:sldMkLst>
        <pc:spChg chg="mod">
          <ac:chgData name="MYUNG JIN" userId="89f3fa32ababedc4" providerId="LiveId" clId="{FD4B40DA-D50B-4587-AA3C-94CB52C74ED2}" dt="2024-12-30T12:04:07.959" v="226" actId="20577"/>
          <ac:spMkLst>
            <pc:docMk/>
            <pc:sldMk cId="1281325362" sldId="317"/>
            <ac:spMk id="2" creationId="{F7590B55-42CA-3DBE-A410-B893EFB23F4C}"/>
          </ac:spMkLst>
        </pc:spChg>
        <pc:spChg chg="add mod">
          <ac:chgData name="MYUNG JIN" userId="89f3fa32ababedc4" providerId="LiveId" clId="{FD4B40DA-D50B-4587-AA3C-94CB52C74ED2}" dt="2024-12-30T20:32:08.699" v="365" actId="20577"/>
          <ac:spMkLst>
            <pc:docMk/>
            <pc:sldMk cId="1281325362" sldId="317"/>
            <ac:spMk id="8" creationId="{C4BA0AA1-1AFE-44B8-AB3B-5EEF0E860764}"/>
          </ac:spMkLst>
        </pc:spChg>
        <pc:graphicFrameChg chg="add del mod">
          <ac:chgData name="MYUNG JIN" userId="89f3fa32ababedc4" providerId="LiveId" clId="{FD4B40DA-D50B-4587-AA3C-94CB52C74ED2}" dt="2024-12-30T12:05:15.240" v="233" actId="478"/>
          <ac:graphicFrameMkLst>
            <pc:docMk/>
            <pc:sldMk cId="1281325362" sldId="317"/>
            <ac:graphicFrameMk id="5" creationId="{1779E7D5-AEC9-175A-A29B-9B607986E5F9}"/>
          </ac:graphicFrameMkLst>
        </pc:graphicFrameChg>
        <pc:picChg chg="add del mod">
          <ac:chgData name="MYUNG JIN" userId="89f3fa32ababedc4" providerId="LiveId" clId="{FD4B40DA-D50B-4587-AA3C-94CB52C74ED2}" dt="2024-12-30T12:05:04.943" v="230" actId="478"/>
          <ac:picMkLst>
            <pc:docMk/>
            <pc:sldMk cId="1281325362" sldId="317"/>
            <ac:picMk id="4" creationId="{397689EC-4B87-73F8-CB11-401FA50C2D71}"/>
          </ac:picMkLst>
        </pc:picChg>
        <pc:picChg chg="add del mod">
          <ac:chgData name="MYUNG JIN" userId="89f3fa32ababedc4" providerId="LiveId" clId="{FD4B40DA-D50B-4587-AA3C-94CB52C74ED2}" dt="2024-12-30T20:33:23.639" v="366" actId="478"/>
          <ac:picMkLst>
            <pc:docMk/>
            <pc:sldMk cId="1281325362" sldId="317"/>
            <ac:picMk id="7" creationId="{F0B33752-81C2-85FB-409F-DBCE33351A5C}"/>
          </ac:picMkLst>
        </pc:picChg>
        <pc:picChg chg="add mod">
          <ac:chgData name="MYUNG JIN" userId="89f3fa32ababedc4" providerId="LiveId" clId="{FD4B40DA-D50B-4587-AA3C-94CB52C74ED2}" dt="2024-12-30T20:33:29.425" v="369" actId="14100"/>
          <ac:picMkLst>
            <pc:docMk/>
            <pc:sldMk cId="1281325362" sldId="317"/>
            <ac:picMk id="10" creationId="{0815A4CC-9AED-A290-90C8-0DB2705F0E15}"/>
          </ac:picMkLst>
        </pc:picChg>
      </pc:sldChg>
      <pc:sldChg chg="addSp modSp new mod">
        <pc:chgData name="MYUNG JIN" userId="89f3fa32ababedc4" providerId="LiveId" clId="{FD4B40DA-D50B-4587-AA3C-94CB52C74ED2}" dt="2024-12-30T22:32:56.228" v="1806"/>
        <pc:sldMkLst>
          <pc:docMk/>
          <pc:sldMk cId="418987620" sldId="318"/>
        </pc:sldMkLst>
        <pc:spChg chg="mod">
          <ac:chgData name="MYUNG JIN" userId="89f3fa32ababedc4" providerId="LiveId" clId="{FD4B40DA-D50B-4587-AA3C-94CB52C74ED2}" dt="2024-12-30T22:18:06.904" v="853" actId="20577"/>
          <ac:spMkLst>
            <pc:docMk/>
            <pc:sldMk cId="418987620" sldId="318"/>
            <ac:spMk id="2" creationId="{1AE85ED7-C7A1-3AF8-30CF-A5279A6CC644}"/>
          </ac:spMkLst>
        </pc:spChg>
        <pc:spChg chg="add mod">
          <ac:chgData name="MYUNG JIN" userId="89f3fa32ababedc4" providerId="LiveId" clId="{FD4B40DA-D50B-4587-AA3C-94CB52C74ED2}" dt="2024-12-30T22:29:21.693" v="1798" actId="1076"/>
          <ac:spMkLst>
            <pc:docMk/>
            <pc:sldMk cId="418987620" sldId="318"/>
            <ac:spMk id="3" creationId="{98B1D053-F3A9-3D95-FF21-2480B6B4C675}"/>
          </ac:spMkLst>
        </pc:spChg>
        <pc:spChg chg="add mod">
          <ac:chgData name="MYUNG JIN" userId="89f3fa32ababedc4" providerId="LiveId" clId="{FD4B40DA-D50B-4587-AA3C-94CB52C74ED2}" dt="2024-12-30T22:29:21.693" v="1798" actId="1076"/>
          <ac:spMkLst>
            <pc:docMk/>
            <pc:sldMk cId="418987620" sldId="318"/>
            <ac:spMk id="4" creationId="{F87FAE75-8B3D-0370-0464-985DDD0A24AE}"/>
          </ac:spMkLst>
        </pc:spChg>
        <pc:spChg chg="add mod">
          <ac:chgData name="MYUNG JIN" userId="89f3fa32ababedc4" providerId="LiveId" clId="{FD4B40DA-D50B-4587-AA3C-94CB52C74ED2}" dt="2024-12-30T22:29:21.693" v="1798" actId="1076"/>
          <ac:spMkLst>
            <pc:docMk/>
            <pc:sldMk cId="418987620" sldId="318"/>
            <ac:spMk id="5" creationId="{44E19962-7260-3D56-60B8-43BA04784903}"/>
          </ac:spMkLst>
        </pc:spChg>
        <pc:spChg chg="add mod">
          <ac:chgData name="MYUNG JIN" userId="89f3fa32ababedc4" providerId="LiveId" clId="{FD4B40DA-D50B-4587-AA3C-94CB52C74ED2}" dt="2024-12-30T22:29:08.684" v="1795" actId="1076"/>
          <ac:spMkLst>
            <pc:docMk/>
            <pc:sldMk cId="418987620" sldId="318"/>
            <ac:spMk id="6" creationId="{A4208426-612A-08E9-EFF7-F915942051F6}"/>
          </ac:spMkLst>
        </pc:spChg>
        <pc:spChg chg="add mod">
          <ac:chgData name="MYUNG JIN" userId="89f3fa32ababedc4" providerId="LiveId" clId="{FD4B40DA-D50B-4587-AA3C-94CB52C74ED2}" dt="2024-12-30T22:29:44.648" v="1803" actId="14100"/>
          <ac:spMkLst>
            <pc:docMk/>
            <pc:sldMk cId="418987620" sldId="318"/>
            <ac:spMk id="9" creationId="{CDFC67EE-84EC-C00D-1EF8-6D17ECEF4A45}"/>
          </ac:spMkLst>
        </pc:spChg>
        <pc:spChg chg="add mod">
          <ac:chgData name="MYUNG JIN" userId="89f3fa32ababedc4" providerId="LiveId" clId="{FD4B40DA-D50B-4587-AA3C-94CB52C74ED2}" dt="2024-12-30T22:32:56.228" v="1806"/>
          <ac:spMkLst>
            <pc:docMk/>
            <pc:sldMk cId="418987620" sldId="318"/>
            <ac:spMk id="10" creationId="{D0998608-8F01-E018-6156-3213FE88AA68}"/>
          </ac:spMkLst>
        </pc:spChg>
        <pc:cxnChg chg="add mod">
          <ac:chgData name="MYUNG JIN" userId="89f3fa32ababedc4" providerId="LiveId" clId="{FD4B40DA-D50B-4587-AA3C-94CB52C74ED2}" dt="2024-12-30T22:29:33.371" v="1800" actId="208"/>
          <ac:cxnSpMkLst>
            <pc:docMk/>
            <pc:sldMk cId="418987620" sldId="318"/>
            <ac:cxnSpMk id="8" creationId="{9BCCCE2E-4474-4F83-0A55-F4033907CC80}"/>
          </ac:cxnSpMkLst>
        </pc:cxnChg>
      </pc:sldChg>
      <pc:sldChg chg="new del">
        <pc:chgData name="MYUNG JIN" userId="89f3fa32ababedc4" providerId="LiveId" clId="{FD4B40DA-D50B-4587-AA3C-94CB52C74ED2}" dt="2024-12-30T22:16:52.903" v="788" actId="47"/>
        <pc:sldMkLst>
          <pc:docMk/>
          <pc:sldMk cId="971020100" sldId="318"/>
        </pc:sldMkLst>
      </pc:sldChg>
      <pc:sldMasterChg chg="modSldLayout">
        <pc:chgData name="MYUNG JIN" userId="89f3fa32ababedc4" providerId="LiveId" clId="{FD4B40DA-D50B-4587-AA3C-94CB52C74ED2}" dt="2024-12-30T22:30:01.816" v="1804" actId="20577"/>
        <pc:sldMasterMkLst>
          <pc:docMk/>
          <pc:sldMasterMk cId="865822706" sldId="2147483672"/>
        </pc:sldMasterMkLst>
        <pc:sldLayoutChg chg="modSp mod">
          <pc:chgData name="MYUNG JIN" userId="89f3fa32ababedc4" providerId="LiveId" clId="{FD4B40DA-D50B-4587-AA3C-94CB52C74ED2}" dt="2024-12-30T22:30:01.816" v="1804" actId="20577"/>
          <pc:sldLayoutMkLst>
            <pc:docMk/>
            <pc:sldMasterMk cId="865822706" sldId="2147483672"/>
            <pc:sldLayoutMk cId="1527371085" sldId="2147483662"/>
          </pc:sldLayoutMkLst>
          <pc:spChg chg="mod">
            <ac:chgData name="MYUNG JIN" userId="89f3fa32ababedc4" providerId="LiveId" clId="{FD4B40DA-D50B-4587-AA3C-94CB52C74ED2}" dt="2024-12-30T22:30:01.816" v="1804" actId="20577"/>
            <ac:spMkLst>
              <pc:docMk/>
              <pc:sldMasterMk cId="865822706" sldId="2147483672"/>
              <pc:sldLayoutMk cId="1527371085" sldId="2147483662"/>
              <ac:spMk id="2" creationId="{A7AFC566-22A4-29F2-DC8E-5E0F72383F7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2024-12-31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4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4.emf"/><Relationship Id="rId7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.emf"/><Relationship Id="rId5" Type="http://schemas.openxmlformats.org/officeDocument/2006/relationships/image" Target="../media/image5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</a:t>
            </a:r>
            <a:r>
              <a:rPr lang="ko-KR" altLang="en-US" dirty="0"/>
              <a:t> </a:t>
            </a:r>
            <a:r>
              <a:rPr lang="en-US" altLang="ko-KR" dirty="0"/>
              <a:t>of Attempt-to-Escape Frequency:</a:t>
            </a:r>
            <a:br>
              <a:rPr lang="en-US" altLang="ko-KR" dirty="0"/>
            </a:br>
            <a:r>
              <a:rPr lang="en-US" altLang="ko-KR" dirty="0"/>
              <a:t>Tunneling Emission of Trapped Electrons in</a:t>
            </a:r>
            <a:br>
              <a:rPr lang="en-US" altLang="ko-KR" dirty="0"/>
            </a:br>
            <a:r>
              <a:rPr lang="en-US" altLang="ko-KR" dirty="0"/>
              <a:t>Tunneling Oxide of 3D NAND Flash Memories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-Figures-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20241231 </a:t>
            </a:r>
            <a:r>
              <a:rPr lang="ko-KR" altLang="en-US" dirty="0"/>
              <a:t>진명</a:t>
            </a:r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90B55-42CA-3DBE-A410-B893EFB23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1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BA0AA1-1AFE-44B8-AB3B-5EEF0E860764}"/>
              </a:ext>
            </a:extLst>
          </p:cNvPr>
          <p:cNvSpPr txBox="1"/>
          <p:nvPr/>
        </p:nvSpPr>
        <p:spPr>
          <a:xfrm>
            <a:off x="1847461" y="5075853"/>
            <a:ext cx="5722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각각 값에 대해서는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reference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추가 예정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연구실 소자 스펙과 동일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815A4CC-9AED-A290-90C8-0DB2705F0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343" y="936781"/>
            <a:ext cx="5399314" cy="401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325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Figure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3411F47-2AE1-3DAE-1A36-B5218FAD81B7}"/>
              </a:ext>
            </a:extLst>
          </p:cNvPr>
          <p:cNvGrpSpPr/>
          <p:nvPr/>
        </p:nvGrpSpPr>
        <p:grpSpPr>
          <a:xfrm>
            <a:off x="1553294" y="1393196"/>
            <a:ext cx="6037411" cy="2503830"/>
            <a:chOff x="596750" y="3424159"/>
            <a:chExt cx="6037411" cy="250383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2409536A-82C6-AD8C-5FF1-F413DD30A264}"/>
                </a:ext>
              </a:extLst>
            </p:cNvPr>
            <p:cNvGrpSpPr/>
            <p:nvPr/>
          </p:nvGrpSpPr>
          <p:grpSpPr>
            <a:xfrm>
              <a:off x="2842797" y="3660474"/>
              <a:ext cx="1578018" cy="1903388"/>
              <a:chOff x="968051" y="839988"/>
              <a:chExt cx="2805366" cy="3383801"/>
            </a:xfrm>
          </p:grpSpPr>
          <p:sp>
            <p:nvSpPr>
              <p:cNvPr id="83" name="자유형: 도형 82">
                <a:extLst>
                  <a:ext uri="{FF2B5EF4-FFF2-40B4-BE49-F238E27FC236}">
                    <a16:creationId xmlns:a16="http://schemas.microsoft.com/office/drawing/2014/main" id="{82B1F961-1491-7B7F-0247-8B3E0428E6B5}"/>
                  </a:ext>
                </a:extLst>
              </p:cNvPr>
              <p:cNvSpPr/>
              <p:nvPr/>
            </p:nvSpPr>
            <p:spPr>
              <a:xfrm>
                <a:off x="968051" y="1271039"/>
                <a:ext cx="2546350" cy="2952750"/>
              </a:xfrm>
              <a:custGeom>
                <a:avLst/>
                <a:gdLst>
                  <a:gd name="connsiteX0" fmla="*/ 0 w 2546350"/>
                  <a:gd name="connsiteY0" fmla="*/ 2952750 h 2952750"/>
                  <a:gd name="connsiteX1" fmla="*/ 457200 w 2546350"/>
                  <a:gd name="connsiteY1" fmla="*/ 2946400 h 2952750"/>
                  <a:gd name="connsiteX2" fmla="*/ 457200 w 2546350"/>
                  <a:gd name="connsiteY2" fmla="*/ 1854200 h 2952750"/>
                  <a:gd name="connsiteX3" fmla="*/ 984250 w 2546350"/>
                  <a:gd name="connsiteY3" fmla="*/ 1073150 h 2952750"/>
                  <a:gd name="connsiteX4" fmla="*/ 977900 w 2546350"/>
                  <a:gd name="connsiteY4" fmla="*/ 1606550 h 2952750"/>
                  <a:gd name="connsiteX5" fmla="*/ 1587500 w 2546350"/>
                  <a:gd name="connsiteY5" fmla="*/ 1295400 h 2952750"/>
                  <a:gd name="connsiteX6" fmla="*/ 1568450 w 2546350"/>
                  <a:gd name="connsiteY6" fmla="*/ 755650 h 2952750"/>
                  <a:gd name="connsiteX7" fmla="*/ 2070100 w 2546350"/>
                  <a:gd name="connsiteY7" fmla="*/ 0 h 2952750"/>
                  <a:gd name="connsiteX8" fmla="*/ 2089150 w 2546350"/>
                  <a:gd name="connsiteY8" fmla="*/ 1079500 h 2952750"/>
                  <a:gd name="connsiteX9" fmla="*/ 2190750 w 2546350"/>
                  <a:gd name="connsiteY9" fmla="*/ 958850 h 2952750"/>
                  <a:gd name="connsiteX10" fmla="*/ 2241550 w 2546350"/>
                  <a:gd name="connsiteY10" fmla="*/ 908050 h 2952750"/>
                  <a:gd name="connsiteX11" fmla="*/ 2266950 w 2546350"/>
                  <a:gd name="connsiteY11" fmla="*/ 901700 h 2952750"/>
                  <a:gd name="connsiteX12" fmla="*/ 2298700 w 2546350"/>
                  <a:gd name="connsiteY12" fmla="*/ 882650 h 2952750"/>
                  <a:gd name="connsiteX13" fmla="*/ 2324100 w 2546350"/>
                  <a:gd name="connsiteY13" fmla="*/ 876300 h 2952750"/>
                  <a:gd name="connsiteX14" fmla="*/ 2343150 w 2546350"/>
                  <a:gd name="connsiteY14" fmla="*/ 869950 h 2952750"/>
                  <a:gd name="connsiteX15" fmla="*/ 2393950 w 2546350"/>
                  <a:gd name="connsiteY15" fmla="*/ 857250 h 2952750"/>
                  <a:gd name="connsiteX16" fmla="*/ 2546350 w 2546350"/>
                  <a:gd name="connsiteY16" fmla="*/ 838200 h 2952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46350" h="2952750">
                    <a:moveTo>
                      <a:pt x="0" y="2952750"/>
                    </a:moveTo>
                    <a:lnTo>
                      <a:pt x="457200" y="2946400"/>
                    </a:lnTo>
                    <a:lnTo>
                      <a:pt x="457200" y="1854200"/>
                    </a:lnTo>
                    <a:lnTo>
                      <a:pt x="984250" y="1073150"/>
                    </a:lnTo>
                    <a:cubicBezTo>
                      <a:pt x="982133" y="1250950"/>
                      <a:pt x="980017" y="1428750"/>
                      <a:pt x="977900" y="1606550"/>
                    </a:cubicBezTo>
                    <a:lnTo>
                      <a:pt x="1587500" y="1295400"/>
                    </a:lnTo>
                    <a:lnTo>
                      <a:pt x="1568450" y="755650"/>
                    </a:lnTo>
                    <a:lnTo>
                      <a:pt x="2070100" y="0"/>
                    </a:lnTo>
                    <a:lnTo>
                      <a:pt x="2089150" y="1079500"/>
                    </a:lnTo>
                    <a:lnTo>
                      <a:pt x="2190750" y="958850"/>
                    </a:lnTo>
                    <a:cubicBezTo>
                      <a:pt x="2207683" y="941917"/>
                      <a:pt x="2222392" y="922418"/>
                      <a:pt x="2241550" y="908050"/>
                    </a:cubicBezTo>
                    <a:cubicBezTo>
                      <a:pt x="2248532" y="902814"/>
                      <a:pt x="2258975" y="905244"/>
                      <a:pt x="2266950" y="901700"/>
                    </a:cubicBezTo>
                    <a:cubicBezTo>
                      <a:pt x="2278228" y="896687"/>
                      <a:pt x="2287422" y="887663"/>
                      <a:pt x="2298700" y="882650"/>
                    </a:cubicBezTo>
                    <a:cubicBezTo>
                      <a:pt x="2306675" y="879106"/>
                      <a:pt x="2315709" y="878698"/>
                      <a:pt x="2324100" y="876300"/>
                    </a:cubicBezTo>
                    <a:cubicBezTo>
                      <a:pt x="2330536" y="874461"/>
                      <a:pt x="2336616" y="871402"/>
                      <a:pt x="2343150" y="869950"/>
                    </a:cubicBezTo>
                    <a:cubicBezTo>
                      <a:pt x="2394472" y="858545"/>
                      <a:pt x="2366590" y="870930"/>
                      <a:pt x="2393950" y="857250"/>
                    </a:cubicBezTo>
                    <a:lnTo>
                      <a:pt x="2546350" y="8382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 dirty="0"/>
              </a:p>
            </p:txBody>
          </p:sp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937BAE30-CADA-9ABB-073D-C44A0C23DC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45951" y="3276842"/>
                <a:ext cx="609600" cy="31115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화살표 연결선 84">
                <a:extLst>
                  <a:ext uri="{FF2B5EF4-FFF2-40B4-BE49-F238E27FC236}">
                    <a16:creationId xmlns:a16="http://schemas.microsoft.com/office/drawing/2014/main" id="{9066CB25-CE80-1CB7-C4E7-9E9A32454839}"/>
                  </a:ext>
                </a:extLst>
              </p:cNvPr>
              <p:cNvCxnSpPr>
                <a:cxnSpLocks/>
                <a:stCxn id="95" idx="1"/>
              </p:cNvCxnSpPr>
              <p:nvPr/>
            </p:nvCxnSpPr>
            <p:spPr>
              <a:xfrm flipH="1">
                <a:off x="1193699" y="3432417"/>
                <a:ext cx="966558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DE83A88-C873-3A7F-746E-4186519D75B0}"/>
                  </a:ext>
                </a:extLst>
              </p:cNvPr>
              <p:cNvSpPr txBox="1"/>
              <p:nvPr/>
            </p:nvSpPr>
            <p:spPr>
              <a:xfrm>
                <a:off x="1193699" y="2038291"/>
                <a:ext cx="894183" cy="595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788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O1 layer </a:t>
                </a:r>
                <a:endParaRPr lang="ko-KR" altLang="en-US" sz="788" dirty="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3128155-9249-AFB9-1896-71FAF61D8D41}"/>
                  </a:ext>
                </a:extLst>
              </p:cNvPr>
              <p:cNvSpPr txBox="1"/>
              <p:nvPr/>
            </p:nvSpPr>
            <p:spPr>
              <a:xfrm>
                <a:off x="1911829" y="2008758"/>
                <a:ext cx="722614" cy="601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8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N1 layer </a:t>
                </a:r>
                <a:endParaRPr lang="ko-KR" altLang="en-US" sz="800" dirty="0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8B59FFD7-5EDF-0F52-6A24-140FF7B5A0F1}"/>
                  </a:ext>
                </a:extLst>
              </p:cNvPr>
              <p:cNvSpPr/>
              <p:nvPr/>
            </p:nvSpPr>
            <p:spPr>
              <a:xfrm>
                <a:off x="1424473" y="2376198"/>
                <a:ext cx="522515" cy="1063690"/>
              </a:xfrm>
              <a:custGeom>
                <a:avLst/>
                <a:gdLst>
                  <a:gd name="connsiteX0" fmla="*/ 6221 w 522515"/>
                  <a:gd name="connsiteY0" fmla="*/ 740229 h 1063690"/>
                  <a:gd name="connsiteX1" fmla="*/ 0 w 522515"/>
                  <a:gd name="connsiteY1" fmla="*/ 1063690 h 1063690"/>
                  <a:gd name="connsiteX2" fmla="*/ 516294 w 522515"/>
                  <a:gd name="connsiteY2" fmla="*/ 1051249 h 1063690"/>
                  <a:gd name="connsiteX3" fmla="*/ 522515 w 522515"/>
                  <a:gd name="connsiteY3" fmla="*/ 0 h 1063690"/>
                  <a:gd name="connsiteX4" fmla="*/ 6221 w 522515"/>
                  <a:gd name="connsiteY4" fmla="*/ 740229 h 1063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2515" h="1063690">
                    <a:moveTo>
                      <a:pt x="6221" y="740229"/>
                    </a:moveTo>
                    <a:lnTo>
                      <a:pt x="0" y="1063690"/>
                    </a:lnTo>
                    <a:lnTo>
                      <a:pt x="516294" y="1051249"/>
                    </a:lnTo>
                    <a:cubicBezTo>
                      <a:pt x="518368" y="700833"/>
                      <a:pt x="520441" y="350416"/>
                      <a:pt x="522515" y="0"/>
                    </a:cubicBezTo>
                    <a:lnTo>
                      <a:pt x="6221" y="740229"/>
                    </a:lnTo>
                    <a:close/>
                  </a:path>
                </a:pathLst>
              </a:custGeom>
              <a:solidFill>
                <a:srgbClr val="7DB4D9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89" name="자유형: 도형 88">
                <a:extLst>
                  <a:ext uri="{FF2B5EF4-FFF2-40B4-BE49-F238E27FC236}">
                    <a16:creationId xmlns:a16="http://schemas.microsoft.com/office/drawing/2014/main" id="{5AB9AF6E-12C8-C2A0-C951-E7941AE7C841}"/>
                  </a:ext>
                </a:extLst>
              </p:cNvPr>
              <p:cNvSpPr/>
              <p:nvPr/>
            </p:nvSpPr>
            <p:spPr>
              <a:xfrm>
                <a:off x="1945433" y="2712100"/>
                <a:ext cx="337457" cy="715347"/>
              </a:xfrm>
              <a:custGeom>
                <a:avLst/>
                <a:gdLst>
                  <a:gd name="connsiteX0" fmla="*/ 0 w 323461"/>
                  <a:gd name="connsiteY0" fmla="*/ 715347 h 715347"/>
                  <a:gd name="connsiteX1" fmla="*/ 0 w 323461"/>
                  <a:gd name="connsiteY1" fmla="*/ 149290 h 715347"/>
                  <a:gd name="connsiteX2" fmla="*/ 323461 w 323461"/>
                  <a:gd name="connsiteY2" fmla="*/ 0 h 715347"/>
                  <a:gd name="connsiteX3" fmla="*/ 311020 w 323461"/>
                  <a:gd name="connsiteY3" fmla="*/ 709127 h 715347"/>
                  <a:gd name="connsiteX4" fmla="*/ 0 w 323461"/>
                  <a:gd name="connsiteY4" fmla="*/ 715347 h 715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715347">
                    <a:moveTo>
                      <a:pt x="0" y="715347"/>
                    </a:moveTo>
                    <a:lnTo>
                      <a:pt x="0" y="149290"/>
                    </a:lnTo>
                    <a:lnTo>
                      <a:pt x="323461" y="0"/>
                    </a:lnTo>
                    <a:lnTo>
                      <a:pt x="311020" y="709127"/>
                    </a:lnTo>
                    <a:lnTo>
                      <a:pt x="0" y="715347"/>
                    </a:lnTo>
                    <a:close/>
                  </a:path>
                </a:pathLst>
              </a:custGeom>
              <a:solidFill>
                <a:schemeClr val="accent1"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 dirty="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766EDDC-E285-F607-18E7-A85A3087A0EF}"/>
                  </a:ext>
                </a:extLst>
              </p:cNvPr>
              <p:cNvSpPr txBox="1"/>
              <p:nvPr/>
            </p:nvSpPr>
            <p:spPr>
              <a:xfrm>
                <a:off x="2477586" y="1860235"/>
                <a:ext cx="629557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O2 layer </a:t>
                </a:r>
                <a:endParaRPr lang="ko-KR" altLang="en-US" sz="600" dirty="0"/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D716695-6479-7611-E14A-3BAC1BDE9A19}"/>
                  </a:ext>
                </a:extLst>
              </p:cNvPr>
              <p:cNvSpPr txBox="1"/>
              <p:nvPr/>
            </p:nvSpPr>
            <p:spPr>
              <a:xfrm>
                <a:off x="3046380" y="1759304"/>
                <a:ext cx="727037" cy="3797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788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CTN</a:t>
                </a:r>
                <a:endParaRPr lang="ko-KR" altLang="en-US" sz="788" dirty="0"/>
              </a:p>
            </p:txBody>
          </p:sp>
          <p:cxnSp>
            <p:nvCxnSpPr>
              <p:cNvPr id="92" name="직선 화살표 연결선 91">
                <a:extLst>
                  <a:ext uri="{FF2B5EF4-FFF2-40B4-BE49-F238E27FC236}">
                    <a16:creationId xmlns:a16="http://schemas.microsoft.com/office/drawing/2014/main" id="{45D2870A-DDBE-9876-6534-781BBEAFF4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24473" y="1178768"/>
                <a:ext cx="1642188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BE5A6B2-5FD2-0ABD-E469-04854DCD6D24}"/>
                  </a:ext>
                </a:extLst>
              </p:cNvPr>
              <p:cNvSpPr txBox="1"/>
              <p:nvPr/>
            </p:nvSpPr>
            <p:spPr>
              <a:xfrm>
                <a:off x="1536440" y="839988"/>
                <a:ext cx="1760639" cy="379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88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BE-TOX (ONO)</a:t>
                </a:r>
                <a:endParaRPr lang="ko-KR" altLang="en-US" sz="788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cxnSp>
            <p:nvCxnSpPr>
              <p:cNvPr id="94" name="직선 연결선 93">
                <a:extLst>
                  <a:ext uri="{FF2B5EF4-FFF2-40B4-BE49-F238E27FC236}">
                    <a16:creationId xmlns:a16="http://schemas.microsoft.com/office/drawing/2014/main" id="{9F6F7491-9D90-961D-BF0C-A42330D2AF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81774" y="3415638"/>
                <a:ext cx="1586781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95" name="그림 94">
                <a:extLst>
                  <a:ext uri="{FF2B5EF4-FFF2-40B4-BE49-F238E27FC236}">
                    <a16:creationId xmlns:a16="http://schemas.microsoft.com/office/drawing/2014/main" id="{6BF2D4DB-891D-AB98-AEEC-01F046B489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60257" y="3310970"/>
                <a:ext cx="242894" cy="242894"/>
              </a:xfrm>
              <a:prstGeom prst="rect">
                <a:avLst/>
              </a:prstGeom>
            </p:spPr>
          </p:pic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B26CE384-D6BD-22E0-4504-E4F5EE7E0E22}"/>
                </a:ext>
              </a:extLst>
            </p:cNvPr>
            <p:cNvGrpSpPr/>
            <p:nvPr/>
          </p:nvGrpSpPr>
          <p:grpSpPr>
            <a:xfrm>
              <a:off x="596750" y="3698833"/>
              <a:ext cx="2027527" cy="2214563"/>
              <a:chOff x="2756534" y="1471618"/>
              <a:chExt cx="3604493" cy="3937000"/>
            </a:xfrm>
          </p:grpSpPr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F86FFD66-743D-70E9-0CC5-9D4C2E3153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0879" y="2624883"/>
                <a:ext cx="108122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CC2E859A-4C53-6A5D-FE24-DD5B87A252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0879" y="4066333"/>
                <a:ext cx="108122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122F74F9-0616-8FEF-B631-4DAE3B8A84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0879" y="3037633"/>
                <a:ext cx="1081229" cy="0"/>
              </a:xfrm>
              <a:prstGeom prst="line">
                <a:avLst/>
              </a:prstGeom>
              <a:ln w="9525">
                <a:solidFill>
                  <a:srgbClr val="FF3505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" name="그림 61">
                <a:extLst>
                  <a:ext uri="{FF2B5EF4-FFF2-40B4-BE49-F238E27FC236}">
                    <a16:creationId xmlns:a16="http://schemas.microsoft.com/office/drawing/2014/main" id="{FC22FE36-E0BA-7BFB-5934-1AE469EC66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223688" y="2916185"/>
                <a:ext cx="242894" cy="252809"/>
              </a:xfrm>
              <a:prstGeom prst="rect">
                <a:avLst/>
              </a:prstGeom>
            </p:spPr>
          </p:pic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260CA2AA-B9A3-D84E-CE39-D7EB5B5CCD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0879" y="1951783"/>
                <a:ext cx="0" cy="673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366FB56F-996F-10D9-2767-2DCFFD47FD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3329" y="1944299"/>
                <a:ext cx="0" cy="131524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>
                <a:extLst>
                  <a:ext uri="{FF2B5EF4-FFF2-40B4-BE49-F238E27FC236}">
                    <a16:creationId xmlns:a16="http://schemas.microsoft.com/office/drawing/2014/main" id="{CD24D0BC-0091-77FA-DB2B-70D5738CB2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53329" y="1951782"/>
                <a:ext cx="71754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BA896BCE-811B-F4D6-8FB8-19FB82CD1D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53329" y="4842229"/>
                <a:ext cx="717550" cy="1150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74C005D7-EE92-3C6F-131B-74753496CB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3329" y="4059646"/>
                <a:ext cx="0" cy="79408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B4EB0ABB-1038-919E-27AC-6C4E7CDF71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6554" y="3253196"/>
                <a:ext cx="86677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F2E7BA26-3CA3-99DC-5081-B39D62675E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6554" y="4059646"/>
                <a:ext cx="86677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직선 연결선 69">
                <a:extLst>
                  <a:ext uri="{FF2B5EF4-FFF2-40B4-BE49-F238E27FC236}">
                    <a16:creationId xmlns:a16="http://schemas.microsoft.com/office/drawing/2014/main" id="{1C38B6D9-2339-98FE-016B-A042B4F01F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0879" y="4066333"/>
                <a:ext cx="0" cy="77589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직선 연결선 70">
                <a:extLst>
                  <a:ext uri="{FF2B5EF4-FFF2-40B4-BE49-F238E27FC236}">
                    <a16:creationId xmlns:a16="http://schemas.microsoft.com/office/drawing/2014/main" id="{5974F132-1370-032F-F0F4-E4EF316A4B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1742" y="1471618"/>
                <a:ext cx="0" cy="3937000"/>
              </a:xfrm>
              <a:prstGeom prst="line">
                <a:avLst/>
              </a:prstGeom>
              <a:ln w="38100">
                <a:solidFill>
                  <a:srgbClr val="FF3505">
                    <a:alpha val="7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화살표: 위쪽 71">
                <a:extLst>
                  <a:ext uri="{FF2B5EF4-FFF2-40B4-BE49-F238E27FC236}">
                    <a16:creationId xmlns:a16="http://schemas.microsoft.com/office/drawing/2014/main" id="{3F75DA71-7AA2-888A-9AED-BB1B3DA050F7}"/>
                  </a:ext>
                </a:extLst>
              </p:cNvPr>
              <p:cNvSpPr/>
              <p:nvPr/>
            </p:nvSpPr>
            <p:spPr>
              <a:xfrm rot="16200000">
                <a:off x="4495500" y="2465904"/>
                <a:ext cx="120639" cy="1036572"/>
              </a:xfrm>
              <a:prstGeom prst="upArrow">
                <a:avLst/>
              </a:prstGeom>
              <a:solidFill>
                <a:srgbClr val="FFC000"/>
              </a:solidFill>
              <a:ln>
                <a:solidFill>
                  <a:srgbClr val="FF3505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F76CF91-FF56-A25F-C177-4B385E143C83}"/>
                  </a:ext>
                </a:extLst>
              </p:cNvPr>
              <p:cNvSpPr txBox="1"/>
              <p:nvPr/>
            </p:nvSpPr>
            <p:spPr>
              <a:xfrm>
                <a:off x="2756534" y="2204350"/>
                <a:ext cx="1344256" cy="579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9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Si-Channel</a:t>
                </a:r>
              </a:p>
              <a:p>
                <a:pPr algn="ctr"/>
                <a:r>
                  <a:rPr lang="en-US" altLang="ko-KR" sz="619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(reservoir)</a:t>
                </a:r>
                <a:endParaRPr lang="ko-KR" altLang="en-US" sz="619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59776D7-F459-5578-7F1A-78011EA68AA9}"/>
                  </a:ext>
                </a:extLst>
              </p:cNvPr>
              <p:cNvSpPr txBox="1"/>
              <p:nvPr/>
            </p:nvSpPr>
            <p:spPr>
              <a:xfrm>
                <a:off x="4481681" y="2253211"/>
                <a:ext cx="1564793" cy="410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9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Trap Region</a:t>
                </a:r>
                <a:endParaRPr lang="ko-KR" altLang="en-US" sz="9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B194F3E-E0BD-4E0A-568A-0441C80FFB34}"/>
                  </a:ext>
                </a:extLst>
              </p:cNvPr>
              <p:cNvSpPr txBox="1"/>
              <p:nvPr/>
            </p:nvSpPr>
            <p:spPr>
              <a:xfrm>
                <a:off x="4066109" y="3020107"/>
                <a:ext cx="1206960" cy="672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19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Tunneling Emission</a:t>
                </a:r>
              </a:p>
              <a:p>
                <a:r>
                  <a:rPr lang="en-US" altLang="ko-KR" sz="619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(</a:t>
                </a:r>
                <a:r>
                  <a:rPr lang="en-US" altLang="ko-KR" sz="619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</a:t>
                </a:r>
                <a:r>
                  <a:rPr lang="en-US" altLang="ko-KR" sz="619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trap</a:t>
                </a:r>
                <a:r>
                  <a:rPr lang="en-US" altLang="ko-KR" sz="619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&gt; </a:t>
                </a:r>
                <a:r>
                  <a:rPr lang="en-US" altLang="ko-KR" sz="619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</a:t>
                </a:r>
                <a:r>
                  <a:rPr lang="en-US" altLang="ko-KR" sz="619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F,r</a:t>
                </a:r>
                <a:r>
                  <a:rPr lang="en-US" altLang="ko-KR" sz="619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)</a:t>
                </a:r>
              </a:p>
            </p:txBody>
          </p: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2D2D4574-3AB7-FD49-DDB2-5EF148B6A0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6554" y="3448661"/>
                <a:ext cx="865188" cy="0"/>
              </a:xfrm>
              <a:prstGeom prst="line">
                <a:avLst/>
              </a:prstGeom>
              <a:ln w="9525">
                <a:solidFill>
                  <a:srgbClr val="00B0F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BB7D706-2E63-8BCC-49D5-698E8C819552}"/>
                  </a:ext>
                </a:extLst>
              </p:cNvPr>
              <p:cNvSpPr txBox="1"/>
              <p:nvPr/>
            </p:nvSpPr>
            <p:spPr>
              <a:xfrm>
                <a:off x="3266676" y="3348562"/>
                <a:ext cx="605385" cy="383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</a:t>
                </a:r>
                <a:r>
                  <a:rPr lang="en-US" altLang="ko-KR" sz="800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F,r</a:t>
                </a:r>
                <a:endParaRPr lang="ko-KR" altLang="en-US" sz="8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1F34E02-FCC0-5BB5-5497-ABE67D8591CF}"/>
                  </a:ext>
                </a:extLst>
              </p:cNvPr>
              <p:cNvSpPr txBox="1"/>
              <p:nvPr/>
            </p:nvSpPr>
            <p:spPr>
              <a:xfrm>
                <a:off x="2972763" y="2922231"/>
                <a:ext cx="742228" cy="383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</a:t>
                </a:r>
                <a:r>
                  <a:rPr lang="en-US" altLang="ko-KR" sz="800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C,r</a:t>
                </a:r>
                <a:endParaRPr lang="ko-KR" altLang="en-US" sz="8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6B9901F-B3E1-9CB6-38D1-250E252FCBDC}"/>
                  </a:ext>
                </a:extLst>
              </p:cNvPr>
              <p:cNvSpPr txBox="1"/>
              <p:nvPr/>
            </p:nvSpPr>
            <p:spPr>
              <a:xfrm>
                <a:off x="2972763" y="3704862"/>
                <a:ext cx="699127" cy="383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</a:t>
                </a:r>
                <a:r>
                  <a:rPr lang="en-US" altLang="ko-KR" sz="800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V,r</a:t>
                </a:r>
                <a:endParaRPr lang="ko-KR" altLang="en-US" sz="8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DF3CCA14-A71F-D549-3568-5EFCEC0A4F0F}"/>
                  </a:ext>
                </a:extLst>
              </p:cNvPr>
              <p:cNvSpPr txBox="1"/>
              <p:nvPr/>
            </p:nvSpPr>
            <p:spPr>
              <a:xfrm>
                <a:off x="5686801" y="2480034"/>
                <a:ext cx="504942" cy="348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75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</a:t>
                </a:r>
                <a:r>
                  <a:rPr lang="en-US" altLang="ko-KR" sz="675" baseline="-25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</a:t>
                </a:r>
                <a:endParaRPr lang="ko-KR" altLang="en-US" sz="675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C1A487C-5D2E-C0E1-629A-5A5EC3883DD4}"/>
                  </a:ext>
                </a:extLst>
              </p:cNvPr>
              <p:cNvSpPr txBox="1"/>
              <p:nvPr/>
            </p:nvSpPr>
            <p:spPr>
              <a:xfrm>
                <a:off x="5686801" y="3937239"/>
                <a:ext cx="504942" cy="348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75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</a:t>
                </a:r>
                <a:r>
                  <a:rPr lang="en-US" altLang="ko-KR" sz="675" baseline="-25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V</a:t>
                </a:r>
                <a:endParaRPr lang="ko-KR" altLang="en-US" sz="675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E013AFE1-A8F8-7C49-0170-548B42DE59C9}"/>
                  </a:ext>
                </a:extLst>
              </p:cNvPr>
              <p:cNvSpPr txBox="1"/>
              <p:nvPr/>
            </p:nvSpPr>
            <p:spPr>
              <a:xfrm>
                <a:off x="5672099" y="2881264"/>
                <a:ext cx="688928" cy="348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75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</a:t>
                </a:r>
                <a:r>
                  <a:rPr lang="en-US" altLang="ko-KR" sz="675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trap</a:t>
                </a:r>
                <a:endParaRPr lang="ko-KR" altLang="en-US" sz="675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p:grp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8C5E51E2-71B4-C9A5-2680-CFAF6607F82E}"/>
                </a:ext>
              </a:extLst>
            </p:cNvPr>
            <p:cNvGrpSpPr/>
            <p:nvPr/>
          </p:nvGrpSpPr>
          <p:grpSpPr>
            <a:xfrm>
              <a:off x="4807980" y="3666418"/>
              <a:ext cx="919736" cy="737690"/>
              <a:chOff x="4963681" y="1139278"/>
              <a:chExt cx="1635085" cy="1311448"/>
            </a:xfrm>
          </p:grpSpPr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C5B35D36-3EAB-1A35-8EE8-816CB30C5AFF}"/>
                  </a:ext>
                </a:extLst>
              </p:cNvPr>
              <p:cNvGrpSpPr/>
              <p:nvPr/>
            </p:nvGrpSpPr>
            <p:grpSpPr>
              <a:xfrm>
                <a:off x="5517604" y="1139278"/>
                <a:ext cx="1081162" cy="1134839"/>
                <a:chOff x="4136975" y="1526434"/>
                <a:chExt cx="1081162" cy="1134839"/>
              </a:xfrm>
            </p:grpSpPr>
            <p:cxnSp>
              <p:nvCxnSpPr>
                <p:cNvPr id="54" name="직선 연결선 53">
                  <a:extLst>
                    <a:ext uri="{FF2B5EF4-FFF2-40B4-BE49-F238E27FC236}">
                      <a16:creationId xmlns:a16="http://schemas.microsoft.com/office/drawing/2014/main" id="{C278991E-E448-EF31-81F1-04B402A3E5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3994" y="2206535"/>
                  <a:ext cx="1034143" cy="44868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직선 연결선 54">
                  <a:extLst>
                    <a:ext uri="{FF2B5EF4-FFF2-40B4-BE49-F238E27FC236}">
                      <a16:creationId xmlns:a16="http://schemas.microsoft.com/office/drawing/2014/main" id="{0EF3AE7E-D71B-33B8-2D51-E491881CD7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36975" y="1526434"/>
                  <a:ext cx="1021702" cy="448684"/>
                </a:xfrm>
                <a:prstGeom prst="line">
                  <a:avLst/>
                </a:prstGeom>
                <a:ln w="19050">
                  <a:solidFill>
                    <a:srgbClr val="2848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자유형: 도형 55">
                  <a:extLst>
                    <a:ext uri="{FF2B5EF4-FFF2-40B4-BE49-F238E27FC236}">
                      <a16:creationId xmlns:a16="http://schemas.microsoft.com/office/drawing/2014/main" id="{5EE3C2C2-D8EC-AABD-9A5D-64847E4C8769}"/>
                    </a:ext>
                  </a:extLst>
                </p:cNvPr>
                <p:cNvSpPr/>
                <p:nvPr/>
              </p:nvSpPr>
              <p:spPr>
                <a:xfrm>
                  <a:off x="4136975" y="1869154"/>
                  <a:ext cx="318344" cy="792119"/>
                </a:xfrm>
                <a:custGeom>
                  <a:avLst/>
                  <a:gdLst>
                    <a:gd name="connsiteX0" fmla="*/ 0 w 323461"/>
                    <a:gd name="connsiteY0" fmla="*/ 143069 h 833535"/>
                    <a:gd name="connsiteX1" fmla="*/ 0 w 323461"/>
                    <a:gd name="connsiteY1" fmla="*/ 833535 h 833535"/>
                    <a:gd name="connsiteX2" fmla="*/ 323461 w 323461"/>
                    <a:gd name="connsiteY2" fmla="*/ 671804 h 833535"/>
                    <a:gd name="connsiteX3" fmla="*/ 323461 w 323461"/>
                    <a:gd name="connsiteY3" fmla="*/ 0 h 833535"/>
                    <a:gd name="connsiteX4" fmla="*/ 0 w 323461"/>
                    <a:gd name="connsiteY4" fmla="*/ 143069 h 8335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461" h="833535">
                      <a:moveTo>
                        <a:pt x="0" y="143069"/>
                      </a:moveTo>
                      <a:lnTo>
                        <a:pt x="0" y="833535"/>
                      </a:lnTo>
                      <a:lnTo>
                        <a:pt x="323461" y="671804"/>
                      </a:lnTo>
                      <a:lnTo>
                        <a:pt x="323461" y="0"/>
                      </a:lnTo>
                      <a:lnTo>
                        <a:pt x="0" y="143069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13"/>
                </a:p>
              </p:txBody>
            </p:sp>
            <p:sp>
              <p:nvSpPr>
                <p:cNvPr id="57" name="자유형: 도형 56">
                  <a:extLst>
                    <a:ext uri="{FF2B5EF4-FFF2-40B4-BE49-F238E27FC236}">
                      <a16:creationId xmlns:a16="http://schemas.microsoft.com/office/drawing/2014/main" id="{75720506-DDC1-44FC-170C-0FA92DB43B8A}"/>
                    </a:ext>
                  </a:extLst>
                </p:cNvPr>
                <p:cNvSpPr/>
                <p:nvPr/>
              </p:nvSpPr>
              <p:spPr>
                <a:xfrm>
                  <a:off x="4488654" y="1725142"/>
                  <a:ext cx="318344" cy="792119"/>
                </a:xfrm>
                <a:custGeom>
                  <a:avLst/>
                  <a:gdLst>
                    <a:gd name="connsiteX0" fmla="*/ 0 w 323461"/>
                    <a:gd name="connsiteY0" fmla="*/ 143069 h 833535"/>
                    <a:gd name="connsiteX1" fmla="*/ 0 w 323461"/>
                    <a:gd name="connsiteY1" fmla="*/ 833535 h 833535"/>
                    <a:gd name="connsiteX2" fmla="*/ 323461 w 323461"/>
                    <a:gd name="connsiteY2" fmla="*/ 671804 h 833535"/>
                    <a:gd name="connsiteX3" fmla="*/ 323461 w 323461"/>
                    <a:gd name="connsiteY3" fmla="*/ 0 h 833535"/>
                    <a:gd name="connsiteX4" fmla="*/ 0 w 323461"/>
                    <a:gd name="connsiteY4" fmla="*/ 143069 h 8335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461" h="833535">
                      <a:moveTo>
                        <a:pt x="0" y="143069"/>
                      </a:moveTo>
                      <a:lnTo>
                        <a:pt x="0" y="833535"/>
                      </a:lnTo>
                      <a:lnTo>
                        <a:pt x="323461" y="671804"/>
                      </a:lnTo>
                      <a:lnTo>
                        <a:pt x="323461" y="0"/>
                      </a:lnTo>
                      <a:lnTo>
                        <a:pt x="0" y="143069"/>
                      </a:lnTo>
                      <a:close/>
                    </a:path>
                  </a:pathLst>
                </a:cu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13"/>
                </a:p>
              </p:txBody>
            </p:sp>
            <p:sp>
              <p:nvSpPr>
                <p:cNvPr id="58" name="자유형: 도형 57">
                  <a:extLst>
                    <a:ext uri="{FF2B5EF4-FFF2-40B4-BE49-F238E27FC236}">
                      <a16:creationId xmlns:a16="http://schemas.microsoft.com/office/drawing/2014/main" id="{DD13F06A-8D69-C283-15A6-26C9DE9B317D}"/>
                    </a:ext>
                  </a:extLst>
                </p:cNvPr>
                <p:cNvSpPr/>
                <p:nvPr/>
              </p:nvSpPr>
              <p:spPr>
                <a:xfrm>
                  <a:off x="4838430" y="1560836"/>
                  <a:ext cx="318344" cy="792119"/>
                </a:xfrm>
                <a:custGeom>
                  <a:avLst/>
                  <a:gdLst>
                    <a:gd name="connsiteX0" fmla="*/ 0 w 323461"/>
                    <a:gd name="connsiteY0" fmla="*/ 143069 h 833535"/>
                    <a:gd name="connsiteX1" fmla="*/ 0 w 323461"/>
                    <a:gd name="connsiteY1" fmla="*/ 833535 h 833535"/>
                    <a:gd name="connsiteX2" fmla="*/ 323461 w 323461"/>
                    <a:gd name="connsiteY2" fmla="*/ 671804 h 833535"/>
                    <a:gd name="connsiteX3" fmla="*/ 323461 w 323461"/>
                    <a:gd name="connsiteY3" fmla="*/ 0 h 833535"/>
                    <a:gd name="connsiteX4" fmla="*/ 0 w 323461"/>
                    <a:gd name="connsiteY4" fmla="*/ 143069 h 8335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461" h="833535">
                      <a:moveTo>
                        <a:pt x="0" y="143069"/>
                      </a:moveTo>
                      <a:lnTo>
                        <a:pt x="0" y="833535"/>
                      </a:lnTo>
                      <a:lnTo>
                        <a:pt x="323461" y="671804"/>
                      </a:lnTo>
                      <a:lnTo>
                        <a:pt x="323461" y="0"/>
                      </a:lnTo>
                      <a:lnTo>
                        <a:pt x="0" y="143069"/>
                      </a:lnTo>
                      <a:close/>
                    </a:path>
                  </a:pathLst>
                </a:cu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13"/>
                </a:p>
              </p:txBody>
            </p:sp>
          </p:grpSp>
          <p:pic>
            <p:nvPicPr>
              <p:cNvPr id="45" name="그림 44">
                <a:extLst>
                  <a:ext uri="{FF2B5EF4-FFF2-40B4-BE49-F238E27FC236}">
                    <a16:creationId xmlns:a16="http://schemas.microsoft.com/office/drawing/2014/main" id="{1527FAB0-B553-D3FC-4514-24B1DDF915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74474" y="2071278"/>
                <a:ext cx="242894" cy="242894"/>
              </a:xfrm>
              <a:prstGeom prst="rect">
                <a:avLst/>
              </a:prstGeom>
            </p:spPr>
          </p:pic>
          <p:pic>
            <p:nvPicPr>
              <p:cNvPr id="46" name="그림 45">
                <a:extLst>
                  <a:ext uri="{FF2B5EF4-FFF2-40B4-BE49-F238E27FC236}">
                    <a16:creationId xmlns:a16="http://schemas.microsoft.com/office/drawing/2014/main" id="{A76994B8-4D53-D8E2-2F85-C81BF90646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926153" y="1925171"/>
                <a:ext cx="242894" cy="242894"/>
              </a:xfrm>
              <a:prstGeom prst="rect">
                <a:avLst/>
              </a:prstGeom>
            </p:spPr>
          </p:pic>
          <p:pic>
            <p:nvPicPr>
              <p:cNvPr id="47" name="그림 46">
                <a:extLst>
                  <a:ext uri="{FF2B5EF4-FFF2-40B4-BE49-F238E27FC236}">
                    <a16:creationId xmlns:a16="http://schemas.microsoft.com/office/drawing/2014/main" id="{C51CACBC-013B-5C5B-8BC6-DD4A97F678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86640" y="1792763"/>
                <a:ext cx="242894" cy="242894"/>
              </a:xfrm>
              <a:prstGeom prst="rect">
                <a:avLst/>
              </a:prstGeom>
            </p:spPr>
          </p:pic>
          <p:cxnSp>
            <p:nvCxnSpPr>
              <p:cNvPr id="48" name="직선 화살표 연결선 47">
                <a:extLst>
                  <a:ext uri="{FF2B5EF4-FFF2-40B4-BE49-F238E27FC236}">
                    <a16:creationId xmlns:a16="http://schemas.microsoft.com/office/drawing/2014/main" id="{DC37AF70-E111-0EE8-C077-C83338C4D0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3681" y="2192725"/>
                <a:ext cx="580763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화살표 연결선 48">
                <a:extLst>
                  <a:ext uri="{FF2B5EF4-FFF2-40B4-BE49-F238E27FC236}">
                    <a16:creationId xmlns:a16="http://schemas.microsoft.com/office/drawing/2014/main" id="{4DFB94C2-63B9-4FFA-A2AF-67F898A99E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3681" y="2035657"/>
                <a:ext cx="962472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화살표 연결선 49">
                <a:extLst>
                  <a:ext uri="{FF2B5EF4-FFF2-40B4-BE49-F238E27FC236}">
                    <a16:creationId xmlns:a16="http://schemas.microsoft.com/office/drawing/2014/main" id="{46CB9C2C-7B26-E765-9C24-72B7FCA4AC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3681" y="1878057"/>
                <a:ext cx="1322959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BBE18BE5-E9D3-1091-2C7B-9A42A4EF77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6776" y="1569739"/>
                <a:ext cx="0" cy="88098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B0DF96B8-EB61-1748-0024-419F468F60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32219" y="1419020"/>
                <a:ext cx="0" cy="88098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239952B1-0BF2-692E-8557-20733A5387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82874" y="1249118"/>
                <a:ext cx="0" cy="88098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7C52203-DAAF-9722-D769-3D4209DB84EC}"/>
                </a:ext>
              </a:extLst>
            </p:cNvPr>
            <p:cNvSpPr txBox="1"/>
            <p:nvPr/>
          </p:nvSpPr>
          <p:spPr>
            <a:xfrm>
              <a:off x="4903574" y="3509429"/>
              <a:ext cx="58170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60738" indent="-160738">
                <a:buFont typeface="Symbol" panose="05050102010706020507" pitchFamily="18" charset="2"/>
                <a:buChar char="Þ"/>
              </a:pPr>
              <a:r>
                <a:rPr lang="en-US" altLang="ko-KR" sz="9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F</a:t>
              </a:r>
              <a:r>
                <a:rPr lang="en-US" altLang="ko-KR" sz="900" baseline="-250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n</a:t>
              </a:r>
              <a:r>
                <a:rPr lang="en-US" altLang="ko-KR" sz="900" baseline="-25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, j</a:t>
              </a: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5B9D437-C076-81D2-55B3-06A0DAE579E6}"/>
                </a:ext>
              </a:extLst>
            </p:cNvPr>
            <p:cNvGrpSpPr/>
            <p:nvPr/>
          </p:nvGrpSpPr>
          <p:grpSpPr>
            <a:xfrm>
              <a:off x="4800622" y="4441860"/>
              <a:ext cx="1476906" cy="1450620"/>
              <a:chOff x="9074400" y="2828215"/>
              <a:chExt cx="2625610" cy="2578880"/>
            </a:xfrm>
          </p:grpSpPr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1DFB1B8B-B652-C46E-1AA1-2753002554F7}"/>
                  </a:ext>
                </a:extLst>
              </p:cNvPr>
              <p:cNvGrpSpPr/>
              <p:nvPr/>
            </p:nvGrpSpPr>
            <p:grpSpPr>
              <a:xfrm>
                <a:off x="9074400" y="2828215"/>
                <a:ext cx="1650257" cy="2578880"/>
                <a:chOff x="1415571" y="4016036"/>
                <a:chExt cx="1650257" cy="2578880"/>
              </a:xfrm>
            </p:grpSpPr>
            <p:grpSp>
              <p:nvGrpSpPr>
                <p:cNvPr id="34" name="그룹 33">
                  <a:extLst>
                    <a:ext uri="{FF2B5EF4-FFF2-40B4-BE49-F238E27FC236}">
                      <a16:creationId xmlns:a16="http://schemas.microsoft.com/office/drawing/2014/main" id="{7F082A66-D044-143A-4743-2113BB09202C}"/>
                    </a:ext>
                  </a:extLst>
                </p:cNvPr>
                <p:cNvGrpSpPr/>
                <p:nvPr/>
              </p:nvGrpSpPr>
              <p:grpSpPr>
                <a:xfrm>
                  <a:off x="1415571" y="4016036"/>
                  <a:ext cx="1594870" cy="2317530"/>
                  <a:chOff x="1415571" y="4016036"/>
                  <a:chExt cx="1594870" cy="2317530"/>
                </a:xfrm>
              </p:grpSpPr>
              <p:sp>
                <p:nvSpPr>
                  <p:cNvPr id="39" name="자유형: 도형 38">
                    <a:extLst>
                      <a:ext uri="{FF2B5EF4-FFF2-40B4-BE49-F238E27FC236}">
                        <a16:creationId xmlns:a16="http://schemas.microsoft.com/office/drawing/2014/main" id="{B50E830A-875E-536D-434D-3A4CF335B39B}"/>
                      </a:ext>
                    </a:extLst>
                  </p:cNvPr>
                  <p:cNvSpPr/>
                  <p:nvPr/>
                </p:nvSpPr>
                <p:spPr>
                  <a:xfrm>
                    <a:off x="2284220" y="4228513"/>
                    <a:ext cx="726221" cy="1807018"/>
                  </a:xfrm>
                  <a:custGeom>
                    <a:avLst/>
                    <a:gdLst>
                      <a:gd name="connsiteX0" fmla="*/ 0 w 323461"/>
                      <a:gd name="connsiteY0" fmla="*/ 143069 h 833535"/>
                      <a:gd name="connsiteX1" fmla="*/ 0 w 323461"/>
                      <a:gd name="connsiteY1" fmla="*/ 833535 h 833535"/>
                      <a:gd name="connsiteX2" fmla="*/ 323461 w 323461"/>
                      <a:gd name="connsiteY2" fmla="*/ 671804 h 833535"/>
                      <a:gd name="connsiteX3" fmla="*/ 323461 w 323461"/>
                      <a:gd name="connsiteY3" fmla="*/ 0 h 833535"/>
                      <a:gd name="connsiteX4" fmla="*/ 0 w 323461"/>
                      <a:gd name="connsiteY4" fmla="*/ 143069 h 8335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3461" h="833535">
                        <a:moveTo>
                          <a:pt x="0" y="143069"/>
                        </a:moveTo>
                        <a:lnTo>
                          <a:pt x="0" y="833535"/>
                        </a:lnTo>
                        <a:lnTo>
                          <a:pt x="323461" y="671804"/>
                        </a:lnTo>
                        <a:lnTo>
                          <a:pt x="323461" y="0"/>
                        </a:lnTo>
                        <a:lnTo>
                          <a:pt x="0" y="143069"/>
                        </a:lnTo>
                        <a:close/>
                      </a:path>
                    </a:pathLst>
                  </a:custGeom>
                  <a:ln>
                    <a:noFill/>
                  </a:ln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13" dirty="0"/>
                  </a:p>
                </p:txBody>
              </p:sp>
              <p:cxnSp>
                <p:nvCxnSpPr>
                  <p:cNvPr id="40" name="직선 연결선 39">
                    <a:extLst>
                      <a:ext uri="{FF2B5EF4-FFF2-40B4-BE49-F238E27FC236}">
                        <a16:creationId xmlns:a16="http://schemas.microsoft.com/office/drawing/2014/main" id="{A9751830-9DB1-C279-A123-1B637311D7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65975" y="4429379"/>
                    <a:ext cx="0" cy="1904187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1" name="자유형: 도형 40">
                    <a:extLst>
                      <a:ext uri="{FF2B5EF4-FFF2-40B4-BE49-F238E27FC236}">
                        <a16:creationId xmlns:a16="http://schemas.microsoft.com/office/drawing/2014/main" id="{E697C7AE-DC8C-11E5-070D-E66BD6474B23}"/>
                      </a:ext>
                    </a:extLst>
                  </p:cNvPr>
                  <p:cNvSpPr/>
                  <p:nvPr/>
                </p:nvSpPr>
                <p:spPr>
                  <a:xfrm flipH="1">
                    <a:off x="1415571" y="4016036"/>
                    <a:ext cx="1250302" cy="401645"/>
                  </a:xfrm>
                  <a:custGeom>
                    <a:avLst/>
                    <a:gdLst>
                      <a:gd name="connsiteX0" fmla="*/ 0 w 1250302"/>
                      <a:gd name="connsiteY0" fmla="*/ 401645 h 401645"/>
                      <a:gd name="connsiteX1" fmla="*/ 385665 w 1250302"/>
                      <a:gd name="connsiteY1" fmla="*/ 3539 h 401645"/>
                      <a:gd name="connsiteX2" fmla="*/ 1250302 w 1250302"/>
                      <a:gd name="connsiteY2" fmla="*/ 239914 h 4016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50302" h="401645">
                        <a:moveTo>
                          <a:pt x="0" y="401645"/>
                        </a:moveTo>
                        <a:cubicBezTo>
                          <a:pt x="88640" y="216069"/>
                          <a:pt x="177281" y="30494"/>
                          <a:pt x="385665" y="3539"/>
                        </a:cubicBezTo>
                        <a:cubicBezTo>
                          <a:pt x="594049" y="-23416"/>
                          <a:pt x="922175" y="108249"/>
                          <a:pt x="1250302" y="239914"/>
                        </a:cubicBezTo>
                      </a:path>
                    </a:pathLst>
                  </a:custGeom>
                  <a:noFill/>
                  <a:ln>
                    <a:headEnd type="none" w="med" len="med"/>
                    <a:tailEnd type="triangle" w="med" len="med"/>
                  </a:ln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13"/>
                  </a:p>
                </p:txBody>
              </p:sp>
              <p:cxnSp>
                <p:nvCxnSpPr>
                  <p:cNvPr id="42" name="직선 연결선 41">
                    <a:extLst>
                      <a:ext uri="{FF2B5EF4-FFF2-40B4-BE49-F238E27FC236}">
                        <a16:creationId xmlns:a16="http://schemas.microsoft.com/office/drawing/2014/main" id="{C1E625E3-82B1-84EA-CA36-9B1FCBF1F002}"/>
                      </a:ext>
                    </a:extLst>
                  </p:cNvPr>
                  <p:cNvCxnSpPr>
                    <a:cxnSpLocks/>
                    <a:stCxn id="39" idx="1"/>
                  </p:cNvCxnSpPr>
                  <p:nvPr/>
                </p:nvCxnSpPr>
                <p:spPr>
                  <a:xfrm>
                    <a:off x="2284220" y="6035531"/>
                    <a:ext cx="0" cy="298035"/>
                  </a:xfrm>
                  <a:prstGeom prst="line">
                    <a:avLst/>
                  </a:prstGeom>
                  <a:ln w="19050"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직선 연결선 42">
                    <a:extLst>
                      <a:ext uri="{FF2B5EF4-FFF2-40B4-BE49-F238E27FC236}">
                        <a16:creationId xmlns:a16="http://schemas.microsoft.com/office/drawing/2014/main" id="{66D86E07-1781-ECDA-1F91-D69FCA884CF1}"/>
                      </a:ext>
                    </a:extLst>
                  </p:cNvPr>
                  <p:cNvCxnSpPr>
                    <a:cxnSpLocks/>
                    <a:stCxn id="39" idx="2"/>
                  </p:cNvCxnSpPr>
                  <p:nvPr/>
                </p:nvCxnSpPr>
                <p:spPr>
                  <a:xfrm>
                    <a:off x="3010441" y="5684915"/>
                    <a:ext cx="0" cy="648651"/>
                  </a:xfrm>
                  <a:prstGeom prst="line">
                    <a:avLst/>
                  </a:prstGeom>
                  <a:ln w="19050"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5" name="직선 화살표 연결선 34">
                  <a:extLst>
                    <a:ext uri="{FF2B5EF4-FFF2-40B4-BE49-F238E27FC236}">
                      <a16:creationId xmlns:a16="http://schemas.microsoft.com/office/drawing/2014/main" id="{81F48C53-7ED8-35FF-5735-0BF2AB0BBE3B}"/>
                    </a:ext>
                  </a:extLst>
                </p:cNvPr>
                <p:cNvCxnSpPr/>
                <p:nvPr/>
              </p:nvCxnSpPr>
              <p:spPr>
                <a:xfrm>
                  <a:off x="2284220" y="6220408"/>
                  <a:ext cx="381154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직선 화살표 연결선 35">
                  <a:extLst>
                    <a:ext uri="{FF2B5EF4-FFF2-40B4-BE49-F238E27FC236}">
                      <a16:creationId xmlns:a16="http://schemas.microsoft.com/office/drawing/2014/main" id="{518C6DE9-41AC-7DFC-9EC9-1B0C79604F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85655" y="6220408"/>
                  <a:ext cx="345067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4D9F695C-E670-6BEA-4B1D-D59EA42C93BE}"/>
                    </a:ext>
                  </a:extLst>
                </p:cNvPr>
                <p:cNvSpPr txBox="1"/>
                <p:nvPr/>
              </p:nvSpPr>
              <p:spPr>
                <a:xfrm>
                  <a:off x="2697569" y="6184548"/>
                  <a:ext cx="368259" cy="41036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l-GR" altLang="ko-KR" sz="9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λ</a:t>
                  </a:r>
                  <a:endParaRPr lang="ko-KR" altLang="en-US" sz="900" dirty="0"/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2A4D038-5B59-989E-4802-F4419BBE26F8}"/>
                    </a:ext>
                  </a:extLst>
                </p:cNvPr>
                <p:cNvSpPr txBox="1"/>
                <p:nvPr/>
              </p:nvSpPr>
              <p:spPr>
                <a:xfrm>
                  <a:off x="2204756" y="6184548"/>
                  <a:ext cx="668305" cy="41036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9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1-</a:t>
                  </a:r>
                  <a:r>
                    <a:rPr lang="el-GR" altLang="ko-KR" sz="9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λ</a:t>
                  </a:r>
                  <a:endParaRPr lang="ko-KR" altLang="en-US" sz="900" dirty="0"/>
                </a:p>
              </p:txBody>
            </p:sp>
          </p:grpSp>
          <p:sp>
            <p:nvSpPr>
              <p:cNvPr id="25" name="직각 삼각형 24">
                <a:extLst>
                  <a:ext uri="{FF2B5EF4-FFF2-40B4-BE49-F238E27FC236}">
                    <a16:creationId xmlns:a16="http://schemas.microsoft.com/office/drawing/2014/main" id="{F8CAAD3D-F52F-15A3-A07B-C7A151FB06F7}"/>
                  </a:ext>
                </a:extLst>
              </p:cNvPr>
              <p:cNvSpPr/>
              <p:nvPr/>
            </p:nvSpPr>
            <p:spPr>
              <a:xfrm rot="5400000">
                <a:off x="10052318" y="4569865"/>
                <a:ext cx="176122" cy="367647"/>
              </a:xfrm>
              <a:prstGeom prst="rtTriangle">
                <a:avLst/>
              </a:prstGeom>
              <a:solidFill>
                <a:schemeClr val="bg1"/>
              </a:solidFill>
              <a:ln>
                <a:prstDash val="sysDash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 dirty="0"/>
              </a:p>
            </p:txBody>
          </p:sp>
          <p:cxnSp>
            <p:nvCxnSpPr>
              <p:cNvPr id="26" name="직선 화살표 연결선 25">
                <a:extLst>
                  <a:ext uri="{FF2B5EF4-FFF2-40B4-BE49-F238E27FC236}">
                    <a16:creationId xmlns:a16="http://schemas.microsoft.com/office/drawing/2014/main" id="{5329C374-556D-4E5E-AEE0-5F3991ED0E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29196" y="3365017"/>
                <a:ext cx="0" cy="130061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화살표 연결선 26">
                <a:extLst>
                  <a:ext uri="{FF2B5EF4-FFF2-40B4-BE49-F238E27FC236}">
                    <a16:creationId xmlns:a16="http://schemas.microsoft.com/office/drawing/2014/main" id="{50C6B873-9447-5FC6-8638-3A186A84D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53404" y="3180867"/>
                <a:ext cx="0" cy="148476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E57F0CD-239E-0453-E87A-2B40E031C172}"/>
                  </a:ext>
                </a:extLst>
              </p:cNvPr>
              <p:cNvSpPr txBox="1"/>
              <p:nvPr/>
            </p:nvSpPr>
            <p:spPr>
              <a:xfrm>
                <a:off x="10974063" y="3842215"/>
                <a:ext cx="725947" cy="471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altLang="ko-KR" sz="1125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Φ</a:t>
                </a:r>
                <a:r>
                  <a:rPr lang="en-US" altLang="ko-KR" sz="1125" baseline="-25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H</a:t>
                </a:r>
                <a:endParaRPr lang="ko-KR" altLang="en-US" sz="1125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8372D92-D794-F728-1FDE-A0F9FAD86A7B}"/>
                  </a:ext>
                </a:extLst>
              </p:cNvPr>
              <p:cNvSpPr txBox="1"/>
              <p:nvPr/>
            </p:nvSpPr>
            <p:spPr>
              <a:xfrm>
                <a:off x="9183210" y="3842215"/>
                <a:ext cx="617369" cy="471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altLang="ko-KR" sz="1125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Φ</a:t>
                </a:r>
                <a:r>
                  <a:rPr lang="en-US" altLang="ko-KR" sz="1125" baseline="-25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L</a:t>
                </a:r>
                <a:endParaRPr lang="ko-KR" altLang="en-US" sz="1125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id="{2305F55F-A636-95F8-B3E5-BA4DDD522EA7}"/>
                  </a:ext>
                </a:extLst>
              </p:cNvPr>
              <p:cNvSpPr/>
              <p:nvPr/>
            </p:nvSpPr>
            <p:spPr>
              <a:xfrm>
                <a:off x="9962508" y="3209922"/>
                <a:ext cx="361694" cy="1429458"/>
              </a:xfrm>
              <a:custGeom>
                <a:avLst/>
                <a:gdLst>
                  <a:gd name="connsiteX0" fmla="*/ 0 w 349250"/>
                  <a:gd name="connsiteY0" fmla="*/ 127000 h 1397000"/>
                  <a:gd name="connsiteX1" fmla="*/ 0 w 349250"/>
                  <a:gd name="connsiteY1" fmla="*/ 1397000 h 1397000"/>
                  <a:gd name="connsiteX2" fmla="*/ 349250 w 349250"/>
                  <a:gd name="connsiteY2" fmla="*/ 1397000 h 1397000"/>
                  <a:gd name="connsiteX3" fmla="*/ 349250 w 349250"/>
                  <a:gd name="connsiteY3" fmla="*/ 0 h 1397000"/>
                  <a:gd name="connsiteX4" fmla="*/ 0 w 349250"/>
                  <a:gd name="connsiteY4" fmla="*/ 127000 h 139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9250" h="1397000">
                    <a:moveTo>
                      <a:pt x="0" y="127000"/>
                    </a:moveTo>
                    <a:lnTo>
                      <a:pt x="0" y="1397000"/>
                    </a:lnTo>
                    <a:lnTo>
                      <a:pt x="349250" y="1397000"/>
                    </a:lnTo>
                    <a:lnTo>
                      <a:pt x="349250" y="0"/>
                    </a:lnTo>
                    <a:lnTo>
                      <a:pt x="0" y="127000"/>
                    </a:lnTo>
                    <a:close/>
                  </a:path>
                </a:pathLst>
              </a:custGeom>
              <a:ln w="28575">
                <a:solidFill>
                  <a:srgbClr val="002060"/>
                </a:solidFill>
                <a:prstDash val="sysDash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718CB6A0-5F51-B495-B1D1-EE6D435727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19009" y="3365017"/>
                <a:ext cx="420451" cy="0"/>
              </a:xfrm>
              <a:prstGeom prst="line">
                <a:avLst/>
              </a:prstGeom>
              <a:ln w="19050">
                <a:solidFill>
                  <a:srgbClr val="92D05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D9567C83-D0EA-058B-F88C-C52E95B037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19009" y="4665627"/>
                <a:ext cx="1451427" cy="0"/>
              </a:xfrm>
              <a:prstGeom prst="line">
                <a:avLst/>
              </a:prstGeom>
              <a:ln w="19050">
                <a:solidFill>
                  <a:srgbClr val="92D05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BBBCA58F-5282-14B1-0A65-D1BAA981DC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44484" y="3180867"/>
                <a:ext cx="725952" cy="0"/>
              </a:xfrm>
              <a:prstGeom prst="line">
                <a:avLst/>
              </a:prstGeom>
              <a:ln w="19050">
                <a:solidFill>
                  <a:srgbClr val="92D05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0A075B0-EC16-D770-E19D-3B137D001A66}"/>
                </a:ext>
              </a:extLst>
            </p:cNvPr>
            <p:cNvCxnSpPr>
              <a:cxnSpLocks/>
              <a:stCxn id="56" idx="1"/>
              <a:endCxn id="30" idx="0"/>
            </p:cNvCxnSpPr>
            <p:nvPr/>
          </p:nvCxnSpPr>
          <p:spPr>
            <a:xfrm>
              <a:off x="5119562" y="4304767"/>
              <a:ext cx="180620" cy="424902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9FEA9C91-E6F7-A0F5-8F84-740CBE003FE3}"/>
                </a:ext>
              </a:extLst>
            </p:cNvPr>
            <p:cNvCxnSpPr>
              <a:cxnSpLocks/>
              <a:stCxn id="56" idx="2"/>
              <a:endCxn id="39" idx="3"/>
            </p:cNvCxnSpPr>
            <p:nvPr/>
          </p:nvCxnSpPr>
          <p:spPr>
            <a:xfrm>
              <a:off x="5298631" y="4218312"/>
              <a:ext cx="399105" cy="343066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DB0DFA-127C-04B4-3D46-508981C73029}"/>
                </a:ext>
              </a:extLst>
            </p:cNvPr>
            <p:cNvSpPr txBox="1"/>
            <p:nvPr/>
          </p:nvSpPr>
          <p:spPr>
            <a:xfrm rot="20226161">
              <a:off x="4866644" y="4032226"/>
              <a:ext cx="203597" cy="248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13" dirty="0"/>
                <a:t>…</a:t>
              </a:r>
              <a:endParaRPr lang="ko-KR" altLang="en-US" sz="1013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3DDF927-9C3D-F0ED-6A9F-514FE0117D1C}"/>
                </a:ext>
              </a:extLst>
            </p:cNvPr>
            <p:cNvSpPr txBox="1"/>
            <p:nvPr/>
          </p:nvSpPr>
          <p:spPr>
            <a:xfrm rot="20093535">
              <a:off x="5686783" y="3692823"/>
              <a:ext cx="203597" cy="248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13" dirty="0"/>
                <a:t>…</a:t>
              </a:r>
              <a:endParaRPr lang="ko-KR" altLang="en-US" sz="1013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9E0FF6-050F-E362-A3A0-9BEE5F4F7B94}"/>
                </a:ext>
              </a:extLst>
            </p:cNvPr>
            <p:cNvSpPr txBox="1"/>
            <p:nvPr/>
          </p:nvSpPr>
          <p:spPr>
            <a:xfrm>
              <a:off x="641918" y="3424159"/>
              <a:ext cx="3604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/>
                <a:t>(a)</a:t>
              </a:r>
              <a:endParaRPr lang="ko-KR" altLang="en-US" sz="1100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82E038-A976-97F9-61DF-C895FE2653CA}"/>
                </a:ext>
              </a:extLst>
            </p:cNvPr>
            <p:cNvSpPr txBox="1"/>
            <p:nvPr/>
          </p:nvSpPr>
          <p:spPr>
            <a:xfrm>
              <a:off x="2609232" y="3424159"/>
              <a:ext cx="3604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/>
                <a:t>(b)</a:t>
              </a:r>
              <a:endParaRPr lang="ko-KR" altLang="en-US" sz="11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40BC28-FA87-9A5F-0725-06FF93BF4F45}"/>
                </a:ext>
              </a:extLst>
            </p:cNvPr>
            <p:cNvSpPr txBox="1"/>
            <p:nvPr/>
          </p:nvSpPr>
          <p:spPr>
            <a:xfrm>
              <a:off x="4537681" y="3424159"/>
              <a:ext cx="3604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/>
                <a:t>(c)</a:t>
              </a:r>
              <a:endParaRPr lang="ko-KR" altLang="en-US" sz="1100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86B5DB6-058A-46F6-BFAB-C9CA33994EAA}"/>
                </a:ext>
              </a:extLst>
            </p:cNvPr>
            <p:cNvSpPr txBox="1"/>
            <p:nvPr/>
          </p:nvSpPr>
          <p:spPr>
            <a:xfrm>
              <a:off x="2969724" y="5666379"/>
              <a:ext cx="5436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 err="1"/>
                <a:t>TC</a:t>
              </a:r>
              <a:r>
                <a:rPr lang="en-US" altLang="ko-KR" sz="1100" b="1" baseline="-25000" dirty="0" err="1"/>
                <a:t>ox</a:t>
              </a:r>
              <a:endParaRPr lang="ko-KR" altLang="en-US" sz="1100" b="1" baseline="-25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B29AF0D-3EE8-1767-0C99-4F4874A3241C}"/>
                </a:ext>
              </a:extLst>
            </p:cNvPr>
            <p:cNvSpPr txBox="1"/>
            <p:nvPr/>
          </p:nvSpPr>
          <p:spPr>
            <a:xfrm>
              <a:off x="3914189" y="4799518"/>
              <a:ext cx="5436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 err="1"/>
                <a:t>TC</a:t>
              </a:r>
              <a:r>
                <a:rPr lang="en-US" altLang="ko-KR" sz="1100" b="1" baseline="-25000" dirty="0" err="1"/>
                <a:t>n,j</a:t>
              </a:r>
              <a:endParaRPr lang="ko-KR" altLang="en-US" sz="1100" b="1" baseline="-25000" dirty="0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1F63654C-2398-A8C6-0BE4-0068165AE08C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>
              <a:off x="3547115" y="4930323"/>
              <a:ext cx="3670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257F87E1-03A0-7958-E341-5A09B0794E08}"/>
                </a:ext>
              </a:extLst>
            </p:cNvPr>
            <p:cNvCxnSpPr>
              <a:cxnSpLocks/>
              <a:endCxn id="18" idx="0"/>
            </p:cNvCxnSpPr>
            <p:nvPr/>
          </p:nvCxnSpPr>
          <p:spPr>
            <a:xfrm>
              <a:off x="3241569" y="5027687"/>
              <a:ext cx="0" cy="6386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FD95746-E7AF-3975-88FF-1D6EB1D89A2C}"/>
                </a:ext>
              </a:extLst>
            </p:cNvPr>
            <p:cNvSpPr txBox="1"/>
            <p:nvPr/>
          </p:nvSpPr>
          <p:spPr>
            <a:xfrm>
              <a:off x="4531053" y="4563015"/>
              <a:ext cx="54369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 err="1"/>
                <a:t>TC</a:t>
              </a:r>
              <a:r>
                <a:rPr lang="en-US" altLang="ko-KR" sz="1100" b="1" baseline="-25000" dirty="0" err="1"/>
                <a:t>n,j</a:t>
              </a:r>
              <a:endParaRPr lang="ko-KR" altLang="en-US" sz="1100" b="1" baseline="-250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5BBBAEE-2388-4304-3EC8-E63BB244464A}"/>
                </a:ext>
              </a:extLst>
            </p:cNvPr>
            <p:cNvSpPr txBox="1"/>
            <p:nvPr/>
          </p:nvSpPr>
          <p:spPr>
            <a:xfrm>
              <a:off x="5683104" y="4273303"/>
              <a:ext cx="95105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 err="1"/>
                <a:t>j</a:t>
              </a:r>
              <a:r>
                <a:rPr lang="en-US" altLang="ko-KR" sz="1000" b="1" baseline="30000" dirty="0" err="1"/>
                <a:t>th</a:t>
              </a:r>
              <a:r>
                <a:rPr lang="en-US" altLang="ko-KR" sz="1000" b="1" dirty="0"/>
                <a:t> segment</a:t>
              </a:r>
              <a:endParaRPr lang="ko-KR" altLang="en-US" sz="1000" b="1" baseline="-25000" dirty="0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19DF13E4-0D86-F769-22CE-A3224ED9D0E4}"/>
              </a:ext>
            </a:extLst>
          </p:cNvPr>
          <p:cNvSpPr txBox="1"/>
          <p:nvPr/>
        </p:nvSpPr>
        <p:spPr>
          <a:xfrm>
            <a:off x="1474236" y="4560823"/>
            <a:ext cx="61164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Both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Tunneling emission model [1]</a:t>
            </a:r>
          </a:p>
          <a:p>
            <a:pPr marL="457200" indent="-457200">
              <a:buAutoNum type="alphaLcParenBoth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emission description</a:t>
            </a:r>
          </a:p>
          <a:p>
            <a:pPr marL="457200" indent="-457200">
              <a:buAutoNum type="alphaLcParenBoth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Segment method of electron emission simulation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A22A035-79B3-ADC3-15D9-A8974830D085}"/>
              </a:ext>
            </a:extLst>
          </p:cNvPr>
          <p:cNvSpPr txBox="1"/>
          <p:nvPr/>
        </p:nvSpPr>
        <p:spPr>
          <a:xfrm>
            <a:off x="6176409" y="6162092"/>
            <a:ext cx="2741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[1] </a:t>
            </a:r>
            <a:r>
              <a:rPr lang="en-US" altLang="ko-KR" sz="105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Jinmenez-Molinos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,</a:t>
            </a:r>
            <a:r>
              <a: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JAP,</a:t>
            </a:r>
            <a:r>
              <a: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2002</a:t>
            </a:r>
            <a:endParaRPr lang="ko-KR" altLang="en-US" sz="1050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77F97C-D82F-EA49-F8A2-E65068D34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Figure 3</a:t>
            </a:r>
            <a:endParaRPr lang="ko-KR" altLang="en-US" dirty="0"/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0DFCF301-F379-08C9-1B88-1B4CC863EF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1480094"/>
              </p:ext>
            </p:extLst>
          </p:nvPr>
        </p:nvGraphicFramePr>
        <p:xfrm>
          <a:off x="4572000" y="2987059"/>
          <a:ext cx="3215105" cy="227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852293" imgH="3429000" progId="Origin50.Graph">
                  <p:embed/>
                </p:oleObj>
              </mc:Choice>
              <mc:Fallback>
                <p:oleObj name="Graph" r:id="rId2" imgW="4852293" imgH="3429000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0DFCF301-F379-08C9-1B88-1B4CC863EF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2000" y="2987059"/>
                        <a:ext cx="3215105" cy="2271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6AE6A5A9-E63C-59A2-C569-66C7960176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22622"/>
              </p:ext>
            </p:extLst>
          </p:nvPr>
        </p:nvGraphicFramePr>
        <p:xfrm>
          <a:off x="1356895" y="2987059"/>
          <a:ext cx="3215105" cy="227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852293" imgH="3429000" progId="Origin50.Graph">
                  <p:embed/>
                </p:oleObj>
              </mc:Choice>
              <mc:Fallback>
                <p:oleObj name="Graph" r:id="rId4" imgW="4852293" imgH="3429000" progId="Origin50.Graph">
                  <p:embed/>
                  <p:pic>
                    <p:nvPicPr>
                      <p:cNvPr id="4" name="개체 3">
                        <a:extLst>
                          <a:ext uri="{FF2B5EF4-FFF2-40B4-BE49-F238E27FC236}">
                            <a16:creationId xmlns:a16="http://schemas.microsoft.com/office/drawing/2014/main" id="{6AE6A5A9-E63C-59A2-C569-66C7960176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56895" y="2987059"/>
                        <a:ext cx="3215105" cy="2271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C93841DD-F2EC-5EEF-2DAE-4686822F5E9B}"/>
              </a:ext>
            </a:extLst>
          </p:cNvPr>
          <p:cNvGrpSpPr/>
          <p:nvPr/>
        </p:nvGrpSpPr>
        <p:grpSpPr>
          <a:xfrm>
            <a:off x="1468175" y="1248849"/>
            <a:ext cx="2307674" cy="1738210"/>
            <a:chOff x="434799" y="850244"/>
            <a:chExt cx="2307674" cy="1738210"/>
          </a:xfrm>
        </p:grpSpPr>
        <p:graphicFrame>
          <p:nvGraphicFramePr>
            <p:cNvPr id="6" name="개체 5">
              <a:extLst>
                <a:ext uri="{FF2B5EF4-FFF2-40B4-BE49-F238E27FC236}">
                  <a16:creationId xmlns:a16="http://schemas.microsoft.com/office/drawing/2014/main" id="{B5A6AC46-BD81-096D-2D80-874B927555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4092619"/>
                </p:ext>
              </p:extLst>
            </p:nvPr>
          </p:nvGraphicFramePr>
          <p:xfrm>
            <a:off x="434799" y="977202"/>
            <a:ext cx="2307674" cy="1611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6" imgW="4712606" imgH="3290207" progId="Origin50.Graph">
                    <p:embed/>
                  </p:oleObj>
                </mc:Choice>
                <mc:Fallback>
                  <p:oleObj name="Graph" r:id="rId6" imgW="4712606" imgH="3290207" progId="Origin50.Graph">
                    <p:embed/>
                    <p:pic>
                      <p:nvPicPr>
                        <p:cNvPr id="6" name="개체 5">
                          <a:extLst>
                            <a:ext uri="{FF2B5EF4-FFF2-40B4-BE49-F238E27FC236}">
                              <a16:creationId xmlns:a16="http://schemas.microsoft.com/office/drawing/2014/main" id="{B5A6AC46-BD81-096D-2D80-874B9275558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34799" y="977202"/>
                          <a:ext cx="2307674" cy="16112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D4B7695-9F31-4F3E-970D-306911111FE7}"/>
                </a:ext>
              </a:extLst>
            </p:cNvPr>
            <p:cNvSpPr txBox="1"/>
            <p:nvPr/>
          </p:nvSpPr>
          <p:spPr>
            <a:xfrm>
              <a:off x="953685" y="850244"/>
              <a:ext cx="1269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0.6 eV Elastic</a:t>
              </a:r>
              <a:endPara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F9A1C20-6719-8077-6E8E-45599A25070D}"/>
              </a:ext>
            </a:extLst>
          </p:cNvPr>
          <p:cNvGrpSpPr/>
          <p:nvPr/>
        </p:nvGrpSpPr>
        <p:grpSpPr>
          <a:xfrm>
            <a:off x="3359152" y="1248849"/>
            <a:ext cx="2307669" cy="1738210"/>
            <a:chOff x="2430951" y="850244"/>
            <a:chExt cx="2307669" cy="1738210"/>
          </a:xfrm>
        </p:grpSpPr>
        <p:graphicFrame>
          <p:nvGraphicFramePr>
            <p:cNvPr id="9" name="개체 8">
              <a:extLst>
                <a:ext uri="{FF2B5EF4-FFF2-40B4-BE49-F238E27FC236}">
                  <a16:creationId xmlns:a16="http://schemas.microsoft.com/office/drawing/2014/main" id="{3EE11C8F-509E-C97E-4FA3-35089222DA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3180730"/>
                </p:ext>
              </p:extLst>
            </p:nvPr>
          </p:nvGraphicFramePr>
          <p:xfrm>
            <a:off x="2430951" y="977205"/>
            <a:ext cx="2307669" cy="1611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8" imgW="4712606" imgH="3290207" progId="Origin50.Graph">
                    <p:embed/>
                  </p:oleObj>
                </mc:Choice>
                <mc:Fallback>
                  <p:oleObj name="Graph" r:id="rId8" imgW="4712606" imgH="3290207" progId="Origin50.Graph">
                    <p:embed/>
                    <p:pic>
                      <p:nvPicPr>
                        <p:cNvPr id="9" name="개체 8">
                          <a:extLst>
                            <a:ext uri="{FF2B5EF4-FFF2-40B4-BE49-F238E27FC236}">
                              <a16:creationId xmlns:a16="http://schemas.microsoft.com/office/drawing/2014/main" id="{3EE11C8F-509E-C97E-4FA3-35089222DAD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430951" y="977205"/>
                          <a:ext cx="2307669" cy="161124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D6A666-E8B4-5C11-E09F-C68BB1D7E633}"/>
                </a:ext>
              </a:extLst>
            </p:cNvPr>
            <p:cNvSpPr txBox="1"/>
            <p:nvPr/>
          </p:nvSpPr>
          <p:spPr>
            <a:xfrm>
              <a:off x="2949837" y="850244"/>
              <a:ext cx="1269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0.8 eV Elastic</a:t>
              </a:r>
              <a:endPara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13A75A6-DB87-4C46-3B2A-93E9486C447F}"/>
              </a:ext>
            </a:extLst>
          </p:cNvPr>
          <p:cNvGrpSpPr/>
          <p:nvPr/>
        </p:nvGrpSpPr>
        <p:grpSpPr>
          <a:xfrm>
            <a:off x="5250126" y="1248849"/>
            <a:ext cx="2307672" cy="1738210"/>
            <a:chOff x="4427100" y="850244"/>
            <a:chExt cx="2307672" cy="1738210"/>
          </a:xfrm>
        </p:grpSpPr>
        <p:graphicFrame>
          <p:nvGraphicFramePr>
            <p:cNvPr id="12" name="개체 11">
              <a:extLst>
                <a:ext uri="{FF2B5EF4-FFF2-40B4-BE49-F238E27FC236}">
                  <a16:creationId xmlns:a16="http://schemas.microsoft.com/office/drawing/2014/main" id="{E9BB912E-B6A9-0FF9-988C-2FA9AEB06B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4484210"/>
                </p:ext>
              </p:extLst>
            </p:nvPr>
          </p:nvGraphicFramePr>
          <p:xfrm>
            <a:off x="4427100" y="977202"/>
            <a:ext cx="2307672" cy="1611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10" imgW="4712606" imgH="3290207" progId="Origin50.Graph">
                    <p:embed/>
                  </p:oleObj>
                </mc:Choice>
                <mc:Fallback>
                  <p:oleObj name="Graph" r:id="rId10" imgW="4712606" imgH="3290207" progId="Origin50.Graph">
                    <p:embed/>
                    <p:pic>
                      <p:nvPicPr>
                        <p:cNvPr id="12" name="개체 11">
                          <a:extLst>
                            <a:ext uri="{FF2B5EF4-FFF2-40B4-BE49-F238E27FC236}">
                              <a16:creationId xmlns:a16="http://schemas.microsoft.com/office/drawing/2014/main" id="{E9BB912E-B6A9-0FF9-988C-2FA9AEB06B3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427100" y="977202"/>
                          <a:ext cx="2307672" cy="16112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7FE6497-30AB-C308-3211-F4B6C1C2CED5}"/>
                </a:ext>
              </a:extLst>
            </p:cNvPr>
            <p:cNvSpPr txBox="1"/>
            <p:nvPr/>
          </p:nvSpPr>
          <p:spPr>
            <a:xfrm>
              <a:off x="4945984" y="850244"/>
              <a:ext cx="126990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1.5 eV Elastic</a:t>
              </a:r>
              <a:endPara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E1A08C5-8C3B-5C7F-DBBB-6469C3FAD2A6}"/>
              </a:ext>
            </a:extLst>
          </p:cNvPr>
          <p:cNvSpPr txBox="1"/>
          <p:nvPr/>
        </p:nvSpPr>
        <p:spPr>
          <a:xfrm>
            <a:off x="2873828" y="5298105"/>
            <a:ext cx="51256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Single level &amp; Gaussian profile result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PV level / profile comparison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더 효과적으로 하는 방법 고민중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BF34E7-B1D4-B685-8E99-0A827D0EBB64}"/>
              </a:ext>
            </a:extLst>
          </p:cNvPr>
          <p:cNvSpPr txBox="1"/>
          <p:nvPr/>
        </p:nvSpPr>
        <p:spPr>
          <a:xfrm>
            <a:off x="310991" y="5075853"/>
            <a:ext cx="14991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조형준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Endurance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논문에서 등장하는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profile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적용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96C3E64-4D5F-0549-7998-726F25937B51}"/>
              </a:ext>
            </a:extLst>
          </p:cNvPr>
          <p:cNvCxnSpPr>
            <a:stCxn id="15" idx="3"/>
          </p:cNvCxnSpPr>
          <p:nvPr/>
        </p:nvCxnSpPr>
        <p:spPr>
          <a:xfrm flipV="1">
            <a:off x="1810109" y="4665306"/>
            <a:ext cx="646952" cy="887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062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E85ED7-C7A1-3AF8-30CF-A5279A6CC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 Equations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B1D053-F3A9-3D95-FF21-2480B6B4C675}"/>
                  </a:ext>
                </a:extLst>
              </p:cNvPr>
              <p:cNvSpPr txBox="1"/>
              <p:nvPr/>
            </p:nvSpPr>
            <p:spPr>
              <a:xfrm>
                <a:off x="292360" y="1082350"/>
                <a:ext cx="6593633" cy="5008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Emission Rate 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기초</a:t>
                </a:r>
                <a:endParaRPr lang="en-US" altLang="ko-KR" sz="2000" b="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Cambria Math" panose="02040503050406030204" pitchFamily="18" charset="0"/>
                  <a:ea typeface="맑은 고딕"/>
                  <a:cs typeface="Times New Roman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𝑒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𝜈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𝑇𝐶</m:t>
                        </m:r>
                      </m:e>
                    </m:d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𝑇𝐶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4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𝑚</m:t>
                                        </m:r>
                                      </m:e>
                                      <m:sup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e>
                                </m:rad>
                              </m:num>
                              <m:den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3ℏ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𝑞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𝐻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1.5</m:t>
                                    </m:r>
                                  </m:sup>
                                </m:sSub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𝐿</m:t>
                                    </m:r>
                                  </m:sub>
                                  <m:sup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1.5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𝑒𝑞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</m:e>
                        </m:d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func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Attempt-to-escape frequency modeling</a:t>
                </a:r>
                <a:endParaRPr lang="en-US" altLang="ko-KR" sz="2000" b="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Cambria Math" panose="02040503050406030204" pitchFamily="18" charset="0"/>
                  <a:ea typeface="맑은 고딕"/>
                  <a:cs typeface="Times New Roman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=∫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𝑊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⊥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∥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𝑓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𝛿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𝑑𝐸</m:t>
                    </m:r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𝑊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,   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𝑡𝑟𝑎𝑝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⊥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∥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⊥</m:t>
                                </m:r>
                              </m:sub>
                              <m: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∗</m:t>
                                </m:r>
                              </m:sup>
                            </m:sSubSup>
                          </m:e>
                        </m:rad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0∥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</m:t>
                            </m:r>
                          </m:sub>
                        </m:sSub>
                      </m:e>
                    </m:ra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𝑓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1+</m:t>
                        </m:r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𝑡𝑟𝑎𝑝</m:t>
                                        </m:r>
                                      </m:sub>
                                    </m:s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𝐶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𝑘𝑇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≈0</m:t>
                    </m:r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(if </a:t>
                </a:r>
                <a:r>
                  <a:rPr lang="en-US" altLang="ko-KR" sz="2000" b="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</a:t>
                </a:r>
                <a:r>
                  <a:rPr lang="en-US" altLang="ko-KR" sz="2000" b="0" baseline="-25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trap</a:t>
                </a:r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&gt;&gt; E</a:t>
                </a:r>
                <a:r>
                  <a:rPr lang="en-US" altLang="ko-KR" sz="2000" b="0" baseline="-25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</a:t>
                </a:r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)</a:t>
                </a:r>
              </a:p>
              <a:p>
                <a:pPr>
                  <a:spcAft>
                    <a:spcPts val="600"/>
                  </a:spcAft>
                </a:pPr>
                <a:endParaRPr lang="en-US" altLang="ko-KR" sz="2000" b="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⊥</m:t>
                                </m:r>
                              </m:sub>
                              <m: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∗</m:t>
                                </m:r>
                              </m:sup>
                            </m:sSubSup>
                          </m:e>
                        </m:rad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0∥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𝑡𝑟𝑎𝑝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B1D053-F3A9-3D95-FF21-2480B6B4C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60" y="1082350"/>
                <a:ext cx="6593633" cy="50080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F87FAE75-8B3D-0370-0464-985DDD0A24AE}"/>
              </a:ext>
            </a:extLst>
          </p:cNvPr>
          <p:cNvSpPr/>
          <p:nvPr/>
        </p:nvSpPr>
        <p:spPr>
          <a:xfrm>
            <a:off x="323462" y="1555102"/>
            <a:ext cx="1505338" cy="4540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E19962-7260-3D56-60B8-43BA04784903}"/>
              </a:ext>
            </a:extLst>
          </p:cNvPr>
          <p:cNvSpPr/>
          <p:nvPr/>
        </p:nvSpPr>
        <p:spPr>
          <a:xfrm>
            <a:off x="323462" y="5480180"/>
            <a:ext cx="4789714" cy="6102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208426-612A-08E9-EFF7-F915942051F6}"/>
                  </a:ext>
                </a:extLst>
              </p:cNvPr>
              <p:cNvSpPr txBox="1"/>
              <p:nvPr/>
            </p:nvSpPr>
            <p:spPr>
              <a:xfrm>
                <a:off x="5467739" y="2465645"/>
                <a:ext cx="3676261" cy="2241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Electron Emission Simulation</a:t>
                </a: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=1</m:t>
                        </m:r>
                      </m:sub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𝑠𝑒𝑔</m:t>
                        </m:r>
                      </m:sup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 sz="2000" b="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=1</m:t>
                        </m:r>
                      </m:sub>
                      <m:sup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𝑠𝑒𝑔</m:t>
                        </m:r>
                      </m:sup>
                      <m:e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(1−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exp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(−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TBT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t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)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208426-612A-08E9-EFF7-F91594205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739" y="2465645"/>
                <a:ext cx="3676261" cy="22414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BCCCE2E-4474-4F83-0A55-F4033907CC80}"/>
              </a:ext>
            </a:extLst>
          </p:cNvPr>
          <p:cNvCxnSpPr/>
          <p:nvPr/>
        </p:nvCxnSpPr>
        <p:spPr>
          <a:xfrm>
            <a:off x="5287347" y="901959"/>
            <a:ext cx="0" cy="549884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FC67EE-84EC-C00D-1EF8-6D17ECEF4A45}"/>
              </a:ext>
            </a:extLst>
          </p:cNvPr>
          <p:cNvSpPr/>
          <p:nvPr/>
        </p:nvSpPr>
        <p:spPr>
          <a:xfrm>
            <a:off x="5461519" y="3869095"/>
            <a:ext cx="3588350" cy="9392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998608-8F01-E018-6156-3213FE88AA68}"/>
              </a:ext>
            </a:extLst>
          </p:cNvPr>
          <p:cNvSpPr txBox="1"/>
          <p:nvPr/>
        </p:nvSpPr>
        <p:spPr>
          <a:xfrm>
            <a:off x="6176409" y="6162092"/>
            <a:ext cx="2741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[1] </a:t>
            </a:r>
            <a:r>
              <a:rPr lang="en-US" altLang="ko-KR" sz="105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Jinmenez-Molinos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,</a:t>
            </a:r>
            <a:r>
              <a: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JAP,</a:t>
            </a:r>
            <a:r>
              <a:rPr lang="ko-KR" altLang="en-US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050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Times New Roman"/>
                <a:ea typeface="맑은 고딕"/>
                <a:cs typeface="Times New Roman"/>
              </a:rPr>
              <a:t>2002</a:t>
            </a:r>
            <a:endParaRPr lang="ko-KR" altLang="en-US" sz="1050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8987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260</Words>
  <Application>Microsoft Office PowerPoint</Application>
  <PresentationFormat>화면 슬라이드 쇼(4:3)</PresentationFormat>
  <Paragraphs>64</Paragraphs>
  <Slides>5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맑은 고딕</vt:lpstr>
      <vt:lpstr>Arial</vt:lpstr>
      <vt:lpstr>Calibri</vt:lpstr>
      <vt:lpstr>Cambria Math</vt:lpstr>
      <vt:lpstr>Symbol</vt:lpstr>
      <vt:lpstr>Times New Roman</vt:lpstr>
      <vt:lpstr>Office 테마</vt:lpstr>
      <vt:lpstr>Graph</vt:lpstr>
      <vt:lpstr>Modeling of Attempt-to-Escape Frequency: Tunneling Emission of Trapped Electrons in Tunneling Oxide of 3D NAND Flash Memories  -Figures-  20241231 진명</vt:lpstr>
      <vt:lpstr>Table 1</vt:lpstr>
      <vt:lpstr>Figure 2</vt:lpstr>
      <vt:lpstr>Figure 3</vt:lpstr>
      <vt:lpstr>Main Equations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2024-12-30T22:36:09Z</dcterms:modified>
  <cp:version/>
</cp:coreProperties>
</file>