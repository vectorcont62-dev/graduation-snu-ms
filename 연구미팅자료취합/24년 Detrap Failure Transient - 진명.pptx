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drawings/drawing1.xml" ContentType="application/vnd.openxmlformats-officedocument.drawingml.chartshape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>
  <p:sldMasterIdLst>
    <p:sldMasterId id="2147483672" r:id="rId1"/>
  </p:sldMasterIdLst>
  <p:notesMasterIdLst>
    <p:notesMasterId r:id="rId18"/>
  </p:notesMasterIdLst>
  <p:sldIdLst>
    <p:sldId id="314" r:id="rId2"/>
    <p:sldId id="315" r:id="rId3"/>
    <p:sldId id="336" r:id="rId4"/>
    <p:sldId id="316" r:id="rId5"/>
    <p:sldId id="319" r:id="rId6"/>
    <p:sldId id="317" r:id="rId7"/>
    <p:sldId id="330" r:id="rId8"/>
    <p:sldId id="331" r:id="rId9"/>
    <p:sldId id="318" r:id="rId10"/>
    <p:sldId id="337" r:id="rId11"/>
    <p:sldId id="320" r:id="rId12"/>
    <p:sldId id="321" r:id="rId13"/>
    <p:sldId id="338" r:id="rId14"/>
    <p:sldId id="322" r:id="rId15"/>
    <p:sldId id="327" r:id="rId16"/>
    <p:sldId id="335" r:id="rId17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505"/>
    <a:srgbClr val="284866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A14CCA2-0B22-4434-9457-F72230C2A5BF}" v="7" dt="2024-12-24T06:00:13.72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749" autoAdjust="0"/>
    <p:restoredTop sz="97300" autoAdjust="0"/>
  </p:normalViewPr>
  <p:slideViewPr>
    <p:cSldViewPr snapToGrid="0">
      <p:cViewPr varScale="1">
        <p:scale>
          <a:sx n="154" d="100"/>
          <a:sy n="154" d="100"/>
        </p:scale>
        <p:origin x="1902" y="120"/>
      </p:cViewPr>
      <p:guideLst>
        <p:guide orient="horz" pos="2159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>
      <p:cViewPr varScale="1">
        <p:scale>
          <a:sx n="121" d="100"/>
          <a:sy n="121" d="100"/>
        </p:scale>
        <p:origin x="5022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YUNG JIN" userId="89f3fa32ababedc4" providerId="LiveId" clId="{1A14CCA2-0B22-4434-9457-F72230C2A5BF}"/>
    <pc:docChg chg="undo custSel addSld delSld modSld sldOrd modMainMaster">
      <pc:chgData name="MYUNG JIN" userId="89f3fa32ababedc4" providerId="LiveId" clId="{1A14CCA2-0B22-4434-9457-F72230C2A5BF}" dt="2024-12-24T06:00:13.724" v="1540"/>
      <pc:docMkLst>
        <pc:docMk/>
      </pc:docMkLst>
      <pc:sldChg chg="modSp mod">
        <pc:chgData name="MYUNG JIN" userId="89f3fa32ababedc4" providerId="LiveId" clId="{1A14CCA2-0B22-4434-9457-F72230C2A5BF}" dt="2024-12-06T00:10:42.219" v="86" actId="20577"/>
        <pc:sldMkLst>
          <pc:docMk/>
          <pc:sldMk cId="2415824652" sldId="314"/>
        </pc:sldMkLst>
        <pc:spChg chg="mod">
          <ac:chgData name="MYUNG JIN" userId="89f3fa32ababedc4" providerId="LiveId" clId="{1A14CCA2-0B22-4434-9457-F72230C2A5BF}" dt="2024-12-06T00:10:42.219" v="86" actId="20577"/>
          <ac:spMkLst>
            <pc:docMk/>
            <pc:sldMk cId="2415824652" sldId="314"/>
            <ac:spMk id="2" creationId="{2BE249DC-8914-7D45-D9D6-4D9952A1CDB9}"/>
          </ac:spMkLst>
        </pc:spChg>
      </pc:sldChg>
      <pc:sldChg chg="addSp modSp mod">
        <pc:chgData name="MYUNG JIN" userId="89f3fa32ababedc4" providerId="LiveId" clId="{1A14CCA2-0B22-4434-9457-F72230C2A5BF}" dt="2024-12-10T12:52:31.511" v="1321" actId="20577"/>
        <pc:sldMkLst>
          <pc:docMk/>
          <pc:sldMk cId="2899342611" sldId="315"/>
        </pc:sldMkLst>
        <pc:spChg chg="mod">
          <ac:chgData name="MYUNG JIN" userId="89f3fa32ababedc4" providerId="LiveId" clId="{1A14CCA2-0B22-4434-9457-F72230C2A5BF}" dt="2024-12-10T12:42:12.899" v="353" actId="20577"/>
          <ac:spMkLst>
            <pc:docMk/>
            <pc:sldMk cId="2899342611" sldId="315"/>
            <ac:spMk id="2" creationId="{6B80B26E-D7EF-B0B7-2CB8-5143E660972A}"/>
          </ac:spMkLst>
        </pc:spChg>
      </pc:sldChg>
      <pc:sldChg chg="addSp modSp new mod">
        <pc:chgData name="MYUNG JIN" userId="89f3fa32ababedc4" providerId="LiveId" clId="{1A14CCA2-0B22-4434-9457-F72230C2A5BF}" dt="2024-12-17T05:27:16.617" v="1525" actId="20577"/>
        <pc:sldMkLst>
          <pc:docMk/>
          <pc:sldMk cId="188324749" sldId="316"/>
        </pc:sldMkLst>
        <pc:spChg chg="mod">
          <ac:chgData name="MYUNG JIN" userId="89f3fa32ababedc4" providerId="LiveId" clId="{1A14CCA2-0B22-4434-9457-F72230C2A5BF}" dt="2024-12-17T05:27:16.617" v="1525" actId="20577"/>
          <ac:spMkLst>
            <pc:docMk/>
            <pc:sldMk cId="188324749" sldId="316"/>
            <ac:spMk id="2" creationId="{0E8B653F-44C0-3DEF-1965-20570F6A4C33}"/>
          </ac:spMkLst>
        </pc:spChg>
      </pc:sldChg>
      <pc:sldChg chg="del">
        <pc:chgData name="MYUNG JIN" userId="89f3fa32ababedc4" providerId="LiveId" clId="{1A14CCA2-0B22-4434-9457-F72230C2A5BF}" dt="2024-12-06T00:10:44.663" v="87" actId="47"/>
        <pc:sldMkLst>
          <pc:docMk/>
          <pc:sldMk cId="1233077889" sldId="316"/>
        </pc:sldMkLst>
      </pc:sldChg>
      <pc:sldChg chg="del">
        <pc:chgData name="MYUNG JIN" userId="89f3fa32ababedc4" providerId="LiveId" clId="{1A14CCA2-0B22-4434-9457-F72230C2A5BF}" dt="2024-12-06T00:10:44.816" v="88" actId="47"/>
        <pc:sldMkLst>
          <pc:docMk/>
          <pc:sldMk cId="248035018" sldId="317"/>
        </pc:sldMkLst>
      </pc:sldChg>
      <pc:sldChg chg="addSp modSp new mod">
        <pc:chgData name="MYUNG JIN" userId="89f3fa32ababedc4" providerId="LiveId" clId="{1A14CCA2-0B22-4434-9457-F72230C2A5BF}" dt="2024-12-10T12:44:39.009" v="598" actId="113"/>
        <pc:sldMkLst>
          <pc:docMk/>
          <pc:sldMk cId="3212299467" sldId="317"/>
        </pc:sldMkLst>
        <pc:spChg chg="mod">
          <ac:chgData name="MYUNG JIN" userId="89f3fa32ababedc4" providerId="LiveId" clId="{1A14CCA2-0B22-4434-9457-F72230C2A5BF}" dt="2024-12-10T12:41:46.721" v="289" actId="20577"/>
          <ac:spMkLst>
            <pc:docMk/>
            <pc:sldMk cId="3212299467" sldId="317"/>
            <ac:spMk id="2" creationId="{5A1BB837-882D-0F1E-B1DF-C09A085B6538}"/>
          </ac:spMkLst>
        </pc:spChg>
      </pc:sldChg>
      <pc:sldChg chg="addSp modSp new mod">
        <pc:chgData name="MYUNG JIN" userId="89f3fa32ababedc4" providerId="LiveId" clId="{1A14CCA2-0B22-4434-9457-F72230C2A5BF}" dt="2024-12-13T04:26:53.007" v="1523" actId="20577"/>
        <pc:sldMkLst>
          <pc:docMk/>
          <pc:sldMk cId="3673884996" sldId="318"/>
        </pc:sldMkLst>
      </pc:sldChg>
      <pc:sldChg chg="addSp delSp modSp new mod ord">
        <pc:chgData name="MYUNG JIN" userId="89f3fa32ababedc4" providerId="LiveId" clId="{1A14CCA2-0B22-4434-9457-F72230C2A5BF}" dt="2024-12-18T12:48:52.745" v="1528" actId="114"/>
        <pc:sldMkLst>
          <pc:docMk/>
          <pc:sldMk cId="3872759554" sldId="319"/>
        </pc:sldMkLst>
        <pc:spChg chg="mod">
          <ac:chgData name="MYUNG JIN" userId="89f3fa32ababedc4" providerId="LiveId" clId="{1A14CCA2-0B22-4434-9457-F72230C2A5BF}" dt="2024-12-10T12:42:50.324" v="415" actId="20577"/>
          <ac:spMkLst>
            <pc:docMk/>
            <pc:sldMk cId="3872759554" sldId="319"/>
            <ac:spMk id="2" creationId="{805B8136-86D6-2319-1A5D-B0A9399139E6}"/>
          </ac:spMkLst>
        </pc:spChg>
        <pc:spChg chg="mod">
          <ac:chgData name="MYUNG JIN" userId="89f3fa32ababedc4" providerId="LiveId" clId="{1A14CCA2-0B22-4434-9457-F72230C2A5BF}" dt="2024-12-18T12:48:52.745" v="1528" actId="114"/>
          <ac:spMkLst>
            <pc:docMk/>
            <pc:sldMk cId="3872759554" sldId="319"/>
            <ac:spMk id="70" creationId="{A4FA25E2-3F0F-7150-DA72-DBCE212C01A0}"/>
          </ac:spMkLst>
        </pc:spChg>
      </pc:sldChg>
      <pc:sldChg chg="addSp modSp new mod">
        <pc:chgData name="MYUNG JIN" userId="89f3fa32ababedc4" providerId="LiveId" clId="{1A14CCA2-0B22-4434-9457-F72230C2A5BF}" dt="2024-12-10T12:47:11.959" v="926" actId="20577"/>
        <pc:sldMkLst>
          <pc:docMk/>
          <pc:sldMk cId="764203038" sldId="320"/>
        </pc:sldMkLst>
        <pc:spChg chg="mod">
          <ac:chgData name="MYUNG JIN" userId="89f3fa32ababedc4" providerId="LiveId" clId="{1A14CCA2-0B22-4434-9457-F72230C2A5BF}" dt="2024-12-10T12:46:44.029" v="794" actId="20577"/>
          <ac:spMkLst>
            <pc:docMk/>
            <pc:sldMk cId="764203038" sldId="320"/>
            <ac:spMk id="2" creationId="{5388E78A-1EB5-D4E7-CD6B-934DCB1F753F}"/>
          </ac:spMkLst>
        </pc:spChg>
      </pc:sldChg>
      <pc:sldChg chg="addSp modSp new mod">
        <pc:chgData name="MYUNG JIN" userId="89f3fa32ababedc4" providerId="LiveId" clId="{1A14CCA2-0B22-4434-9457-F72230C2A5BF}" dt="2024-12-10T12:48:18.244" v="1062" actId="20577"/>
        <pc:sldMkLst>
          <pc:docMk/>
          <pc:sldMk cId="240225868" sldId="321"/>
        </pc:sldMkLst>
        <pc:spChg chg="mod">
          <ac:chgData name="MYUNG JIN" userId="89f3fa32ababedc4" providerId="LiveId" clId="{1A14CCA2-0B22-4434-9457-F72230C2A5BF}" dt="2024-12-10T12:47:21.363" v="945" actId="20577"/>
          <ac:spMkLst>
            <pc:docMk/>
            <pc:sldMk cId="240225868" sldId="321"/>
            <ac:spMk id="2" creationId="{11C263D0-B8A7-B26F-CE37-5DE0EDE1DDD5}"/>
          </ac:spMkLst>
        </pc:spChg>
      </pc:sldChg>
      <pc:sldChg chg="new">
        <pc:chgData name="MYUNG JIN" userId="89f3fa32ababedc4" providerId="LiveId" clId="{1A14CCA2-0B22-4434-9457-F72230C2A5BF}" dt="2024-12-06T00:10:47.605" v="95" actId="680"/>
        <pc:sldMkLst>
          <pc:docMk/>
          <pc:sldMk cId="2116760845" sldId="322"/>
        </pc:sldMkLst>
      </pc:sldChg>
      <pc:sldChg chg="new del">
        <pc:chgData name="MYUNG JIN" userId="89f3fa32ababedc4" providerId="LiveId" clId="{1A14CCA2-0B22-4434-9457-F72230C2A5BF}" dt="2024-12-10T12:50:42.093" v="1122" actId="47"/>
        <pc:sldMkLst>
          <pc:docMk/>
          <pc:sldMk cId="1094448382" sldId="323"/>
        </pc:sldMkLst>
      </pc:sldChg>
      <pc:sldChg chg="new del">
        <pc:chgData name="MYUNG JIN" userId="89f3fa32ababedc4" providerId="LiveId" clId="{1A14CCA2-0B22-4434-9457-F72230C2A5BF}" dt="2024-12-10T12:50:42.176" v="1123" actId="47"/>
        <pc:sldMkLst>
          <pc:docMk/>
          <pc:sldMk cId="487608847" sldId="324"/>
        </pc:sldMkLst>
      </pc:sldChg>
      <pc:sldChg chg="new del">
        <pc:chgData name="MYUNG JIN" userId="89f3fa32ababedc4" providerId="LiveId" clId="{1A14CCA2-0B22-4434-9457-F72230C2A5BF}" dt="2024-12-10T12:50:42.333" v="1124" actId="47"/>
        <pc:sldMkLst>
          <pc:docMk/>
          <pc:sldMk cId="209894591" sldId="325"/>
        </pc:sldMkLst>
      </pc:sldChg>
      <pc:sldChg chg="new del">
        <pc:chgData name="MYUNG JIN" userId="89f3fa32ababedc4" providerId="LiveId" clId="{1A14CCA2-0B22-4434-9457-F72230C2A5BF}" dt="2024-12-10T12:51:19.620" v="1126" actId="47"/>
        <pc:sldMkLst>
          <pc:docMk/>
          <pc:sldMk cId="98283765" sldId="326"/>
        </pc:sldMkLst>
      </pc:sldChg>
      <pc:sldChg chg="modSp new mod">
        <pc:chgData name="MYUNG JIN" userId="89f3fa32ababedc4" providerId="LiveId" clId="{1A14CCA2-0B22-4434-9457-F72230C2A5BF}" dt="2024-12-24T06:00:13.724" v="1540"/>
        <pc:sldMkLst>
          <pc:docMk/>
          <pc:sldMk cId="4141044437" sldId="327"/>
        </pc:sldMkLst>
        <pc:spChg chg="mod">
          <ac:chgData name="MYUNG JIN" userId="89f3fa32ababedc4" providerId="LiveId" clId="{1A14CCA2-0B22-4434-9457-F72230C2A5BF}" dt="2024-12-10T12:48:45.439" v="1120" actId="20577"/>
          <ac:spMkLst>
            <pc:docMk/>
            <pc:sldMk cId="4141044437" sldId="327"/>
            <ac:spMk id="2" creationId="{4C80A78D-B47C-70B8-7C01-0757D1D01B97}"/>
          </ac:spMkLst>
        </pc:spChg>
        <pc:graphicFrameChg chg="mod">
          <ac:chgData name="MYUNG JIN" userId="89f3fa32ababedc4" providerId="LiveId" clId="{1A14CCA2-0B22-4434-9457-F72230C2A5BF}" dt="2024-12-24T06:00:13.724" v="1540"/>
          <ac:graphicFrameMkLst>
            <pc:docMk/>
            <pc:sldMk cId="4141044437" sldId="327"/>
            <ac:graphicFrameMk id="13" creationId="{63C5411F-D4D8-E261-84AD-2AD58103DC59}"/>
          </ac:graphicFrameMkLst>
        </pc:graphicFrameChg>
      </pc:sldChg>
      <pc:sldChg chg="new del">
        <pc:chgData name="MYUNG JIN" userId="89f3fa32ababedc4" providerId="LiveId" clId="{1A14CCA2-0B22-4434-9457-F72230C2A5BF}" dt="2024-12-10T12:45:33.490" v="733" actId="47"/>
        <pc:sldMkLst>
          <pc:docMk/>
          <pc:sldMk cId="4011470568" sldId="328"/>
        </pc:sldMkLst>
      </pc:sldChg>
      <pc:sldChg chg="new del">
        <pc:chgData name="MYUNG JIN" userId="89f3fa32ababedc4" providerId="LiveId" clId="{1A14CCA2-0B22-4434-9457-F72230C2A5BF}" dt="2024-12-10T12:45:33.783" v="734" actId="47"/>
        <pc:sldMkLst>
          <pc:docMk/>
          <pc:sldMk cId="582872344" sldId="329"/>
        </pc:sldMkLst>
      </pc:sldChg>
      <pc:sldChg chg="add">
        <pc:chgData name="MYUNG JIN" userId="89f3fa32ababedc4" providerId="LiveId" clId="{1A14CCA2-0B22-4434-9457-F72230C2A5BF}" dt="2024-12-10T12:45:24.130" v="731"/>
        <pc:sldMkLst>
          <pc:docMk/>
          <pc:sldMk cId="3705750689" sldId="330"/>
        </pc:sldMkLst>
      </pc:sldChg>
      <pc:sldChg chg="addSp modSp add mod">
        <pc:chgData name="MYUNG JIN" userId="89f3fa32ababedc4" providerId="LiveId" clId="{1A14CCA2-0B22-4434-9457-F72230C2A5BF}" dt="2024-12-17T05:33:23.454" v="1526" actId="6549"/>
        <pc:sldMkLst>
          <pc:docMk/>
          <pc:sldMk cId="1296468031" sldId="331"/>
        </pc:sldMkLst>
        <pc:spChg chg="mod">
          <ac:chgData name="MYUNG JIN" userId="89f3fa32ababedc4" providerId="LiveId" clId="{1A14CCA2-0B22-4434-9457-F72230C2A5BF}" dt="2024-12-17T05:33:23.454" v="1526" actId="6549"/>
          <ac:spMkLst>
            <pc:docMk/>
            <pc:sldMk cId="1296468031" sldId="331"/>
            <ac:spMk id="65" creationId="{6CB2C7DF-147F-F8BB-F4E9-A441774E87CF}"/>
          </ac:spMkLst>
        </pc:spChg>
      </pc:sldChg>
      <pc:sldChg chg="add del">
        <pc:chgData name="MYUNG JIN" userId="89f3fa32ababedc4" providerId="LiveId" clId="{1A14CCA2-0B22-4434-9457-F72230C2A5BF}" dt="2024-12-13T04:22:26.479" v="1322" actId="47"/>
        <pc:sldMkLst>
          <pc:docMk/>
          <pc:sldMk cId="495029069" sldId="332"/>
        </pc:sldMkLst>
      </pc:sldChg>
      <pc:sldChg chg="add del">
        <pc:chgData name="MYUNG JIN" userId="89f3fa32ababedc4" providerId="LiveId" clId="{1A14CCA2-0B22-4434-9457-F72230C2A5BF}" dt="2024-12-13T04:22:27.003" v="1323" actId="47"/>
        <pc:sldMkLst>
          <pc:docMk/>
          <pc:sldMk cId="190923664" sldId="333"/>
        </pc:sldMkLst>
      </pc:sldChg>
      <pc:sldChg chg="add del">
        <pc:chgData name="MYUNG JIN" userId="89f3fa32ababedc4" providerId="LiveId" clId="{1A14CCA2-0B22-4434-9457-F72230C2A5BF}" dt="2024-12-13T04:22:29.308" v="1324" actId="47"/>
        <pc:sldMkLst>
          <pc:docMk/>
          <pc:sldMk cId="3219326402" sldId="334"/>
        </pc:sldMkLst>
      </pc:sldChg>
      <pc:sldChg chg="addSp modSp add mod">
        <pc:chgData name="MYUNG JIN" userId="89f3fa32ababedc4" providerId="LiveId" clId="{1A14CCA2-0B22-4434-9457-F72230C2A5BF}" dt="2024-12-18T12:49:37.462" v="1536" actId="164"/>
        <pc:sldMkLst>
          <pc:docMk/>
          <pc:sldMk cId="1403195973" sldId="335"/>
        </pc:sldMkLst>
        <pc:spChg chg="add mod">
          <ac:chgData name="MYUNG JIN" userId="89f3fa32ababedc4" providerId="LiveId" clId="{1A14CCA2-0B22-4434-9457-F72230C2A5BF}" dt="2024-12-18T12:49:37.462" v="1536" actId="164"/>
          <ac:spMkLst>
            <pc:docMk/>
            <pc:sldMk cId="1403195973" sldId="335"/>
            <ac:spMk id="12" creationId="{F08CEE49-850F-AC0E-6BCA-1C346898231C}"/>
          </ac:spMkLst>
        </pc:spChg>
        <pc:grpChg chg="add mod">
          <ac:chgData name="MYUNG JIN" userId="89f3fa32ababedc4" providerId="LiveId" clId="{1A14CCA2-0B22-4434-9457-F72230C2A5BF}" dt="2024-12-18T12:49:37.462" v="1536" actId="164"/>
          <ac:grpSpMkLst>
            <pc:docMk/>
            <pc:sldMk cId="1403195973" sldId="335"/>
            <ac:grpSpMk id="13" creationId="{75BA5C3F-B0FD-1F6E-6510-A9E412967392}"/>
          </ac:grpSpMkLst>
        </pc:grpChg>
        <pc:picChg chg="mod">
          <ac:chgData name="MYUNG JIN" userId="89f3fa32ababedc4" providerId="LiveId" clId="{1A14CCA2-0B22-4434-9457-F72230C2A5BF}" dt="2024-12-18T12:49:37.462" v="1536" actId="164"/>
          <ac:picMkLst>
            <pc:docMk/>
            <pc:sldMk cId="1403195973" sldId="335"/>
            <ac:picMk id="24" creationId="{C67A886F-3429-71C4-CEFC-D786169712DA}"/>
          </ac:picMkLst>
        </pc:picChg>
      </pc:sldChg>
      <pc:sldChg chg="new">
        <pc:chgData name="MYUNG JIN" userId="89f3fa32ababedc4" providerId="LiveId" clId="{1A14CCA2-0B22-4434-9457-F72230C2A5BF}" dt="2024-12-13T04:22:40.708" v="1325" actId="680"/>
        <pc:sldMkLst>
          <pc:docMk/>
          <pc:sldMk cId="2339035766" sldId="336"/>
        </pc:sldMkLst>
      </pc:sldChg>
      <pc:sldChg chg="new">
        <pc:chgData name="MYUNG JIN" userId="89f3fa32ababedc4" providerId="LiveId" clId="{1A14CCA2-0B22-4434-9457-F72230C2A5BF}" dt="2024-12-13T04:22:41.229" v="1326" actId="680"/>
        <pc:sldMkLst>
          <pc:docMk/>
          <pc:sldMk cId="3203196326" sldId="337"/>
        </pc:sldMkLst>
      </pc:sldChg>
      <pc:sldMasterChg chg="modSldLayout">
        <pc:chgData name="MYUNG JIN" userId="89f3fa32ababedc4" providerId="LiveId" clId="{1A14CCA2-0B22-4434-9457-F72230C2A5BF}" dt="2024-12-13T04:27:19.648" v="1524" actId="478"/>
        <pc:sldMasterMkLst>
          <pc:docMk/>
          <pc:sldMasterMk cId="865822706" sldId="2147483672"/>
        </pc:sldMasterMkLst>
        <pc:sldLayoutChg chg="addSp delSp mod">
          <pc:chgData name="MYUNG JIN" userId="89f3fa32ababedc4" providerId="LiveId" clId="{1A14CCA2-0B22-4434-9457-F72230C2A5BF}" dt="2024-12-13T04:27:19.648" v="1524" actId="478"/>
          <pc:sldLayoutMkLst>
            <pc:docMk/>
            <pc:sldMasterMk cId="865822706" sldId="2147483672"/>
            <pc:sldLayoutMk cId="1293274149" sldId="2147483661"/>
          </pc:sldLayoutMkLst>
        </pc:sldLayoutChg>
      </pc:sldMasterChg>
    </pc:docChg>
  </pc:docChgLst>
  <pc:docChgLst>
    <pc:chgData name="MYUNG JIN" userId="89f3fa32ababedc4" providerId="LiveId" clId="{FBC1E03A-AB44-466E-B428-D904B392A1C3}"/>
    <pc:docChg chg="undo custSel addSld delSld modSld sldOrd modMainMaster">
      <pc:chgData name="MYUNG JIN" userId="89f3fa32ababedc4" providerId="LiveId" clId="{FBC1E03A-AB44-466E-B428-D904B392A1C3}" dt="2024-12-16T18:02:06.439" v="5243" actId="1076"/>
      <pc:docMkLst>
        <pc:docMk/>
      </pc:docMkLst>
      <pc:sldChg chg="modSp mod">
        <pc:chgData name="MYUNG JIN" userId="89f3fa32ababedc4" providerId="LiveId" clId="{FBC1E03A-AB44-466E-B428-D904B392A1C3}" dt="2024-12-16T15:59:27.760" v="4179" actId="20577"/>
        <pc:sldMkLst>
          <pc:docMk/>
          <pc:sldMk cId="2415824652" sldId="314"/>
        </pc:sldMkLst>
        <pc:spChg chg="mod">
          <ac:chgData name="MYUNG JIN" userId="89f3fa32ababedc4" providerId="LiveId" clId="{FBC1E03A-AB44-466E-B428-D904B392A1C3}" dt="2024-12-16T15:59:27.760" v="4179" actId="20577"/>
          <ac:spMkLst>
            <pc:docMk/>
            <pc:sldMk cId="2415824652" sldId="314"/>
            <ac:spMk id="2" creationId="{2BE249DC-8914-7D45-D9D6-4D9952A1CDB9}"/>
          </ac:spMkLst>
        </pc:spChg>
      </pc:sldChg>
      <pc:sldChg chg="addSp delSp modSp mod">
        <pc:chgData name="MYUNG JIN" userId="89f3fa32ababedc4" providerId="LiveId" clId="{FBC1E03A-AB44-466E-B428-D904B392A1C3}" dt="2024-12-16T08:43:09.196" v="420" actId="1076"/>
        <pc:sldMkLst>
          <pc:docMk/>
          <pc:sldMk cId="2899342611" sldId="315"/>
        </pc:sldMkLst>
        <pc:spChg chg="mod">
          <ac:chgData name="MYUNG JIN" userId="89f3fa32ababedc4" providerId="LiveId" clId="{FBC1E03A-AB44-466E-B428-D904B392A1C3}" dt="2024-12-16T08:39:05.433" v="311" actId="20577"/>
          <ac:spMkLst>
            <pc:docMk/>
            <pc:sldMk cId="2899342611" sldId="315"/>
            <ac:spMk id="2" creationId="{6B80B26E-D7EF-B0B7-2CB8-5143E660972A}"/>
          </ac:spMkLst>
        </pc:spChg>
        <pc:spChg chg="add mod">
          <ac:chgData name="MYUNG JIN" userId="89f3fa32ababedc4" providerId="LiveId" clId="{FBC1E03A-AB44-466E-B428-D904B392A1C3}" dt="2024-12-16T08:37:19.243" v="237" actId="164"/>
          <ac:spMkLst>
            <pc:docMk/>
            <pc:sldMk cId="2899342611" sldId="315"/>
            <ac:spMk id="8" creationId="{6042C66E-E3C5-FF43-2737-99DEDACC2549}"/>
          </ac:spMkLst>
        </pc:spChg>
        <pc:spChg chg="add mod">
          <ac:chgData name="MYUNG JIN" userId="89f3fa32ababedc4" providerId="LiveId" clId="{FBC1E03A-AB44-466E-B428-D904B392A1C3}" dt="2024-12-16T08:37:49.407" v="248" actId="571"/>
          <ac:spMkLst>
            <pc:docMk/>
            <pc:sldMk cId="2899342611" sldId="315"/>
            <ac:spMk id="9" creationId="{06B3AAAA-898E-4567-900D-E4E7AEC64FBE}"/>
          </ac:spMkLst>
        </pc:spChg>
        <pc:spChg chg="add mod">
          <ac:chgData name="MYUNG JIN" userId="89f3fa32ababedc4" providerId="LiveId" clId="{FBC1E03A-AB44-466E-B428-D904B392A1C3}" dt="2024-12-16T08:37:21.942" v="239" actId="164"/>
          <ac:spMkLst>
            <pc:docMk/>
            <pc:sldMk cId="2899342611" sldId="315"/>
            <ac:spMk id="10" creationId="{82BBF771-9783-19C6-B160-74A9544AA10E}"/>
          </ac:spMkLst>
        </pc:spChg>
        <pc:spChg chg="add mod">
          <ac:chgData name="MYUNG JIN" userId="89f3fa32ababedc4" providerId="LiveId" clId="{FBC1E03A-AB44-466E-B428-D904B392A1C3}" dt="2024-12-16T08:37:16.295" v="236" actId="164"/>
          <ac:spMkLst>
            <pc:docMk/>
            <pc:sldMk cId="2899342611" sldId="315"/>
            <ac:spMk id="11" creationId="{928442BB-5602-A0CC-B627-BD794D00B2AC}"/>
          </ac:spMkLst>
        </pc:spChg>
        <pc:spChg chg="add mod">
          <ac:chgData name="MYUNG JIN" userId="89f3fa32ababedc4" providerId="LiveId" clId="{FBC1E03A-AB44-466E-B428-D904B392A1C3}" dt="2024-12-16T08:42:50.175" v="417" actId="1076"/>
          <ac:spMkLst>
            <pc:docMk/>
            <pc:sldMk cId="2899342611" sldId="315"/>
            <ac:spMk id="12" creationId="{769425F8-E9A6-0D3B-9A42-7EAD9B12F6E1}"/>
          </ac:spMkLst>
        </pc:spChg>
        <pc:spChg chg="add mod">
          <ac:chgData name="MYUNG JIN" userId="89f3fa32ababedc4" providerId="LiveId" clId="{FBC1E03A-AB44-466E-B428-D904B392A1C3}" dt="2024-12-16T08:41:23.250" v="350" actId="14100"/>
          <ac:spMkLst>
            <pc:docMk/>
            <pc:sldMk cId="2899342611" sldId="315"/>
            <ac:spMk id="13" creationId="{12523894-0873-DFB3-D0BA-F28419E16964}"/>
          </ac:spMkLst>
        </pc:spChg>
        <pc:spChg chg="mod">
          <ac:chgData name="MYUNG JIN" userId="89f3fa32ababedc4" providerId="LiveId" clId="{FBC1E03A-AB44-466E-B428-D904B392A1C3}" dt="2024-12-16T08:40:49.086" v="337"/>
          <ac:spMkLst>
            <pc:docMk/>
            <pc:sldMk cId="2899342611" sldId="315"/>
            <ac:spMk id="52" creationId="{F33051D9-3C39-8130-0ECC-3F809322A836}"/>
          </ac:spMkLst>
        </pc:spChg>
        <pc:spChg chg="mod">
          <ac:chgData name="MYUNG JIN" userId="89f3fa32ababedc4" providerId="LiveId" clId="{FBC1E03A-AB44-466E-B428-D904B392A1C3}" dt="2024-12-16T08:40:49.086" v="337"/>
          <ac:spMkLst>
            <pc:docMk/>
            <pc:sldMk cId="2899342611" sldId="315"/>
            <ac:spMk id="53" creationId="{E795C82D-D3BE-01B6-1C07-E2646D7EE4FB}"/>
          </ac:spMkLst>
        </pc:spChg>
        <pc:spChg chg="add mod">
          <ac:chgData name="MYUNG JIN" userId="89f3fa32ababedc4" providerId="LiveId" clId="{FBC1E03A-AB44-466E-B428-D904B392A1C3}" dt="2024-12-16T08:43:09.196" v="420" actId="1076"/>
          <ac:spMkLst>
            <pc:docMk/>
            <pc:sldMk cId="2899342611" sldId="315"/>
            <ac:spMk id="54" creationId="{FF863201-7045-7F77-AF48-B8207C0A8D14}"/>
          </ac:spMkLst>
        </pc:spChg>
        <pc:spChg chg="add mod">
          <ac:chgData name="MYUNG JIN" userId="89f3fa32ababedc4" providerId="LiveId" clId="{FBC1E03A-AB44-466E-B428-D904B392A1C3}" dt="2024-12-16T08:42:53.006" v="418" actId="1076"/>
          <ac:spMkLst>
            <pc:docMk/>
            <pc:sldMk cId="2899342611" sldId="315"/>
            <ac:spMk id="55" creationId="{188B4D31-8940-AF37-6B3D-B08DDD096F9C}"/>
          </ac:spMkLst>
        </pc:spChg>
        <pc:grpChg chg="add mod">
          <ac:chgData name="MYUNG JIN" userId="89f3fa32ababedc4" providerId="LiveId" clId="{FBC1E03A-AB44-466E-B428-D904B392A1C3}" dt="2024-12-16T08:42:50.175" v="417" actId="1076"/>
          <ac:grpSpMkLst>
            <pc:docMk/>
            <pc:sldMk cId="2899342611" sldId="315"/>
            <ac:grpSpMk id="39" creationId="{FA7A00C4-00ED-5BC4-7CEB-BE01CA5C3748}"/>
          </ac:grpSpMkLst>
        </pc:grpChg>
        <pc:grpChg chg="add mod">
          <ac:chgData name="MYUNG JIN" userId="89f3fa32ababedc4" providerId="LiveId" clId="{FBC1E03A-AB44-466E-B428-D904B392A1C3}" dt="2024-12-16T08:38:07.879" v="255" actId="1076"/>
          <ac:grpSpMkLst>
            <pc:docMk/>
            <pc:sldMk cId="2899342611" sldId="315"/>
            <ac:grpSpMk id="40" creationId="{4D1570A7-40DE-4560-6195-553A967EEA7C}"/>
          </ac:grpSpMkLst>
        </pc:grpChg>
        <pc:grpChg chg="add mod">
          <ac:chgData name="MYUNG JIN" userId="89f3fa32ababedc4" providerId="LiveId" clId="{FBC1E03A-AB44-466E-B428-D904B392A1C3}" dt="2024-12-16T08:41:04.237" v="343" actId="1076"/>
          <ac:grpSpMkLst>
            <pc:docMk/>
            <pc:sldMk cId="2899342611" sldId="315"/>
            <ac:grpSpMk id="41" creationId="{CC18F69C-E5D7-E639-8FA3-7A9A0A5023F3}"/>
          </ac:grpSpMkLst>
        </pc:grpChg>
        <pc:grpChg chg="add mod">
          <ac:chgData name="MYUNG JIN" userId="89f3fa32ababedc4" providerId="LiveId" clId="{FBC1E03A-AB44-466E-B428-D904B392A1C3}" dt="2024-12-16T08:38:07.879" v="255" actId="1076"/>
          <ac:grpSpMkLst>
            <pc:docMk/>
            <pc:sldMk cId="2899342611" sldId="315"/>
            <ac:grpSpMk id="42" creationId="{AEC4372D-0008-65EF-28D2-8466C217275B}"/>
          </ac:grpSpMkLst>
        </pc:grpChg>
        <pc:grpChg chg="add mod">
          <ac:chgData name="MYUNG JIN" userId="89f3fa32ababedc4" providerId="LiveId" clId="{FBC1E03A-AB44-466E-B428-D904B392A1C3}" dt="2024-12-16T08:43:09.196" v="420" actId="1076"/>
          <ac:grpSpMkLst>
            <pc:docMk/>
            <pc:sldMk cId="2899342611" sldId="315"/>
            <ac:grpSpMk id="50" creationId="{03C0E166-565C-CF79-757F-E9C97F40D4E7}"/>
          </ac:grpSpMkLst>
        </pc:grpChg>
        <pc:graphicFrameChg chg="add mod">
          <ac:chgData name="MYUNG JIN" userId="89f3fa32ababedc4" providerId="LiveId" clId="{FBC1E03A-AB44-466E-B428-D904B392A1C3}" dt="2024-12-16T08:38:29.947" v="270" actId="1076"/>
          <ac:graphicFrameMkLst>
            <pc:docMk/>
            <pc:sldMk cId="2899342611" sldId="315"/>
            <ac:graphicFrameMk id="4" creationId="{1D04F1BA-0810-E5C3-930F-0D89D4D9694E}"/>
          </ac:graphicFrameMkLst>
        </pc:graphicFrameChg>
        <pc:graphicFrameChg chg="add mod">
          <ac:chgData name="MYUNG JIN" userId="89f3fa32ababedc4" providerId="LiveId" clId="{FBC1E03A-AB44-466E-B428-D904B392A1C3}" dt="2024-12-16T08:37:19.243" v="237" actId="164"/>
          <ac:graphicFrameMkLst>
            <pc:docMk/>
            <pc:sldMk cId="2899342611" sldId="315"/>
            <ac:graphicFrameMk id="5" creationId="{2176EB1C-8FE8-E4FF-7B8F-ACF4F5FFEC09}"/>
          </ac:graphicFrameMkLst>
        </pc:graphicFrameChg>
        <pc:graphicFrameChg chg="add mod">
          <ac:chgData name="MYUNG JIN" userId="89f3fa32ababedc4" providerId="LiveId" clId="{FBC1E03A-AB44-466E-B428-D904B392A1C3}" dt="2024-12-16T08:37:49.407" v="248" actId="571"/>
          <ac:graphicFrameMkLst>
            <pc:docMk/>
            <pc:sldMk cId="2899342611" sldId="315"/>
            <ac:graphicFrameMk id="6" creationId="{B36705E8-6846-A92F-29BD-A2F27B4738C3}"/>
          </ac:graphicFrameMkLst>
        </pc:graphicFrameChg>
        <pc:graphicFrameChg chg="add mod">
          <ac:chgData name="MYUNG JIN" userId="89f3fa32ababedc4" providerId="LiveId" clId="{FBC1E03A-AB44-466E-B428-D904B392A1C3}" dt="2024-12-16T08:37:21.942" v="239" actId="164"/>
          <ac:graphicFrameMkLst>
            <pc:docMk/>
            <pc:sldMk cId="2899342611" sldId="315"/>
            <ac:graphicFrameMk id="7" creationId="{02B9754B-F87D-6B85-86F4-54A8F54C394C}"/>
          </ac:graphicFrameMkLst>
        </pc:graphicFrameChg>
        <pc:picChg chg="mod">
          <ac:chgData name="MYUNG JIN" userId="89f3fa32ababedc4" providerId="LiveId" clId="{FBC1E03A-AB44-466E-B428-D904B392A1C3}" dt="2024-12-16T08:40:49.086" v="337"/>
          <ac:picMkLst>
            <pc:docMk/>
            <pc:sldMk cId="2899342611" sldId="315"/>
            <ac:picMk id="51" creationId="{C1F5436B-8740-39D0-43DC-BD4538689D55}"/>
          </ac:picMkLst>
        </pc:picChg>
        <pc:picChg chg="add mod">
          <ac:chgData name="MYUNG JIN" userId="89f3fa32ababedc4" providerId="LiveId" clId="{FBC1E03A-AB44-466E-B428-D904B392A1C3}" dt="2024-12-16T08:42:54.478" v="419" actId="1076"/>
          <ac:picMkLst>
            <pc:docMk/>
            <pc:sldMk cId="2899342611" sldId="315"/>
            <ac:picMk id="78" creationId="{EFBDC1BC-2D2F-D833-DD3D-0176274CB10E}"/>
          </ac:picMkLst>
        </pc:picChg>
      </pc:sldChg>
      <pc:sldChg chg="addSp delSp modSp mod ord">
        <pc:chgData name="MYUNG JIN" userId="89f3fa32ababedc4" providerId="LiveId" clId="{FBC1E03A-AB44-466E-B428-D904B392A1C3}" dt="2024-12-16T15:37:22.503" v="3693"/>
        <pc:sldMkLst>
          <pc:docMk/>
          <pc:sldMk cId="188324749" sldId="316"/>
        </pc:sldMkLst>
        <pc:spChg chg="mod">
          <ac:chgData name="MYUNG JIN" userId="89f3fa32ababedc4" providerId="LiveId" clId="{FBC1E03A-AB44-466E-B428-D904B392A1C3}" dt="2024-12-16T13:05:24.239" v="1464" actId="20577"/>
          <ac:spMkLst>
            <pc:docMk/>
            <pc:sldMk cId="188324749" sldId="316"/>
            <ac:spMk id="2" creationId="{0E8B653F-44C0-3DEF-1965-20570F6A4C33}"/>
          </ac:spMkLst>
        </pc:spChg>
        <pc:spChg chg="mod">
          <ac:chgData name="MYUNG JIN" userId="89f3fa32ababedc4" providerId="LiveId" clId="{FBC1E03A-AB44-466E-B428-D904B392A1C3}" dt="2024-12-16T12:59:37.311" v="1297"/>
          <ac:spMkLst>
            <pc:docMk/>
            <pc:sldMk cId="188324749" sldId="316"/>
            <ac:spMk id="19" creationId="{F28431FF-3F70-920A-D6E1-7CC2FBD99463}"/>
          </ac:spMkLst>
        </pc:spChg>
        <pc:spChg chg="mod">
          <ac:chgData name="MYUNG JIN" userId="89f3fa32ababedc4" providerId="LiveId" clId="{FBC1E03A-AB44-466E-B428-D904B392A1C3}" dt="2024-12-16T12:59:37.311" v="1297"/>
          <ac:spMkLst>
            <pc:docMk/>
            <pc:sldMk cId="188324749" sldId="316"/>
            <ac:spMk id="21" creationId="{EFD0E792-7153-547F-CBE0-877A1A0A2AD9}"/>
          </ac:spMkLst>
        </pc:spChg>
        <pc:spChg chg="add mod">
          <ac:chgData name="MYUNG JIN" userId="89f3fa32ababedc4" providerId="LiveId" clId="{FBC1E03A-AB44-466E-B428-D904B392A1C3}" dt="2024-12-16T13:04:59.228" v="1427" actId="1076"/>
          <ac:spMkLst>
            <pc:docMk/>
            <pc:sldMk cId="188324749" sldId="316"/>
            <ac:spMk id="35" creationId="{52296CAA-4DDD-C3AF-B0DF-6921C4A26218}"/>
          </ac:spMkLst>
        </pc:spChg>
        <pc:spChg chg="add mod">
          <ac:chgData name="MYUNG JIN" userId="89f3fa32ababedc4" providerId="LiveId" clId="{FBC1E03A-AB44-466E-B428-D904B392A1C3}" dt="2024-12-16T13:04:59.228" v="1427" actId="1076"/>
          <ac:spMkLst>
            <pc:docMk/>
            <pc:sldMk cId="188324749" sldId="316"/>
            <ac:spMk id="36" creationId="{6EB02ECC-FB9B-0E01-8314-5FD63A8EE71A}"/>
          </ac:spMkLst>
        </pc:spChg>
        <pc:spChg chg="add mod">
          <ac:chgData name="MYUNG JIN" userId="89f3fa32ababedc4" providerId="LiveId" clId="{FBC1E03A-AB44-466E-B428-D904B392A1C3}" dt="2024-12-16T13:05:42.914" v="1493" actId="1076"/>
          <ac:spMkLst>
            <pc:docMk/>
            <pc:sldMk cId="188324749" sldId="316"/>
            <ac:spMk id="40" creationId="{3CEB4563-19A4-280D-F86D-BB8C6F964676}"/>
          </ac:spMkLst>
        </pc:spChg>
        <pc:spChg chg="add mod">
          <ac:chgData name="MYUNG JIN" userId="89f3fa32ababedc4" providerId="LiveId" clId="{FBC1E03A-AB44-466E-B428-D904B392A1C3}" dt="2024-12-16T13:07:00.089" v="1548" actId="1076"/>
          <ac:spMkLst>
            <pc:docMk/>
            <pc:sldMk cId="188324749" sldId="316"/>
            <ac:spMk id="41" creationId="{974F215D-E16D-11B6-785A-6E8FE7C84043}"/>
          </ac:spMkLst>
        </pc:spChg>
        <pc:grpChg chg="add mod">
          <ac:chgData name="MYUNG JIN" userId="89f3fa32ababedc4" providerId="LiveId" clId="{FBC1E03A-AB44-466E-B428-D904B392A1C3}" dt="2024-12-16T12:59:40.424" v="1298" actId="164"/>
          <ac:grpSpMkLst>
            <pc:docMk/>
            <pc:sldMk cId="188324749" sldId="316"/>
            <ac:grpSpMk id="17" creationId="{2C6280FF-5AAF-8C85-9966-83F1F183F18F}"/>
          </ac:grpSpMkLst>
        </pc:grpChg>
        <pc:grpChg chg="add mod">
          <ac:chgData name="MYUNG JIN" userId="89f3fa32ababedc4" providerId="LiveId" clId="{FBC1E03A-AB44-466E-B428-D904B392A1C3}" dt="2024-12-16T12:59:40.424" v="1298" actId="164"/>
          <ac:grpSpMkLst>
            <pc:docMk/>
            <pc:sldMk cId="188324749" sldId="316"/>
            <ac:grpSpMk id="20" creationId="{FBEA9B1E-EB21-1D15-57F4-B67F6FEC9854}"/>
          </ac:grpSpMkLst>
        </pc:grpChg>
        <pc:grpChg chg="add mod">
          <ac:chgData name="MYUNG JIN" userId="89f3fa32ababedc4" providerId="LiveId" clId="{FBC1E03A-AB44-466E-B428-D904B392A1C3}" dt="2024-12-16T13:04:50.802" v="1424" actId="14100"/>
          <ac:grpSpMkLst>
            <pc:docMk/>
            <pc:sldMk cId="188324749" sldId="316"/>
            <ac:grpSpMk id="32" creationId="{0B35594F-E900-3170-F5CB-DAA06828FE7D}"/>
          </ac:grpSpMkLst>
        </pc:grpChg>
        <pc:picChg chg="mod">
          <ac:chgData name="MYUNG JIN" userId="89f3fa32ababedc4" providerId="LiveId" clId="{FBC1E03A-AB44-466E-B428-D904B392A1C3}" dt="2024-12-16T12:59:37.311" v="1297"/>
          <ac:picMkLst>
            <pc:docMk/>
            <pc:sldMk cId="188324749" sldId="316"/>
            <ac:picMk id="18" creationId="{1CA33C66-A70C-C72B-BD31-73C163125C7E}"/>
          </ac:picMkLst>
        </pc:picChg>
        <pc:picChg chg="add mod">
          <ac:chgData name="MYUNG JIN" userId="89f3fa32ababedc4" providerId="LiveId" clId="{FBC1E03A-AB44-466E-B428-D904B392A1C3}" dt="2024-12-16T13:04:52.236" v="1425" actId="1076"/>
          <ac:picMkLst>
            <pc:docMk/>
            <pc:sldMk cId="188324749" sldId="316"/>
            <ac:picMk id="38" creationId="{6D75627D-B008-7A64-102A-38ADBCF7FC5F}"/>
          </ac:picMkLst>
        </pc:picChg>
        <pc:cxnChg chg="mod">
          <ac:chgData name="MYUNG JIN" userId="89f3fa32ababedc4" providerId="LiveId" clId="{FBC1E03A-AB44-466E-B428-D904B392A1C3}" dt="2024-12-16T12:59:37.311" v="1297"/>
          <ac:cxnSpMkLst>
            <pc:docMk/>
            <pc:sldMk cId="188324749" sldId="316"/>
            <ac:cxnSpMk id="22" creationId="{004A7800-705F-1B5E-7FF4-B12D134EB588}"/>
          </ac:cxnSpMkLst>
        </pc:cxnChg>
        <pc:cxnChg chg="mod">
          <ac:chgData name="MYUNG JIN" userId="89f3fa32ababedc4" providerId="LiveId" clId="{FBC1E03A-AB44-466E-B428-D904B392A1C3}" dt="2024-12-16T12:59:37.311" v="1297"/>
          <ac:cxnSpMkLst>
            <pc:docMk/>
            <pc:sldMk cId="188324749" sldId="316"/>
            <ac:cxnSpMk id="23" creationId="{457F47C8-ECB4-89E1-9F96-AE78EA7225CA}"/>
          </ac:cxnSpMkLst>
        </pc:cxnChg>
        <pc:cxnChg chg="mod">
          <ac:chgData name="MYUNG JIN" userId="89f3fa32ababedc4" providerId="LiveId" clId="{FBC1E03A-AB44-466E-B428-D904B392A1C3}" dt="2024-12-16T12:59:37.311" v="1297"/>
          <ac:cxnSpMkLst>
            <pc:docMk/>
            <pc:sldMk cId="188324749" sldId="316"/>
            <ac:cxnSpMk id="24" creationId="{ECE34A58-86CF-195D-9E55-22B130FCCB3A}"/>
          </ac:cxnSpMkLst>
        </pc:cxnChg>
        <pc:cxnChg chg="mod">
          <ac:chgData name="MYUNG JIN" userId="89f3fa32ababedc4" providerId="LiveId" clId="{FBC1E03A-AB44-466E-B428-D904B392A1C3}" dt="2024-12-16T12:59:37.311" v="1297"/>
          <ac:cxnSpMkLst>
            <pc:docMk/>
            <pc:sldMk cId="188324749" sldId="316"/>
            <ac:cxnSpMk id="25" creationId="{9CD4CB83-9ACC-D941-1FFF-B378812BBEE4}"/>
          </ac:cxnSpMkLst>
        </pc:cxnChg>
        <pc:cxnChg chg="mod">
          <ac:chgData name="MYUNG JIN" userId="89f3fa32ababedc4" providerId="LiveId" clId="{FBC1E03A-AB44-466E-B428-D904B392A1C3}" dt="2024-12-16T12:59:37.311" v="1297"/>
          <ac:cxnSpMkLst>
            <pc:docMk/>
            <pc:sldMk cId="188324749" sldId="316"/>
            <ac:cxnSpMk id="26" creationId="{152860C5-2590-D49D-B18F-6ED7A5BA51B6}"/>
          </ac:cxnSpMkLst>
        </pc:cxnChg>
        <pc:cxnChg chg="mod">
          <ac:chgData name="MYUNG JIN" userId="89f3fa32ababedc4" providerId="LiveId" clId="{FBC1E03A-AB44-466E-B428-D904B392A1C3}" dt="2024-12-16T12:59:37.311" v="1297"/>
          <ac:cxnSpMkLst>
            <pc:docMk/>
            <pc:sldMk cId="188324749" sldId="316"/>
            <ac:cxnSpMk id="27" creationId="{98EC94A4-C3E0-7FE4-A545-B815094637F1}"/>
          </ac:cxnSpMkLst>
        </pc:cxnChg>
        <pc:cxnChg chg="mod">
          <ac:chgData name="MYUNG JIN" userId="89f3fa32ababedc4" providerId="LiveId" clId="{FBC1E03A-AB44-466E-B428-D904B392A1C3}" dt="2024-12-16T12:59:37.311" v="1297"/>
          <ac:cxnSpMkLst>
            <pc:docMk/>
            <pc:sldMk cId="188324749" sldId="316"/>
            <ac:cxnSpMk id="28" creationId="{63744AD5-37C5-C774-404B-1D0BB76137E4}"/>
          </ac:cxnSpMkLst>
        </pc:cxnChg>
        <pc:cxnChg chg="mod">
          <ac:chgData name="MYUNG JIN" userId="89f3fa32ababedc4" providerId="LiveId" clId="{FBC1E03A-AB44-466E-B428-D904B392A1C3}" dt="2024-12-16T12:59:37.311" v="1297"/>
          <ac:cxnSpMkLst>
            <pc:docMk/>
            <pc:sldMk cId="188324749" sldId="316"/>
            <ac:cxnSpMk id="29" creationId="{97841A59-9A71-C7B3-5270-5865663A3AF5}"/>
          </ac:cxnSpMkLst>
        </pc:cxnChg>
        <pc:cxnChg chg="mod">
          <ac:chgData name="MYUNG JIN" userId="89f3fa32ababedc4" providerId="LiveId" clId="{FBC1E03A-AB44-466E-B428-D904B392A1C3}" dt="2024-12-16T12:59:37.311" v="1297"/>
          <ac:cxnSpMkLst>
            <pc:docMk/>
            <pc:sldMk cId="188324749" sldId="316"/>
            <ac:cxnSpMk id="30" creationId="{332AAAFC-CDFD-6221-CCCB-98CA24774453}"/>
          </ac:cxnSpMkLst>
        </pc:cxnChg>
        <pc:cxnChg chg="mod">
          <ac:chgData name="MYUNG JIN" userId="89f3fa32ababedc4" providerId="LiveId" clId="{FBC1E03A-AB44-466E-B428-D904B392A1C3}" dt="2024-12-16T12:59:37.311" v="1297"/>
          <ac:cxnSpMkLst>
            <pc:docMk/>
            <pc:sldMk cId="188324749" sldId="316"/>
            <ac:cxnSpMk id="31" creationId="{4D24EEAF-01F5-FF82-7107-735056F4BBBD}"/>
          </ac:cxnSpMkLst>
        </pc:cxnChg>
        <pc:cxnChg chg="add mod">
          <ac:chgData name="MYUNG JIN" userId="89f3fa32ababedc4" providerId="LiveId" clId="{FBC1E03A-AB44-466E-B428-D904B392A1C3}" dt="2024-12-16T13:05:01.684" v="1428" actId="14100"/>
          <ac:cxnSpMkLst>
            <pc:docMk/>
            <pc:sldMk cId="188324749" sldId="316"/>
            <ac:cxnSpMk id="34" creationId="{D786B841-B19C-D980-B362-8780D3C554DF}"/>
          </ac:cxnSpMkLst>
        </pc:cxnChg>
      </pc:sldChg>
      <pc:sldChg chg="addSp delSp modSp mod">
        <pc:chgData name="MYUNG JIN" userId="89f3fa32ababedc4" providerId="LiveId" clId="{FBC1E03A-AB44-466E-B428-D904B392A1C3}" dt="2024-12-16T17:51:16.435" v="4970" actId="114"/>
        <pc:sldMkLst>
          <pc:docMk/>
          <pc:sldMk cId="3212299467" sldId="317"/>
        </pc:sldMkLst>
        <pc:spChg chg="mod">
          <ac:chgData name="MYUNG JIN" userId="89f3fa32ababedc4" providerId="LiveId" clId="{FBC1E03A-AB44-466E-B428-D904B392A1C3}" dt="2024-12-16T15:34:35.513" v="3633" actId="20577"/>
          <ac:spMkLst>
            <pc:docMk/>
            <pc:sldMk cId="3212299467" sldId="317"/>
            <ac:spMk id="2" creationId="{5A1BB837-882D-0F1E-B1DF-C09A085B6538}"/>
          </ac:spMkLst>
        </pc:spChg>
        <pc:spChg chg="mod">
          <ac:chgData name="MYUNG JIN" userId="89f3fa32ababedc4" providerId="LiveId" clId="{FBC1E03A-AB44-466E-B428-D904B392A1C3}" dt="2024-12-16T13:10:58.870" v="1573"/>
          <ac:spMkLst>
            <pc:docMk/>
            <pc:sldMk cId="3212299467" sldId="317"/>
            <ac:spMk id="6" creationId="{9147A29C-865B-05F4-93FA-D0CCC65C36DA}"/>
          </ac:spMkLst>
        </pc:spChg>
        <pc:spChg chg="mod">
          <ac:chgData name="MYUNG JIN" userId="89f3fa32ababedc4" providerId="LiveId" clId="{FBC1E03A-AB44-466E-B428-D904B392A1C3}" dt="2024-12-16T13:10:58.870" v="1573"/>
          <ac:spMkLst>
            <pc:docMk/>
            <pc:sldMk cId="3212299467" sldId="317"/>
            <ac:spMk id="7" creationId="{A28F559B-AE6A-016E-2889-F3470D64B883}"/>
          </ac:spMkLst>
        </pc:spChg>
        <pc:spChg chg="mod topLvl">
          <ac:chgData name="MYUNG JIN" userId="89f3fa32ababedc4" providerId="LiveId" clId="{FBC1E03A-AB44-466E-B428-D904B392A1C3}" dt="2024-12-16T13:12:25.098" v="1598" actId="571"/>
          <ac:spMkLst>
            <pc:docMk/>
            <pc:sldMk cId="3212299467" sldId="317"/>
            <ac:spMk id="9" creationId="{8D245C08-979C-5F00-2350-162049999AB4}"/>
          </ac:spMkLst>
        </pc:spChg>
        <pc:spChg chg="mod">
          <ac:chgData name="MYUNG JIN" userId="89f3fa32ababedc4" providerId="LiveId" clId="{FBC1E03A-AB44-466E-B428-D904B392A1C3}" dt="2024-12-16T13:12:25.098" v="1598" actId="571"/>
          <ac:spMkLst>
            <pc:docMk/>
            <pc:sldMk cId="3212299467" sldId="317"/>
            <ac:spMk id="12" creationId="{74F089C6-B5C6-30A8-BF44-9F9F44F2DD46}"/>
          </ac:spMkLst>
        </pc:spChg>
        <pc:spChg chg="mod">
          <ac:chgData name="MYUNG JIN" userId="89f3fa32ababedc4" providerId="LiveId" clId="{FBC1E03A-AB44-466E-B428-D904B392A1C3}" dt="2024-12-16T13:12:26.449" v="1599" actId="1076"/>
          <ac:spMkLst>
            <pc:docMk/>
            <pc:sldMk cId="3212299467" sldId="317"/>
            <ac:spMk id="13" creationId="{4EAC2DA8-9FFF-7B4E-0F70-D50CE7271528}"/>
          </ac:spMkLst>
        </pc:spChg>
        <pc:spChg chg="mod">
          <ac:chgData name="MYUNG JIN" userId="89f3fa32ababedc4" providerId="LiveId" clId="{FBC1E03A-AB44-466E-B428-D904B392A1C3}" dt="2024-12-16T17:51:10.892" v="4968" actId="114"/>
          <ac:spMkLst>
            <pc:docMk/>
            <pc:sldMk cId="3212299467" sldId="317"/>
            <ac:spMk id="14" creationId="{6654667F-E77D-C487-8EFC-058FCD4AC92F}"/>
          </ac:spMkLst>
        </pc:spChg>
        <pc:spChg chg="mod">
          <ac:chgData name="MYUNG JIN" userId="89f3fa32ababedc4" providerId="LiveId" clId="{FBC1E03A-AB44-466E-B428-D904B392A1C3}" dt="2024-12-16T17:51:16.435" v="4970" actId="114"/>
          <ac:spMkLst>
            <pc:docMk/>
            <pc:sldMk cId="3212299467" sldId="317"/>
            <ac:spMk id="15" creationId="{4ABE0205-DB5C-320B-11BA-BB5166ACC7FE}"/>
          </ac:spMkLst>
        </pc:spChg>
        <pc:spChg chg="add mod">
          <ac:chgData name="MYUNG JIN" userId="89f3fa32ababedc4" providerId="LiveId" clId="{FBC1E03A-AB44-466E-B428-D904B392A1C3}" dt="2024-12-16T13:13:31.074" v="1614" actId="164"/>
          <ac:spMkLst>
            <pc:docMk/>
            <pc:sldMk cId="3212299467" sldId="317"/>
            <ac:spMk id="18" creationId="{C93BCC2D-A190-D537-07CD-7B081E6802D3}"/>
          </ac:spMkLst>
        </pc:spChg>
        <pc:spChg chg="add mod">
          <ac:chgData name="MYUNG JIN" userId="89f3fa32ababedc4" providerId="LiveId" clId="{FBC1E03A-AB44-466E-B428-D904B392A1C3}" dt="2024-12-16T13:13:31.074" v="1614" actId="164"/>
          <ac:spMkLst>
            <pc:docMk/>
            <pc:sldMk cId="3212299467" sldId="317"/>
            <ac:spMk id="25" creationId="{BD443A77-0A65-8EA8-4745-B4896625D911}"/>
          </ac:spMkLst>
        </pc:spChg>
        <pc:spChg chg="add mod">
          <ac:chgData name="MYUNG JIN" userId="89f3fa32ababedc4" providerId="LiveId" clId="{FBC1E03A-AB44-466E-B428-D904B392A1C3}" dt="2024-12-16T13:43:12.133" v="1988" actId="164"/>
          <ac:spMkLst>
            <pc:docMk/>
            <pc:sldMk cId="3212299467" sldId="317"/>
            <ac:spMk id="28" creationId="{CDF0058B-945D-DE29-B155-2AFF79D901C9}"/>
          </ac:spMkLst>
        </pc:spChg>
        <pc:spChg chg="add mod">
          <ac:chgData name="MYUNG JIN" userId="89f3fa32ababedc4" providerId="LiveId" clId="{FBC1E03A-AB44-466E-B428-D904B392A1C3}" dt="2024-12-16T13:43:12.133" v="1988" actId="164"/>
          <ac:spMkLst>
            <pc:docMk/>
            <pc:sldMk cId="3212299467" sldId="317"/>
            <ac:spMk id="29" creationId="{088898B4-6272-68CB-4CAA-58415CF0EB1B}"/>
          </ac:spMkLst>
        </pc:spChg>
        <pc:spChg chg="add mod">
          <ac:chgData name="MYUNG JIN" userId="89f3fa32ababedc4" providerId="LiveId" clId="{FBC1E03A-AB44-466E-B428-D904B392A1C3}" dt="2024-12-16T13:43:12.133" v="1988" actId="164"/>
          <ac:spMkLst>
            <pc:docMk/>
            <pc:sldMk cId="3212299467" sldId="317"/>
            <ac:spMk id="30" creationId="{C29494D5-AFD0-9165-88D7-FD4E118FF172}"/>
          </ac:spMkLst>
        </pc:spChg>
        <pc:spChg chg="add mod">
          <ac:chgData name="MYUNG JIN" userId="89f3fa32ababedc4" providerId="LiveId" clId="{FBC1E03A-AB44-466E-B428-D904B392A1C3}" dt="2024-12-16T13:43:16.765" v="1990" actId="1076"/>
          <ac:spMkLst>
            <pc:docMk/>
            <pc:sldMk cId="3212299467" sldId="317"/>
            <ac:spMk id="32" creationId="{7FE336E5-00DC-0BE9-45C9-04ECCB563560}"/>
          </ac:spMkLst>
        </pc:spChg>
        <pc:spChg chg="add mod">
          <ac:chgData name="MYUNG JIN" userId="89f3fa32ababedc4" providerId="LiveId" clId="{FBC1E03A-AB44-466E-B428-D904B392A1C3}" dt="2024-12-16T13:46:21.062" v="2120" actId="20577"/>
          <ac:spMkLst>
            <pc:docMk/>
            <pc:sldMk cId="3212299467" sldId="317"/>
            <ac:spMk id="33" creationId="{785E88C0-C671-F650-A8F3-11DBE62F3D98}"/>
          </ac:spMkLst>
        </pc:spChg>
        <pc:spChg chg="add mod">
          <ac:chgData name="MYUNG JIN" userId="89f3fa32ababedc4" providerId="LiveId" clId="{FBC1E03A-AB44-466E-B428-D904B392A1C3}" dt="2024-12-16T13:44:51.110" v="2109" actId="20577"/>
          <ac:spMkLst>
            <pc:docMk/>
            <pc:sldMk cId="3212299467" sldId="317"/>
            <ac:spMk id="35" creationId="{26E80F80-5206-BC38-DC53-2117CB48BB91}"/>
          </ac:spMkLst>
        </pc:spChg>
        <pc:spChg chg="add mod">
          <ac:chgData name="MYUNG JIN" userId="89f3fa32ababedc4" providerId="LiveId" clId="{FBC1E03A-AB44-466E-B428-D904B392A1C3}" dt="2024-12-16T15:26:56.804" v="3351" actId="1582"/>
          <ac:spMkLst>
            <pc:docMk/>
            <pc:sldMk cId="3212299467" sldId="317"/>
            <ac:spMk id="36" creationId="{5702D1FB-06C9-EC7F-DE0A-DE6269259C25}"/>
          </ac:spMkLst>
        </pc:spChg>
        <pc:spChg chg="add mod">
          <ac:chgData name="MYUNG JIN" userId="89f3fa32ababedc4" providerId="LiveId" clId="{FBC1E03A-AB44-466E-B428-D904B392A1C3}" dt="2024-12-16T15:28:17.718" v="3402" actId="1076"/>
          <ac:spMkLst>
            <pc:docMk/>
            <pc:sldMk cId="3212299467" sldId="317"/>
            <ac:spMk id="37" creationId="{18D99314-DD6D-E161-2FCB-5E64A8792034}"/>
          </ac:spMkLst>
        </pc:spChg>
        <pc:grpChg chg="add mod">
          <ac:chgData name="MYUNG JIN" userId="89f3fa32ababedc4" providerId="LiveId" clId="{FBC1E03A-AB44-466E-B428-D904B392A1C3}" dt="2024-12-16T13:43:43.405" v="1992" actId="1076"/>
          <ac:grpSpMkLst>
            <pc:docMk/>
            <pc:sldMk cId="3212299467" sldId="317"/>
            <ac:grpSpMk id="4" creationId="{C5EDBDDE-B4EF-DF44-57D8-D17CB2B747A1}"/>
          </ac:grpSpMkLst>
        </pc:grpChg>
        <pc:grpChg chg="mod topLvl">
          <ac:chgData name="MYUNG JIN" userId="89f3fa32ababedc4" providerId="LiveId" clId="{FBC1E03A-AB44-466E-B428-D904B392A1C3}" dt="2024-12-16T13:12:25.098" v="1598" actId="571"/>
          <ac:grpSpMkLst>
            <pc:docMk/>
            <pc:sldMk cId="3212299467" sldId="317"/>
            <ac:grpSpMk id="10" creationId="{0FCB5E4A-4AC2-B9F2-AD3C-D2C1FC14037B}"/>
          </ac:grpSpMkLst>
        </pc:grpChg>
        <pc:grpChg chg="mod">
          <ac:chgData name="MYUNG JIN" userId="89f3fa32ababedc4" providerId="LiveId" clId="{FBC1E03A-AB44-466E-B428-D904B392A1C3}" dt="2024-12-16T13:12:25.098" v="1598" actId="571"/>
          <ac:grpSpMkLst>
            <pc:docMk/>
            <pc:sldMk cId="3212299467" sldId="317"/>
            <ac:grpSpMk id="11" creationId="{27E20171-6FB6-9108-56CD-15CC340D99B8}"/>
          </ac:grpSpMkLst>
        </pc:grpChg>
        <pc:grpChg chg="add mod">
          <ac:chgData name="MYUNG JIN" userId="89f3fa32ababedc4" providerId="LiveId" clId="{FBC1E03A-AB44-466E-B428-D904B392A1C3}" dt="2024-12-16T13:43:43.405" v="1992" actId="1076"/>
          <ac:grpSpMkLst>
            <pc:docMk/>
            <pc:sldMk cId="3212299467" sldId="317"/>
            <ac:grpSpMk id="16" creationId="{FFB19B77-503E-7E0C-ABCC-42E10399009D}"/>
          </ac:grpSpMkLst>
        </pc:grpChg>
        <pc:grpChg chg="add mod">
          <ac:chgData name="MYUNG JIN" userId="89f3fa32ababedc4" providerId="LiveId" clId="{FBC1E03A-AB44-466E-B428-D904B392A1C3}" dt="2024-12-16T13:43:12.133" v="1988" actId="164"/>
          <ac:grpSpMkLst>
            <pc:docMk/>
            <pc:sldMk cId="3212299467" sldId="317"/>
            <ac:grpSpMk id="26" creationId="{9AD1F1EF-0D7F-F8E3-8612-B60591184275}"/>
          </ac:grpSpMkLst>
        </pc:grpChg>
        <pc:grpChg chg="add mod">
          <ac:chgData name="MYUNG JIN" userId="89f3fa32ababedc4" providerId="LiveId" clId="{FBC1E03A-AB44-466E-B428-D904B392A1C3}" dt="2024-12-16T13:43:13.063" v="1989" actId="1076"/>
          <ac:grpSpMkLst>
            <pc:docMk/>
            <pc:sldMk cId="3212299467" sldId="317"/>
            <ac:grpSpMk id="34" creationId="{953CFADD-99A7-16B4-031C-CD4E19B08D2F}"/>
          </ac:grpSpMkLst>
        </pc:grpChg>
        <pc:picChg chg="mod">
          <ac:chgData name="MYUNG JIN" userId="89f3fa32ababedc4" providerId="LiveId" clId="{FBC1E03A-AB44-466E-B428-D904B392A1C3}" dt="2024-12-16T13:10:58.870" v="1573"/>
          <ac:picMkLst>
            <pc:docMk/>
            <pc:sldMk cId="3212299467" sldId="317"/>
            <ac:picMk id="5" creationId="{061C9ED0-E0D9-2304-035D-DA067B12B136}"/>
          </ac:picMkLst>
        </pc:picChg>
        <pc:picChg chg="add mod">
          <ac:chgData name="MYUNG JIN" userId="89f3fa32ababedc4" providerId="LiveId" clId="{FBC1E03A-AB44-466E-B428-D904B392A1C3}" dt="2024-12-16T13:43:12.133" v="1988" actId="164"/>
          <ac:picMkLst>
            <pc:docMk/>
            <pc:sldMk cId="3212299467" sldId="317"/>
            <ac:picMk id="27" creationId="{FFF0663D-4767-F9D9-7DA8-127DE2CE9C1A}"/>
          </ac:picMkLst>
        </pc:picChg>
        <pc:cxnChg chg="add mod">
          <ac:chgData name="MYUNG JIN" userId="89f3fa32ababedc4" providerId="LiveId" clId="{FBC1E03A-AB44-466E-B428-D904B392A1C3}" dt="2024-12-16T13:43:12.133" v="1988" actId="164"/>
          <ac:cxnSpMkLst>
            <pc:docMk/>
            <pc:sldMk cId="3212299467" sldId="317"/>
            <ac:cxnSpMk id="20" creationId="{E612A982-F737-4FB1-4C88-CE0067CFBE81}"/>
          </ac:cxnSpMkLst>
        </pc:cxnChg>
        <pc:cxnChg chg="add mod">
          <ac:chgData name="MYUNG JIN" userId="89f3fa32ababedc4" providerId="LiveId" clId="{FBC1E03A-AB44-466E-B428-D904B392A1C3}" dt="2024-12-16T13:43:12.133" v="1988" actId="164"/>
          <ac:cxnSpMkLst>
            <pc:docMk/>
            <pc:sldMk cId="3212299467" sldId="317"/>
            <ac:cxnSpMk id="21" creationId="{F0999B30-B210-E36D-D6D6-A3C844BADAE4}"/>
          </ac:cxnSpMkLst>
        </pc:cxnChg>
      </pc:sldChg>
      <pc:sldChg chg="addSp delSp modSp mod">
        <pc:chgData name="MYUNG JIN" userId="89f3fa32ababedc4" providerId="LiveId" clId="{FBC1E03A-AB44-466E-B428-D904B392A1C3}" dt="2024-12-16T17:50:09.441" v="4930" actId="20577"/>
        <pc:sldMkLst>
          <pc:docMk/>
          <pc:sldMk cId="3673884996" sldId="318"/>
        </pc:sldMkLst>
        <pc:spChg chg="add del mod">
          <ac:chgData name="MYUNG JIN" userId="89f3fa32ababedc4" providerId="LiveId" clId="{FBC1E03A-AB44-466E-B428-D904B392A1C3}" dt="2024-12-16T15:36:12.850" v="3677" actId="404"/>
          <ac:spMkLst>
            <pc:docMk/>
            <pc:sldMk cId="3673884996" sldId="318"/>
            <ac:spMk id="31" creationId="{4643269D-5BCD-E898-E147-E1ABB2D85C9E}"/>
          </ac:spMkLst>
        </pc:spChg>
        <pc:spChg chg="add mod">
          <ac:chgData name="MYUNG JIN" userId="89f3fa32ababedc4" providerId="LiveId" clId="{FBC1E03A-AB44-466E-B428-D904B392A1C3}" dt="2024-12-16T17:50:06.506" v="4927" actId="20577"/>
          <ac:spMkLst>
            <pc:docMk/>
            <pc:sldMk cId="3673884996" sldId="318"/>
            <ac:spMk id="33" creationId="{3F16F3F1-77FF-D988-36B9-05EA63323929}"/>
          </ac:spMkLst>
        </pc:spChg>
        <pc:spChg chg="mod">
          <ac:chgData name="MYUNG JIN" userId="89f3fa32ababedc4" providerId="LiveId" clId="{FBC1E03A-AB44-466E-B428-D904B392A1C3}" dt="2024-12-16T15:06:34.316" v="2448"/>
          <ac:spMkLst>
            <pc:docMk/>
            <pc:sldMk cId="3673884996" sldId="318"/>
            <ac:spMk id="36" creationId="{FA412218-47E4-6807-B7A2-12EA984E9D2C}"/>
          </ac:spMkLst>
        </pc:spChg>
        <pc:spChg chg="mod">
          <ac:chgData name="MYUNG JIN" userId="89f3fa32ababedc4" providerId="LiveId" clId="{FBC1E03A-AB44-466E-B428-D904B392A1C3}" dt="2024-12-16T15:06:34.316" v="2448"/>
          <ac:spMkLst>
            <pc:docMk/>
            <pc:sldMk cId="3673884996" sldId="318"/>
            <ac:spMk id="37" creationId="{5EFB6F91-140B-EB6F-163B-5B5EC0174EF2}"/>
          </ac:spMkLst>
        </pc:spChg>
        <pc:spChg chg="mod">
          <ac:chgData name="MYUNG JIN" userId="89f3fa32ababedc4" providerId="LiveId" clId="{FBC1E03A-AB44-466E-B428-D904B392A1C3}" dt="2024-12-16T15:06:34.316" v="2448"/>
          <ac:spMkLst>
            <pc:docMk/>
            <pc:sldMk cId="3673884996" sldId="318"/>
            <ac:spMk id="38" creationId="{B4326723-0A61-6B41-4DAD-E35424AB24E2}"/>
          </ac:spMkLst>
        </pc:spChg>
        <pc:spChg chg="mod">
          <ac:chgData name="MYUNG JIN" userId="89f3fa32ababedc4" providerId="LiveId" clId="{FBC1E03A-AB44-466E-B428-D904B392A1C3}" dt="2024-12-16T15:06:34.316" v="2448"/>
          <ac:spMkLst>
            <pc:docMk/>
            <pc:sldMk cId="3673884996" sldId="318"/>
            <ac:spMk id="39" creationId="{975E2042-F413-26EE-3BA6-AB34E4B65A7A}"/>
          </ac:spMkLst>
        </pc:spChg>
        <pc:spChg chg="mod">
          <ac:chgData name="MYUNG JIN" userId="89f3fa32ababedc4" providerId="LiveId" clId="{FBC1E03A-AB44-466E-B428-D904B392A1C3}" dt="2024-12-16T15:06:34.316" v="2448"/>
          <ac:spMkLst>
            <pc:docMk/>
            <pc:sldMk cId="3673884996" sldId="318"/>
            <ac:spMk id="44" creationId="{6A40144C-3C09-1321-C99A-2692060B2787}"/>
          </ac:spMkLst>
        </pc:spChg>
        <pc:spChg chg="mod">
          <ac:chgData name="MYUNG JIN" userId="89f3fa32ababedc4" providerId="LiveId" clId="{FBC1E03A-AB44-466E-B428-D904B392A1C3}" dt="2024-12-16T15:06:34.316" v="2448"/>
          <ac:spMkLst>
            <pc:docMk/>
            <pc:sldMk cId="3673884996" sldId="318"/>
            <ac:spMk id="45" creationId="{27618F4A-C6C1-5B9F-36AB-DFA7F65F8798}"/>
          </ac:spMkLst>
        </pc:spChg>
        <pc:spChg chg="mod">
          <ac:chgData name="MYUNG JIN" userId="89f3fa32ababedc4" providerId="LiveId" clId="{FBC1E03A-AB44-466E-B428-D904B392A1C3}" dt="2024-12-16T15:06:34.316" v="2448"/>
          <ac:spMkLst>
            <pc:docMk/>
            <pc:sldMk cId="3673884996" sldId="318"/>
            <ac:spMk id="46" creationId="{17865426-DF98-506F-65B0-3D802F070CBB}"/>
          </ac:spMkLst>
        </pc:spChg>
        <pc:spChg chg="mod">
          <ac:chgData name="MYUNG JIN" userId="89f3fa32ababedc4" providerId="LiveId" clId="{FBC1E03A-AB44-466E-B428-D904B392A1C3}" dt="2024-12-16T15:06:34.316" v="2448"/>
          <ac:spMkLst>
            <pc:docMk/>
            <pc:sldMk cId="3673884996" sldId="318"/>
            <ac:spMk id="47" creationId="{6E6D3ADC-F0DE-B2BB-3889-28F3403C9201}"/>
          </ac:spMkLst>
        </pc:spChg>
        <pc:spChg chg="mod">
          <ac:chgData name="MYUNG JIN" userId="89f3fa32ababedc4" providerId="LiveId" clId="{FBC1E03A-AB44-466E-B428-D904B392A1C3}" dt="2024-12-16T15:06:34.316" v="2448"/>
          <ac:spMkLst>
            <pc:docMk/>
            <pc:sldMk cId="3673884996" sldId="318"/>
            <ac:spMk id="48" creationId="{467EC94B-BEF4-52EC-E70D-0B1BD9B30BC8}"/>
          </ac:spMkLst>
        </pc:spChg>
        <pc:spChg chg="mod">
          <ac:chgData name="MYUNG JIN" userId="89f3fa32ababedc4" providerId="LiveId" clId="{FBC1E03A-AB44-466E-B428-D904B392A1C3}" dt="2024-12-16T15:06:34.316" v="2448"/>
          <ac:spMkLst>
            <pc:docMk/>
            <pc:sldMk cId="3673884996" sldId="318"/>
            <ac:spMk id="49" creationId="{221BAA7D-DCB7-47AD-B383-41B011B0B907}"/>
          </ac:spMkLst>
        </pc:spChg>
        <pc:spChg chg="mod">
          <ac:chgData name="MYUNG JIN" userId="89f3fa32ababedc4" providerId="LiveId" clId="{FBC1E03A-AB44-466E-B428-D904B392A1C3}" dt="2024-12-16T15:06:34.316" v="2448"/>
          <ac:spMkLst>
            <pc:docMk/>
            <pc:sldMk cId="3673884996" sldId="318"/>
            <ac:spMk id="51" creationId="{AE50A506-9B17-260A-A451-54E293D0795A}"/>
          </ac:spMkLst>
        </pc:spChg>
        <pc:spChg chg="add mod">
          <ac:chgData name="MYUNG JIN" userId="89f3fa32ababedc4" providerId="LiveId" clId="{FBC1E03A-AB44-466E-B428-D904B392A1C3}" dt="2024-12-16T15:06:34.316" v="2448"/>
          <ac:spMkLst>
            <pc:docMk/>
            <pc:sldMk cId="3673884996" sldId="318"/>
            <ac:spMk id="54" creationId="{0CF6F5BC-6CE6-913F-6971-9F4DF9D0CB3E}"/>
          </ac:spMkLst>
        </pc:spChg>
        <pc:spChg chg="add mod">
          <ac:chgData name="MYUNG JIN" userId="89f3fa32ababedc4" providerId="LiveId" clId="{FBC1E03A-AB44-466E-B428-D904B392A1C3}" dt="2024-12-16T17:50:09.441" v="4930" actId="20577"/>
          <ac:spMkLst>
            <pc:docMk/>
            <pc:sldMk cId="3673884996" sldId="318"/>
            <ac:spMk id="55" creationId="{26B35F7C-AF93-2357-F001-A5C52422E60F}"/>
          </ac:spMkLst>
        </pc:spChg>
        <pc:grpChg chg="add mod">
          <ac:chgData name="MYUNG JIN" userId="89f3fa32ababedc4" providerId="LiveId" clId="{FBC1E03A-AB44-466E-B428-D904B392A1C3}" dt="2024-12-16T15:09:47.044" v="2491" actId="164"/>
          <ac:grpSpMkLst>
            <pc:docMk/>
            <pc:sldMk cId="3673884996" sldId="318"/>
            <ac:grpSpMk id="34" creationId="{1CF2281C-81B3-2D4A-D054-FC590EF1AEA8}"/>
          </ac:grpSpMkLst>
        </pc:grpChg>
        <pc:grpChg chg="mod">
          <ac:chgData name="MYUNG JIN" userId="89f3fa32ababedc4" providerId="LiveId" clId="{FBC1E03A-AB44-466E-B428-D904B392A1C3}" dt="2024-12-16T15:06:34.316" v="2448"/>
          <ac:grpSpMkLst>
            <pc:docMk/>
            <pc:sldMk cId="3673884996" sldId="318"/>
            <ac:grpSpMk id="35" creationId="{65C516A8-81AB-C4D2-954A-7CB8BFBA3076}"/>
          </ac:grpSpMkLst>
        </pc:grpChg>
        <pc:grpChg chg="add mod">
          <ac:chgData name="MYUNG JIN" userId="89f3fa32ababedc4" providerId="LiveId" clId="{FBC1E03A-AB44-466E-B428-D904B392A1C3}" dt="2024-12-16T15:09:47.044" v="2491" actId="164"/>
          <ac:grpSpMkLst>
            <pc:docMk/>
            <pc:sldMk cId="3673884996" sldId="318"/>
            <ac:grpSpMk id="58" creationId="{C7C4F72C-10A4-ADCE-19E7-BC431BE6FCC2}"/>
          </ac:grpSpMkLst>
        </pc:grpChg>
        <pc:picChg chg="add mod">
          <ac:chgData name="MYUNG JIN" userId="89f3fa32ababedc4" providerId="LiveId" clId="{FBC1E03A-AB44-466E-B428-D904B392A1C3}" dt="2024-12-16T15:09:47.044" v="2491" actId="164"/>
          <ac:picMkLst>
            <pc:docMk/>
            <pc:sldMk cId="3673884996" sldId="318"/>
            <ac:picMk id="57" creationId="{FEB21696-FCF9-DAC6-470A-DDCA6C5709C6}"/>
          </ac:picMkLst>
        </pc:picChg>
        <pc:cxnChg chg="mod">
          <ac:chgData name="MYUNG JIN" userId="89f3fa32ababedc4" providerId="LiveId" clId="{FBC1E03A-AB44-466E-B428-D904B392A1C3}" dt="2024-12-16T15:06:34.316" v="2448"/>
          <ac:cxnSpMkLst>
            <pc:docMk/>
            <pc:sldMk cId="3673884996" sldId="318"/>
            <ac:cxnSpMk id="40" creationId="{03A31E48-D9E4-EBBF-0525-20E76A0A594E}"/>
          </ac:cxnSpMkLst>
        </pc:cxnChg>
        <pc:cxnChg chg="mod">
          <ac:chgData name="MYUNG JIN" userId="89f3fa32ababedc4" providerId="LiveId" clId="{FBC1E03A-AB44-466E-B428-D904B392A1C3}" dt="2024-12-16T15:06:34.316" v="2448"/>
          <ac:cxnSpMkLst>
            <pc:docMk/>
            <pc:sldMk cId="3673884996" sldId="318"/>
            <ac:cxnSpMk id="41" creationId="{1561A4A1-4DC1-C579-CB55-7C5C3FD1824E}"/>
          </ac:cxnSpMkLst>
        </pc:cxnChg>
        <pc:cxnChg chg="mod">
          <ac:chgData name="MYUNG JIN" userId="89f3fa32ababedc4" providerId="LiveId" clId="{FBC1E03A-AB44-466E-B428-D904B392A1C3}" dt="2024-12-16T15:09:41.223" v="2488" actId="478"/>
          <ac:cxnSpMkLst>
            <pc:docMk/>
            <pc:sldMk cId="3673884996" sldId="318"/>
            <ac:cxnSpMk id="43" creationId="{13B91D26-815F-520B-B62B-61BD823DE2EA}"/>
          </ac:cxnSpMkLst>
        </pc:cxnChg>
        <pc:cxnChg chg="mod">
          <ac:chgData name="MYUNG JIN" userId="89f3fa32ababedc4" providerId="LiveId" clId="{FBC1E03A-AB44-466E-B428-D904B392A1C3}" dt="2024-12-16T15:06:34.316" v="2448"/>
          <ac:cxnSpMkLst>
            <pc:docMk/>
            <pc:sldMk cId="3673884996" sldId="318"/>
            <ac:cxnSpMk id="50" creationId="{4F163349-E4B6-2ACC-DF3C-4E9AD5CE326F}"/>
          </ac:cxnSpMkLst>
        </pc:cxnChg>
        <pc:cxnChg chg="mod">
          <ac:chgData name="MYUNG JIN" userId="89f3fa32ababedc4" providerId="LiveId" clId="{FBC1E03A-AB44-466E-B428-D904B392A1C3}" dt="2024-12-16T15:06:34.316" v="2448"/>
          <ac:cxnSpMkLst>
            <pc:docMk/>
            <pc:sldMk cId="3673884996" sldId="318"/>
            <ac:cxnSpMk id="52" creationId="{62788D07-D3D7-7B0A-80FF-DD4E5E397472}"/>
          </ac:cxnSpMkLst>
        </pc:cxnChg>
        <pc:cxnChg chg="mod">
          <ac:chgData name="MYUNG JIN" userId="89f3fa32ababedc4" providerId="LiveId" clId="{FBC1E03A-AB44-466E-B428-D904B392A1C3}" dt="2024-12-16T15:06:34.316" v="2448"/>
          <ac:cxnSpMkLst>
            <pc:docMk/>
            <pc:sldMk cId="3673884996" sldId="318"/>
            <ac:cxnSpMk id="53" creationId="{AE96D41E-91FD-A56B-105F-060CCD25C858}"/>
          </ac:cxnSpMkLst>
        </pc:cxnChg>
      </pc:sldChg>
      <pc:sldChg chg="addSp delSp modSp mod">
        <pc:chgData name="MYUNG JIN" userId="89f3fa32ababedc4" providerId="LiveId" clId="{FBC1E03A-AB44-466E-B428-D904B392A1C3}" dt="2024-12-16T15:56:51.158" v="4075" actId="20577"/>
        <pc:sldMkLst>
          <pc:docMk/>
          <pc:sldMk cId="3872759554" sldId="319"/>
        </pc:sldMkLst>
        <pc:spChg chg="mod">
          <ac:chgData name="MYUNG JIN" userId="89f3fa32ababedc4" providerId="LiveId" clId="{FBC1E03A-AB44-466E-B428-D904B392A1C3}" dt="2024-12-16T08:47:15.794" v="706" actId="20577"/>
          <ac:spMkLst>
            <pc:docMk/>
            <pc:sldMk cId="3872759554" sldId="319"/>
            <ac:spMk id="2" creationId="{805B8136-86D6-2319-1A5D-B0A9399139E6}"/>
          </ac:spMkLst>
        </pc:spChg>
        <pc:spChg chg="add mod">
          <ac:chgData name="MYUNG JIN" userId="89f3fa32ababedc4" providerId="LiveId" clId="{FBC1E03A-AB44-466E-B428-D904B392A1C3}" dt="2024-12-16T08:52:37.445" v="910" actId="164"/>
          <ac:spMkLst>
            <pc:docMk/>
            <pc:sldMk cId="3872759554" sldId="319"/>
            <ac:spMk id="6" creationId="{F1F2D89F-C89A-4522-FBE1-48AE9D8C49E0}"/>
          </ac:spMkLst>
        </pc:spChg>
        <pc:spChg chg="add mod">
          <ac:chgData name="MYUNG JIN" userId="89f3fa32ababedc4" providerId="LiveId" clId="{FBC1E03A-AB44-466E-B428-D904B392A1C3}" dt="2024-12-16T15:33:18.338" v="3582" actId="1076"/>
          <ac:spMkLst>
            <pc:docMk/>
            <pc:sldMk cId="3872759554" sldId="319"/>
            <ac:spMk id="8" creationId="{0E46F7EE-9DBF-9C32-C293-4B20F376FE38}"/>
          </ac:spMkLst>
        </pc:spChg>
        <pc:spChg chg="add mod">
          <ac:chgData name="MYUNG JIN" userId="89f3fa32ababedc4" providerId="LiveId" clId="{FBC1E03A-AB44-466E-B428-D904B392A1C3}" dt="2024-12-16T15:33:11.523" v="3581" actId="1076"/>
          <ac:spMkLst>
            <pc:docMk/>
            <pc:sldMk cId="3872759554" sldId="319"/>
            <ac:spMk id="11" creationId="{3F167793-A80D-2E3A-7182-D0FD209FFBA9}"/>
          </ac:spMkLst>
        </pc:spChg>
        <pc:spChg chg="add mod">
          <ac:chgData name="MYUNG JIN" userId="89f3fa32ababedc4" providerId="LiveId" clId="{FBC1E03A-AB44-466E-B428-D904B392A1C3}" dt="2024-12-16T15:33:11.523" v="3581" actId="1076"/>
          <ac:spMkLst>
            <pc:docMk/>
            <pc:sldMk cId="3872759554" sldId="319"/>
            <ac:spMk id="14" creationId="{D84F5749-02B1-6A37-1536-EE784FBFB1C2}"/>
          </ac:spMkLst>
        </pc:spChg>
        <pc:spChg chg="add mod">
          <ac:chgData name="MYUNG JIN" userId="89f3fa32ababedc4" providerId="LiveId" clId="{FBC1E03A-AB44-466E-B428-D904B392A1C3}" dt="2024-12-16T15:33:11.523" v="3581" actId="1076"/>
          <ac:spMkLst>
            <pc:docMk/>
            <pc:sldMk cId="3872759554" sldId="319"/>
            <ac:spMk id="15" creationId="{BBEB210D-7931-30EF-65AC-24FA1B10E7CC}"/>
          </ac:spMkLst>
        </pc:spChg>
        <pc:spChg chg="add mod">
          <ac:chgData name="MYUNG JIN" userId="89f3fa32ababedc4" providerId="LiveId" clId="{FBC1E03A-AB44-466E-B428-D904B392A1C3}" dt="2024-12-16T15:33:11.523" v="3581" actId="1076"/>
          <ac:spMkLst>
            <pc:docMk/>
            <pc:sldMk cId="3872759554" sldId="319"/>
            <ac:spMk id="16" creationId="{1BB3E1AA-530C-EFD8-57F9-1F1910E61DCB}"/>
          </ac:spMkLst>
        </pc:spChg>
        <pc:spChg chg="add mod">
          <ac:chgData name="MYUNG JIN" userId="89f3fa32ababedc4" providerId="LiveId" clId="{FBC1E03A-AB44-466E-B428-D904B392A1C3}" dt="2024-12-16T15:32:47.250" v="3580" actId="1076"/>
          <ac:spMkLst>
            <pc:docMk/>
            <pc:sldMk cId="3872759554" sldId="319"/>
            <ac:spMk id="17" creationId="{8F84C35B-A702-F4B3-305A-C375DA10FB86}"/>
          </ac:spMkLst>
        </pc:spChg>
        <pc:spChg chg="add mod">
          <ac:chgData name="MYUNG JIN" userId="89f3fa32ababedc4" providerId="LiveId" clId="{FBC1E03A-AB44-466E-B428-D904B392A1C3}" dt="2024-12-16T12:40:29.982" v="1056" actId="20577"/>
          <ac:spMkLst>
            <pc:docMk/>
            <pc:sldMk cId="3872759554" sldId="319"/>
            <ac:spMk id="19" creationId="{6370420B-03A5-6D0F-D0DC-18CAC4D5F676}"/>
          </ac:spMkLst>
        </pc:spChg>
        <pc:spChg chg="mod">
          <ac:chgData name="MYUNG JIN" userId="89f3fa32ababedc4" providerId="LiveId" clId="{FBC1E03A-AB44-466E-B428-D904B392A1C3}" dt="2024-12-16T12:39:49.618" v="1034"/>
          <ac:spMkLst>
            <pc:docMk/>
            <pc:sldMk cId="3872759554" sldId="319"/>
            <ac:spMk id="21" creationId="{29A25042-28A1-BF41-3579-3784C3377361}"/>
          </ac:spMkLst>
        </pc:spChg>
        <pc:spChg chg="mod">
          <ac:chgData name="MYUNG JIN" userId="89f3fa32ababedc4" providerId="LiveId" clId="{FBC1E03A-AB44-466E-B428-D904B392A1C3}" dt="2024-12-16T12:39:49.618" v="1034"/>
          <ac:spMkLst>
            <pc:docMk/>
            <pc:sldMk cId="3872759554" sldId="319"/>
            <ac:spMk id="22" creationId="{E30C2C10-EBD2-6F0E-7C6B-05B9A42942F1}"/>
          </ac:spMkLst>
        </pc:spChg>
        <pc:spChg chg="mod">
          <ac:chgData name="MYUNG JIN" userId="89f3fa32ababedc4" providerId="LiveId" clId="{FBC1E03A-AB44-466E-B428-D904B392A1C3}" dt="2024-12-16T12:39:49.618" v="1034"/>
          <ac:spMkLst>
            <pc:docMk/>
            <pc:sldMk cId="3872759554" sldId="319"/>
            <ac:spMk id="23" creationId="{636C6DC1-1B7E-279D-CDDA-5A833DE15460}"/>
          </ac:spMkLst>
        </pc:spChg>
        <pc:spChg chg="mod">
          <ac:chgData name="MYUNG JIN" userId="89f3fa32ababedc4" providerId="LiveId" clId="{FBC1E03A-AB44-466E-B428-D904B392A1C3}" dt="2024-12-16T12:39:49.618" v="1034"/>
          <ac:spMkLst>
            <pc:docMk/>
            <pc:sldMk cId="3872759554" sldId="319"/>
            <ac:spMk id="26" creationId="{B7804239-7459-7401-5C12-B9540E563422}"/>
          </ac:spMkLst>
        </pc:spChg>
        <pc:spChg chg="mod">
          <ac:chgData name="MYUNG JIN" userId="89f3fa32ababedc4" providerId="LiveId" clId="{FBC1E03A-AB44-466E-B428-D904B392A1C3}" dt="2024-12-16T12:39:49.618" v="1034"/>
          <ac:spMkLst>
            <pc:docMk/>
            <pc:sldMk cId="3872759554" sldId="319"/>
            <ac:spMk id="29" creationId="{793D03BC-2927-FEDB-60D0-338FA37D44B7}"/>
          </ac:spMkLst>
        </pc:spChg>
        <pc:spChg chg="mod">
          <ac:chgData name="MYUNG JIN" userId="89f3fa32ababedc4" providerId="LiveId" clId="{FBC1E03A-AB44-466E-B428-D904B392A1C3}" dt="2024-12-16T12:39:49.618" v="1034"/>
          <ac:spMkLst>
            <pc:docMk/>
            <pc:sldMk cId="3872759554" sldId="319"/>
            <ac:spMk id="30" creationId="{78F207E4-2E48-6346-7F1C-0A99BB64E72B}"/>
          </ac:spMkLst>
        </pc:spChg>
        <pc:spChg chg="mod">
          <ac:chgData name="MYUNG JIN" userId="89f3fa32ababedc4" providerId="LiveId" clId="{FBC1E03A-AB44-466E-B428-D904B392A1C3}" dt="2024-12-16T12:39:49.618" v="1034"/>
          <ac:spMkLst>
            <pc:docMk/>
            <pc:sldMk cId="3872759554" sldId="319"/>
            <ac:spMk id="34" creationId="{70A330C2-366A-C811-8FD5-7EFD05BC12BF}"/>
          </ac:spMkLst>
        </pc:spChg>
        <pc:spChg chg="mod">
          <ac:chgData name="MYUNG JIN" userId="89f3fa32ababedc4" providerId="LiveId" clId="{FBC1E03A-AB44-466E-B428-D904B392A1C3}" dt="2024-12-16T12:39:49.618" v="1034"/>
          <ac:spMkLst>
            <pc:docMk/>
            <pc:sldMk cId="3872759554" sldId="319"/>
            <ac:spMk id="35" creationId="{4F8B5294-1385-1695-DAE1-0F424BFEF971}"/>
          </ac:spMkLst>
        </pc:spChg>
        <pc:spChg chg="mod">
          <ac:chgData name="MYUNG JIN" userId="89f3fa32ababedc4" providerId="LiveId" clId="{FBC1E03A-AB44-466E-B428-D904B392A1C3}" dt="2024-12-16T12:39:49.618" v="1034"/>
          <ac:spMkLst>
            <pc:docMk/>
            <pc:sldMk cId="3872759554" sldId="319"/>
            <ac:spMk id="44" creationId="{636D9D2C-BAB0-A67D-A3F9-4ED75730A80D}"/>
          </ac:spMkLst>
        </pc:spChg>
        <pc:spChg chg="mod">
          <ac:chgData name="MYUNG JIN" userId="89f3fa32ababedc4" providerId="LiveId" clId="{FBC1E03A-AB44-466E-B428-D904B392A1C3}" dt="2024-12-16T12:39:49.618" v="1034"/>
          <ac:spMkLst>
            <pc:docMk/>
            <pc:sldMk cId="3872759554" sldId="319"/>
            <ac:spMk id="45" creationId="{3E9EE097-15C7-3D1A-2064-EDEA6A01557D}"/>
          </ac:spMkLst>
        </pc:spChg>
        <pc:spChg chg="mod">
          <ac:chgData name="MYUNG JIN" userId="89f3fa32ababedc4" providerId="LiveId" clId="{FBC1E03A-AB44-466E-B428-D904B392A1C3}" dt="2024-12-16T12:39:58.233" v="1041" actId="404"/>
          <ac:spMkLst>
            <pc:docMk/>
            <pc:sldMk cId="3872759554" sldId="319"/>
            <ac:spMk id="46" creationId="{CC642497-5A91-C99A-D21E-44F5EEF260BF}"/>
          </ac:spMkLst>
        </pc:spChg>
        <pc:spChg chg="mod">
          <ac:chgData name="MYUNG JIN" userId="89f3fa32ababedc4" providerId="LiveId" clId="{FBC1E03A-AB44-466E-B428-D904B392A1C3}" dt="2024-12-16T12:39:49.618" v="1034"/>
          <ac:spMkLst>
            <pc:docMk/>
            <pc:sldMk cId="3872759554" sldId="319"/>
            <ac:spMk id="47" creationId="{886BBB38-E59B-3887-F219-C1EE6A595F35}"/>
          </ac:spMkLst>
        </pc:spChg>
        <pc:spChg chg="add mod">
          <ac:chgData name="MYUNG JIN" userId="89f3fa32ababedc4" providerId="LiveId" clId="{FBC1E03A-AB44-466E-B428-D904B392A1C3}" dt="2024-12-16T15:32:47.250" v="3580" actId="1076"/>
          <ac:spMkLst>
            <pc:docMk/>
            <pc:sldMk cId="3872759554" sldId="319"/>
            <ac:spMk id="57" creationId="{39092F9C-8869-7990-EAB0-4882BD894CD0}"/>
          </ac:spMkLst>
        </pc:spChg>
        <pc:spChg chg="add mod">
          <ac:chgData name="MYUNG JIN" userId="89f3fa32ababedc4" providerId="LiveId" clId="{FBC1E03A-AB44-466E-B428-D904B392A1C3}" dt="2024-12-16T15:32:47.250" v="3580" actId="1076"/>
          <ac:spMkLst>
            <pc:docMk/>
            <pc:sldMk cId="3872759554" sldId="319"/>
            <ac:spMk id="58" creationId="{628B180D-3605-DA94-EA6B-7B3E3C61AF2E}"/>
          </ac:spMkLst>
        </pc:spChg>
        <pc:spChg chg="add mod">
          <ac:chgData name="MYUNG JIN" userId="89f3fa32ababedc4" providerId="LiveId" clId="{FBC1E03A-AB44-466E-B428-D904B392A1C3}" dt="2024-12-16T15:32:47.250" v="3580" actId="1076"/>
          <ac:spMkLst>
            <pc:docMk/>
            <pc:sldMk cId="3872759554" sldId="319"/>
            <ac:spMk id="59" creationId="{DF12C927-5479-FCB6-0532-01F5851653E0}"/>
          </ac:spMkLst>
        </pc:spChg>
        <pc:spChg chg="add mod">
          <ac:chgData name="MYUNG JIN" userId="89f3fa32ababedc4" providerId="LiveId" clId="{FBC1E03A-AB44-466E-B428-D904B392A1C3}" dt="2024-12-16T15:32:25.727" v="3578" actId="1076"/>
          <ac:spMkLst>
            <pc:docMk/>
            <pc:sldMk cId="3872759554" sldId="319"/>
            <ac:spMk id="60" creationId="{B3D96E41-4F9A-FA49-2A3E-19797D246F83}"/>
          </ac:spMkLst>
        </pc:spChg>
        <pc:spChg chg="mod">
          <ac:chgData name="MYUNG JIN" userId="89f3fa32ababedc4" providerId="LiveId" clId="{FBC1E03A-AB44-466E-B428-D904B392A1C3}" dt="2024-12-16T15:51:43.076" v="3966"/>
          <ac:spMkLst>
            <pc:docMk/>
            <pc:sldMk cId="3872759554" sldId="319"/>
            <ac:spMk id="68" creationId="{41797D77-6CC8-79EB-6876-73BEC7752A30}"/>
          </ac:spMkLst>
        </pc:spChg>
        <pc:spChg chg="mod">
          <ac:chgData name="MYUNG JIN" userId="89f3fa32ababedc4" providerId="LiveId" clId="{FBC1E03A-AB44-466E-B428-D904B392A1C3}" dt="2024-12-16T15:51:43.076" v="3966"/>
          <ac:spMkLst>
            <pc:docMk/>
            <pc:sldMk cId="3872759554" sldId="319"/>
            <ac:spMk id="69" creationId="{464FB2B8-8421-AB50-4956-842889A66674}"/>
          </ac:spMkLst>
        </pc:spChg>
        <pc:spChg chg="mod">
          <ac:chgData name="MYUNG JIN" userId="89f3fa32ababedc4" providerId="LiveId" clId="{FBC1E03A-AB44-466E-B428-D904B392A1C3}" dt="2024-12-16T15:56:51.158" v="4075" actId="20577"/>
          <ac:spMkLst>
            <pc:docMk/>
            <pc:sldMk cId="3872759554" sldId="319"/>
            <ac:spMk id="70" creationId="{A4FA25E2-3F0F-7150-DA72-DBCE212C01A0}"/>
          </ac:spMkLst>
        </pc:spChg>
        <pc:spChg chg="mod">
          <ac:chgData name="MYUNG JIN" userId="89f3fa32ababedc4" providerId="LiveId" clId="{FBC1E03A-AB44-466E-B428-D904B392A1C3}" dt="2024-12-16T15:51:43.076" v="3966"/>
          <ac:spMkLst>
            <pc:docMk/>
            <pc:sldMk cId="3872759554" sldId="319"/>
            <ac:spMk id="71" creationId="{F6147729-AA2A-1DAD-B6E1-DEA7FB89CDA6}"/>
          </ac:spMkLst>
        </pc:spChg>
        <pc:grpChg chg="add mod">
          <ac:chgData name="MYUNG JIN" userId="89f3fa32ababedc4" providerId="LiveId" clId="{FBC1E03A-AB44-466E-B428-D904B392A1C3}" dt="2024-12-16T15:32:47.250" v="3580" actId="1076"/>
          <ac:grpSpMkLst>
            <pc:docMk/>
            <pc:sldMk cId="3872759554" sldId="319"/>
            <ac:grpSpMk id="7" creationId="{5B9DDB39-4459-53B6-5381-446B1104D76E}"/>
          </ac:grpSpMkLst>
        </pc:grpChg>
        <pc:grpChg chg="add mod">
          <ac:chgData name="MYUNG JIN" userId="89f3fa32ababedc4" providerId="LiveId" clId="{FBC1E03A-AB44-466E-B428-D904B392A1C3}" dt="2024-12-16T12:40:10.060" v="1050" actId="164"/>
          <ac:grpSpMkLst>
            <pc:docMk/>
            <pc:sldMk cId="3872759554" sldId="319"/>
            <ac:grpSpMk id="20" creationId="{47E72FFA-4C0C-29EF-4D14-211BB17492F9}"/>
          </ac:grpSpMkLst>
        </pc:grpChg>
        <pc:grpChg chg="add mod">
          <ac:chgData name="MYUNG JIN" userId="89f3fa32ababedc4" providerId="LiveId" clId="{FBC1E03A-AB44-466E-B428-D904B392A1C3}" dt="2024-12-16T15:32:47.250" v="3580" actId="1076"/>
          <ac:grpSpMkLst>
            <pc:docMk/>
            <pc:sldMk cId="3872759554" sldId="319"/>
            <ac:grpSpMk id="50" creationId="{F8EFFBAB-9646-A89D-007B-2C4D6BA831C2}"/>
          </ac:grpSpMkLst>
        </pc:grpChg>
        <pc:grpChg chg="add mod">
          <ac:chgData name="MYUNG JIN" userId="89f3fa32ababedc4" providerId="LiveId" clId="{FBC1E03A-AB44-466E-B428-D904B392A1C3}" dt="2024-12-16T15:51:54.222" v="3969" actId="1076"/>
          <ac:grpSpMkLst>
            <pc:docMk/>
            <pc:sldMk cId="3872759554" sldId="319"/>
            <ac:grpSpMk id="67" creationId="{35C455A7-FA60-9B79-567E-3668A1448BBB}"/>
          </ac:grpSpMkLst>
        </pc:grpChg>
        <pc:picChg chg="add mod">
          <ac:chgData name="MYUNG JIN" userId="89f3fa32ababedc4" providerId="LiveId" clId="{FBC1E03A-AB44-466E-B428-D904B392A1C3}" dt="2024-12-16T08:52:37.445" v="910" actId="164"/>
          <ac:picMkLst>
            <pc:docMk/>
            <pc:sldMk cId="3872759554" sldId="319"/>
            <ac:picMk id="5" creationId="{11C1D10B-381E-7FFE-BDB7-FC622A48632E}"/>
          </ac:picMkLst>
        </pc:picChg>
        <pc:picChg chg="add mod">
          <ac:chgData name="MYUNG JIN" userId="89f3fa32ababedc4" providerId="LiveId" clId="{FBC1E03A-AB44-466E-B428-D904B392A1C3}" dt="2024-12-16T15:33:11.523" v="3581" actId="1076"/>
          <ac:picMkLst>
            <pc:docMk/>
            <pc:sldMk cId="3872759554" sldId="319"/>
            <ac:picMk id="13" creationId="{D97ABA2D-04BF-B2D0-1C7F-BDD1B9B12CF8}"/>
          </ac:picMkLst>
        </pc:picChg>
        <pc:picChg chg="mod">
          <ac:chgData name="MYUNG JIN" userId="89f3fa32ababedc4" providerId="LiveId" clId="{FBC1E03A-AB44-466E-B428-D904B392A1C3}" dt="2024-12-16T12:39:49.618" v="1034"/>
          <ac:picMkLst>
            <pc:docMk/>
            <pc:sldMk cId="3872759554" sldId="319"/>
            <ac:picMk id="31" creationId="{715045C9-E0BA-B979-4DDC-5DC4569330C9}"/>
          </ac:picMkLst>
        </pc:picChg>
        <pc:picChg chg="mod">
          <ac:chgData name="MYUNG JIN" userId="89f3fa32ababedc4" providerId="LiveId" clId="{FBC1E03A-AB44-466E-B428-D904B392A1C3}" dt="2024-12-16T12:39:49.618" v="1034"/>
          <ac:picMkLst>
            <pc:docMk/>
            <pc:sldMk cId="3872759554" sldId="319"/>
            <ac:picMk id="32" creationId="{04F62194-D713-5105-79C7-0DF01F471E5B}"/>
          </ac:picMkLst>
        </pc:picChg>
        <pc:picChg chg="mod">
          <ac:chgData name="MYUNG JIN" userId="89f3fa32ababedc4" providerId="LiveId" clId="{FBC1E03A-AB44-466E-B428-D904B392A1C3}" dt="2024-12-16T12:39:49.618" v="1034"/>
          <ac:picMkLst>
            <pc:docMk/>
            <pc:sldMk cId="3872759554" sldId="319"/>
            <ac:picMk id="36" creationId="{35B74257-DA52-A8F1-F814-19BC1DD55EE4}"/>
          </ac:picMkLst>
        </pc:picChg>
        <pc:picChg chg="mod">
          <ac:chgData name="MYUNG JIN" userId="89f3fa32ababedc4" providerId="LiveId" clId="{FBC1E03A-AB44-466E-B428-D904B392A1C3}" dt="2024-12-16T12:39:49.618" v="1034"/>
          <ac:picMkLst>
            <pc:docMk/>
            <pc:sldMk cId="3872759554" sldId="319"/>
            <ac:picMk id="37" creationId="{CB31B7FA-8383-17C7-0566-9F5516E99802}"/>
          </ac:picMkLst>
        </pc:picChg>
        <pc:picChg chg="mod">
          <ac:chgData name="MYUNG JIN" userId="89f3fa32ababedc4" providerId="LiveId" clId="{FBC1E03A-AB44-466E-B428-D904B392A1C3}" dt="2024-12-16T12:39:49.618" v="1034"/>
          <ac:picMkLst>
            <pc:docMk/>
            <pc:sldMk cId="3872759554" sldId="319"/>
            <ac:picMk id="38" creationId="{994AFB7C-4B8B-3E3D-0F71-BF188A429CF3}"/>
          </ac:picMkLst>
        </pc:picChg>
        <pc:picChg chg="mod">
          <ac:chgData name="MYUNG JIN" userId="89f3fa32ababedc4" providerId="LiveId" clId="{FBC1E03A-AB44-466E-B428-D904B392A1C3}" dt="2024-12-16T12:39:49.618" v="1034"/>
          <ac:picMkLst>
            <pc:docMk/>
            <pc:sldMk cId="3872759554" sldId="319"/>
            <ac:picMk id="39" creationId="{F2131BAD-51BD-3E81-103F-0B43327B38BB}"/>
          </ac:picMkLst>
        </pc:picChg>
        <pc:picChg chg="mod">
          <ac:chgData name="MYUNG JIN" userId="89f3fa32ababedc4" providerId="LiveId" clId="{FBC1E03A-AB44-466E-B428-D904B392A1C3}" dt="2024-12-16T12:39:49.618" v="1034"/>
          <ac:picMkLst>
            <pc:docMk/>
            <pc:sldMk cId="3872759554" sldId="319"/>
            <ac:picMk id="40" creationId="{CB98331D-9B92-B3FD-D507-D5F179F62F7C}"/>
          </ac:picMkLst>
        </pc:picChg>
        <pc:picChg chg="mod">
          <ac:chgData name="MYUNG JIN" userId="89f3fa32ababedc4" providerId="LiveId" clId="{FBC1E03A-AB44-466E-B428-D904B392A1C3}" dt="2024-12-16T12:39:49.618" v="1034"/>
          <ac:picMkLst>
            <pc:docMk/>
            <pc:sldMk cId="3872759554" sldId="319"/>
            <ac:picMk id="41" creationId="{DDE6428F-EB7F-3E52-442B-F29EB2EFD96C}"/>
          </ac:picMkLst>
        </pc:picChg>
        <pc:cxnChg chg="add mod">
          <ac:chgData name="MYUNG JIN" userId="89f3fa32ababedc4" providerId="LiveId" clId="{FBC1E03A-AB44-466E-B428-D904B392A1C3}" dt="2024-12-16T15:33:18.338" v="3582" actId="1076"/>
          <ac:cxnSpMkLst>
            <pc:docMk/>
            <pc:sldMk cId="3872759554" sldId="319"/>
            <ac:cxnSpMk id="10" creationId="{93807553-180E-264E-4B54-77B2C6BC6129}"/>
          </ac:cxnSpMkLst>
        </pc:cxnChg>
        <pc:cxnChg chg="mod">
          <ac:chgData name="MYUNG JIN" userId="89f3fa32ababedc4" providerId="LiveId" clId="{FBC1E03A-AB44-466E-B428-D904B392A1C3}" dt="2024-12-16T12:51:18.186" v="1252" actId="208"/>
          <ac:cxnSpMkLst>
            <pc:docMk/>
            <pc:sldMk cId="3872759554" sldId="319"/>
            <ac:cxnSpMk id="24" creationId="{980B9B06-0C44-C490-E0A9-1B7D0DBBEC2F}"/>
          </ac:cxnSpMkLst>
        </pc:cxnChg>
        <pc:cxnChg chg="mod">
          <ac:chgData name="MYUNG JIN" userId="89f3fa32ababedc4" providerId="LiveId" clId="{FBC1E03A-AB44-466E-B428-D904B392A1C3}" dt="2024-12-16T12:51:18.186" v="1252" actId="208"/>
          <ac:cxnSpMkLst>
            <pc:docMk/>
            <pc:sldMk cId="3872759554" sldId="319"/>
            <ac:cxnSpMk id="25" creationId="{BC26F693-9F28-D0EE-056D-8FBC4F78CCB0}"/>
          </ac:cxnSpMkLst>
        </pc:cxnChg>
        <pc:cxnChg chg="mod">
          <ac:chgData name="MYUNG JIN" userId="89f3fa32ababedc4" providerId="LiveId" clId="{FBC1E03A-AB44-466E-B428-D904B392A1C3}" dt="2024-12-16T12:51:18.186" v="1252" actId="208"/>
          <ac:cxnSpMkLst>
            <pc:docMk/>
            <pc:sldMk cId="3872759554" sldId="319"/>
            <ac:cxnSpMk id="27" creationId="{027B563B-1E67-33AA-D708-5395EFC3E4D7}"/>
          </ac:cxnSpMkLst>
        </pc:cxnChg>
        <pc:cxnChg chg="mod">
          <ac:chgData name="MYUNG JIN" userId="89f3fa32ababedc4" providerId="LiveId" clId="{FBC1E03A-AB44-466E-B428-D904B392A1C3}" dt="2024-12-16T12:51:18.186" v="1252" actId="208"/>
          <ac:cxnSpMkLst>
            <pc:docMk/>
            <pc:sldMk cId="3872759554" sldId="319"/>
            <ac:cxnSpMk id="28" creationId="{BB0C0FFB-DCD2-3D4F-7099-F1C8E5EC06E4}"/>
          </ac:cxnSpMkLst>
        </pc:cxnChg>
        <pc:cxnChg chg="mod">
          <ac:chgData name="MYUNG JIN" userId="89f3fa32ababedc4" providerId="LiveId" clId="{FBC1E03A-AB44-466E-B428-D904B392A1C3}" dt="2024-12-16T12:39:49.618" v="1034"/>
          <ac:cxnSpMkLst>
            <pc:docMk/>
            <pc:sldMk cId="3872759554" sldId="319"/>
            <ac:cxnSpMk id="33" creationId="{8AA81E55-5B18-C7F2-5B05-9BCE65575C0D}"/>
          </ac:cxnSpMkLst>
        </pc:cxnChg>
        <pc:cxnChg chg="mod">
          <ac:chgData name="MYUNG JIN" userId="89f3fa32ababedc4" providerId="LiveId" clId="{FBC1E03A-AB44-466E-B428-D904B392A1C3}" dt="2024-12-16T12:51:37.837" v="1254" actId="1582"/>
          <ac:cxnSpMkLst>
            <pc:docMk/>
            <pc:sldMk cId="3872759554" sldId="319"/>
            <ac:cxnSpMk id="42" creationId="{AF3CD6D9-BBC8-9BF9-1474-2E041DDE54C6}"/>
          </ac:cxnSpMkLst>
        </pc:cxnChg>
        <pc:cxnChg chg="mod">
          <ac:chgData name="MYUNG JIN" userId="89f3fa32ababedc4" providerId="LiveId" clId="{FBC1E03A-AB44-466E-B428-D904B392A1C3}" dt="2024-12-16T12:51:37.837" v="1254" actId="1582"/>
          <ac:cxnSpMkLst>
            <pc:docMk/>
            <pc:sldMk cId="3872759554" sldId="319"/>
            <ac:cxnSpMk id="43" creationId="{256C1FB2-A786-1F80-41EE-388714ED3C32}"/>
          </ac:cxnSpMkLst>
        </pc:cxnChg>
        <pc:cxnChg chg="mod">
          <ac:chgData name="MYUNG JIN" userId="89f3fa32ababedc4" providerId="LiveId" clId="{FBC1E03A-AB44-466E-B428-D904B392A1C3}" dt="2024-12-16T12:51:18.186" v="1252" actId="208"/>
          <ac:cxnSpMkLst>
            <pc:docMk/>
            <pc:sldMk cId="3872759554" sldId="319"/>
            <ac:cxnSpMk id="48" creationId="{14A8F5E3-C122-6986-EDB2-94C015582A2A}"/>
          </ac:cxnSpMkLst>
        </pc:cxnChg>
        <pc:cxnChg chg="mod">
          <ac:chgData name="MYUNG JIN" userId="89f3fa32ababedc4" providerId="LiveId" clId="{FBC1E03A-AB44-466E-B428-D904B392A1C3}" dt="2024-12-16T12:51:49.936" v="1257" actId="208"/>
          <ac:cxnSpMkLst>
            <pc:docMk/>
            <pc:sldMk cId="3872759554" sldId="319"/>
            <ac:cxnSpMk id="49" creationId="{B9C8B6F5-8E43-5B5D-D1EC-679C65BFF8B1}"/>
          </ac:cxnSpMkLst>
        </pc:cxnChg>
        <pc:cxnChg chg="add mod">
          <ac:chgData name="MYUNG JIN" userId="89f3fa32ababedc4" providerId="LiveId" clId="{FBC1E03A-AB44-466E-B428-D904B392A1C3}" dt="2024-12-16T15:32:47.250" v="3580" actId="1076"/>
          <ac:cxnSpMkLst>
            <pc:docMk/>
            <pc:sldMk cId="3872759554" sldId="319"/>
            <ac:cxnSpMk id="51" creationId="{5A6BCDFB-5E3E-9734-DFBC-A03825B0F0DD}"/>
          </ac:cxnSpMkLst>
        </pc:cxnChg>
      </pc:sldChg>
      <pc:sldChg chg="addSp delSp modSp mod">
        <pc:chgData name="MYUNG JIN" userId="89f3fa32ababedc4" providerId="LiveId" clId="{FBC1E03A-AB44-466E-B428-D904B392A1C3}" dt="2024-12-16T17:57:50.624" v="5092" actId="20577"/>
        <pc:sldMkLst>
          <pc:docMk/>
          <pc:sldMk cId="764203038" sldId="320"/>
        </pc:sldMkLst>
        <pc:spChg chg="mod">
          <ac:chgData name="MYUNG JIN" userId="89f3fa32ababedc4" providerId="LiveId" clId="{FBC1E03A-AB44-466E-B428-D904B392A1C3}" dt="2024-12-16T15:36:18.428" v="3681" actId="404"/>
          <ac:spMkLst>
            <pc:docMk/>
            <pc:sldMk cId="764203038" sldId="320"/>
            <ac:spMk id="2" creationId="{5388E78A-1EB5-D4E7-CD6B-934DCB1F753F}"/>
          </ac:spMkLst>
        </pc:spChg>
        <pc:spChg chg="add mod">
          <ac:chgData name="MYUNG JIN" userId="89f3fa32ababedc4" providerId="LiveId" clId="{FBC1E03A-AB44-466E-B428-D904B392A1C3}" dt="2024-12-16T15:07:50.311" v="2470"/>
          <ac:spMkLst>
            <pc:docMk/>
            <pc:sldMk cId="764203038" sldId="320"/>
            <ac:spMk id="4" creationId="{D452451E-6F10-C02E-4E7F-5A01A26B546A}"/>
          </ac:spMkLst>
        </pc:spChg>
        <pc:spChg chg="add mod">
          <ac:chgData name="MYUNG JIN" userId="89f3fa32ababedc4" providerId="LiveId" clId="{FBC1E03A-AB44-466E-B428-D904B392A1C3}" dt="2024-12-16T17:57:50.624" v="5092" actId="20577"/>
          <ac:spMkLst>
            <pc:docMk/>
            <pc:sldMk cId="764203038" sldId="320"/>
            <ac:spMk id="5" creationId="{671E9512-3C6A-8492-F51A-8A6ECB0131EF}"/>
          </ac:spMkLst>
        </pc:spChg>
        <pc:spChg chg="add mod">
          <ac:chgData name="MYUNG JIN" userId="89f3fa32ababedc4" providerId="LiveId" clId="{FBC1E03A-AB44-466E-B428-D904B392A1C3}" dt="2024-12-16T17:49:53.422" v="4924" actId="20577"/>
          <ac:spMkLst>
            <pc:docMk/>
            <pc:sldMk cId="764203038" sldId="320"/>
            <ac:spMk id="6" creationId="{2DA2F66D-2160-F64F-61A4-DBB37A700EAE}"/>
          </ac:spMkLst>
        </pc:spChg>
        <pc:spChg chg="add mod">
          <ac:chgData name="MYUNG JIN" userId="89f3fa32ababedc4" providerId="LiveId" clId="{FBC1E03A-AB44-466E-B428-D904B392A1C3}" dt="2024-12-16T17:57:46.072" v="5091" actId="20577"/>
          <ac:spMkLst>
            <pc:docMk/>
            <pc:sldMk cId="764203038" sldId="320"/>
            <ac:spMk id="7" creationId="{AFA43494-2DB0-54DA-6C85-84161CF47DDB}"/>
          </ac:spMkLst>
        </pc:spChg>
        <pc:spChg chg="add mod">
          <ac:chgData name="MYUNG JIN" userId="89f3fa32ababedc4" providerId="LiveId" clId="{FBC1E03A-AB44-466E-B428-D904B392A1C3}" dt="2024-12-16T15:08:46.704" v="2476" actId="14100"/>
          <ac:spMkLst>
            <pc:docMk/>
            <pc:sldMk cId="764203038" sldId="320"/>
            <ac:spMk id="8" creationId="{67885DB0-BCA2-5AF2-227A-C661422E1E34}"/>
          </ac:spMkLst>
        </pc:spChg>
      </pc:sldChg>
      <pc:sldChg chg="addSp delSp modSp mod">
        <pc:chgData name="MYUNG JIN" userId="89f3fa32ababedc4" providerId="LiveId" clId="{FBC1E03A-AB44-466E-B428-D904B392A1C3}" dt="2024-12-16T17:57:31.712" v="5090" actId="114"/>
        <pc:sldMkLst>
          <pc:docMk/>
          <pc:sldMk cId="240225868" sldId="321"/>
        </pc:sldMkLst>
        <pc:spChg chg="mod">
          <ac:chgData name="MYUNG JIN" userId="89f3fa32ababedc4" providerId="LiveId" clId="{FBC1E03A-AB44-466E-B428-D904B392A1C3}" dt="2024-12-16T15:36:22.085" v="3683" actId="404"/>
          <ac:spMkLst>
            <pc:docMk/>
            <pc:sldMk cId="240225868" sldId="321"/>
            <ac:spMk id="2" creationId="{11C263D0-B8A7-B26F-CE37-5DE0EDE1DDD5}"/>
          </ac:spMkLst>
        </pc:spChg>
        <pc:spChg chg="add mod">
          <ac:chgData name="MYUNG JIN" userId="89f3fa32ababedc4" providerId="LiveId" clId="{FBC1E03A-AB44-466E-B428-D904B392A1C3}" dt="2024-12-16T17:57:31.712" v="5090" actId="114"/>
          <ac:spMkLst>
            <pc:docMk/>
            <pc:sldMk cId="240225868" sldId="321"/>
            <ac:spMk id="4" creationId="{E820AF62-C74E-954C-D412-60D0903C4280}"/>
          </ac:spMkLst>
        </pc:spChg>
        <pc:spChg chg="add del mod">
          <ac:chgData name="MYUNG JIN" userId="89f3fa32ababedc4" providerId="LiveId" clId="{FBC1E03A-AB44-466E-B428-D904B392A1C3}" dt="2024-12-16T17:47:32.019" v="4879" actId="404"/>
          <ac:spMkLst>
            <pc:docMk/>
            <pc:sldMk cId="240225868" sldId="321"/>
            <ac:spMk id="5" creationId="{01DCC946-0952-6EF6-EB66-785E51AEFA53}"/>
          </ac:spMkLst>
        </pc:spChg>
        <pc:spChg chg="add mod">
          <ac:chgData name="MYUNG JIN" userId="89f3fa32ababedc4" providerId="LiveId" clId="{FBC1E03A-AB44-466E-B428-D904B392A1C3}" dt="2024-12-16T17:56:09.181" v="5068" actId="404"/>
          <ac:spMkLst>
            <pc:docMk/>
            <pc:sldMk cId="240225868" sldId="321"/>
            <ac:spMk id="6" creationId="{8AE9FF9C-8A8B-E1BE-B9EF-75C126530C51}"/>
          </ac:spMkLst>
        </pc:spChg>
        <pc:spChg chg="mod">
          <ac:chgData name="MYUNG JIN" userId="89f3fa32ababedc4" providerId="LiveId" clId="{FBC1E03A-AB44-466E-B428-D904B392A1C3}" dt="2024-12-16T15:15:47.057" v="2705"/>
          <ac:spMkLst>
            <pc:docMk/>
            <pc:sldMk cId="240225868" sldId="321"/>
            <ac:spMk id="10" creationId="{A790C632-7D4E-EE3D-E44A-A0BCFD80067A}"/>
          </ac:spMkLst>
        </pc:spChg>
        <pc:spChg chg="add mod">
          <ac:chgData name="MYUNG JIN" userId="89f3fa32ababedc4" providerId="LiveId" clId="{FBC1E03A-AB44-466E-B428-D904B392A1C3}" dt="2024-12-16T15:15:58.024" v="2715" actId="164"/>
          <ac:spMkLst>
            <pc:docMk/>
            <pc:sldMk cId="240225868" sldId="321"/>
            <ac:spMk id="22" creationId="{DFCD66DD-F60F-A695-F683-248DF091F4CE}"/>
          </ac:spMkLst>
        </pc:spChg>
        <pc:spChg chg="add mod">
          <ac:chgData name="MYUNG JIN" userId="89f3fa32ababedc4" providerId="LiveId" clId="{FBC1E03A-AB44-466E-B428-D904B392A1C3}" dt="2024-12-16T15:15:58.024" v="2715" actId="164"/>
          <ac:spMkLst>
            <pc:docMk/>
            <pc:sldMk cId="240225868" sldId="321"/>
            <ac:spMk id="23" creationId="{DF86CF05-A752-0A57-DC09-46C6D0262D1E}"/>
          </ac:spMkLst>
        </pc:spChg>
        <pc:spChg chg="mod">
          <ac:chgData name="MYUNG JIN" userId="89f3fa32ababedc4" providerId="LiveId" clId="{FBC1E03A-AB44-466E-B428-D904B392A1C3}" dt="2024-12-16T17:55:15.222" v="5040" actId="571"/>
          <ac:spMkLst>
            <pc:docMk/>
            <pc:sldMk cId="240225868" sldId="321"/>
            <ac:spMk id="79" creationId="{10A0F8B1-82D5-DA8B-D323-29CD39EC9F05}"/>
          </ac:spMkLst>
        </pc:spChg>
        <pc:spChg chg="mod">
          <ac:chgData name="MYUNG JIN" userId="89f3fa32ababedc4" providerId="LiveId" clId="{FBC1E03A-AB44-466E-B428-D904B392A1C3}" dt="2024-12-16T17:55:15.222" v="5040" actId="571"/>
          <ac:spMkLst>
            <pc:docMk/>
            <pc:sldMk cId="240225868" sldId="321"/>
            <ac:spMk id="86" creationId="{77433530-CA24-D919-7B6C-639117887B66}"/>
          </ac:spMkLst>
        </pc:spChg>
        <pc:spChg chg="mod">
          <ac:chgData name="MYUNG JIN" userId="89f3fa32ababedc4" providerId="LiveId" clId="{FBC1E03A-AB44-466E-B428-D904B392A1C3}" dt="2024-12-16T17:55:15.222" v="5040" actId="571"/>
          <ac:spMkLst>
            <pc:docMk/>
            <pc:sldMk cId="240225868" sldId="321"/>
            <ac:spMk id="87" creationId="{409154F7-3A04-A21D-CA00-CA0F6EF1DD7F}"/>
          </ac:spMkLst>
        </pc:spChg>
        <pc:spChg chg="mod">
          <ac:chgData name="MYUNG JIN" userId="89f3fa32ababedc4" providerId="LiveId" clId="{FBC1E03A-AB44-466E-B428-D904B392A1C3}" dt="2024-12-16T17:55:15.222" v="5040" actId="571"/>
          <ac:spMkLst>
            <pc:docMk/>
            <pc:sldMk cId="240225868" sldId="321"/>
            <ac:spMk id="88" creationId="{8AE2E25B-36A5-9085-5E88-1C6F623A7E63}"/>
          </ac:spMkLst>
        </pc:spChg>
        <pc:spChg chg="mod">
          <ac:chgData name="MYUNG JIN" userId="89f3fa32ababedc4" providerId="LiveId" clId="{FBC1E03A-AB44-466E-B428-D904B392A1C3}" dt="2024-12-16T17:56:55.895" v="5079" actId="1076"/>
          <ac:spMkLst>
            <pc:docMk/>
            <pc:sldMk cId="240225868" sldId="321"/>
            <ac:spMk id="89" creationId="{C28B5EAE-FA75-034E-DBBC-1D57E6D1C08D}"/>
          </ac:spMkLst>
        </pc:spChg>
        <pc:spChg chg="mod">
          <ac:chgData name="MYUNG JIN" userId="89f3fa32ababedc4" providerId="LiveId" clId="{FBC1E03A-AB44-466E-B428-D904B392A1C3}" dt="2024-12-16T17:56:55.895" v="5079" actId="1076"/>
          <ac:spMkLst>
            <pc:docMk/>
            <pc:sldMk cId="240225868" sldId="321"/>
            <ac:spMk id="90" creationId="{8EEB076D-41E3-8F42-E880-B41E48161731}"/>
          </ac:spMkLst>
        </pc:spChg>
        <pc:spChg chg="mod">
          <ac:chgData name="MYUNG JIN" userId="89f3fa32ababedc4" providerId="LiveId" clId="{FBC1E03A-AB44-466E-B428-D904B392A1C3}" dt="2024-12-16T17:56:55.895" v="5079" actId="1076"/>
          <ac:spMkLst>
            <pc:docMk/>
            <pc:sldMk cId="240225868" sldId="321"/>
            <ac:spMk id="91" creationId="{5AB7F9C7-EBED-5CAD-18AB-C6EBEC6DF423}"/>
          </ac:spMkLst>
        </pc:spChg>
        <pc:spChg chg="add mod">
          <ac:chgData name="MYUNG JIN" userId="89f3fa32ababedc4" providerId="LiveId" clId="{FBC1E03A-AB44-466E-B428-D904B392A1C3}" dt="2024-12-16T17:55:15.222" v="5040" actId="571"/>
          <ac:spMkLst>
            <pc:docMk/>
            <pc:sldMk cId="240225868" sldId="321"/>
            <ac:spMk id="111" creationId="{077CD3E5-B295-185A-AC75-DDB60A57D93D}"/>
          </ac:spMkLst>
        </pc:spChg>
        <pc:spChg chg="add mod">
          <ac:chgData name="MYUNG JIN" userId="89f3fa32ababedc4" providerId="LiveId" clId="{FBC1E03A-AB44-466E-B428-D904B392A1C3}" dt="2024-12-16T17:57:21.845" v="5088" actId="114"/>
          <ac:spMkLst>
            <pc:docMk/>
            <pc:sldMk cId="240225868" sldId="321"/>
            <ac:spMk id="112" creationId="{92CC9ADD-0102-8BD1-B2E5-33DB520C0D21}"/>
          </ac:spMkLst>
        </pc:spChg>
        <pc:grpChg chg="add mod">
          <ac:chgData name="MYUNG JIN" userId="89f3fa32ababedc4" providerId="LiveId" clId="{FBC1E03A-AB44-466E-B428-D904B392A1C3}" dt="2024-12-16T15:15:58.024" v="2715" actId="164"/>
          <ac:grpSpMkLst>
            <pc:docMk/>
            <pc:sldMk cId="240225868" sldId="321"/>
            <ac:grpSpMk id="7" creationId="{D05414D7-F47F-64BF-8E44-A3ECCBE87DD9}"/>
          </ac:grpSpMkLst>
        </pc:grpChg>
        <pc:grpChg chg="mod">
          <ac:chgData name="MYUNG JIN" userId="89f3fa32ababedc4" providerId="LiveId" clId="{FBC1E03A-AB44-466E-B428-D904B392A1C3}" dt="2024-12-16T15:15:47.057" v="2705"/>
          <ac:grpSpMkLst>
            <pc:docMk/>
            <pc:sldMk cId="240225868" sldId="321"/>
            <ac:grpSpMk id="8" creationId="{A8C7F014-E4B9-9B87-F344-14F66AC96947}"/>
          </ac:grpSpMkLst>
        </pc:grpChg>
        <pc:grpChg chg="add mod">
          <ac:chgData name="MYUNG JIN" userId="89f3fa32ababedc4" providerId="LiveId" clId="{FBC1E03A-AB44-466E-B428-D904B392A1C3}" dt="2024-12-16T17:48:02.007" v="4882" actId="164"/>
          <ac:grpSpMkLst>
            <pc:docMk/>
            <pc:sldMk cId="240225868" sldId="321"/>
            <ac:grpSpMk id="24" creationId="{45A53C63-96E4-B85E-89D3-45063915B580}"/>
          </ac:grpSpMkLst>
        </pc:grpChg>
        <pc:grpChg chg="add del mod">
          <ac:chgData name="MYUNG JIN" userId="89f3fa32ababedc4" providerId="LiveId" clId="{FBC1E03A-AB44-466E-B428-D904B392A1C3}" dt="2024-12-16T17:53:44.693" v="5013" actId="1076"/>
          <ac:grpSpMkLst>
            <pc:docMk/>
            <pc:sldMk cId="240225868" sldId="321"/>
            <ac:grpSpMk id="25" creationId="{08F50722-5D40-FBBD-19C2-379F9A79F40E}"/>
          </ac:grpSpMkLst>
        </pc:grpChg>
        <pc:grpChg chg="add mod">
          <ac:chgData name="MYUNG JIN" userId="89f3fa32ababedc4" providerId="LiveId" clId="{FBC1E03A-AB44-466E-B428-D904B392A1C3}" dt="2024-12-16T17:56:35.982" v="5073" actId="164"/>
          <ac:grpSpMkLst>
            <pc:docMk/>
            <pc:sldMk cId="240225868" sldId="321"/>
            <ac:grpSpMk id="59" creationId="{00E52AF1-0B57-EBD2-D025-AEA563B088BE}"/>
          </ac:grpSpMkLst>
        </pc:grpChg>
        <pc:grpChg chg="add mod">
          <ac:chgData name="MYUNG JIN" userId="89f3fa32ababedc4" providerId="LiveId" clId="{FBC1E03A-AB44-466E-B428-D904B392A1C3}" dt="2024-12-16T17:56:58.245" v="5080" actId="1076"/>
          <ac:grpSpMkLst>
            <pc:docMk/>
            <pc:sldMk cId="240225868" sldId="321"/>
            <ac:grpSpMk id="113" creationId="{7DAB89E7-E4FD-E981-B132-406022F30389}"/>
          </ac:grpSpMkLst>
        </pc:grpChg>
        <pc:picChg chg="mod">
          <ac:chgData name="MYUNG JIN" userId="89f3fa32ababedc4" providerId="LiveId" clId="{FBC1E03A-AB44-466E-B428-D904B392A1C3}" dt="2024-12-16T15:15:47.057" v="2705"/>
          <ac:picMkLst>
            <pc:docMk/>
            <pc:sldMk cId="240225868" sldId="321"/>
            <ac:picMk id="9" creationId="{8068F03C-6B89-D276-56E6-519E126DD0E6}"/>
          </ac:picMkLst>
        </pc:picChg>
        <pc:picChg chg="mod">
          <ac:chgData name="MYUNG JIN" userId="89f3fa32ababedc4" providerId="LiveId" clId="{FBC1E03A-AB44-466E-B428-D904B392A1C3}" dt="2024-12-16T17:55:15.222" v="5040" actId="571"/>
          <ac:picMkLst>
            <pc:docMk/>
            <pc:sldMk cId="240225868" sldId="321"/>
            <ac:picMk id="63" creationId="{D1C580A6-AC07-CB8A-C04A-2F3A43AB8E4C}"/>
          </ac:picMkLst>
        </pc:picChg>
        <pc:cxnChg chg="mod">
          <ac:chgData name="MYUNG JIN" userId="89f3fa32ababedc4" providerId="LiveId" clId="{FBC1E03A-AB44-466E-B428-D904B392A1C3}" dt="2024-12-16T15:15:47.057" v="2705"/>
          <ac:cxnSpMkLst>
            <pc:docMk/>
            <pc:sldMk cId="240225868" sldId="321"/>
            <ac:cxnSpMk id="11" creationId="{B6027B9B-553D-5A06-39F5-702D8A886311}"/>
          </ac:cxnSpMkLst>
        </pc:cxnChg>
        <pc:cxnChg chg="mod">
          <ac:chgData name="MYUNG JIN" userId="89f3fa32ababedc4" providerId="LiveId" clId="{FBC1E03A-AB44-466E-B428-D904B392A1C3}" dt="2024-12-16T15:15:47.057" v="2705"/>
          <ac:cxnSpMkLst>
            <pc:docMk/>
            <pc:sldMk cId="240225868" sldId="321"/>
            <ac:cxnSpMk id="12" creationId="{04029A63-7A75-2397-2514-D16C6C41486A}"/>
          </ac:cxnSpMkLst>
        </pc:cxnChg>
        <pc:cxnChg chg="mod">
          <ac:chgData name="MYUNG JIN" userId="89f3fa32ababedc4" providerId="LiveId" clId="{FBC1E03A-AB44-466E-B428-D904B392A1C3}" dt="2024-12-16T15:15:47.057" v="2705"/>
          <ac:cxnSpMkLst>
            <pc:docMk/>
            <pc:sldMk cId="240225868" sldId="321"/>
            <ac:cxnSpMk id="13" creationId="{47F9A95F-C83E-972E-269A-647E13D39C0B}"/>
          </ac:cxnSpMkLst>
        </pc:cxnChg>
        <pc:cxnChg chg="mod">
          <ac:chgData name="MYUNG JIN" userId="89f3fa32ababedc4" providerId="LiveId" clId="{FBC1E03A-AB44-466E-B428-D904B392A1C3}" dt="2024-12-16T15:15:47.057" v="2705"/>
          <ac:cxnSpMkLst>
            <pc:docMk/>
            <pc:sldMk cId="240225868" sldId="321"/>
            <ac:cxnSpMk id="14" creationId="{AAEA24DD-C955-3A61-0453-8583F5343F60}"/>
          </ac:cxnSpMkLst>
        </pc:cxnChg>
        <pc:cxnChg chg="mod">
          <ac:chgData name="MYUNG JIN" userId="89f3fa32ababedc4" providerId="LiveId" clId="{FBC1E03A-AB44-466E-B428-D904B392A1C3}" dt="2024-12-16T15:15:47.057" v="2705"/>
          <ac:cxnSpMkLst>
            <pc:docMk/>
            <pc:sldMk cId="240225868" sldId="321"/>
            <ac:cxnSpMk id="15" creationId="{5A9F2329-BB8E-3A3D-B1C3-282D9764E251}"/>
          </ac:cxnSpMkLst>
        </pc:cxnChg>
        <pc:cxnChg chg="mod">
          <ac:chgData name="MYUNG JIN" userId="89f3fa32ababedc4" providerId="LiveId" clId="{FBC1E03A-AB44-466E-B428-D904B392A1C3}" dt="2024-12-16T15:15:47.057" v="2705"/>
          <ac:cxnSpMkLst>
            <pc:docMk/>
            <pc:sldMk cId="240225868" sldId="321"/>
            <ac:cxnSpMk id="16" creationId="{3BE7A028-560A-E4DC-5DAA-A5FF5CC43229}"/>
          </ac:cxnSpMkLst>
        </pc:cxnChg>
        <pc:cxnChg chg="mod">
          <ac:chgData name="MYUNG JIN" userId="89f3fa32ababedc4" providerId="LiveId" clId="{FBC1E03A-AB44-466E-B428-D904B392A1C3}" dt="2024-12-16T15:15:47.057" v="2705"/>
          <ac:cxnSpMkLst>
            <pc:docMk/>
            <pc:sldMk cId="240225868" sldId="321"/>
            <ac:cxnSpMk id="17" creationId="{16450FC4-CF8A-086D-DFBD-67C3DA6893ED}"/>
          </ac:cxnSpMkLst>
        </pc:cxnChg>
        <pc:cxnChg chg="mod">
          <ac:chgData name="MYUNG JIN" userId="89f3fa32ababedc4" providerId="LiveId" clId="{FBC1E03A-AB44-466E-B428-D904B392A1C3}" dt="2024-12-16T15:15:47.057" v="2705"/>
          <ac:cxnSpMkLst>
            <pc:docMk/>
            <pc:sldMk cId="240225868" sldId="321"/>
            <ac:cxnSpMk id="18" creationId="{E0019AE6-4D6C-D70A-EF6D-48167C54A34E}"/>
          </ac:cxnSpMkLst>
        </pc:cxnChg>
        <pc:cxnChg chg="mod">
          <ac:chgData name="MYUNG JIN" userId="89f3fa32ababedc4" providerId="LiveId" clId="{FBC1E03A-AB44-466E-B428-D904B392A1C3}" dt="2024-12-16T15:15:47.057" v="2705"/>
          <ac:cxnSpMkLst>
            <pc:docMk/>
            <pc:sldMk cId="240225868" sldId="321"/>
            <ac:cxnSpMk id="19" creationId="{8437D5ED-9B29-A806-6BA3-DA191F237312}"/>
          </ac:cxnSpMkLst>
        </pc:cxnChg>
        <pc:cxnChg chg="add mod">
          <ac:chgData name="MYUNG JIN" userId="89f3fa32ababedc4" providerId="LiveId" clId="{FBC1E03A-AB44-466E-B428-D904B392A1C3}" dt="2024-12-16T15:15:58.024" v="2715" actId="164"/>
          <ac:cxnSpMkLst>
            <pc:docMk/>
            <pc:sldMk cId="240225868" sldId="321"/>
            <ac:cxnSpMk id="20" creationId="{7742271E-E54E-A8A3-CF35-CA49F5BC4935}"/>
          </ac:cxnSpMkLst>
        </pc:cxnChg>
        <pc:cxnChg chg="add mod">
          <ac:chgData name="MYUNG JIN" userId="89f3fa32ababedc4" providerId="LiveId" clId="{FBC1E03A-AB44-466E-B428-D904B392A1C3}" dt="2024-12-16T15:15:58.024" v="2715" actId="164"/>
          <ac:cxnSpMkLst>
            <pc:docMk/>
            <pc:sldMk cId="240225868" sldId="321"/>
            <ac:cxnSpMk id="21" creationId="{8FF52F19-A7BB-5795-71C4-1C3DBBED9215}"/>
          </ac:cxnSpMkLst>
        </pc:cxnChg>
        <pc:cxnChg chg="mod">
          <ac:chgData name="MYUNG JIN" userId="89f3fa32ababedc4" providerId="LiveId" clId="{FBC1E03A-AB44-466E-B428-D904B392A1C3}" dt="2024-12-16T17:56:45.243" v="5076" actId="14100"/>
          <ac:cxnSpMkLst>
            <pc:docMk/>
            <pc:sldMk cId="240225868" sldId="321"/>
            <ac:cxnSpMk id="60" creationId="{35CAC336-A73F-2C4C-E09D-5D2CA4B26081}"/>
          </ac:cxnSpMkLst>
        </pc:cxnChg>
        <pc:cxnChg chg="mod">
          <ac:chgData name="MYUNG JIN" userId="89f3fa32ababedc4" providerId="LiveId" clId="{FBC1E03A-AB44-466E-B428-D904B392A1C3}" dt="2024-12-16T17:56:50.768" v="5078" actId="14100"/>
          <ac:cxnSpMkLst>
            <pc:docMk/>
            <pc:sldMk cId="240225868" sldId="321"/>
            <ac:cxnSpMk id="61" creationId="{7BDA892D-CF1E-FDC4-4B50-E19C819B00CF}"/>
          </ac:cxnSpMkLst>
        </pc:cxnChg>
        <pc:cxnChg chg="mod">
          <ac:chgData name="MYUNG JIN" userId="89f3fa32ababedc4" providerId="LiveId" clId="{FBC1E03A-AB44-466E-B428-D904B392A1C3}" dt="2024-12-16T17:56:47.550" v="5077" actId="14100"/>
          <ac:cxnSpMkLst>
            <pc:docMk/>
            <pc:sldMk cId="240225868" sldId="321"/>
            <ac:cxnSpMk id="62" creationId="{3C3B68A1-2FBB-07DD-34C7-718A442961C3}"/>
          </ac:cxnSpMkLst>
        </pc:cxnChg>
        <pc:cxnChg chg="mod">
          <ac:chgData name="MYUNG JIN" userId="89f3fa32ababedc4" providerId="LiveId" clId="{FBC1E03A-AB44-466E-B428-D904B392A1C3}" dt="2024-12-16T17:55:15.222" v="5040" actId="571"/>
          <ac:cxnSpMkLst>
            <pc:docMk/>
            <pc:sldMk cId="240225868" sldId="321"/>
            <ac:cxnSpMk id="64" creationId="{8A167A47-A5A6-36A1-467D-0D9811EBF035}"/>
          </ac:cxnSpMkLst>
        </pc:cxnChg>
        <pc:cxnChg chg="mod">
          <ac:chgData name="MYUNG JIN" userId="89f3fa32ababedc4" providerId="LiveId" clId="{FBC1E03A-AB44-466E-B428-D904B392A1C3}" dt="2024-12-16T17:55:15.222" v="5040" actId="571"/>
          <ac:cxnSpMkLst>
            <pc:docMk/>
            <pc:sldMk cId="240225868" sldId="321"/>
            <ac:cxnSpMk id="65" creationId="{3A8BCE02-98AF-FD9A-1CC0-10BD12887066}"/>
          </ac:cxnSpMkLst>
        </pc:cxnChg>
        <pc:cxnChg chg="mod">
          <ac:chgData name="MYUNG JIN" userId="89f3fa32ababedc4" providerId="LiveId" clId="{FBC1E03A-AB44-466E-B428-D904B392A1C3}" dt="2024-12-16T17:55:15.222" v="5040" actId="571"/>
          <ac:cxnSpMkLst>
            <pc:docMk/>
            <pc:sldMk cId="240225868" sldId="321"/>
            <ac:cxnSpMk id="66" creationId="{7EF5D540-3C1D-F39B-CA60-29B77BFABA86}"/>
          </ac:cxnSpMkLst>
        </pc:cxnChg>
        <pc:cxnChg chg="mod">
          <ac:chgData name="MYUNG JIN" userId="89f3fa32ababedc4" providerId="LiveId" clId="{FBC1E03A-AB44-466E-B428-D904B392A1C3}" dt="2024-12-16T17:55:15.222" v="5040" actId="571"/>
          <ac:cxnSpMkLst>
            <pc:docMk/>
            <pc:sldMk cId="240225868" sldId="321"/>
            <ac:cxnSpMk id="67" creationId="{EEC47F8C-DFD2-8697-F754-F37D69F7750B}"/>
          </ac:cxnSpMkLst>
        </pc:cxnChg>
        <pc:cxnChg chg="mod">
          <ac:chgData name="MYUNG JIN" userId="89f3fa32ababedc4" providerId="LiveId" clId="{FBC1E03A-AB44-466E-B428-D904B392A1C3}" dt="2024-12-16T17:55:15.222" v="5040" actId="571"/>
          <ac:cxnSpMkLst>
            <pc:docMk/>
            <pc:sldMk cId="240225868" sldId="321"/>
            <ac:cxnSpMk id="68" creationId="{6C55CE01-B6B2-E8CD-F1FD-9E4CBFE8C13E}"/>
          </ac:cxnSpMkLst>
        </pc:cxnChg>
        <pc:cxnChg chg="mod">
          <ac:chgData name="MYUNG JIN" userId="89f3fa32ababedc4" providerId="LiveId" clId="{FBC1E03A-AB44-466E-B428-D904B392A1C3}" dt="2024-12-16T17:55:15.222" v="5040" actId="571"/>
          <ac:cxnSpMkLst>
            <pc:docMk/>
            <pc:sldMk cId="240225868" sldId="321"/>
            <ac:cxnSpMk id="69" creationId="{389492DD-99AC-6741-C5CA-B898B71B9414}"/>
          </ac:cxnSpMkLst>
        </pc:cxnChg>
        <pc:cxnChg chg="mod">
          <ac:chgData name="MYUNG JIN" userId="89f3fa32ababedc4" providerId="LiveId" clId="{FBC1E03A-AB44-466E-B428-D904B392A1C3}" dt="2024-12-16T17:55:15.222" v="5040" actId="571"/>
          <ac:cxnSpMkLst>
            <pc:docMk/>
            <pc:sldMk cId="240225868" sldId="321"/>
            <ac:cxnSpMk id="70" creationId="{EE15D2F8-6991-A96B-B559-80A5A34B86C2}"/>
          </ac:cxnSpMkLst>
        </pc:cxnChg>
        <pc:cxnChg chg="mod">
          <ac:chgData name="MYUNG JIN" userId="89f3fa32ababedc4" providerId="LiveId" clId="{FBC1E03A-AB44-466E-B428-D904B392A1C3}" dt="2024-12-16T17:55:15.222" v="5040" actId="571"/>
          <ac:cxnSpMkLst>
            <pc:docMk/>
            <pc:sldMk cId="240225868" sldId="321"/>
            <ac:cxnSpMk id="71" creationId="{C3988FA1-F0AF-596C-3C2C-A779D40EC78B}"/>
          </ac:cxnSpMkLst>
        </pc:cxnChg>
        <pc:cxnChg chg="mod">
          <ac:chgData name="MYUNG JIN" userId="89f3fa32ababedc4" providerId="LiveId" clId="{FBC1E03A-AB44-466E-B428-D904B392A1C3}" dt="2024-12-16T17:55:15.222" v="5040" actId="571"/>
          <ac:cxnSpMkLst>
            <pc:docMk/>
            <pc:sldMk cId="240225868" sldId="321"/>
            <ac:cxnSpMk id="85" creationId="{B6595EED-8DED-6FB4-B2D5-9495CAD1A3C2}"/>
          </ac:cxnSpMkLst>
        </pc:cxnChg>
        <pc:cxnChg chg="add mod">
          <ac:chgData name="MYUNG JIN" userId="89f3fa32ababedc4" providerId="LiveId" clId="{FBC1E03A-AB44-466E-B428-D904B392A1C3}" dt="2024-12-16T17:55:15.222" v="5040" actId="571"/>
          <ac:cxnSpMkLst>
            <pc:docMk/>
            <pc:sldMk cId="240225868" sldId="321"/>
            <ac:cxnSpMk id="106" creationId="{2BF970D0-18E8-67E4-D2A1-69AB7E02273C}"/>
          </ac:cxnSpMkLst>
        </pc:cxnChg>
        <pc:cxnChg chg="add mod">
          <ac:chgData name="MYUNG JIN" userId="89f3fa32ababedc4" providerId="LiveId" clId="{FBC1E03A-AB44-466E-B428-D904B392A1C3}" dt="2024-12-16T17:56:35.982" v="5073" actId="164"/>
          <ac:cxnSpMkLst>
            <pc:docMk/>
            <pc:sldMk cId="240225868" sldId="321"/>
            <ac:cxnSpMk id="108" creationId="{1BECE385-5D09-F129-A5BB-160D925E80EF}"/>
          </ac:cxnSpMkLst>
        </pc:cxnChg>
        <pc:cxnChg chg="add mod">
          <ac:chgData name="MYUNG JIN" userId="89f3fa32ababedc4" providerId="LiveId" clId="{FBC1E03A-AB44-466E-B428-D904B392A1C3}" dt="2024-12-16T17:56:35.982" v="5073" actId="164"/>
          <ac:cxnSpMkLst>
            <pc:docMk/>
            <pc:sldMk cId="240225868" sldId="321"/>
            <ac:cxnSpMk id="110" creationId="{A8494540-9910-44C9-67D3-7D2B17AD0EFB}"/>
          </ac:cxnSpMkLst>
        </pc:cxnChg>
      </pc:sldChg>
      <pc:sldChg chg="addSp delSp modSp mod ord">
        <pc:chgData name="MYUNG JIN" userId="89f3fa32ababedc4" providerId="LiveId" clId="{FBC1E03A-AB44-466E-B428-D904B392A1C3}" dt="2024-12-16T17:58:28.526" v="5097" actId="1076"/>
        <pc:sldMkLst>
          <pc:docMk/>
          <pc:sldMk cId="2116760845" sldId="322"/>
        </pc:sldMkLst>
        <pc:spChg chg="mod">
          <ac:chgData name="MYUNG JIN" userId="89f3fa32ababedc4" providerId="LiveId" clId="{FBC1E03A-AB44-466E-B428-D904B392A1C3}" dt="2024-12-16T15:25:27.781" v="3175" actId="20577"/>
          <ac:spMkLst>
            <pc:docMk/>
            <pc:sldMk cId="2116760845" sldId="322"/>
            <ac:spMk id="2" creationId="{9D202BFF-CE13-C1E4-3A9E-2E43E82BB4C4}"/>
          </ac:spMkLst>
        </pc:spChg>
        <pc:spChg chg="add del mod topLvl">
          <ac:chgData name="MYUNG JIN" userId="89f3fa32ababedc4" providerId="LiveId" clId="{FBC1E03A-AB44-466E-B428-D904B392A1C3}" dt="2024-12-16T17:58:23.467" v="5096" actId="1076"/>
          <ac:spMkLst>
            <pc:docMk/>
            <pc:sldMk cId="2116760845" sldId="322"/>
            <ac:spMk id="8" creationId="{B7689680-C409-6B1F-9D08-7E5D6C352FB1}"/>
          </ac:spMkLst>
        </pc:spChg>
        <pc:spChg chg="mod">
          <ac:chgData name="MYUNG JIN" userId="89f3fa32ababedc4" providerId="LiveId" clId="{FBC1E03A-AB44-466E-B428-D904B392A1C3}" dt="2024-12-16T16:00:11.519" v="4180"/>
          <ac:spMkLst>
            <pc:docMk/>
            <pc:sldMk cId="2116760845" sldId="322"/>
            <ac:spMk id="23" creationId="{415CA761-B281-6877-14CC-4B13F1EA3252}"/>
          </ac:spMkLst>
        </pc:spChg>
        <pc:spChg chg="mod">
          <ac:chgData name="MYUNG JIN" userId="89f3fa32ababedc4" providerId="LiveId" clId="{FBC1E03A-AB44-466E-B428-D904B392A1C3}" dt="2024-12-16T16:00:11.519" v="4180"/>
          <ac:spMkLst>
            <pc:docMk/>
            <pc:sldMk cId="2116760845" sldId="322"/>
            <ac:spMk id="24" creationId="{72DBAAB6-571F-C638-6774-C8860E4FED32}"/>
          </ac:spMkLst>
        </pc:spChg>
        <pc:spChg chg="mod">
          <ac:chgData name="MYUNG JIN" userId="89f3fa32ababedc4" providerId="LiveId" clId="{FBC1E03A-AB44-466E-B428-D904B392A1C3}" dt="2024-12-16T16:00:11.519" v="4180"/>
          <ac:spMkLst>
            <pc:docMk/>
            <pc:sldMk cId="2116760845" sldId="322"/>
            <ac:spMk id="25" creationId="{AAA4D311-C60F-739C-3F22-B7CE53D75A25}"/>
          </ac:spMkLst>
        </pc:spChg>
        <pc:spChg chg="add mod">
          <ac:chgData name="MYUNG JIN" userId="89f3fa32ababedc4" providerId="LiveId" clId="{FBC1E03A-AB44-466E-B428-D904B392A1C3}" dt="2024-12-16T17:58:09.412" v="5093" actId="1076"/>
          <ac:spMkLst>
            <pc:docMk/>
            <pc:sldMk cId="2116760845" sldId="322"/>
            <ac:spMk id="26" creationId="{5784EC9A-7F2D-915D-D371-E6014FF96617}"/>
          </ac:spMkLst>
        </pc:spChg>
        <pc:spChg chg="add mod">
          <ac:chgData name="MYUNG JIN" userId="89f3fa32ababedc4" providerId="LiveId" clId="{FBC1E03A-AB44-466E-B428-D904B392A1C3}" dt="2024-12-16T17:58:28.526" v="5097" actId="1076"/>
          <ac:spMkLst>
            <pc:docMk/>
            <pc:sldMk cId="2116760845" sldId="322"/>
            <ac:spMk id="28" creationId="{16FB49DD-874D-E074-26B0-880A631B05FC}"/>
          </ac:spMkLst>
        </pc:spChg>
        <pc:spChg chg="add mod">
          <ac:chgData name="MYUNG JIN" userId="89f3fa32ababedc4" providerId="LiveId" clId="{FBC1E03A-AB44-466E-B428-D904B392A1C3}" dt="2024-12-16T17:18:37.662" v="4260" actId="1076"/>
          <ac:spMkLst>
            <pc:docMk/>
            <pc:sldMk cId="2116760845" sldId="322"/>
            <ac:spMk id="29" creationId="{B80AB7E8-A4E6-B122-099F-DE8DB6EDCCA9}"/>
          </ac:spMkLst>
        </pc:spChg>
        <pc:spChg chg="add mod">
          <ac:chgData name="MYUNG JIN" userId="89f3fa32ababedc4" providerId="LiveId" clId="{FBC1E03A-AB44-466E-B428-D904B392A1C3}" dt="2024-12-16T17:18:35.648" v="4259" actId="208"/>
          <ac:spMkLst>
            <pc:docMk/>
            <pc:sldMk cId="2116760845" sldId="322"/>
            <ac:spMk id="30" creationId="{C7C54523-FD52-2B7B-6515-DAE4DD8FF908}"/>
          </ac:spMkLst>
        </pc:spChg>
        <pc:grpChg chg="add mod">
          <ac:chgData name="MYUNG JIN" userId="89f3fa32ababedc4" providerId="LiveId" clId="{FBC1E03A-AB44-466E-B428-D904B392A1C3}" dt="2024-12-16T16:00:14.880" v="4182" actId="1076"/>
          <ac:grpSpMkLst>
            <pc:docMk/>
            <pc:sldMk cId="2116760845" sldId="322"/>
            <ac:grpSpMk id="10" creationId="{B9398306-B8CA-F2DA-531F-370F860ADB0B}"/>
          </ac:grpSpMkLst>
        </pc:grpChg>
        <pc:grpChg chg="mod">
          <ac:chgData name="MYUNG JIN" userId="89f3fa32ababedc4" providerId="LiveId" clId="{FBC1E03A-AB44-466E-B428-D904B392A1C3}" dt="2024-12-16T16:00:11.519" v="4180"/>
          <ac:grpSpMkLst>
            <pc:docMk/>
            <pc:sldMk cId="2116760845" sldId="322"/>
            <ac:grpSpMk id="11" creationId="{734D5D83-28DC-BA5F-A6D9-2BD9A77EF37C}"/>
          </ac:grpSpMkLst>
        </pc:grpChg>
        <pc:graphicFrameChg chg="add mod">
          <ac:chgData name="MYUNG JIN" userId="89f3fa32ababedc4" providerId="LiveId" clId="{FBC1E03A-AB44-466E-B428-D904B392A1C3}" dt="2024-12-16T17:58:28.526" v="5097" actId="1076"/>
          <ac:graphicFrameMkLst>
            <pc:docMk/>
            <pc:sldMk cId="2116760845" sldId="322"/>
            <ac:graphicFrameMk id="32" creationId="{B845A072-2C46-0F98-DEFE-457E76FDF7A5}"/>
          </ac:graphicFrameMkLst>
        </pc:graphicFrameChg>
        <pc:picChg chg="mod">
          <ac:chgData name="MYUNG JIN" userId="89f3fa32ababedc4" providerId="LiveId" clId="{FBC1E03A-AB44-466E-B428-D904B392A1C3}" dt="2024-12-16T16:00:11.519" v="4180"/>
          <ac:picMkLst>
            <pc:docMk/>
            <pc:sldMk cId="2116760845" sldId="322"/>
            <ac:picMk id="12" creationId="{DD705142-791D-D27E-0DBC-DD4FF8E810AD}"/>
          </ac:picMkLst>
        </pc:picChg>
        <pc:picChg chg="mod">
          <ac:chgData name="MYUNG JIN" userId="89f3fa32ababedc4" providerId="LiveId" clId="{FBC1E03A-AB44-466E-B428-D904B392A1C3}" dt="2024-12-16T16:00:11.519" v="4180"/>
          <ac:picMkLst>
            <pc:docMk/>
            <pc:sldMk cId="2116760845" sldId="322"/>
            <ac:picMk id="13" creationId="{E1F909FB-A0AB-0F39-14BB-8C3478E5F890}"/>
          </ac:picMkLst>
        </pc:picChg>
        <pc:picChg chg="mod">
          <ac:chgData name="MYUNG JIN" userId="89f3fa32ababedc4" providerId="LiveId" clId="{FBC1E03A-AB44-466E-B428-D904B392A1C3}" dt="2024-12-16T16:00:11.519" v="4180"/>
          <ac:picMkLst>
            <pc:docMk/>
            <pc:sldMk cId="2116760845" sldId="322"/>
            <ac:picMk id="14" creationId="{E8F7D2BE-7387-A8BD-A7BE-926C91E46DF5}"/>
          </ac:picMkLst>
        </pc:picChg>
        <pc:cxnChg chg="mod">
          <ac:chgData name="MYUNG JIN" userId="89f3fa32ababedc4" providerId="LiveId" clId="{FBC1E03A-AB44-466E-B428-D904B392A1C3}" dt="2024-12-16T16:00:11.519" v="4180"/>
          <ac:cxnSpMkLst>
            <pc:docMk/>
            <pc:sldMk cId="2116760845" sldId="322"/>
            <ac:cxnSpMk id="15" creationId="{8CD2FFC6-D8F5-17E0-D4C1-85C0F816108C}"/>
          </ac:cxnSpMkLst>
        </pc:cxnChg>
        <pc:cxnChg chg="mod">
          <ac:chgData name="MYUNG JIN" userId="89f3fa32ababedc4" providerId="LiveId" clId="{FBC1E03A-AB44-466E-B428-D904B392A1C3}" dt="2024-12-16T16:00:11.519" v="4180"/>
          <ac:cxnSpMkLst>
            <pc:docMk/>
            <pc:sldMk cId="2116760845" sldId="322"/>
            <ac:cxnSpMk id="16" creationId="{36594431-48A4-4D19-0849-2BB7B44D6405}"/>
          </ac:cxnSpMkLst>
        </pc:cxnChg>
        <pc:cxnChg chg="mod">
          <ac:chgData name="MYUNG JIN" userId="89f3fa32ababedc4" providerId="LiveId" clId="{FBC1E03A-AB44-466E-B428-D904B392A1C3}" dt="2024-12-16T16:00:11.519" v="4180"/>
          <ac:cxnSpMkLst>
            <pc:docMk/>
            <pc:sldMk cId="2116760845" sldId="322"/>
            <ac:cxnSpMk id="17" creationId="{8D5B3A5B-8990-02CA-ED2C-24BCD012A73E}"/>
          </ac:cxnSpMkLst>
        </pc:cxnChg>
        <pc:cxnChg chg="mod">
          <ac:chgData name="MYUNG JIN" userId="89f3fa32ababedc4" providerId="LiveId" clId="{FBC1E03A-AB44-466E-B428-D904B392A1C3}" dt="2024-12-16T16:00:11.519" v="4180"/>
          <ac:cxnSpMkLst>
            <pc:docMk/>
            <pc:sldMk cId="2116760845" sldId="322"/>
            <ac:cxnSpMk id="18" creationId="{C73563A2-755C-AF7B-23F4-63C05B6C32C0}"/>
          </ac:cxnSpMkLst>
        </pc:cxnChg>
        <pc:cxnChg chg="mod">
          <ac:chgData name="MYUNG JIN" userId="89f3fa32ababedc4" providerId="LiveId" clId="{FBC1E03A-AB44-466E-B428-D904B392A1C3}" dt="2024-12-16T16:00:11.519" v="4180"/>
          <ac:cxnSpMkLst>
            <pc:docMk/>
            <pc:sldMk cId="2116760845" sldId="322"/>
            <ac:cxnSpMk id="19" creationId="{DC487424-0340-4F41-CA88-3E4A6CE144E6}"/>
          </ac:cxnSpMkLst>
        </pc:cxnChg>
        <pc:cxnChg chg="mod">
          <ac:chgData name="MYUNG JIN" userId="89f3fa32ababedc4" providerId="LiveId" clId="{FBC1E03A-AB44-466E-B428-D904B392A1C3}" dt="2024-12-16T16:00:11.519" v="4180"/>
          <ac:cxnSpMkLst>
            <pc:docMk/>
            <pc:sldMk cId="2116760845" sldId="322"/>
            <ac:cxnSpMk id="20" creationId="{DFB07B85-5475-A781-764D-BFDCCB8B5E0E}"/>
          </ac:cxnSpMkLst>
        </pc:cxnChg>
        <pc:cxnChg chg="mod">
          <ac:chgData name="MYUNG JIN" userId="89f3fa32ababedc4" providerId="LiveId" clId="{FBC1E03A-AB44-466E-B428-D904B392A1C3}" dt="2024-12-16T16:00:11.519" v="4180"/>
          <ac:cxnSpMkLst>
            <pc:docMk/>
            <pc:sldMk cId="2116760845" sldId="322"/>
            <ac:cxnSpMk id="21" creationId="{3BB2B2D9-A1CC-FFBD-9BE4-1271F1285152}"/>
          </ac:cxnSpMkLst>
        </pc:cxnChg>
        <pc:cxnChg chg="mod">
          <ac:chgData name="MYUNG JIN" userId="89f3fa32ababedc4" providerId="LiveId" clId="{FBC1E03A-AB44-466E-B428-D904B392A1C3}" dt="2024-12-16T16:00:11.519" v="4180"/>
          <ac:cxnSpMkLst>
            <pc:docMk/>
            <pc:sldMk cId="2116760845" sldId="322"/>
            <ac:cxnSpMk id="22" creationId="{98CC2413-6DE9-3E02-5C13-521B991C7DF8}"/>
          </ac:cxnSpMkLst>
        </pc:cxnChg>
      </pc:sldChg>
      <pc:sldChg chg="addSp delSp modSp mod ord">
        <pc:chgData name="MYUNG JIN" userId="89f3fa32ababedc4" providerId="LiveId" clId="{FBC1E03A-AB44-466E-B428-D904B392A1C3}" dt="2024-12-16T17:58:43.337" v="5099" actId="13926"/>
        <pc:sldMkLst>
          <pc:docMk/>
          <pc:sldMk cId="4141044437" sldId="327"/>
        </pc:sldMkLst>
        <pc:spChg chg="add mod">
          <ac:chgData name="MYUNG JIN" userId="89f3fa32ababedc4" providerId="LiveId" clId="{FBC1E03A-AB44-466E-B428-D904B392A1C3}" dt="2024-12-16T15:55:19.184" v="3989" actId="1076"/>
          <ac:spMkLst>
            <pc:docMk/>
            <pc:sldMk cId="4141044437" sldId="327"/>
            <ac:spMk id="15" creationId="{8D73F107-C424-5752-832F-469946062947}"/>
          </ac:spMkLst>
        </pc:spChg>
        <pc:spChg chg="add mod">
          <ac:chgData name="MYUNG JIN" userId="89f3fa32ababedc4" providerId="LiveId" clId="{FBC1E03A-AB44-466E-B428-D904B392A1C3}" dt="2024-12-16T15:54:15.716" v="3976"/>
          <ac:spMkLst>
            <pc:docMk/>
            <pc:sldMk cId="4141044437" sldId="327"/>
            <ac:spMk id="16" creationId="{E0B20E4C-6944-B530-931D-B1371FD52F40}"/>
          </ac:spMkLst>
        </pc:spChg>
        <pc:spChg chg="add mod">
          <ac:chgData name="MYUNG JIN" userId="89f3fa32ababedc4" providerId="LiveId" clId="{FBC1E03A-AB44-466E-B428-D904B392A1C3}" dt="2024-12-16T17:58:43.337" v="5099" actId="13926"/>
          <ac:spMkLst>
            <pc:docMk/>
            <pc:sldMk cId="4141044437" sldId="327"/>
            <ac:spMk id="17" creationId="{BD4DBDB9-DD9C-E98D-021D-6526999C6ABB}"/>
          </ac:spMkLst>
        </pc:spChg>
        <pc:graphicFrameChg chg="mod topLvl">
          <ac:chgData name="MYUNG JIN" userId="89f3fa32ababedc4" providerId="LiveId" clId="{FBC1E03A-AB44-466E-B428-D904B392A1C3}" dt="2024-12-16T15:55:10.332" v="3987" actId="1076"/>
          <ac:graphicFrameMkLst>
            <pc:docMk/>
            <pc:sldMk cId="4141044437" sldId="327"/>
            <ac:graphicFrameMk id="4" creationId="{CF21C3E9-5774-06C9-F662-17362679227F}"/>
          </ac:graphicFrameMkLst>
        </pc:graphicFrameChg>
        <pc:graphicFrameChg chg="mod topLvl">
          <ac:chgData name="MYUNG JIN" userId="89f3fa32ababedc4" providerId="LiveId" clId="{FBC1E03A-AB44-466E-B428-D904B392A1C3}" dt="2024-12-16T17:22:20.569" v="4272"/>
          <ac:graphicFrameMkLst>
            <pc:docMk/>
            <pc:sldMk cId="4141044437" sldId="327"/>
            <ac:graphicFrameMk id="7" creationId="{0B133B54-8FB7-B98B-AB14-5433FF961A3E}"/>
          </ac:graphicFrameMkLst>
        </pc:graphicFrameChg>
        <pc:graphicFrameChg chg="mod topLvl">
          <ac:chgData name="MYUNG JIN" userId="89f3fa32ababedc4" providerId="LiveId" clId="{FBC1E03A-AB44-466E-B428-D904B392A1C3}" dt="2024-12-16T15:55:10.332" v="3987" actId="1076"/>
          <ac:graphicFrameMkLst>
            <pc:docMk/>
            <pc:sldMk cId="4141044437" sldId="327"/>
            <ac:graphicFrameMk id="10" creationId="{D7544CFC-7F1B-015C-9E5C-B999D0E864E7}"/>
          </ac:graphicFrameMkLst>
        </pc:graphicFrameChg>
        <pc:graphicFrameChg chg="mod topLvl">
          <ac:chgData name="MYUNG JIN" userId="89f3fa32ababedc4" providerId="LiveId" clId="{FBC1E03A-AB44-466E-B428-D904B392A1C3}" dt="2024-12-16T15:55:24.963" v="3991" actId="1076"/>
          <ac:graphicFrameMkLst>
            <pc:docMk/>
            <pc:sldMk cId="4141044437" sldId="327"/>
            <ac:graphicFrameMk id="13" creationId="{63C5411F-D4D8-E261-84AD-2AD58103DC59}"/>
          </ac:graphicFrameMkLst>
        </pc:graphicFrameChg>
      </pc:sldChg>
      <pc:sldChg chg="add del">
        <pc:chgData name="MYUNG JIN" userId="89f3fa32ababedc4" providerId="LiveId" clId="{FBC1E03A-AB44-466E-B428-D904B392A1C3}" dt="2024-12-16T15:08:00.409" v="2471" actId="47"/>
        <pc:sldMkLst>
          <pc:docMk/>
          <pc:sldMk cId="1438511970" sldId="329"/>
        </pc:sldMkLst>
      </pc:sldChg>
      <pc:sldChg chg="addSp delSp modSp mod">
        <pc:chgData name="MYUNG JIN" userId="89f3fa32ababedc4" providerId="LiveId" clId="{FBC1E03A-AB44-466E-B428-D904B392A1C3}" dt="2024-12-16T15:34:40.434" v="3634"/>
        <pc:sldMkLst>
          <pc:docMk/>
          <pc:sldMk cId="3705750689" sldId="330"/>
        </pc:sldMkLst>
        <pc:spChg chg="mod">
          <ac:chgData name="MYUNG JIN" userId="89f3fa32ababedc4" providerId="LiveId" clId="{FBC1E03A-AB44-466E-B428-D904B392A1C3}" dt="2024-12-16T15:34:40.434" v="3634"/>
          <ac:spMkLst>
            <pc:docMk/>
            <pc:sldMk cId="3705750689" sldId="330"/>
            <ac:spMk id="2" creationId="{DC3A7BDF-A443-F08E-5A4A-33A03FAF721A}"/>
          </ac:spMkLst>
        </pc:spChg>
        <pc:spChg chg="add mod">
          <ac:chgData name="MYUNG JIN" userId="89f3fa32ababedc4" providerId="LiveId" clId="{FBC1E03A-AB44-466E-B428-D904B392A1C3}" dt="2024-12-16T13:47:17.747" v="2125" actId="1076"/>
          <ac:spMkLst>
            <pc:docMk/>
            <pc:sldMk cId="3705750689" sldId="330"/>
            <ac:spMk id="49" creationId="{2A4B0099-D9DE-73B9-E3F4-AED82FCABFF9}"/>
          </ac:spMkLst>
        </pc:spChg>
        <pc:spChg chg="mod">
          <ac:chgData name="MYUNG JIN" userId="89f3fa32ababedc4" providerId="LiveId" clId="{FBC1E03A-AB44-466E-B428-D904B392A1C3}" dt="2024-12-16T13:47:11.442" v="2122"/>
          <ac:spMkLst>
            <pc:docMk/>
            <pc:sldMk cId="3705750689" sldId="330"/>
            <ac:spMk id="51" creationId="{8D90C42B-2F44-647A-D466-F0F030DC7ECB}"/>
          </ac:spMkLst>
        </pc:spChg>
        <pc:spChg chg="mod">
          <ac:chgData name="MYUNG JIN" userId="89f3fa32ababedc4" providerId="LiveId" clId="{FBC1E03A-AB44-466E-B428-D904B392A1C3}" dt="2024-12-16T13:47:11.442" v="2122"/>
          <ac:spMkLst>
            <pc:docMk/>
            <pc:sldMk cId="3705750689" sldId="330"/>
            <ac:spMk id="56" creationId="{82F5ABE2-1614-3564-F446-2E0A70F61D48}"/>
          </ac:spMkLst>
        </pc:spChg>
        <pc:spChg chg="mod">
          <ac:chgData name="MYUNG JIN" userId="89f3fa32ababedc4" providerId="LiveId" clId="{FBC1E03A-AB44-466E-B428-D904B392A1C3}" dt="2024-12-16T13:47:11.442" v="2122"/>
          <ac:spMkLst>
            <pc:docMk/>
            <pc:sldMk cId="3705750689" sldId="330"/>
            <ac:spMk id="57" creationId="{3B888F17-A2D0-6B50-D468-D01F78F1AB1A}"/>
          </ac:spMkLst>
        </pc:spChg>
        <pc:spChg chg="mod">
          <ac:chgData name="MYUNG JIN" userId="89f3fa32ababedc4" providerId="LiveId" clId="{FBC1E03A-AB44-466E-B428-D904B392A1C3}" dt="2024-12-16T13:47:11.442" v="2122"/>
          <ac:spMkLst>
            <pc:docMk/>
            <pc:sldMk cId="3705750689" sldId="330"/>
            <ac:spMk id="58" creationId="{563A44AE-1BB1-0027-2357-A10DA7561F84}"/>
          </ac:spMkLst>
        </pc:spChg>
        <pc:spChg chg="mod">
          <ac:chgData name="MYUNG JIN" userId="89f3fa32ababedc4" providerId="LiveId" clId="{FBC1E03A-AB44-466E-B428-D904B392A1C3}" dt="2024-12-16T13:47:11.442" v="2122"/>
          <ac:spMkLst>
            <pc:docMk/>
            <pc:sldMk cId="3705750689" sldId="330"/>
            <ac:spMk id="59" creationId="{B136704B-748D-90B6-5E6F-AE92059EA49C}"/>
          </ac:spMkLst>
        </pc:spChg>
        <pc:spChg chg="mod">
          <ac:chgData name="MYUNG JIN" userId="89f3fa32ababedc4" providerId="LiveId" clId="{FBC1E03A-AB44-466E-B428-D904B392A1C3}" dt="2024-12-16T13:47:11.442" v="2122"/>
          <ac:spMkLst>
            <pc:docMk/>
            <pc:sldMk cId="3705750689" sldId="330"/>
            <ac:spMk id="60" creationId="{F22C4E91-C6C5-FB0C-956F-9D7DB6BD21EB}"/>
          </ac:spMkLst>
        </pc:spChg>
        <pc:spChg chg="mod">
          <ac:chgData name="MYUNG JIN" userId="89f3fa32ababedc4" providerId="LiveId" clId="{FBC1E03A-AB44-466E-B428-D904B392A1C3}" dt="2024-12-16T13:47:11.442" v="2122"/>
          <ac:spMkLst>
            <pc:docMk/>
            <pc:sldMk cId="3705750689" sldId="330"/>
            <ac:spMk id="61" creationId="{499D1275-88FB-22A7-A000-21C209C4C93D}"/>
          </ac:spMkLst>
        </pc:spChg>
        <pc:spChg chg="mod">
          <ac:chgData name="MYUNG JIN" userId="89f3fa32ababedc4" providerId="LiveId" clId="{FBC1E03A-AB44-466E-B428-D904B392A1C3}" dt="2024-12-16T13:47:11.442" v="2122"/>
          <ac:spMkLst>
            <pc:docMk/>
            <pc:sldMk cId="3705750689" sldId="330"/>
            <ac:spMk id="63" creationId="{DB8D44AD-B246-AAD0-4E64-F0B402A58B65}"/>
          </ac:spMkLst>
        </pc:spChg>
        <pc:spChg chg="add">
          <ac:chgData name="MYUNG JIN" userId="89f3fa32ababedc4" providerId="LiveId" clId="{FBC1E03A-AB44-466E-B428-D904B392A1C3}" dt="2024-12-16T13:48:46.008" v="2150" actId="11529"/>
          <ac:spMkLst>
            <pc:docMk/>
            <pc:sldMk cId="3705750689" sldId="330"/>
            <ac:spMk id="80" creationId="{206360BE-D321-A0F4-8EEE-B0BF0BA80B5D}"/>
          </ac:spMkLst>
        </pc:spChg>
        <pc:spChg chg="add mod">
          <ac:chgData name="MYUNG JIN" userId="89f3fa32ababedc4" providerId="LiveId" clId="{FBC1E03A-AB44-466E-B428-D904B392A1C3}" dt="2024-12-16T13:49:02.755" v="2173" actId="1076"/>
          <ac:spMkLst>
            <pc:docMk/>
            <pc:sldMk cId="3705750689" sldId="330"/>
            <ac:spMk id="81" creationId="{BF1F9FD6-DD90-EB66-F184-4052D19A2754}"/>
          </ac:spMkLst>
        </pc:spChg>
        <pc:spChg chg="add mod">
          <ac:chgData name="MYUNG JIN" userId="89f3fa32ababedc4" providerId="LiveId" clId="{FBC1E03A-AB44-466E-B428-D904B392A1C3}" dt="2024-12-16T13:50:48.404" v="2254" actId="1076"/>
          <ac:spMkLst>
            <pc:docMk/>
            <pc:sldMk cId="3705750689" sldId="330"/>
            <ac:spMk id="92" creationId="{E6676A99-1326-F67D-C73D-A96B592C218D}"/>
          </ac:spMkLst>
        </pc:spChg>
        <pc:spChg chg="add mod">
          <ac:chgData name="MYUNG JIN" userId="89f3fa32ababedc4" providerId="LiveId" clId="{FBC1E03A-AB44-466E-B428-D904B392A1C3}" dt="2024-12-16T14:03:55.755" v="2297" actId="1076"/>
          <ac:spMkLst>
            <pc:docMk/>
            <pc:sldMk cId="3705750689" sldId="330"/>
            <ac:spMk id="95" creationId="{CDA70652-92CF-3F42-1524-4F5DC298C518}"/>
          </ac:spMkLst>
        </pc:spChg>
        <pc:spChg chg="add mod">
          <ac:chgData name="MYUNG JIN" userId="89f3fa32ababedc4" providerId="LiveId" clId="{FBC1E03A-AB44-466E-B428-D904B392A1C3}" dt="2024-12-16T14:04:01.498" v="2301" actId="114"/>
          <ac:spMkLst>
            <pc:docMk/>
            <pc:sldMk cId="3705750689" sldId="330"/>
            <ac:spMk id="96" creationId="{E1D3C720-2194-773E-D7F1-A2AFFB5F4291}"/>
          </ac:spMkLst>
        </pc:spChg>
        <pc:spChg chg="add mod">
          <ac:chgData name="MYUNG JIN" userId="89f3fa32ababedc4" providerId="LiveId" clId="{FBC1E03A-AB44-466E-B428-D904B392A1C3}" dt="2024-12-16T15:28:38.600" v="3416" actId="1076"/>
          <ac:spMkLst>
            <pc:docMk/>
            <pc:sldMk cId="3705750689" sldId="330"/>
            <ac:spMk id="97" creationId="{B345E966-D060-3EFD-DAB8-AA6F3A8CE4AE}"/>
          </ac:spMkLst>
        </pc:spChg>
        <pc:grpChg chg="add mod topLvl">
          <ac:chgData name="MYUNG JIN" userId="89f3fa32ababedc4" providerId="LiveId" clId="{FBC1E03A-AB44-466E-B428-D904B392A1C3}" dt="2024-12-16T13:48:03.421" v="2139" actId="1076"/>
          <ac:grpSpMkLst>
            <pc:docMk/>
            <pc:sldMk cId="3705750689" sldId="330"/>
            <ac:grpSpMk id="50" creationId="{C1751049-0A32-F28D-1DD5-C76EFE3AE2D8}"/>
          </ac:grpSpMkLst>
        </pc:grpChg>
        <pc:graphicFrameChg chg="add mod topLvl">
          <ac:chgData name="MYUNG JIN" userId="89f3fa32ababedc4" providerId="LiveId" clId="{FBC1E03A-AB44-466E-B428-D904B392A1C3}" dt="2024-12-16T14:03:50.009" v="2295" actId="1076"/>
          <ac:graphicFrameMkLst>
            <pc:docMk/>
            <pc:sldMk cId="3705750689" sldId="330"/>
            <ac:graphicFrameMk id="48" creationId="{5AD73519-A78D-8F2C-4B0B-C4A6E0B70269}"/>
          </ac:graphicFrameMkLst>
        </pc:graphicFrameChg>
        <pc:picChg chg="mod">
          <ac:chgData name="MYUNG JIN" userId="89f3fa32ababedc4" providerId="LiveId" clId="{FBC1E03A-AB44-466E-B428-D904B392A1C3}" dt="2024-12-16T13:47:11.442" v="2122"/>
          <ac:picMkLst>
            <pc:docMk/>
            <pc:sldMk cId="3705750689" sldId="330"/>
            <ac:picMk id="54" creationId="{B5E86640-0660-6738-E7B0-E4CE41F171C4}"/>
          </ac:picMkLst>
        </pc:picChg>
        <pc:cxnChg chg="mod">
          <ac:chgData name="MYUNG JIN" userId="89f3fa32ababedc4" providerId="LiveId" clId="{FBC1E03A-AB44-466E-B428-D904B392A1C3}" dt="2024-12-16T13:47:11.442" v="2122"/>
          <ac:cxnSpMkLst>
            <pc:docMk/>
            <pc:sldMk cId="3705750689" sldId="330"/>
            <ac:cxnSpMk id="52" creationId="{9F4BDA36-412E-1B1B-4E4A-BFB57AC87B1F}"/>
          </ac:cxnSpMkLst>
        </pc:cxnChg>
        <pc:cxnChg chg="mod">
          <ac:chgData name="MYUNG JIN" userId="89f3fa32ababedc4" providerId="LiveId" clId="{FBC1E03A-AB44-466E-B428-D904B392A1C3}" dt="2024-12-16T13:47:11.442" v="2122"/>
          <ac:cxnSpMkLst>
            <pc:docMk/>
            <pc:sldMk cId="3705750689" sldId="330"/>
            <ac:cxnSpMk id="53" creationId="{8EA041B0-B197-F0AA-38AD-F5F9611093E5}"/>
          </ac:cxnSpMkLst>
        </pc:cxnChg>
        <pc:cxnChg chg="mod">
          <ac:chgData name="MYUNG JIN" userId="89f3fa32ababedc4" providerId="LiveId" clId="{FBC1E03A-AB44-466E-B428-D904B392A1C3}" dt="2024-12-16T13:47:11.442" v="2122"/>
          <ac:cxnSpMkLst>
            <pc:docMk/>
            <pc:sldMk cId="3705750689" sldId="330"/>
            <ac:cxnSpMk id="55" creationId="{89D05ABD-0B55-BC9A-67C3-2ACC59DE544B}"/>
          </ac:cxnSpMkLst>
        </pc:cxnChg>
        <pc:cxnChg chg="mod">
          <ac:chgData name="MYUNG JIN" userId="89f3fa32ababedc4" providerId="LiveId" clId="{FBC1E03A-AB44-466E-B428-D904B392A1C3}" dt="2024-12-16T13:47:11.442" v="2122"/>
          <ac:cxnSpMkLst>
            <pc:docMk/>
            <pc:sldMk cId="3705750689" sldId="330"/>
            <ac:cxnSpMk id="62" creationId="{5F975D56-D59B-B4FA-DE53-5138006C5F1B}"/>
          </ac:cxnSpMkLst>
        </pc:cxnChg>
        <pc:cxnChg chg="add del mod">
          <ac:chgData name="MYUNG JIN" userId="89f3fa32ababedc4" providerId="LiveId" clId="{FBC1E03A-AB44-466E-B428-D904B392A1C3}" dt="2024-12-16T13:47:56.836" v="2137" actId="478"/>
          <ac:cxnSpMkLst>
            <pc:docMk/>
            <pc:sldMk cId="3705750689" sldId="330"/>
            <ac:cxnSpMk id="66" creationId="{C93F7ECA-AC83-668D-E8EF-2325C9B550BA}"/>
          </ac:cxnSpMkLst>
        </pc:cxnChg>
        <pc:cxnChg chg="add del mod">
          <ac:chgData name="MYUNG JIN" userId="89f3fa32ababedc4" providerId="LiveId" clId="{FBC1E03A-AB44-466E-B428-D904B392A1C3}" dt="2024-12-16T14:04:54.573" v="2397" actId="1076"/>
          <ac:cxnSpMkLst>
            <pc:docMk/>
            <pc:sldMk cId="3705750689" sldId="330"/>
            <ac:cxnSpMk id="71" creationId="{A21A8572-65C6-C159-BD2A-EB8BCFC46802}"/>
          </ac:cxnSpMkLst>
        </pc:cxnChg>
        <pc:cxnChg chg="add mod">
          <ac:chgData name="MYUNG JIN" userId="89f3fa32ababedc4" providerId="LiveId" clId="{FBC1E03A-AB44-466E-B428-D904B392A1C3}" dt="2024-12-16T13:49:49.709" v="2222" actId="1582"/>
          <ac:cxnSpMkLst>
            <pc:docMk/>
            <pc:sldMk cId="3705750689" sldId="330"/>
            <ac:cxnSpMk id="84" creationId="{A4FBE0C4-D976-7FF4-1DAB-31210BC28B45}"/>
          </ac:cxnSpMkLst>
        </pc:cxnChg>
        <pc:cxnChg chg="add mod">
          <ac:chgData name="MYUNG JIN" userId="89f3fa32ababedc4" providerId="LiveId" clId="{FBC1E03A-AB44-466E-B428-D904B392A1C3}" dt="2024-12-16T13:49:49.709" v="2222" actId="1582"/>
          <ac:cxnSpMkLst>
            <pc:docMk/>
            <pc:sldMk cId="3705750689" sldId="330"/>
            <ac:cxnSpMk id="85" creationId="{740FE6B9-7186-9561-C237-05E1DB90DABD}"/>
          </ac:cxnSpMkLst>
        </pc:cxnChg>
        <pc:cxnChg chg="add mod">
          <ac:chgData name="MYUNG JIN" userId="89f3fa32ababedc4" providerId="LiveId" clId="{FBC1E03A-AB44-466E-B428-D904B392A1C3}" dt="2024-12-16T13:50:14.267" v="2228" actId="14100"/>
          <ac:cxnSpMkLst>
            <pc:docMk/>
            <pc:sldMk cId="3705750689" sldId="330"/>
            <ac:cxnSpMk id="87" creationId="{61B8671A-528B-CE63-6F57-7A601BC759F0}"/>
          </ac:cxnSpMkLst>
        </pc:cxnChg>
        <pc:cxnChg chg="add">
          <ac:chgData name="MYUNG JIN" userId="89f3fa32ababedc4" providerId="LiveId" clId="{FBC1E03A-AB44-466E-B428-D904B392A1C3}" dt="2024-12-16T13:50:57.569" v="2255" actId="11529"/>
          <ac:cxnSpMkLst>
            <pc:docMk/>
            <pc:sldMk cId="3705750689" sldId="330"/>
            <ac:cxnSpMk id="94" creationId="{C43CA9E5-0312-2BF6-DAD3-BD85B14A0A47}"/>
          </ac:cxnSpMkLst>
        </pc:cxnChg>
        <pc:cxnChg chg="add mod">
          <ac:chgData name="MYUNG JIN" userId="89f3fa32ababedc4" providerId="LiveId" clId="{FBC1E03A-AB44-466E-B428-D904B392A1C3}" dt="2024-12-16T14:05:15.456" v="2402" actId="14100"/>
          <ac:cxnSpMkLst>
            <pc:docMk/>
            <pc:sldMk cId="3705750689" sldId="330"/>
            <ac:cxnSpMk id="98" creationId="{3ACFB9F1-0C95-DF6D-7C98-8522630F6164}"/>
          </ac:cxnSpMkLst>
        </pc:cxnChg>
        <pc:cxnChg chg="add mod">
          <ac:chgData name="MYUNG JIN" userId="89f3fa32ababedc4" providerId="LiveId" clId="{FBC1E03A-AB44-466E-B428-D904B392A1C3}" dt="2024-12-16T14:05:13.203" v="2401" actId="14100"/>
          <ac:cxnSpMkLst>
            <pc:docMk/>
            <pc:sldMk cId="3705750689" sldId="330"/>
            <ac:cxnSpMk id="99" creationId="{E536DB1B-F239-44FF-BFB5-73755EDB9ED8}"/>
          </ac:cxnSpMkLst>
        </pc:cxnChg>
        <pc:cxnChg chg="add mod">
          <ac:chgData name="MYUNG JIN" userId="89f3fa32ababedc4" providerId="LiveId" clId="{FBC1E03A-AB44-466E-B428-D904B392A1C3}" dt="2024-12-16T15:28:45.849" v="3418" actId="14100"/>
          <ac:cxnSpMkLst>
            <pc:docMk/>
            <pc:sldMk cId="3705750689" sldId="330"/>
            <ac:cxnSpMk id="102" creationId="{C679DBE5-D280-E842-C502-A8DBFDB5C519}"/>
          </ac:cxnSpMkLst>
        </pc:cxnChg>
        <pc:cxnChg chg="add mod">
          <ac:chgData name="MYUNG JIN" userId="89f3fa32ababedc4" providerId="LiveId" clId="{FBC1E03A-AB44-466E-B428-D904B392A1C3}" dt="2024-12-16T15:28:45.849" v="3418" actId="14100"/>
          <ac:cxnSpMkLst>
            <pc:docMk/>
            <pc:sldMk cId="3705750689" sldId="330"/>
            <ac:cxnSpMk id="105" creationId="{0FB14C44-045C-96B5-E257-2AC54DD07E4A}"/>
          </ac:cxnSpMkLst>
        </pc:cxnChg>
      </pc:sldChg>
      <pc:sldChg chg="addSp delSp modSp mod ord">
        <pc:chgData name="MYUNG JIN" userId="89f3fa32ababedc4" providerId="LiveId" clId="{FBC1E03A-AB44-466E-B428-D904B392A1C3}" dt="2024-12-16T17:50:54.237" v="4967" actId="20577"/>
        <pc:sldMkLst>
          <pc:docMk/>
          <pc:sldMk cId="1296468031" sldId="331"/>
        </pc:sldMkLst>
        <pc:spChg chg="mod">
          <ac:chgData name="MYUNG JIN" userId="89f3fa32ababedc4" providerId="LiveId" clId="{FBC1E03A-AB44-466E-B428-D904B392A1C3}" dt="2024-12-16T15:36:01.310" v="3671" actId="404"/>
          <ac:spMkLst>
            <pc:docMk/>
            <pc:sldMk cId="1296468031" sldId="331"/>
            <ac:spMk id="2" creationId="{713B0128-7694-CB3B-E140-480E86E50F5F}"/>
          </ac:spMkLst>
        </pc:spChg>
        <pc:spChg chg="add mod">
          <ac:chgData name="MYUNG JIN" userId="89f3fa32ababedc4" providerId="LiveId" clId="{FBC1E03A-AB44-466E-B428-D904B392A1C3}" dt="2024-12-16T17:48:14.662" v="4884" actId="571"/>
          <ac:spMkLst>
            <pc:docMk/>
            <pc:sldMk cId="1296468031" sldId="331"/>
            <ac:spMk id="39" creationId="{E6DE8A55-693F-D369-5341-6D512F273680}"/>
          </ac:spMkLst>
        </pc:spChg>
        <pc:spChg chg="add mod">
          <ac:chgData name="MYUNG JIN" userId="89f3fa32ababedc4" providerId="LiveId" clId="{FBC1E03A-AB44-466E-B428-D904B392A1C3}" dt="2024-12-16T17:48:14.662" v="4884" actId="571"/>
          <ac:spMkLst>
            <pc:docMk/>
            <pc:sldMk cId="1296468031" sldId="331"/>
            <ac:spMk id="40" creationId="{13E9933B-0B87-4C34-9F93-4D9A3DDF523D}"/>
          </ac:spMkLst>
        </pc:spChg>
        <pc:spChg chg="add mod">
          <ac:chgData name="MYUNG JIN" userId="89f3fa32ababedc4" providerId="LiveId" clId="{FBC1E03A-AB44-466E-B428-D904B392A1C3}" dt="2024-12-16T17:48:14.662" v="4884" actId="571"/>
          <ac:spMkLst>
            <pc:docMk/>
            <pc:sldMk cId="1296468031" sldId="331"/>
            <ac:spMk id="41" creationId="{CEEE9A8D-02E5-7965-2D9F-142682B7DF1A}"/>
          </ac:spMkLst>
        </pc:spChg>
        <pc:spChg chg="add mod">
          <ac:chgData name="MYUNG JIN" userId="89f3fa32ababedc4" providerId="LiveId" clId="{FBC1E03A-AB44-466E-B428-D904B392A1C3}" dt="2024-12-16T17:48:14.662" v="4884" actId="571"/>
          <ac:spMkLst>
            <pc:docMk/>
            <pc:sldMk cId="1296468031" sldId="331"/>
            <ac:spMk id="42" creationId="{6E7FC5CD-8626-C2EF-25B5-E59AF9DA8229}"/>
          </ac:spMkLst>
        </pc:spChg>
        <pc:spChg chg="add mod">
          <ac:chgData name="MYUNG JIN" userId="89f3fa32ababedc4" providerId="LiveId" clId="{FBC1E03A-AB44-466E-B428-D904B392A1C3}" dt="2024-12-16T17:48:14.662" v="4884" actId="571"/>
          <ac:spMkLst>
            <pc:docMk/>
            <pc:sldMk cId="1296468031" sldId="331"/>
            <ac:spMk id="43" creationId="{909427F1-FBF9-80B8-0CA5-F0932BFE3CA9}"/>
          </ac:spMkLst>
        </pc:spChg>
        <pc:spChg chg="add mod">
          <ac:chgData name="MYUNG JIN" userId="89f3fa32ababedc4" providerId="LiveId" clId="{FBC1E03A-AB44-466E-B428-D904B392A1C3}" dt="2024-12-16T17:48:14.662" v="4884" actId="571"/>
          <ac:spMkLst>
            <pc:docMk/>
            <pc:sldMk cId="1296468031" sldId="331"/>
            <ac:spMk id="44" creationId="{F5EDE476-F48D-8B5B-3F28-50607073043B}"/>
          </ac:spMkLst>
        </pc:spChg>
        <pc:spChg chg="add mod">
          <ac:chgData name="MYUNG JIN" userId="89f3fa32ababedc4" providerId="LiveId" clId="{FBC1E03A-AB44-466E-B428-D904B392A1C3}" dt="2024-12-16T17:50:34.325" v="4956" actId="1076"/>
          <ac:spMkLst>
            <pc:docMk/>
            <pc:sldMk cId="1296468031" sldId="331"/>
            <ac:spMk id="55" creationId="{58F5E193-9816-9A2A-A2D4-B874D8ED046F}"/>
          </ac:spMkLst>
        </pc:spChg>
        <pc:spChg chg="add mod">
          <ac:chgData name="MYUNG JIN" userId="89f3fa32ababedc4" providerId="LiveId" clId="{FBC1E03A-AB44-466E-B428-D904B392A1C3}" dt="2024-12-16T17:48:14.662" v="4884" actId="571"/>
          <ac:spMkLst>
            <pc:docMk/>
            <pc:sldMk cId="1296468031" sldId="331"/>
            <ac:spMk id="56" creationId="{25FFA534-48FC-1ACA-FBC9-63A130A662F1}"/>
          </ac:spMkLst>
        </pc:spChg>
        <pc:spChg chg="add mod">
          <ac:chgData name="MYUNG JIN" userId="89f3fa32ababedc4" providerId="LiveId" clId="{FBC1E03A-AB44-466E-B428-D904B392A1C3}" dt="2024-12-16T17:48:14.662" v="4884" actId="571"/>
          <ac:spMkLst>
            <pc:docMk/>
            <pc:sldMk cId="1296468031" sldId="331"/>
            <ac:spMk id="57" creationId="{0D0BB09A-11B2-B7C1-32FE-E9F22A30F44A}"/>
          </ac:spMkLst>
        </pc:spChg>
        <pc:spChg chg="add mod">
          <ac:chgData name="MYUNG JIN" userId="89f3fa32ababedc4" providerId="LiveId" clId="{FBC1E03A-AB44-466E-B428-D904B392A1C3}" dt="2024-12-16T17:48:14.662" v="4884" actId="571"/>
          <ac:spMkLst>
            <pc:docMk/>
            <pc:sldMk cId="1296468031" sldId="331"/>
            <ac:spMk id="58" creationId="{327A4A72-5044-1699-C0E9-0F9EBE626C47}"/>
          </ac:spMkLst>
        </pc:spChg>
        <pc:spChg chg="add mod">
          <ac:chgData name="MYUNG JIN" userId="89f3fa32ababedc4" providerId="LiveId" clId="{FBC1E03A-AB44-466E-B428-D904B392A1C3}" dt="2024-12-16T17:48:14.662" v="4884" actId="571"/>
          <ac:spMkLst>
            <pc:docMk/>
            <pc:sldMk cId="1296468031" sldId="331"/>
            <ac:spMk id="61" creationId="{F86DBA0A-A7EA-3006-527E-5EE5B91360AE}"/>
          </ac:spMkLst>
        </pc:spChg>
        <pc:spChg chg="add mod">
          <ac:chgData name="MYUNG JIN" userId="89f3fa32ababedc4" providerId="LiveId" clId="{FBC1E03A-AB44-466E-B428-D904B392A1C3}" dt="2024-12-16T17:50:54.237" v="4967" actId="20577"/>
          <ac:spMkLst>
            <pc:docMk/>
            <pc:sldMk cId="1296468031" sldId="331"/>
            <ac:spMk id="65" creationId="{6CB2C7DF-147F-F8BB-F4E9-A441774E87CF}"/>
          </ac:spMkLst>
        </pc:spChg>
        <pc:spChg chg="add mod">
          <ac:chgData name="MYUNG JIN" userId="89f3fa32ababedc4" providerId="LiveId" clId="{FBC1E03A-AB44-466E-B428-D904B392A1C3}" dt="2024-12-16T17:50:51.408" v="4964" actId="20577"/>
          <ac:spMkLst>
            <pc:docMk/>
            <pc:sldMk cId="1296468031" sldId="331"/>
            <ac:spMk id="70" creationId="{4D818EBD-63B6-8714-5769-D518E238C06A}"/>
          </ac:spMkLst>
        </pc:spChg>
        <pc:spChg chg="add mod">
          <ac:chgData name="MYUNG JIN" userId="89f3fa32ababedc4" providerId="LiveId" clId="{FBC1E03A-AB44-466E-B428-D904B392A1C3}" dt="2024-12-16T17:50:17.693" v="4935" actId="20577"/>
          <ac:spMkLst>
            <pc:docMk/>
            <pc:sldMk cId="1296468031" sldId="331"/>
            <ac:spMk id="71" creationId="{EFCA67F9-6E06-B478-E895-F26B8E99C6B1}"/>
          </ac:spMkLst>
        </pc:spChg>
        <pc:spChg chg="add mod">
          <ac:chgData name="MYUNG JIN" userId="89f3fa32ababedc4" providerId="LiveId" clId="{FBC1E03A-AB44-466E-B428-D904B392A1C3}" dt="2024-12-16T17:50:20.445" v="4938" actId="20577"/>
          <ac:spMkLst>
            <pc:docMk/>
            <pc:sldMk cId="1296468031" sldId="331"/>
            <ac:spMk id="72" creationId="{E8A239F4-BF4E-FA5A-B724-AFE1BB122683}"/>
          </ac:spMkLst>
        </pc:spChg>
        <pc:spChg chg="add mod">
          <ac:chgData name="MYUNG JIN" userId="89f3fa32ababedc4" providerId="LiveId" clId="{FBC1E03A-AB44-466E-B428-D904B392A1C3}" dt="2024-12-16T17:50:41.631" v="4961" actId="20577"/>
          <ac:spMkLst>
            <pc:docMk/>
            <pc:sldMk cId="1296468031" sldId="331"/>
            <ac:spMk id="73" creationId="{501ACD79-86ED-C3D5-4613-7D0DB93C422B}"/>
          </ac:spMkLst>
        </pc:spChg>
        <pc:spChg chg="add mod">
          <ac:chgData name="MYUNG JIN" userId="89f3fa32ababedc4" providerId="LiveId" clId="{FBC1E03A-AB44-466E-B428-D904B392A1C3}" dt="2024-12-16T17:50:43.079" v="4962" actId="20577"/>
          <ac:spMkLst>
            <pc:docMk/>
            <pc:sldMk cId="1296468031" sldId="331"/>
            <ac:spMk id="74" creationId="{7EB084CA-419F-D487-E24B-9FDA1FC6DDEA}"/>
          </ac:spMkLst>
        </pc:spChg>
        <pc:spChg chg="add mod">
          <ac:chgData name="MYUNG JIN" userId="89f3fa32ababedc4" providerId="LiveId" clId="{FBC1E03A-AB44-466E-B428-D904B392A1C3}" dt="2024-12-16T17:48:19.324" v="4891" actId="20577"/>
          <ac:spMkLst>
            <pc:docMk/>
            <pc:sldMk cId="1296468031" sldId="331"/>
            <ac:spMk id="75" creationId="{54B6F426-83B4-2FD9-B45D-1F041621AB7A}"/>
          </ac:spMkLst>
        </pc:spChg>
        <pc:grpChg chg="add mod">
          <ac:chgData name="MYUNG JIN" userId="89f3fa32ababedc4" providerId="LiveId" clId="{FBC1E03A-AB44-466E-B428-D904B392A1C3}" dt="2024-12-16T17:48:14.662" v="4884" actId="571"/>
          <ac:grpSpMkLst>
            <pc:docMk/>
            <pc:sldMk cId="1296468031" sldId="331"/>
            <ac:grpSpMk id="62" creationId="{8CE823ED-46E1-F7A6-314A-3F5511089663}"/>
          </ac:grpSpMkLst>
        </pc:grpChg>
        <pc:picChg chg="add mod">
          <ac:chgData name="MYUNG JIN" userId="89f3fa32ababedc4" providerId="LiveId" clId="{FBC1E03A-AB44-466E-B428-D904B392A1C3}" dt="2024-12-16T17:48:14.662" v="4884" actId="571"/>
          <ac:picMkLst>
            <pc:docMk/>
            <pc:sldMk cId="1296468031" sldId="331"/>
            <ac:picMk id="13" creationId="{3D95DCC3-1A6F-62DE-842A-81597C4A7BF4}"/>
          </ac:picMkLst>
        </pc:picChg>
        <pc:cxnChg chg="add mod">
          <ac:chgData name="MYUNG JIN" userId="89f3fa32ababedc4" providerId="LiveId" clId="{FBC1E03A-AB44-466E-B428-D904B392A1C3}" dt="2024-12-16T17:48:14.662" v="4884" actId="571"/>
          <ac:cxnSpMkLst>
            <pc:docMk/>
            <pc:sldMk cId="1296468031" sldId="331"/>
            <ac:cxnSpMk id="6" creationId="{720B6BB7-18E7-C4AD-7581-4A8481213171}"/>
          </ac:cxnSpMkLst>
        </pc:cxnChg>
        <pc:cxnChg chg="add mod">
          <ac:chgData name="MYUNG JIN" userId="89f3fa32ababedc4" providerId="LiveId" clId="{FBC1E03A-AB44-466E-B428-D904B392A1C3}" dt="2024-12-16T17:48:14.662" v="4884" actId="571"/>
          <ac:cxnSpMkLst>
            <pc:docMk/>
            <pc:sldMk cId="1296468031" sldId="331"/>
            <ac:cxnSpMk id="10" creationId="{3E3A96B2-EA0F-E45B-7463-5D3D81CA1D0F}"/>
          </ac:cxnSpMkLst>
        </pc:cxnChg>
        <pc:cxnChg chg="add mod">
          <ac:chgData name="MYUNG JIN" userId="89f3fa32ababedc4" providerId="LiveId" clId="{FBC1E03A-AB44-466E-B428-D904B392A1C3}" dt="2024-12-16T17:48:29.289" v="4892" actId="208"/>
          <ac:cxnSpMkLst>
            <pc:docMk/>
            <pc:sldMk cId="1296468031" sldId="331"/>
            <ac:cxnSpMk id="11" creationId="{B1840303-DF36-59F8-2550-680908642856}"/>
          </ac:cxnSpMkLst>
        </pc:cxnChg>
        <pc:cxnChg chg="add mod">
          <ac:chgData name="MYUNG JIN" userId="89f3fa32ababedc4" providerId="LiveId" clId="{FBC1E03A-AB44-466E-B428-D904B392A1C3}" dt="2024-12-16T17:48:14.662" v="4884" actId="571"/>
          <ac:cxnSpMkLst>
            <pc:docMk/>
            <pc:sldMk cId="1296468031" sldId="331"/>
            <ac:cxnSpMk id="15" creationId="{49B8439F-A7C6-4E83-BF17-A273AC2218BC}"/>
          </ac:cxnSpMkLst>
        </pc:cxnChg>
        <pc:cxnChg chg="add mod">
          <ac:chgData name="MYUNG JIN" userId="89f3fa32ababedc4" providerId="LiveId" clId="{FBC1E03A-AB44-466E-B428-D904B392A1C3}" dt="2024-12-16T17:48:14.662" v="4884" actId="571"/>
          <ac:cxnSpMkLst>
            <pc:docMk/>
            <pc:sldMk cId="1296468031" sldId="331"/>
            <ac:cxnSpMk id="18" creationId="{521F2F96-DF34-F5DF-A993-97EB1029908E}"/>
          </ac:cxnSpMkLst>
        </pc:cxnChg>
        <pc:cxnChg chg="add mod">
          <ac:chgData name="MYUNG JIN" userId="89f3fa32ababedc4" providerId="LiveId" clId="{FBC1E03A-AB44-466E-B428-D904B392A1C3}" dt="2024-12-16T17:48:14.662" v="4884" actId="571"/>
          <ac:cxnSpMkLst>
            <pc:docMk/>
            <pc:sldMk cId="1296468031" sldId="331"/>
            <ac:cxnSpMk id="19" creationId="{D7ED8050-7A11-58AD-0BEC-C3EDCE6E2C6B}"/>
          </ac:cxnSpMkLst>
        </pc:cxnChg>
        <pc:cxnChg chg="add mod">
          <ac:chgData name="MYUNG JIN" userId="89f3fa32ababedc4" providerId="LiveId" clId="{FBC1E03A-AB44-466E-B428-D904B392A1C3}" dt="2024-12-16T17:48:14.662" v="4884" actId="571"/>
          <ac:cxnSpMkLst>
            <pc:docMk/>
            <pc:sldMk cId="1296468031" sldId="331"/>
            <ac:cxnSpMk id="24" creationId="{FDCC6985-FCE9-D6B4-5E77-183606D06014}"/>
          </ac:cxnSpMkLst>
        </pc:cxnChg>
        <pc:cxnChg chg="add mod">
          <ac:chgData name="MYUNG JIN" userId="89f3fa32ababedc4" providerId="LiveId" clId="{FBC1E03A-AB44-466E-B428-D904B392A1C3}" dt="2024-12-16T17:48:14.662" v="4884" actId="571"/>
          <ac:cxnSpMkLst>
            <pc:docMk/>
            <pc:sldMk cId="1296468031" sldId="331"/>
            <ac:cxnSpMk id="26" creationId="{AAC3CB9C-94DE-7C40-5843-68F96349DB93}"/>
          </ac:cxnSpMkLst>
        </pc:cxnChg>
        <pc:cxnChg chg="add mod">
          <ac:chgData name="MYUNG JIN" userId="89f3fa32ababedc4" providerId="LiveId" clId="{FBC1E03A-AB44-466E-B428-D904B392A1C3}" dt="2024-12-16T17:48:14.662" v="4884" actId="571"/>
          <ac:cxnSpMkLst>
            <pc:docMk/>
            <pc:sldMk cId="1296468031" sldId="331"/>
            <ac:cxnSpMk id="27" creationId="{CC55B9FC-9A42-0D4D-4DBE-730EEDBDF13A}"/>
          </ac:cxnSpMkLst>
        </pc:cxnChg>
        <pc:cxnChg chg="add mod">
          <ac:chgData name="MYUNG JIN" userId="89f3fa32ababedc4" providerId="LiveId" clId="{FBC1E03A-AB44-466E-B428-D904B392A1C3}" dt="2024-12-16T17:48:14.662" v="4884" actId="571"/>
          <ac:cxnSpMkLst>
            <pc:docMk/>
            <pc:sldMk cId="1296468031" sldId="331"/>
            <ac:cxnSpMk id="29" creationId="{BB493A26-102C-2ABE-927F-65828CA4F772}"/>
          </ac:cxnSpMkLst>
        </pc:cxnChg>
        <pc:cxnChg chg="add mod">
          <ac:chgData name="MYUNG JIN" userId="89f3fa32ababedc4" providerId="LiveId" clId="{FBC1E03A-AB44-466E-B428-D904B392A1C3}" dt="2024-12-16T17:48:14.662" v="4884" actId="571"/>
          <ac:cxnSpMkLst>
            <pc:docMk/>
            <pc:sldMk cId="1296468031" sldId="331"/>
            <ac:cxnSpMk id="31" creationId="{12056197-0D78-E8DE-E92D-5F3D757BE726}"/>
          </ac:cxnSpMkLst>
        </pc:cxnChg>
        <pc:cxnChg chg="add mod">
          <ac:chgData name="MYUNG JIN" userId="89f3fa32ababedc4" providerId="LiveId" clId="{FBC1E03A-AB44-466E-B428-D904B392A1C3}" dt="2024-12-16T17:48:14.662" v="4884" actId="571"/>
          <ac:cxnSpMkLst>
            <pc:docMk/>
            <pc:sldMk cId="1296468031" sldId="331"/>
            <ac:cxnSpMk id="35" creationId="{0B8108FC-0FFA-0B38-3791-5DE3B72AF72C}"/>
          </ac:cxnSpMkLst>
        </pc:cxnChg>
        <pc:cxnChg chg="add mod">
          <ac:chgData name="MYUNG JIN" userId="89f3fa32ababedc4" providerId="LiveId" clId="{FBC1E03A-AB44-466E-B428-D904B392A1C3}" dt="2024-12-16T17:48:14.662" v="4884" actId="571"/>
          <ac:cxnSpMkLst>
            <pc:docMk/>
            <pc:sldMk cId="1296468031" sldId="331"/>
            <ac:cxnSpMk id="60" creationId="{648094F8-23E0-D575-472C-0FC712BE47A2}"/>
          </ac:cxnSpMkLst>
        </pc:cxnChg>
        <pc:cxnChg chg="add mod">
          <ac:chgData name="MYUNG JIN" userId="89f3fa32ababedc4" providerId="LiveId" clId="{FBC1E03A-AB44-466E-B428-D904B392A1C3}" dt="2024-12-16T17:48:14.662" v="4884" actId="571"/>
          <ac:cxnSpMkLst>
            <pc:docMk/>
            <pc:sldMk cId="1296468031" sldId="331"/>
            <ac:cxnSpMk id="68" creationId="{AB6079E5-5FB3-402A-790F-E97AA491BB7B}"/>
          </ac:cxnSpMkLst>
        </pc:cxnChg>
      </pc:sldChg>
      <pc:sldChg chg="addSp modSp mod ord">
        <pc:chgData name="MYUNG JIN" userId="89f3fa32ababedc4" providerId="LiveId" clId="{FBC1E03A-AB44-466E-B428-D904B392A1C3}" dt="2024-12-16T18:02:06.439" v="5243" actId="1076"/>
        <pc:sldMkLst>
          <pc:docMk/>
          <pc:sldMk cId="1403195973" sldId="335"/>
        </pc:sldMkLst>
        <pc:spChg chg="mod">
          <ac:chgData name="MYUNG JIN" userId="89f3fa32ababedc4" providerId="LiveId" clId="{FBC1E03A-AB44-466E-B428-D904B392A1C3}" dt="2024-12-16T08:42:06.134" v="401" actId="1076"/>
          <ac:spMkLst>
            <pc:docMk/>
            <pc:sldMk cId="1403195973" sldId="335"/>
            <ac:spMk id="2" creationId="{1CA30FD6-304E-73AB-64C6-C78E5892AFD4}"/>
          </ac:spMkLst>
        </pc:spChg>
        <pc:spChg chg="add mod">
          <ac:chgData name="MYUNG JIN" userId="89f3fa32ababedc4" providerId="LiveId" clId="{FBC1E03A-AB44-466E-B428-D904B392A1C3}" dt="2024-12-16T18:02:04.590" v="5242" actId="14100"/>
          <ac:spMkLst>
            <pc:docMk/>
            <pc:sldMk cId="1403195973" sldId="335"/>
            <ac:spMk id="3" creationId="{62243440-F8C4-557C-B2AF-BCF98B357A81}"/>
          </ac:spMkLst>
        </pc:spChg>
        <pc:spChg chg="add mod">
          <ac:chgData name="MYUNG JIN" userId="89f3fa32ababedc4" providerId="LiveId" clId="{FBC1E03A-AB44-466E-B428-D904B392A1C3}" dt="2024-12-16T18:02:03.179" v="5241" actId="14100"/>
          <ac:spMkLst>
            <pc:docMk/>
            <pc:sldMk cId="1403195973" sldId="335"/>
            <ac:spMk id="4" creationId="{AC22BD5B-FF89-B134-3D8D-2AAB4C7989D7}"/>
          </ac:spMkLst>
        </pc:spChg>
        <pc:spChg chg="mod">
          <ac:chgData name="MYUNG JIN" userId="89f3fa32ababedc4" providerId="LiveId" clId="{FBC1E03A-AB44-466E-B428-D904B392A1C3}" dt="2024-12-16T17:59:49.430" v="5148" actId="1076"/>
          <ac:spMkLst>
            <pc:docMk/>
            <pc:sldMk cId="1403195973" sldId="335"/>
            <ac:spMk id="6" creationId="{03F591EB-F78A-8077-83FD-A592CAF874AC}"/>
          </ac:spMkLst>
        </pc:spChg>
        <pc:spChg chg="mod">
          <ac:chgData name="MYUNG JIN" userId="89f3fa32ababedc4" providerId="LiveId" clId="{FBC1E03A-AB44-466E-B428-D904B392A1C3}" dt="2024-12-16T17:59:49.430" v="5148" actId="1076"/>
          <ac:spMkLst>
            <pc:docMk/>
            <pc:sldMk cId="1403195973" sldId="335"/>
            <ac:spMk id="7" creationId="{1204C916-4EB2-427C-A738-F97CD38BD68F}"/>
          </ac:spMkLst>
        </pc:spChg>
        <pc:spChg chg="mod">
          <ac:chgData name="MYUNG JIN" userId="89f3fa32ababedc4" providerId="LiveId" clId="{FBC1E03A-AB44-466E-B428-D904B392A1C3}" dt="2024-12-16T17:59:49.430" v="5148" actId="1076"/>
          <ac:spMkLst>
            <pc:docMk/>
            <pc:sldMk cId="1403195973" sldId="335"/>
            <ac:spMk id="8" creationId="{C9F9681F-C966-6B7F-03EB-DFE5452732CD}"/>
          </ac:spMkLst>
        </pc:spChg>
        <pc:spChg chg="mod">
          <ac:chgData name="MYUNG JIN" userId="89f3fa32ababedc4" providerId="LiveId" clId="{FBC1E03A-AB44-466E-B428-D904B392A1C3}" dt="2024-12-16T18:01:11.307" v="5224" actId="1076"/>
          <ac:spMkLst>
            <pc:docMk/>
            <pc:sldMk cId="1403195973" sldId="335"/>
            <ac:spMk id="9" creationId="{B6BD6794-B169-C6D0-A90E-88154CA35E33}"/>
          </ac:spMkLst>
        </pc:spChg>
        <pc:spChg chg="add mod">
          <ac:chgData name="MYUNG JIN" userId="89f3fa32ababedc4" providerId="LiveId" clId="{FBC1E03A-AB44-466E-B428-D904B392A1C3}" dt="2024-12-16T18:01:16.262" v="5225" actId="164"/>
          <ac:spMkLst>
            <pc:docMk/>
            <pc:sldMk cId="1403195973" sldId="335"/>
            <ac:spMk id="10" creationId="{543909C2-9FAD-99B4-C7BB-01747C472E32}"/>
          </ac:spMkLst>
        </pc:spChg>
        <pc:grpChg chg="add mod">
          <ac:chgData name="MYUNG JIN" userId="89f3fa32ababedc4" providerId="LiveId" clId="{FBC1E03A-AB44-466E-B428-D904B392A1C3}" dt="2024-12-16T18:02:06.439" v="5243" actId="1076"/>
          <ac:grpSpMkLst>
            <pc:docMk/>
            <pc:sldMk cId="1403195973" sldId="335"/>
            <ac:grpSpMk id="11" creationId="{436918FF-669C-90DB-E2F9-29F16D75DC9D}"/>
          </ac:grpSpMkLst>
        </pc:grpChg>
        <pc:graphicFrameChg chg="mod">
          <ac:chgData name="MYUNG JIN" userId="89f3fa32ababedc4" providerId="LiveId" clId="{FBC1E03A-AB44-466E-B428-D904B392A1C3}" dt="2024-12-16T17:59:49.430" v="5148" actId="1076"/>
          <ac:graphicFrameMkLst>
            <pc:docMk/>
            <pc:sldMk cId="1403195973" sldId="335"/>
            <ac:graphicFrameMk id="5" creationId="{F6D3B26D-93EF-9D03-A405-61A439314080}"/>
          </ac:graphicFrameMkLst>
        </pc:graphicFrameChg>
        <pc:picChg chg="mod">
          <ac:chgData name="MYUNG JIN" userId="89f3fa32ababedc4" providerId="LiveId" clId="{FBC1E03A-AB44-466E-B428-D904B392A1C3}" dt="2024-12-16T18:01:43.555" v="5235" actId="14100"/>
          <ac:picMkLst>
            <pc:docMk/>
            <pc:sldMk cId="1403195973" sldId="335"/>
            <ac:picMk id="22" creationId="{DE35E87E-EEEC-6AAA-B759-C4462A8DA640}"/>
          </ac:picMkLst>
        </pc:picChg>
        <pc:picChg chg="mod">
          <ac:chgData name="MYUNG JIN" userId="89f3fa32ababedc4" providerId="LiveId" clId="{FBC1E03A-AB44-466E-B428-D904B392A1C3}" dt="2024-12-16T18:01:45.112" v="5236" actId="14100"/>
          <ac:picMkLst>
            <pc:docMk/>
            <pc:sldMk cId="1403195973" sldId="335"/>
            <ac:picMk id="24" creationId="{C67A886F-3429-71C4-CEFC-D786169712DA}"/>
          </ac:picMkLst>
        </pc:picChg>
        <pc:cxnChg chg="mod">
          <ac:chgData name="MYUNG JIN" userId="89f3fa32ababedc4" providerId="LiveId" clId="{FBC1E03A-AB44-466E-B428-D904B392A1C3}" dt="2024-12-16T18:01:31.678" v="5230" actId="14100"/>
          <ac:cxnSpMkLst>
            <pc:docMk/>
            <pc:sldMk cId="1403195973" sldId="335"/>
            <ac:cxnSpMk id="17" creationId="{F5D864A3-E21B-5701-E39E-9543DFBA1228}"/>
          </ac:cxnSpMkLst>
        </pc:cxnChg>
        <pc:cxnChg chg="mod">
          <ac:chgData name="MYUNG JIN" userId="89f3fa32ababedc4" providerId="LiveId" clId="{FBC1E03A-AB44-466E-B428-D904B392A1C3}" dt="2024-12-16T18:01:39.316" v="5234" actId="14100"/>
          <ac:cxnSpMkLst>
            <pc:docMk/>
            <pc:sldMk cId="1403195973" sldId="335"/>
            <ac:cxnSpMk id="26" creationId="{AB04EF15-EBEF-9E2A-E31B-21CF6C434D3C}"/>
          </ac:cxnSpMkLst>
        </pc:cxnChg>
      </pc:sldChg>
      <pc:sldChg chg="addSp delSp modSp mod ord">
        <pc:chgData name="MYUNG JIN" userId="89f3fa32ababedc4" providerId="LiveId" clId="{FBC1E03A-AB44-466E-B428-D904B392A1C3}" dt="2024-12-16T08:52:08.910" v="903" actId="1076"/>
        <pc:sldMkLst>
          <pc:docMk/>
          <pc:sldMk cId="2339035766" sldId="336"/>
        </pc:sldMkLst>
        <pc:spChg chg="mod">
          <ac:chgData name="MYUNG JIN" userId="89f3fa32ababedc4" providerId="LiveId" clId="{FBC1E03A-AB44-466E-B428-D904B392A1C3}" dt="2024-12-16T08:39:50.814" v="336" actId="20577"/>
          <ac:spMkLst>
            <pc:docMk/>
            <pc:sldMk cId="2339035766" sldId="336"/>
            <ac:spMk id="2" creationId="{1FDB8C38-ED10-15D4-CFB4-4CF8CB5DE0B2}"/>
          </ac:spMkLst>
        </pc:spChg>
        <pc:spChg chg="add mod">
          <ac:chgData name="MYUNG JIN" userId="89f3fa32ababedc4" providerId="LiveId" clId="{FBC1E03A-AB44-466E-B428-D904B392A1C3}" dt="2024-12-16T08:44:59.379" v="440" actId="164"/>
          <ac:spMkLst>
            <pc:docMk/>
            <pc:sldMk cId="2339035766" sldId="336"/>
            <ac:spMk id="6" creationId="{22F7FC4B-D660-8577-C787-3B913B92262B}"/>
          </ac:spMkLst>
        </pc:spChg>
        <pc:spChg chg="add mod">
          <ac:chgData name="MYUNG JIN" userId="89f3fa32ababedc4" providerId="LiveId" clId="{FBC1E03A-AB44-466E-B428-D904B392A1C3}" dt="2024-12-16T08:44:18.759" v="431" actId="164"/>
          <ac:spMkLst>
            <pc:docMk/>
            <pc:sldMk cId="2339035766" sldId="336"/>
            <ac:spMk id="8" creationId="{A39ED621-CD76-930E-ACF0-9BBE62349E6A}"/>
          </ac:spMkLst>
        </pc:spChg>
        <pc:spChg chg="add mod ord">
          <ac:chgData name="MYUNG JIN" userId="89f3fa32ababedc4" providerId="LiveId" clId="{FBC1E03A-AB44-466E-B428-D904B392A1C3}" dt="2024-12-16T08:44:18.759" v="431" actId="164"/>
          <ac:spMkLst>
            <pc:docMk/>
            <pc:sldMk cId="2339035766" sldId="336"/>
            <ac:spMk id="9" creationId="{72FF5BE3-E890-129A-0AE3-53D3E7AD0B99}"/>
          </ac:spMkLst>
        </pc:spChg>
        <pc:spChg chg="add mod">
          <ac:chgData name="MYUNG JIN" userId="89f3fa32ababedc4" providerId="LiveId" clId="{FBC1E03A-AB44-466E-B428-D904B392A1C3}" dt="2024-12-16T08:44:59.379" v="440" actId="164"/>
          <ac:spMkLst>
            <pc:docMk/>
            <pc:sldMk cId="2339035766" sldId="336"/>
            <ac:spMk id="10" creationId="{375681D5-FC43-90D2-9945-5F1A1506A99D}"/>
          </ac:spMkLst>
        </pc:spChg>
        <pc:spChg chg="add mod">
          <ac:chgData name="MYUNG JIN" userId="89f3fa32ababedc4" providerId="LiveId" clId="{FBC1E03A-AB44-466E-B428-D904B392A1C3}" dt="2024-12-16T08:44:53.656" v="438" actId="164"/>
          <ac:spMkLst>
            <pc:docMk/>
            <pc:sldMk cId="2339035766" sldId="336"/>
            <ac:spMk id="16" creationId="{3519694A-7704-3525-6748-DF92C381B635}"/>
          </ac:spMkLst>
        </pc:spChg>
        <pc:spChg chg="add mod">
          <ac:chgData name="MYUNG JIN" userId="89f3fa32ababedc4" providerId="LiveId" clId="{FBC1E03A-AB44-466E-B428-D904B392A1C3}" dt="2024-12-16T08:45:31.131" v="505" actId="20577"/>
          <ac:spMkLst>
            <pc:docMk/>
            <pc:sldMk cId="2339035766" sldId="336"/>
            <ac:spMk id="19" creationId="{6D9D3100-F5A5-65CF-184D-B5BB7EDE010F}"/>
          </ac:spMkLst>
        </pc:spChg>
        <pc:spChg chg="add mod">
          <ac:chgData name="MYUNG JIN" userId="89f3fa32ababedc4" providerId="LiveId" clId="{FBC1E03A-AB44-466E-B428-D904B392A1C3}" dt="2024-12-16T08:52:08.910" v="903" actId="1076"/>
          <ac:spMkLst>
            <pc:docMk/>
            <pc:sldMk cId="2339035766" sldId="336"/>
            <ac:spMk id="20" creationId="{23384D70-E06B-8359-82B0-10587EE941D4}"/>
          </ac:spMkLst>
        </pc:spChg>
        <pc:spChg chg="add mod">
          <ac:chgData name="MYUNG JIN" userId="89f3fa32ababedc4" providerId="LiveId" clId="{FBC1E03A-AB44-466E-B428-D904B392A1C3}" dt="2024-12-16T08:52:03.195" v="902" actId="164"/>
          <ac:spMkLst>
            <pc:docMk/>
            <pc:sldMk cId="2339035766" sldId="336"/>
            <ac:spMk id="21" creationId="{B257AFF9-ACF1-FE43-9767-E1325AC59ED6}"/>
          </ac:spMkLst>
        </pc:spChg>
        <pc:spChg chg="add mod ord">
          <ac:chgData name="MYUNG JIN" userId="89f3fa32ababedc4" providerId="LiveId" clId="{FBC1E03A-AB44-466E-B428-D904B392A1C3}" dt="2024-12-16T08:52:03.195" v="902" actId="164"/>
          <ac:spMkLst>
            <pc:docMk/>
            <pc:sldMk cId="2339035766" sldId="336"/>
            <ac:spMk id="22" creationId="{9C50FBD9-3051-55EF-5A8E-A0337E885F4F}"/>
          </ac:spMkLst>
        </pc:spChg>
        <pc:spChg chg="add mod ord">
          <ac:chgData name="MYUNG JIN" userId="89f3fa32ababedc4" providerId="LiveId" clId="{FBC1E03A-AB44-466E-B428-D904B392A1C3}" dt="2024-12-16T08:52:03.195" v="902" actId="164"/>
          <ac:spMkLst>
            <pc:docMk/>
            <pc:sldMk cId="2339035766" sldId="336"/>
            <ac:spMk id="26" creationId="{BDB4B8EF-2C2B-1A3D-31B8-5066D531F375}"/>
          </ac:spMkLst>
        </pc:spChg>
        <pc:grpChg chg="add mod">
          <ac:chgData name="MYUNG JIN" userId="89f3fa32ababedc4" providerId="LiveId" clId="{FBC1E03A-AB44-466E-B428-D904B392A1C3}" dt="2024-12-16T08:44:59.379" v="440" actId="164"/>
          <ac:grpSpMkLst>
            <pc:docMk/>
            <pc:sldMk cId="2339035766" sldId="336"/>
            <ac:grpSpMk id="13" creationId="{2C236639-C9B6-D4DD-FAE2-BE23ADED59BF}"/>
          </ac:grpSpMkLst>
        </pc:grpChg>
        <pc:grpChg chg="add mod ord">
          <ac:chgData name="MYUNG JIN" userId="89f3fa32ababedc4" providerId="LiveId" clId="{FBC1E03A-AB44-466E-B428-D904B392A1C3}" dt="2024-12-16T08:44:59.379" v="440" actId="164"/>
          <ac:grpSpMkLst>
            <pc:docMk/>
            <pc:sldMk cId="2339035766" sldId="336"/>
            <ac:grpSpMk id="17" creationId="{77C26BC3-E97B-1761-0CE6-DEC6B77486CE}"/>
          </ac:grpSpMkLst>
        </pc:grpChg>
        <pc:grpChg chg="add mod">
          <ac:chgData name="MYUNG JIN" userId="89f3fa32ababedc4" providerId="LiveId" clId="{FBC1E03A-AB44-466E-B428-D904B392A1C3}" dt="2024-12-16T08:45:10.818" v="443" actId="1076"/>
          <ac:grpSpMkLst>
            <pc:docMk/>
            <pc:sldMk cId="2339035766" sldId="336"/>
            <ac:grpSpMk id="18" creationId="{3CEED86F-11F1-CE4B-A62A-A2C88B479510}"/>
          </ac:grpSpMkLst>
        </pc:grpChg>
        <pc:grpChg chg="add mod">
          <ac:chgData name="MYUNG JIN" userId="89f3fa32ababedc4" providerId="LiveId" clId="{FBC1E03A-AB44-466E-B428-D904B392A1C3}" dt="2024-12-16T08:52:03.195" v="902" actId="164"/>
          <ac:grpSpMkLst>
            <pc:docMk/>
            <pc:sldMk cId="2339035766" sldId="336"/>
            <ac:grpSpMk id="28" creationId="{2B461B83-8737-EBF8-3378-63A5E8936444}"/>
          </ac:grpSpMkLst>
        </pc:grpChg>
        <pc:picChg chg="add mod">
          <ac:chgData name="MYUNG JIN" userId="89f3fa32ababedc4" providerId="LiveId" clId="{FBC1E03A-AB44-466E-B428-D904B392A1C3}" dt="2024-12-16T08:44:53.656" v="438" actId="164"/>
          <ac:picMkLst>
            <pc:docMk/>
            <pc:sldMk cId="2339035766" sldId="336"/>
            <ac:picMk id="4" creationId="{6E04AFD6-8085-9EF4-51FE-B46199CAB4A9}"/>
          </ac:picMkLst>
        </pc:picChg>
        <pc:picChg chg="add mod modCrop">
          <ac:chgData name="MYUNG JIN" userId="89f3fa32ababedc4" providerId="LiveId" clId="{FBC1E03A-AB44-466E-B428-D904B392A1C3}" dt="2024-12-16T08:44:18.759" v="431" actId="164"/>
          <ac:picMkLst>
            <pc:docMk/>
            <pc:sldMk cId="2339035766" sldId="336"/>
            <ac:picMk id="5" creationId="{1DF3E364-0214-2FF8-C4D9-BCCB04522EE9}"/>
          </ac:picMkLst>
        </pc:picChg>
        <pc:picChg chg="add mod ord modCrop">
          <ac:chgData name="MYUNG JIN" userId="89f3fa32ababedc4" providerId="LiveId" clId="{FBC1E03A-AB44-466E-B428-D904B392A1C3}" dt="2024-12-16T08:44:18.759" v="431" actId="164"/>
          <ac:picMkLst>
            <pc:docMk/>
            <pc:sldMk cId="2339035766" sldId="336"/>
            <ac:picMk id="12" creationId="{26D578B5-71A4-958E-9D5D-AF7B9EC51E4D}"/>
          </ac:picMkLst>
        </pc:picChg>
        <pc:cxnChg chg="add mod">
          <ac:chgData name="MYUNG JIN" userId="89f3fa32ababedc4" providerId="LiveId" clId="{FBC1E03A-AB44-466E-B428-D904B392A1C3}" dt="2024-12-16T08:44:59.379" v="440" actId="164"/>
          <ac:cxnSpMkLst>
            <pc:docMk/>
            <pc:sldMk cId="2339035766" sldId="336"/>
            <ac:cxnSpMk id="7" creationId="{64E3414D-7CE1-C308-FAC6-ACCA889D2E6E}"/>
          </ac:cxnSpMkLst>
        </pc:cxnChg>
        <pc:cxnChg chg="add mod">
          <ac:chgData name="MYUNG JIN" userId="89f3fa32ababedc4" providerId="LiveId" clId="{FBC1E03A-AB44-466E-B428-D904B392A1C3}" dt="2024-12-16T08:44:59.379" v="440" actId="164"/>
          <ac:cxnSpMkLst>
            <pc:docMk/>
            <pc:sldMk cId="2339035766" sldId="336"/>
            <ac:cxnSpMk id="11" creationId="{D678ADBA-6EDA-8FF2-8170-96BBEEAB4006}"/>
          </ac:cxnSpMkLst>
        </pc:cxnChg>
      </pc:sldChg>
      <pc:sldChg chg="addSp modSp mod">
        <pc:chgData name="MYUNG JIN" userId="89f3fa32ababedc4" providerId="LiveId" clId="{FBC1E03A-AB44-466E-B428-D904B392A1C3}" dt="2024-12-16T15:36:16.033" v="3679" actId="404"/>
        <pc:sldMkLst>
          <pc:docMk/>
          <pc:sldMk cId="3203196326" sldId="337"/>
        </pc:sldMkLst>
        <pc:spChg chg="mod">
          <ac:chgData name="MYUNG JIN" userId="89f3fa32ababedc4" providerId="LiveId" clId="{FBC1E03A-AB44-466E-B428-D904B392A1C3}" dt="2024-12-16T15:36:16.033" v="3679" actId="404"/>
          <ac:spMkLst>
            <pc:docMk/>
            <pc:sldMk cId="3203196326" sldId="337"/>
            <ac:spMk id="2" creationId="{ACFD03B1-F42F-B392-BA6F-9F5D7555E952}"/>
          </ac:spMkLst>
        </pc:spChg>
        <pc:spChg chg="add mod">
          <ac:chgData name="MYUNG JIN" userId="89f3fa32ababedc4" providerId="LiveId" clId="{FBC1E03A-AB44-466E-B428-D904B392A1C3}" dt="2024-12-16T15:07:35.492" v="2468"/>
          <ac:spMkLst>
            <pc:docMk/>
            <pc:sldMk cId="3203196326" sldId="337"/>
            <ac:spMk id="3" creationId="{6EBEDD63-24FE-231E-4923-2A26980515A1}"/>
          </ac:spMkLst>
        </pc:spChg>
        <pc:spChg chg="add mod">
          <ac:chgData name="MYUNG JIN" userId="89f3fa32ababedc4" providerId="LiveId" clId="{FBC1E03A-AB44-466E-B428-D904B392A1C3}" dt="2024-12-16T15:07:35.492" v="2468"/>
          <ac:spMkLst>
            <pc:docMk/>
            <pc:sldMk cId="3203196326" sldId="337"/>
            <ac:spMk id="4" creationId="{D321FBB0-5816-9B89-00DE-0FEF1B78444E}"/>
          </ac:spMkLst>
        </pc:spChg>
        <pc:spChg chg="add mod">
          <ac:chgData name="MYUNG JIN" userId="89f3fa32ababedc4" providerId="LiveId" clId="{FBC1E03A-AB44-466E-B428-D904B392A1C3}" dt="2024-12-16T15:07:35.492" v="2468"/>
          <ac:spMkLst>
            <pc:docMk/>
            <pc:sldMk cId="3203196326" sldId="337"/>
            <ac:spMk id="5" creationId="{DE0C84C3-4D20-5FB1-C487-617625F08AAA}"/>
          </ac:spMkLst>
        </pc:spChg>
        <pc:spChg chg="mod">
          <ac:chgData name="MYUNG JIN" userId="89f3fa32ababedc4" providerId="LiveId" clId="{FBC1E03A-AB44-466E-B428-D904B392A1C3}" dt="2024-12-16T15:07:35.492" v="2468"/>
          <ac:spMkLst>
            <pc:docMk/>
            <pc:sldMk cId="3203196326" sldId="337"/>
            <ac:spMk id="9" creationId="{90F946CB-0462-5800-3A0A-F842BEFC1D89}"/>
          </ac:spMkLst>
        </pc:spChg>
        <pc:spChg chg="mod">
          <ac:chgData name="MYUNG JIN" userId="89f3fa32ababedc4" providerId="LiveId" clId="{FBC1E03A-AB44-466E-B428-D904B392A1C3}" dt="2024-12-16T15:07:35.492" v="2468"/>
          <ac:spMkLst>
            <pc:docMk/>
            <pc:sldMk cId="3203196326" sldId="337"/>
            <ac:spMk id="10" creationId="{99845CC1-C18D-7D47-8CFD-DFA8BFFAD73D}"/>
          </ac:spMkLst>
        </pc:spChg>
        <pc:spChg chg="mod">
          <ac:chgData name="MYUNG JIN" userId="89f3fa32ababedc4" providerId="LiveId" clId="{FBC1E03A-AB44-466E-B428-D904B392A1C3}" dt="2024-12-16T15:07:35.492" v="2468"/>
          <ac:spMkLst>
            <pc:docMk/>
            <pc:sldMk cId="3203196326" sldId="337"/>
            <ac:spMk id="11" creationId="{4B83809F-C613-0198-2F14-0A3E4AE81222}"/>
          </ac:spMkLst>
        </pc:spChg>
        <pc:spChg chg="mod">
          <ac:chgData name="MYUNG JIN" userId="89f3fa32ababedc4" providerId="LiveId" clId="{FBC1E03A-AB44-466E-B428-D904B392A1C3}" dt="2024-12-16T15:07:35.492" v="2468"/>
          <ac:spMkLst>
            <pc:docMk/>
            <pc:sldMk cId="3203196326" sldId="337"/>
            <ac:spMk id="12" creationId="{7C4187B2-663B-FDCF-7600-45F3CB0F1B00}"/>
          </ac:spMkLst>
        </pc:spChg>
        <pc:spChg chg="add mod">
          <ac:chgData name="MYUNG JIN" userId="89f3fa32ababedc4" providerId="LiveId" clId="{FBC1E03A-AB44-466E-B428-D904B392A1C3}" dt="2024-12-16T15:07:35.492" v="2468"/>
          <ac:spMkLst>
            <pc:docMk/>
            <pc:sldMk cId="3203196326" sldId="337"/>
            <ac:spMk id="16" creationId="{DBC8878A-FAE3-D46B-D3BD-071C28F6C3BC}"/>
          </ac:spMkLst>
        </pc:spChg>
        <pc:spChg chg="mod">
          <ac:chgData name="MYUNG JIN" userId="89f3fa32ababedc4" providerId="LiveId" clId="{FBC1E03A-AB44-466E-B428-D904B392A1C3}" dt="2024-12-16T15:07:35.492" v="2468"/>
          <ac:spMkLst>
            <pc:docMk/>
            <pc:sldMk cId="3203196326" sldId="337"/>
            <ac:spMk id="18" creationId="{14634F7C-CBE7-EB5B-DA31-6E7FBB280E0E}"/>
          </ac:spMkLst>
        </pc:spChg>
        <pc:spChg chg="mod">
          <ac:chgData name="MYUNG JIN" userId="89f3fa32ababedc4" providerId="LiveId" clId="{FBC1E03A-AB44-466E-B428-D904B392A1C3}" dt="2024-12-16T15:24:14.189" v="3142" actId="1076"/>
          <ac:spMkLst>
            <pc:docMk/>
            <pc:sldMk cId="3203196326" sldId="337"/>
            <ac:spMk id="19" creationId="{E75D6D30-1A78-29CA-201D-C87169728200}"/>
          </ac:spMkLst>
        </pc:spChg>
        <pc:spChg chg="mod">
          <ac:chgData name="MYUNG JIN" userId="89f3fa32ababedc4" providerId="LiveId" clId="{FBC1E03A-AB44-466E-B428-D904B392A1C3}" dt="2024-12-16T15:07:35.492" v="2468"/>
          <ac:spMkLst>
            <pc:docMk/>
            <pc:sldMk cId="3203196326" sldId="337"/>
            <ac:spMk id="20" creationId="{F38CDC06-3574-84D0-02B5-82E31209E597}"/>
          </ac:spMkLst>
        </pc:spChg>
        <pc:spChg chg="add mod">
          <ac:chgData name="MYUNG JIN" userId="89f3fa32ababedc4" providerId="LiveId" clId="{FBC1E03A-AB44-466E-B428-D904B392A1C3}" dt="2024-12-16T15:07:35.492" v="2468"/>
          <ac:spMkLst>
            <pc:docMk/>
            <pc:sldMk cId="3203196326" sldId="337"/>
            <ac:spMk id="21" creationId="{9CC149CA-3224-D1DE-7E72-739C7FB71B61}"/>
          </ac:spMkLst>
        </pc:spChg>
        <pc:spChg chg="add mod">
          <ac:chgData name="MYUNG JIN" userId="89f3fa32ababedc4" providerId="LiveId" clId="{FBC1E03A-AB44-466E-B428-D904B392A1C3}" dt="2024-12-16T15:19:14.577" v="2915" actId="14100"/>
          <ac:spMkLst>
            <pc:docMk/>
            <pc:sldMk cId="3203196326" sldId="337"/>
            <ac:spMk id="22" creationId="{61F37DD2-F99E-3D75-0D81-E87A641099A1}"/>
          </ac:spMkLst>
        </pc:spChg>
        <pc:spChg chg="add mod">
          <ac:chgData name="MYUNG JIN" userId="89f3fa32ababedc4" providerId="LiveId" clId="{FBC1E03A-AB44-466E-B428-D904B392A1C3}" dt="2024-12-16T15:24:05.696" v="3141" actId="403"/>
          <ac:spMkLst>
            <pc:docMk/>
            <pc:sldMk cId="3203196326" sldId="337"/>
            <ac:spMk id="25" creationId="{1ECEF022-90ED-3F22-5C7F-71AE91E30C54}"/>
          </ac:spMkLst>
        </pc:spChg>
        <pc:grpChg chg="add mod">
          <ac:chgData name="MYUNG JIN" userId="89f3fa32ababedc4" providerId="LiveId" clId="{FBC1E03A-AB44-466E-B428-D904B392A1C3}" dt="2024-12-16T15:07:35.492" v="2468"/>
          <ac:grpSpMkLst>
            <pc:docMk/>
            <pc:sldMk cId="3203196326" sldId="337"/>
            <ac:grpSpMk id="6" creationId="{A15F9CC8-C81C-8050-09CD-986CCEED11DB}"/>
          </ac:grpSpMkLst>
        </pc:grpChg>
        <pc:grpChg chg="mod">
          <ac:chgData name="MYUNG JIN" userId="89f3fa32ababedc4" providerId="LiveId" clId="{FBC1E03A-AB44-466E-B428-D904B392A1C3}" dt="2024-12-16T15:07:35.492" v="2468"/>
          <ac:grpSpMkLst>
            <pc:docMk/>
            <pc:sldMk cId="3203196326" sldId="337"/>
            <ac:grpSpMk id="8" creationId="{BEF4A503-9945-39BB-42AE-DEBCE034146C}"/>
          </ac:grpSpMkLst>
        </pc:grpChg>
        <pc:grpChg chg="add mod">
          <ac:chgData name="MYUNG JIN" userId="89f3fa32ababedc4" providerId="LiveId" clId="{FBC1E03A-AB44-466E-B428-D904B392A1C3}" dt="2024-12-16T15:22:59.664" v="3119" actId="1076"/>
          <ac:grpSpMkLst>
            <pc:docMk/>
            <pc:sldMk cId="3203196326" sldId="337"/>
            <ac:grpSpMk id="17" creationId="{64F64C24-8FF4-E15B-CA0C-96CAE2BE9A71}"/>
          </ac:grpSpMkLst>
        </pc:grpChg>
        <pc:cxnChg chg="mod">
          <ac:chgData name="MYUNG JIN" userId="89f3fa32ababedc4" providerId="LiveId" clId="{FBC1E03A-AB44-466E-B428-D904B392A1C3}" dt="2024-12-16T15:07:35.492" v="2468"/>
          <ac:cxnSpMkLst>
            <pc:docMk/>
            <pc:sldMk cId="3203196326" sldId="337"/>
            <ac:cxnSpMk id="7" creationId="{E53B7431-E458-F3D7-DA01-E47788F04F3F}"/>
          </ac:cxnSpMkLst>
        </pc:cxnChg>
        <pc:cxnChg chg="mod">
          <ac:chgData name="MYUNG JIN" userId="89f3fa32ababedc4" providerId="LiveId" clId="{FBC1E03A-AB44-466E-B428-D904B392A1C3}" dt="2024-12-16T15:07:35.492" v="2468"/>
          <ac:cxnSpMkLst>
            <pc:docMk/>
            <pc:sldMk cId="3203196326" sldId="337"/>
            <ac:cxnSpMk id="13" creationId="{56E64D35-D7DC-23DB-C79C-08F63D3B0BC0}"/>
          </ac:cxnSpMkLst>
        </pc:cxnChg>
        <pc:cxnChg chg="mod">
          <ac:chgData name="MYUNG JIN" userId="89f3fa32ababedc4" providerId="LiveId" clId="{FBC1E03A-AB44-466E-B428-D904B392A1C3}" dt="2024-12-16T15:07:35.492" v="2468"/>
          <ac:cxnSpMkLst>
            <pc:docMk/>
            <pc:sldMk cId="3203196326" sldId="337"/>
            <ac:cxnSpMk id="14" creationId="{FE0BC142-D08D-9188-84E8-0B3D13CDC270}"/>
          </ac:cxnSpMkLst>
        </pc:cxnChg>
        <pc:cxnChg chg="mod">
          <ac:chgData name="MYUNG JIN" userId="89f3fa32ababedc4" providerId="LiveId" clId="{FBC1E03A-AB44-466E-B428-D904B392A1C3}" dt="2024-12-16T15:07:35.492" v="2468"/>
          <ac:cxnSpMkLst>
            <pc:docMk/>
            <pc:sldMk cId="3203196326" sldId="337"/>
            <ac:cxnSpMk id="15" creationId="{14382BD9-9EBE-744E-9474-ADC55D875555}"/>
          </ac:cxnSpMkLst>
        </pc:cxnChg>
        <pc:cxnChg chg="add">
          <ac:chgData name="MYUNG JIN" userId="89f3fa32ababedc4" providerId="LiveId" clId="{FBC1E03A-AB44-466E-B428-D904B392A1C3}" dt="2024-12-16T15:19:26.048" v="2916" actId="11529"/>
          <ac:cxnSpMkLst>
            <pc:docMk/>
            <pc:sldMk cId="3203196326" sldId="337"/>
            <ac:cxnSpMk id="24" creationId="{F0AFD201-DFFD-5539-B4DF-FA88A9DF23A9}"/>
          </ac:cxnSpMkLst>
        </pc:cxnChg>
      </pc:sldChg>
      <pc:sldChg chg="addSp delSp modSp new mod ord">
        <pc:chgData name="MYUNG JIN" userId="89f3fa32ababedc4" providerId="LiveId" clId="{FBC1E03A-AB44-466E-B428-D904B392A1C3}" dt="2024-12-16T15:50:31.506" v="3951" actId="1076"/>
        <pc:sldMkLst>
          <pc:docMk/>
          <pc:sldMk cId="4154401957" sldId="338"/>
        </pc:sldMkLst>
        <pc:spChg chg="mod">
          <ac:chgData name="MYUNG JIN" userId="89f3fa32ababedc4" providerId="LiveId" clId="{FBC1E03A-AB44-466E-B428-D904B392A1C3}" dt="2024-12-16T15:44:59.842" v="3781"/>
          <ac:spMkLst>
            <pc:docMk/>
            <pc:sldMk cId="4154401957" sldId="338"/>
            <ac:spMk id="2" creationId="{5202CD2D-1062-76B4-AE12-9A13014BB35A}"/>
          </ac:spMkLst>
        </pc:spChg>
        <pc:spChg chg="mod">
          <ac:chgData name="MYUNG JIN" userId="89f3fa32ababedc4" providerId="LiveId" clId="{FBC1E03A-AB44-466E-B428-D904B392A1C3}" dt="2024-12-16T15:38:11.352" v="3694"/>
          <ac:spMkLst>
            <pc:docMk/>
            <pc:sldMk cId="4154401957" sldId="338"/>
            <ac:spMk id="4" creationId="{E272CDEA-C233-00A3-B135-A8C7FB9A6B1D}"/>
          </ac:spMkLst>
        </pc:spChg>
        <pc:spChg chg="mod">
          <ac:chgData name="MYUNG JIN" userId="89f3fa32ababedc4" providerId="LiveId" clId="{FBC1E03A-AB44-466E-B428-D904B392A1C3}" dt="2024-12-16T15:38:11.352" v="3694"/>
          <ac:spMkLst>
            <pc:docMk/>
            <pc:sldMk cId="4154401957" sldId="338"/>
            <ac:spMk id="9" creationId="{9C2C4299-7BC5-7CC3-A9F9-1C1A45AADE5D}"/>
          </ac:spMkLst>
        </pc:spChg>
        <pc:spChg chg="mod">
          <ac:chgData name="MYUNG JIN" userId="89f3fa32ababedc4" providerId="LiveId" clId="{FBC1E03A-AB44-466E-B428-D904B392A1C3}" dt="2024-12-16T15:38:11.352" v="3694"/>
          <ac:spMkLst>
            <pc:docMk/>
            <pc:sldMk cId="4154401957" sldId="338"/>
            <ac:spMk id="10" creationId="{53453635-C7B9-D678-1220-7A8F9F9B2BB4}"/>
          </ac:spMkLst>
        </pc:spChg>
        <pc:spChg chg="mod">
          <ac:chgData name="MYUNG JIN" userId="89f3fa32ababedc4" providerId="LiveId" clId="{FBC1E03A-AB44-466E-B428-D904B392A1C3}" dt="2024-12-16T15:38:11.352" v="3694"/>
          <ac:spMkLst>
            <pc:docMk/>
            <pc:sldMk cId="4154401957" sldId="338"/>
            <ac:spMk id="11" creationId="{0EE15FB9-20A1-0813-8C29-10B3487B78E5}"/>
          </ac:spMkLst>
        </pc:spChg>
        <pc:spChg chg="mod">
          <ac:chgData name="MYUNG JIN" userId="89f3fa32ababedc4" providerId="LiveId" clId="{FBC1E03A-AB44-466E-B428-D904B392A1C3}" dt="2024-12-16T15:38:11.352" v="3694"/>
          <ac:spMkLst>
            <pc:docMk/>
            <pc:sldMk cId="4154401957" sldId="338"/>
            <ac:spMk id="12" creationId="{DC8A7AB0-4D9F-A9D0-6D40-109DA79F3D86}"/>
          </ac:spMkLst>
        </pc:spChg>
        <pc:spChg chg="mod">
          <ac:chgData name="MYUNG JIN" userId="89f3fa32ababedc4" providerId="LiveId" clId="{FBC1E03A-AB44-466E-B428-D904B392A1C3}" dt="2024-12-16T15:38:11.352" v="3694"/>
          <ac:spMkLst>
            <pc:docMk/>
            <pc:sldMk cId="4154401957" sldId="338"/>
            <ac:spMk id="13" creationId="{E08C4844-BE10-0211-E5B4-CF7ABAEB3933}"/>
          </ac:spMkLst>
        </pc:spChg>
        <pc:spChg chg="mod">
          <ac:chgData name="MYUNG JIN" userId="89f3fa32ababedc4" providerId="LiveId" clId="{FBC1E03A-AB44-466E-B428-D904B392A1C3}" dt="2024-12-16T15:38:11.352" v="3694"/>
          <ac:spMkLst>
            <pc:docMk/>
            <pc:sldMk cId="4154401957" sldId="338"/>
            <ac:spMk id="14" creationId="{70E83537-0D07-CE4C-B2B6-613CA156694A}"/>
          </ac:spMkLst>
        </pc:spChg>
        <pc:spChg chg="mod">
          <ac:chgData name="MYUNG JIN" userId="89f3fa32ababedc4" providerId="LiveId" clId="{FBC1E03A-AB44-466E-B428-D904B392A1C3}" dt="2024-12-16T15:38:11.352" v="3694"/>
          <ac:spMkLst>
            <pc:docMk/>
            <pc:sldMk cId="4154401957" sldId="338"/>
            <ac:spMk id="16" creationId="{69E7446C-EB68-4E9E-66F3-ADC659998210}"/>
          </ac:spMkLst>
        </pc:spChg>
        <pc:spChg chg="mod">
          <ac:chgData name="MYUNG JIN" userId="89f3fa32ababedc4" providerId="LiveId" clId="{FBC1E03A-AB44-466E-B428-D904B392A1C3}" dt="2024-12-16T15:38:11.352" v="3694"/>
          <ac:spMkLst>
            <pc:docMk/>
            <pc:sldMk cId="4154401957" sldId="338"/>
            <ac:spMk id="20" creationId="{C0CEA44E-453C-9A7B-03B8-2CCB8BBAC7A8}"/>
          </ac:spMkLst>
        </pc:spChg>
        <pc:spChg chg="mod">
          <ac:chgData name="MYUNG JIN" userId="89f3fa32ababedc4" providerId="LiveId" clId="{FBC1E03A-AB44-466E-B428-D904B392A1C3}" dt="2024-12-16T15:38:11.352" v="3694"/>
          <ac:spMkLst>
            <pc:docMk/>
            <pc:sldMk cId="4154401957" sldId="338"/>
            <ac:spMk id="21" creationId="{D77B540D-CB1C-DF0B-04A8-84CFB7166690}"/>
          </ac:spMkLst>
        </pc:spChg>
        <pc:spChg chg="mod">
          <ac:chgData name="MYUNG JIN" userId="89f3fa32ababedc4" providerId="LiveId" clId="{FBC1E03A-AB44-466E-B428-D904B392A1C3}" dt="2024-12-16T15:38:11.352" v="3694"/>
          <ac:spMkLst>
            <pc:docMk/>
            <pc:sldMk cId="4154401957" sldId="338"/>
            <ac:spMk id="22" creationId="{6165C76C-F5D3-BCB3-A67E-E92D4B370A12}"/>
          </ac:spMkLst>
        </pc:spChg>
        <pc:spChg chg="mod">
          <ac:chgData name="MYUNG JIN" userId="89f3fa32ababedc4" providerId="LiveId" clId="{FBC1E03A-AB44-466E-B428-D904B392A1C3}" dt="2024-12-16T15:38:11.352" v="3694"/>
          <ac:spMkLst>
            <pc:docMk/>
            <pc:sldMk cId="4154401957" sldId="338"/>
            <ac:spMk id="23" creationId="{CF1A78C5-E930-5099-27A5-A37CC5875875}"/>
          </ac:spMkLst>
        </pc:spChg>
        <pc:spChg chg="add mod">
          <ac:chgData name="MYUNG JIN" userId="89f3fa32ababedc4" providerId="LiveId" clId="{FBC1E03A-AB44-466E-B428-D904B392A1C3}" dt="2024-12-16T15:38:11.352" v="3694"/>
          <ac:spMkLst>
            <pc:docMk/>
            <pc:sldMk cId="4154401957" sldId="338"/>
            <ac:spMk id="26" creationId="{89A05783-3EDE-8685-8452-EC2D7E3C8C92}"/>
          </ac:spMkLst>
        </pc:spChg>
        <pc:spChg chg="add mod">
          <ac:chgData name="MYUNG JIN" userId="89f3fa32ababedc4" providerId="LiveId" clId="{FBC1E03A-AB44-466E-B428-D904B392A1C3}" dt="2024-12-16T15:38:11.352" v="3694"/>
          <ac:spMkLst>
            <pc:docMk/>
            <pc:sldMk cId="4154401957" sldId="338"/>
            <ac:spMk id="28" creationId="{9805E007-6701-A986-91E9-741BAE6FE009}"/>
          </ac:spMkLst>
        </pc:spChg>
        <pc:spChg chg="add mod">
          <ac:chgData name="MYUNG JIN" userId="89f3fa32ababedc4" providerId="LiveId" clId="{FBC1E03A-AB44-466E-B428-D904B392A1C3}" dt="2024-12-16T15:45:41.900" v="3789" actId="1076"/>
          <ac:spMkLst>
            <pc:docMk/>
            <pc:sldMk cId="4154401957" sldId="338"/>
            <ac:spMk id="29" creationId="{EDF6CA3E-300D-E1D0-6864-F145773EC1B6}"/>
          </ac:spMkLst>
        </pc:spChg>
        <pc:spChg chg="mod">
          <ac:chgData name="MYUNG JIN" userId="89f3fa32ababedc4" providerId="LiveId" clId="{FBC1E03A-AB44-466E-B428-D904B392A1C3}" dt="2024-12-16T15:38:11.352" v="3694"/>
          <ac:spMkLst>
            <pc:docMk/>
            <pc:sldMk cId="4154401957" sldId="338"/>
            <ac:spMk id="31" creationId="{5A260D2B-C4CF-CBB1-A5A2-46683FC2F4EB}"/>
          </ac:spMkLst>
        </pc:spChg>
        <pc:spChg chg="mod">
          <ac:chgData name="MYUNG JIN" userId="89f3fa32ababedc4" providerId="LiveId" clId="{FBC1E03A-AB44-466E-B428-D904B392A1C3}" dt="2024-12-16T15:38:11.352" v="3694"/>
          <ac:spMkLst>
            <pc:docMk/>
            <pc:sldMk cId="4154401957" sldId="338"/>
            <ac:spMk id="32" creationId="{2689DDD8-2F04-B9DE-1501-11BA2197FE21}"/>
          </ac:spMkLst>
        </pc:spChg>
        <pc:spChg chg="mod">
          <ac:chgData name="MYUNG JIN" userId="89f3fa32ababedc4" providerId="LiveId" clId="{FBC1E03A-AB44-466E-B428-D904B392A1C3}" dt="2024-12-16T15:38:11.352" v="3694"/>
          <ac:spMkLst>
            <pc:docMk/>
            <pc:sldMk cId="4154401957" sldId="338"/>
            <ac:spMk id="33" creationId="{D0D1D7B4-D8A9-E46D-99AB-867F8FA74A1F}"/>
          </ac:spMkLst>
        </pc:spChg>
        <pc:spChg chg="mod">
          <ac:chgData name="MYUNG JIN" userId="89f3fa32ababedc4" providerId="LiveId" clId="{FBC1E03A-AB44-466E-B428-D904B392A1C3}" dt="2024-12-16T15:38:11.352" v="3694"/>
          <ac:spMkLst>
            <pc:docMk/>
            <pc:sldMk cId="4154401957" sldId="338"/>
            <ac:spMk id="34" creationId="{4D43395D-3FF0-BF2C-1893-95999C82E610}"/>
          </ac:spMkLst>
        </pc:spChg>
        <pc:spChg chg="mod">
          <ac:chgData name="MYUNG JIN" userId="89f3fa32ababedc4" providerId="LiveId" clId="{FBC1E03A-AB44-466E-B428-D904B392A1C3}" dt="2024-12-16T15:38:11.352" v="3694"/>
          <ac:spMkLst>
            <pc:docMk/>
            <pc:sldMk cId="4154401957" sldId="338"/>
            <ac:spMk id="64" creationId="{C84F13D8-B775-7BFB-3CC3-893DC7C11EE6}"/>
          </ac:spMkLst>
        </pc:spChg>
        <pc:spChg chg="mod">
          <ac:chgData name="MYUNG JIN" userId="89f3fa32ababedc4" providerId="LiveId" clId="{FBC1E03A-AB44-466E-B428-D904B392A1C3}" dt="2024-12-16T15:38:11.352" v="3694"/>
          <ac:spMkLst>
            <pc:docMk/>
            <pc:sldMk cId="4154401957" sldId="338"/>
            <ac:spMk id="65" creationId="{5A3A335B-024A-5487-FE26-3740FFFCEEE3}"/>
          </ac:spMkLst>
        </pc:spChg>
        <pc:spChg chg="mod">
          <ac:chgData name="MYUNG JIN" userId="89f3fa32ababedc4" providerId="LiveId" clId="{FBC1E03A-AB44-466E-B428-D904B392A1C3}" dt="2024-12-16T15:38:11.352" v="3694"/>
          <ac:spMkLst>
            <pc:docMk/>
            <pc:sldMk cId="4154401957" sldId="338"/>
            <ac:spMk id="66" creationId="{BB1F0D97-C5A5-C988-4132-A342DA334418}"/>
          </ac:spMkLst>
        </pc:spChg>
        <pc:spChg chg="add mod">
          <ac:chgData name="MYUNG JIN" userId="89f3fa32ababedc4" providerId="LiveId" clId="{FBC1E03A-AB44-466E-B428-D904B392A1C3}" dt="2024-12-16T15:45:41.900" v="3789" actId="1076"/>
          <ac:spMkLst>
            <pc:docMk/>
            <pc:sldMk cId="4154401957" sldId="338"/>
            <ac:spMk id="67" creationId="{618315A4-2EAC-7F0F-EDC2-904D4725731E}"/>
          </ac:spMkLst>
        </pc:spChg>
        <pc:spChg chg="add mod">
          <ac:chgData name="MYUNG JIN" userId="89f3fa32ababedc4" providerId="LiveId" clId="{FBC1E03A-AB44-466E-B428-D904B392A1C3}" dt="2024-12-16T15:45:41.900" v="3789" actId="1076"/>
          <ac:spMkLst>
            <pc:docMk/>
            <pc:sldMk cId="4154401957" sldId="338"/>
            <ac:spMk id="68" creationId="{97EE95A7-0A5B-D9AE-ACA7-26794C715500}"/>
          </ac:spMkLst>
        </pc:spChg>
        <pc:spChg chg="add mod">
          <ac:chgData name="MYUNG JIN" userId="89f3fa32ababedc4" providerId="LiveId" clId="{FBC1E03A-AB44-466E-B428-D904B392A1C3}" dt="2024-12-16T15:38:11.352" v="3694"/>
          <ac:spMkLst>
            <pc:docMk/>
            <pc:sldMk cId="4154401957" sldId="338"/>
            <ac:spMk id="69" creationId="{0FF72F47-9895-F3EE-B622-CED839843D25}"/>
          </ac:spMkLst>
        </pc:spChg>
        <pc:spChg chg="add mod">
          <ac:chgData name="MYUNG JIN" userId="89f3fa32ababedc4" providerId="LiveId" clId="{FBC1E03A-AB44-466E-B428-D904B392A1C3}" dt="2024-12-16T15:38:11.352" v="3694"/>
          <ac:spMkLst>
            <pc:docMk/>
            <pc:sldMk cId="4154401957" sldId="338"/>
            <ac:spMk id="70" creationId="{9955CD0D-1DB5-D07D-5A3E-13392CD7977D}"/>
          </ac:spMkLst>
        </pc:spChg>
        <pc:spChg chg="add mod">
          <ac:chgData name="MYUNG JIN" userId="89f3fa32ababedc4" providerId="LiveId" clId="{FBC1E03A-AB44-466E-B428-D904B392A1C3}" dt="2024-12-16T15:38:11.352" v="3694"/>
          <ac:spMkLst>
            <pc:docMk/>
            <pc:sldMk cId="4154401957" sldId="338"/>
            <ac:spMk id="71" creationId="{2BB31DC6-432D-DCF9-CBAA-1398AF955773}"/>
          </ac:spMkLst>
        </pc:spChg>
        <pc:spChg chg="add mod">
          <ac:chgData name="MYUNG JIN" userId="89f3fa32ababedc4" providerId="LiveId" clId="{FBC1E03A-AB44-466E-B428-D904B392A1C3}" dt="2024-12-16T15:38:11.352" v="3694"/>
          <ac:spMkLst>
            <pc:docMk/>
            <pc:sldMk cId="4154401957" sldId="338"/>
            <ac:spMk id="72" creationId="{58F48681-98F4-FFBE-F615-E25922590C50}"/>
          </ac:spMkLst>
        </pc:spChg>
        <pc:spChg chg="mod">
          <ac:chgData name="MYUNG JIN" userId="89f3fa32ababedc4" providerId="LiveId" clId="{FBC1E03A-AB44-466E-B428-D904B392A1C3}" dt="2024-12-16T15:41:57.611" v="3739" actId="571"/>
          <ac:spMkLst>
            <pc:docMk/>
            <pc:sldMk cId="4154401957" sldId="338"/>
            <ac:spMk id="77" creationId="{D5AE8846-8770-5032-514E-D0FD3BCA82E2}"/>
          </ac:spMkLst>
        </pc:spChg>
        <pc:spChg chg="mod">
          <ac:chgData name="MYUNG JIN" userId="89f3fa32ababedc4" providerId="LiveId" clId="{FBC1E03A-AB44-466E-B428-D904B392A1C3}" dt="2024-12-16T15:41:57.611" v="3739" actId="571"/>
          <ac:spMkLst>
            <pc:docMk/>
            <pc:sldMk cId="4154401957" sldId="338"/>
            <ac:spMk id="78" creationId="{AE000F2C-4D7B-CD0C-AE0D-5FC553F3DCBB}"/>
          </ac:spMkLst>
        </pc:spChg>
        <pc:spChg chg="mod">
          <ac:chgData name="MYUNG JIN" userId="89f3fa32ababedc4" providerId="LiveId" clId="{FBC1E03A-AB44-466E-B428-D904B392A1C3}" dt="2024-12-16T15:42:01.511" v="3742" actId="1076"/>
          <ac:spMkLst>
            <pc:docMk/>
            <pc:sldMk cId="4154401957" sldId="338"/>
            <ac:spMk id="79" creationId="{25A737AA-E9AF-138E-17A4-3C8C835B6B69}"/>
          </ac:spMkLst>
        </pc:spChg>
        <pc:spChg chg="mod">
          <ac:chgData name="MYUNG JIN" userId="89f3fa32ababedc4" providerId="LiveId" clId="{FBC1E03A-AB44-466E-B428-D904B392A1C3}" dt="2024-12-16T15:41:57.611" v="3739" actId="571"/>
          <ac:spMkLst>
            <pc:docMk/>
            <pc:sldMk cId="4154401957" sldId="338"/>
            <ac:spMk id="81" creationId="{C39F799B-8942-7CD7-1B67-099AA8B8D7C7}"/>
          </ac:spMkLst>
        </pc:spChg>
        <pc:spChg chg="add mod">
          <ac:chgData name="MYUNG JIN" userId="89f3fa32ababedc4" providerId="LiveId" clId="{FBC1E03A-AB44-466E-B428-D904B392A1C3}" dt="2024-12-16T15:41:57.611" v="3739" actId="571"/>
          <ac:spMkLst>
            <pc:docMk/>
            <pc:sldMk cId="4154401957" sldId="338"/>
            <ac:spMk id="84" creationId="{AD299031-1B40-85E3-810D-69CC8FFC3E9A}"/>
          </ac:spMkLst>
        </pc:spChg>
        <pc:spChg chg="add mod">
          <ac:chgData name="MYUNG JIN" userId="89f3fa32ababedc4" providerId="LiveId" clId="{FBC1E03A-AB44-466E-B428-D904B392A1C3}" dt="2024-12-16T15:45:41.900" v="3789" actId="1076"/>
          <ac:spMkLst>
            <pc:docMk/>
            <pc:sldMk cId="4154401957" sldId="338"/>
            <ac:spMk id="106" creationId="{00264766-0496-F1F2-4AB8-5AFED55682A6}"/>
          </ac:spMkLst>
        </pc:spChg>
        <pc:spChg chg="add mod">
          <ac:chgData name="MYUNG JIN" userId="89f3fa32ababedc4" providerId="LiveId" clId="{FBC1E03A-AB44-466E-B428-D904B392A1C3}" dt="2024-12-16T15:45:41.900" v="3789" actId="1076"/>
          <ac:spMkLst>
            <pc:docMk/>
            <pc:sldMk cId="4154401957" sldId="338"/>
            <ac:spMk id="107" creationId="{D6ABE3F8-8E04-7F87-28F7-0C5F1536D7F6}"/>
          </ac:spMkLst>
        </pc:spChg>
        <pc:spChg chg="add mod">
          <ac:chgData name="MYUNG JIN" userId="89f3fa32ababedc4" providerId="LiveId" clId="{FBC1E03A-AB44-466E-B428-D904B392A1C3}" dt="2024-12-16T15:45:41.900" v="3789" actId="1076"/>
          <ac:spMkLst>
            <pc:docMk/>
            <pc:sldMk cId="4154401957" sldId="338"/>
            <ac:spMk id="112" creationId="{3F2967EC-DE22-1CAD-2910-63AFCB66735F}"/>
          </ac:spMkLst>
        </pc:spChg>
        <pc:spChg chg="add mod">
          <ac:chgData name="MYUNG JIN" userId="89f3fa32ababedc4" providerId="LiveId" clId="{FBC1E03A-AB44-466E-B428-D904B392A1C3}" dt="2024-12-16T15:50:30.028" v="3950" actId="1076"/>
          <ac:spMkLst>
            <pc:docMk/>
            <pc:sldMk cId="4154401957" sldId="338"/>
            <ac:spMk id="115" creationId="{CC119508-8CD3-91AF-102F-72DF4B89FD66}"/>
          </ac:spMkLst>
        </pc:spChg>
        <pc:spChg chg="add mod">
          <ac:chgData name="MYUNG JIN" userId="89f3fa32ababedc4" providerId="LiveId" clId="{FBC1E03A-AB44-466E-B428-D904B392A1C3}" dt="2024-12-16T15:47:47.418" v="3874" actId="14100"/>
          <ac:spMkLst>
            <pc:docMk/>
            <pc:sldMk cId="4154401957" sldId="338"/>
            <ac:spMk id="116" creationId="{5CCC5004-A370-06E1-B35E-5AC815B24FAC}"/>
          </ac:spMkLst>
        </pc:spChg>
        <pc:spChg chg="add mod">
          <ac:chgData name="MYUNG JIN" userId="89f3fa32ababedc4" providerId="LiveId" clId="{FBC1E03A-AB44-466E-B428-D904B392A1C3}" dt="2024-12-16T15:50:26.533" v="3948" actId="114"/>
          <ac:spMkLst>
            <pc:docMk/>
            <pc:sldMk cId="4154401957" sldId="338"/>
            <ac:spMk id="120" creationId="{C1560723-816C-89C5-BA17-96AA64F8C8B8}"/>
          </ac:spMkLst>
        </pc:spChg>
        <pc:grpChg chg="add mod">
          <ac:chgData name="MYUNG JIN" userId="89f3fa32ababedc4" providerId="LiveId" clId="{FBC1E03A-AB44-466E-B428-D904B392A1C3}" dt="2024-12-16T15:45:34.289" v="3788" actId="1076"/>
          <ac:grpSpMkLst>
            <pc:docMk/>
            <pc:sldMk cId="4154401957" sldId="338"/>
            <ac:grpSpMk id="3" creationId="{1320267C-03D0-0242-9152-13169CE76B93}"/>
          </ac:grpSpMkLst>
        </pc:grpChg>
        <pc:grpChg chg="add mod">
          <ac:chgData name="MYUNG JIN" userId="89f3fa32ababedc4" providerId="LiveId" clId="{FBC1E03A-AB44-466E-B428-D904B392A1C3}" dt="2024-12-16T15:38:11.352" v="3694"/>
          <ac:grpSpMkLst>
            <pc:docMk/>
            <pc:sldMk cId="4154401957" sldId="338"/>
            <ac:grpSpMk id="30" creationId="{FA0F4380-00E2-FE3D-22CA-224B05AB3084}"/>
          </ac:grpSpMkLst>
        </pc:grpChg>
        <pc:grpChg chg="add mod">
          <ac:chgData name="MYUNG JIN" userId="89f3fa32ababedc4" providerId="LiveId" clId="{FBC1E03A-AB44-466E-B428-D904B392A1C3}" dt="2024-12-16T15:38:11.352" v="3694"/>
          <ac:grpSpMkLst>
            <pc:docMk/>
            <pc:sldMk cId="4154401957" sldId="338"/>
            <ac:grpSpMk id="51" creationId="{73DBB7C1-EA05-5DD0-1AB6-6A6AD11F2F58}"/>
          </ac:grpSpMkLst>
        </pc:grpChg>
        <pc:grpChg chg="mod">
          <ac:chgData name="MYUNG JIN" userId="89f3fa32ababedc4" providerId="LiveId" clId="{FBC1E03A-AB44-466E-B428-D904B392A1C3}" dt="2024-12-16T15:38:11.352" v="3694"/>
          <ac:grpSpMkLst>
            <pc:docMk/>
            <pc:sldMk cId="4154401957" sldId="338"/>
            <ac:grpSpMk id="52" creationId="{9E829C82-3912-41AE-F05F-D685F28B8C19}"/>
          </ac:grpSpMkLst>
        </pc:grpChg>
        <pc:grpChg chg="add mod">
          <ac:chgData name="MYUNG JIN" userId="89f3fa32ababedc4" providerId="LiveId" clId="{FBC1E03A-AB44-466E-B428-D904B392A1C3}" dt="2024-12-16T15:41:57.611" v="3739" actId="571"/>
          <ac:grpSpMkLst>
            <pc:docMk/>
            <pc:sldMk cId="4154401957" sldId="338"/>
            <ac:grpSpMk id="73" creationId="{0D7C2BC0-692E-EC2F-4ABF-930E570978E5}"/>
          </ac:grpSpMkLst>
        </pc:grpChg>
        <pc:grpChg chg="mod">
          <ac:chgData name="MYUNG JIN" userId="89f3fa32ababedc4" providerId="LiveId" clId="{FBC1E03A-AB44-466E-B428-D904B392A1C3}" dt="2024-12-16T15:41:57.611" v="3739" actId="571"/>
          <ac:grpSpMkLst>
            <pc:docMk/>
            <pc:sldMk cId="4154401957" sldId="338"/>
            <ac:grpSpMk id="74" creationId="{22EC56BF-BA61-1C65-B2C8-74D5EF82E60C}"/>
          </ac:grpSpMkLst>
        </pc:grpChg>
        <pc:grpChg chg="add mod">
          <ac:chgData name="MYUNG JIN" userId="89f3fa32ababedc4" providerId="LiveId" clId="{FBC1E03A-AB44-466E-B428-D904B392A1C3}" dt="2024-12-16T15:45:41.900" v="3789" actId="1076"/>
          <ac:grpSpMkLst>
            <pc:docMk/>
            <pc:sldMk cId="4154401957" sldId="338"/>
            <ac:grpSpMk id="85" creationId="{930A18BC-1357-7617-4673-622548107E50}"/>
          </ac:grpSpMkLst>
        </pc:grpChg>
        <pc:grpChg chg="add mod">
          <ac:chgData name="MYUNG JIN" userId="89f3fa32ababedc4" providerId="LiveId" clId="{FBC1E03A-AB44-466E-B428-D904B392A1C3}" dt="2024-12-16T15:50:31.506" v="3951" actId="1076"/>
          <ac:grpSpMkLst>
            <pc:docMk/>
            <pc:sldMk cId="4154401957" sldId="338"/>
            <ac:grpSpMk id="117" creationId="{030DA98C-8127-9ED3-129C-8E39C8722EEA}"/>
          </ac:grpSpMkLst>
        </pc:grpChg>
        <pc:picChg chg="mod">
          <ac:chgData name="MYUNG JIN" userId="89f3fa32ababedc4" providerId="LiveId" clId="{FBC1E03A-AB44-466E-B428-D904B392A1C3}" dt="2024-12-16T15:38:11.352" v="3694"/>
          <ac:picMkLst>
            <pc:docMk/>
            <pc:sldMk cId="4154401957" sldId="338"/>
            <ac:picMk id="7" creationId="{3D1C5C12-D59C-4C58-1F1E-67F0FF56A69B}"/>
          </ac:picMkLst>
        </pc:picChg>
        <pc:picChg chg="mod">
          <ac:chgData name="MYUNG JIN" userId="89f3fa32ababedc4" providerId="LiveId" clId="{FBC1E03A-AB44-466E-B428-D904B392A1C3}" dt="2024-12-16T15:38:11.352" v="3694"/>
          <ac:picMkLst>
            <pc:docMk/>
            <pc:sldMk cId="4154401957" sldId="338"/>
            <ac:picMk id="53" creationId="{93BC03A0-2211-6D23-B556-69AB00F9BC2A}"/>
          </ac:picMkLst>
        </pc:picChg>
        <pc:picChg chg="mod">
          <ac:chgData name="MYUNG JIN" userId="89f3fa32ababedc4" providerId="LiveId" clId="{FBC1E03A-AB44-466E-B428-D904B392A1C3}" dt="2024-12-16T15:38:11.352" v="3694"/>
          <ac:picMkLst>
            <pc:docMk/>
            <pc:sldMk cId="4154401957" sldId="338"/>
            <ac:picMk id="54" creationId="{1ED55075-CE3B-AC9B-073C-A8303D85D639}"/>
          </ac:picMkLst>
        </pc:picChg>
        <pc:picChg chg="mod">
          <ac:chgData name="MYUNG JIN" userId="89f3fa32ababedc4" providerId="LiveId" clId="{FBC1E03A-AB44-466E-B428-D904B392A1C3}" dt="2024-12-16T15:38:11.352" v="3694"/>
          <ac:picMkLst>
            <pc:docMk/>
            <pc:sldMk cId="4154401957" sldId="338"/>
            <ac:picMk id="55" creationId="{3224BF4B-817A-B117-98A5-2699D5D1B96A}"/>
          </ac:picMkLst>
        </pc:picChg>
        <pc:cxnChg chg="mod">
          <ac:chgData name="MYUNG JIN" userId="89f3fa32ababedc4" providerId="LiveId" clId="{FBC1E03A-AB44-466E-B428-D904B392A1C3}" dt="2024-12-16T15:38:11.352" v="3694"/>
          <ac:cxnSpMkLst>
            <pc:docMk/>
            <pc:sldMk cId="4154401957" sldId="338"/>
            <ac:cxnSpMk id="5" creationId="{99150754-4235-6C55-86C0-DE1DD919ACC2}"/>
          </ac:cxnSpMkLst>
        </pc:cxnChg>
        <pc:cxnChg chg="mod">
          <ac:chgData name="MYUNG JIN" userId="89f3fa32ababedc4" providerId="LiveId" clId="{FBC1E03A-AB44-466E-B428-D904B392A1C3}" dt="2024-12-16T15:38:11.352" v="3694"/>
          <ac:cxnSpMkLst>
            <pc:docMk/>
            <pc:sldMk cId="4154401957" sldId="338"/>
            <ac:cxnSpMk id="6" creationId="{999ADBBB-0DFC-C4E3-E103-A64031283698}"/>
          </ac:cxnSpMkLst>
        </pc:cxnChg>
        <pc:cxnChg chg="mod">
          <ac:chgData name="MYUNG JIN" userId="89f3fa32ababedc4" providerId="LiveId" clId="{FBC1E03A-AB44-466E-B428-D904B392A1C3}" dt="2024-12-16T15:38:11.352" v="3694"/>
          <ac:cxnSpMkLst>
            <pc:docMk/>
            <pc:sldMk cId="4154401957" sldId="338"/>
            <ac:cxnSpMk id="8" creationId="{5A2AAED0-98C9-4066-2C31-0FD64AED81B6}"/>
          </ac:cxnSpMkLst>
        </pc:cxnChg>
        <pc:cxnChg chg="mod">
          <ac:chgData name="MYUNG JIN" userId="89f3fa32ababedc4" providerId="LiveId" clId="{FBC1E03A-AB44-466E-B428-D904B392A1C3}" dt="2024-12-16T15:38:11.352" v="3694"/>
          <ac:cxnSpMkLst>
            <pc:docMk/>
            <pc:sldMk cId="4154401957" sldId="338"/>
            <ac:cxnSpMk id="15" creationId="{7D835BA9-93AB-EA13-2B28-26CB648C8F16}"/>
          </ac:cxnSpMkLst>
        </pc:cxnChg>
        <pc:cxnChg chg="mod">
          <ac:chgData name="MYUNG JIN" userId="89f3fa32ababedc4" providerId="LiveId" clId="{FBC1E03A-AB44-466E-B428-D904B392A1C3}" dt="2024-12-16T15:38:11.352" v="3694"/>
          <ac:cxnSpMkLst>
            <pc:docMk/>
            <pc:sldMk cId="4154401957" sldId="338"/>
            <ac:cxnSpMk id="17" creationId="{B293BB8A-952C-EE0A-8908-A8FE7BCB9F5F}"/>
          </ac:cxnSpMkLst>
        </pc:cxnChg>
        <pc:cxnChg chg="mod">
          <ac:chgData name="MYUNG JIN" userId="89f3fa32ababedc4" providerId="LiveId" clId="{FBC1E03A-AB44-466E-B428-D904B392A1C3}" dt="2024-12-16T15:38:11.352" v="3694"/>
          <ac:cxnSpMkLst>
            <pc:docMk/>
            <pc:sldMk cId="4154401957" sldId="338"/>
            <ac:cxnSpMk id="18" creationId="{E4994B43-98F4-33B5-782E-2A239B1F1E8E}"/>
          </ac:cxnSpMkLst>
        </pc:cxnChg>
        <pc:cxnChg chg="mod">
          <ac:chgData name="MYUNG JIN" userId="89f3fa32ababedc4" providerId="LiveId" clId="{FBC1E03A-AB44-466E-B428-D904B392A1C3}" dt="2024-12-16T15:38:11.352" v="3694"/>
          <ac:cxnSpMkLst>
            <pc:docMk/>
            <pc:sldMk cId="4154401957" sldId="338"/>
            <ac:cxnSpMk id="19" creationId="{885F89AE-705D-A542-A6E4-AFDE1F9EE382}"/>
          </ac:cxnSpMkLst>
        </pc:cxnChg>
        <pc:cxnChg chg="mod">
          <ac:chgData name="MYUNG JIN" userId="89f3fa32ababedc4" providerId="LiveId" clId="{FBC1E03A-AB44-466E-B428-D904B392A1C3}" dt="2024-12-16T15:38:11.352" v="3694"/>
          <ac:cxnSpMkLst>
            <pc:docMk/>
            <pc:sldMk cId="4154401957" sldId="338"/>
            <ac:cxnSpMk id="24" creationId="{69F9FE9E-4C41-4F3E-9364-D0324B90B1F2}"/>
          </ac:cxnSpMkLst>
        </pc:cxnChg>
        <pc:cxnChg chg="add mod">
          <ac:chgData name="MYUNG JIN" userId="89f3fa32ababedc4" providerId="LiveId" clId="{FBC1E03A-AB44-466E-B428-D904B392A1C3}" dt="2024-12-16T15:38:11.352" v="3694"/>
          <ac:cxnSpMkLst>
            <pc:docMk/>
            <pc:sldMk cId="4154401957" sldId="338"/>
            <ac:cxnSpMk id="25" creationId="{AF1B3344-309F-168A-4A7D-A4BBD0E67876}"/>
          </ac:cxnSpMkLst>
        </pc:cxnChg>
        <pc:cxnChg chg="add mod">
          <ac:chgData name="MYUNG JIN" userId="89f3fa32ababedc4" providerId="LiveId" clId="{FBC1E03A-AB44-466E-B428-D904B392A1C3}" dt="2024-12-16T15:38:11.352" v="3694"/>
          <ac:cxnSpMkLst>
            <pc:docMk/>
            <pc:sldMk cId="4154401957" sldId="338"/>
            <ac:cxnSpMk id="27" creationId="{BBFDEB7C-F347-6B13-2FFE-C918CB81F2DA}"/>
          </ac:cxnSpMkLst>
        </pc:cxnChg>
        <pc:cxnChg chg="mod">
          <ac:chgData name="MYUNG JIN" userId="89f3fa32ababedc4" providerId="LiveId" clId="{FBC1E03A-AB44-466E-B428-D904B392A1C3}" dt="2024-12-16T15:38:11.352" v="3694"/>
          <ac:cxnSpMkLst>
            <pc:docMk/>
            <pc:sldMk cId="4154401957" sldId="338"/>
            <ac:cxnSpMk id="35" creationId="{B5700651-A196-350F-D8F7-55BD276E73A2}"/>
          </ac:cxnSpMkLst>
        </pc:cxnChg>
        <pc:cxnChg chg="mod">
          <ac:chgData name="MYUNG JIN" userId="89f3fa32ababedc4" providerId="LiveId" clId="{FBC1E03A-AB44-466E-B428-D904B392A1C3}" dt="2024-12-16T15:38:11.352" v="3694"/>
          <ac:cxnSpMkLst>
            <pc:docMk/>
            <pc:sldMk cId="4154401957" sldId="338"/>
            <ac:cxnSpMk id="36" creationId="{9E31399B-68C8-5A79-2677-D8BBAFE976DF}"/>
          </ac:cxnSpMkLst>
        </pc:cxnChg>
        <pc:cxnChg chg="mod">
          <ac:chgData name="MYUNG JIN" userId="89f3fa32ababedc4" providerId="LiveId" clId="{FBC1E03A-AB44-466E-B428-D904B392A1C3}" dt="2024-12-16T15:38:11.352" v="3694"/>
          <ac:cxnSpMkLst>
            <pc:docMk/>
            <pc:sldMk cId="4154401957" sldId="338"/>
            <ac:cxnSpMk id="37" creationId="{74B57305-1018-B438-068E-8937FD3DCC8C}"/>
          </ac:cxnSpMkLst>
        </pc:cxnChg>
        <pc:cxnChg chg="mod">
          <ac:chgData name="MYUNG JIN" userId="89f3fa32ababedc4" providerId="LiveId" clId="{FBC1E03A-AB44-466E-B428-D904B392A1C3}" dt="2024-12-16T15:38:11.352" v="3694"/>
          <ac:cxnSpMkLst>
            <pc:docMk/>
            <pc:sldMk cId="4154401957" sldId="338"/>
            <ac:cxnSpMk id="38" creationId="{E93823E4-F3CE-50E6-79B1-260DA2B8C89E}"/>
          </ac:cxnSpMkLst>
        </pc:cxnChg>
        <pc:cxnChg chg="mod">
          <ac:chgData name="MYUNG JIN" userId="89f3fa32ababedc4" providerId="LiveId" clId="{FBC1E03A-AB44-466E-B428-D904B392A1C3}" dt="2024-12-16T15:38:11.352" v="3694"/>
          <ac:cxnSpMkLst>
            <pc:docMk/>
            <pc:sldMk cId="4154401957" sldId="338"/>
            <ac:cxnSpMk id="39" creationId="{A8A900C6-C4BC-FD7E-F87A-96724ED77C84}"/>
          </ac:cxnSpMkLst>
        </pc:cxnChg>
        <pc:cxnChg chg="mod">
          <ac:chgData name="MYUNG JIN" userId="89f3fa32ababedc4" providerId="LiveId" clId="{FBC1E03A-AB44-466E-B428-D904B392A1C3}" dt="2024-12-16T15:38:11.352" v="3694"/>
          <ac:cxnSpMkLst>
            <pc:docMk/>
            <pc:sldMk cId="4154401957" sldId="338"/>
            <ac:cxnSpMk id="40" creationId="{F6BD75BE-B6B1-CD97-864A-79BEAB173630}"/>
          </ac:cxnSpMkLst>
        </pc:cxnChg>
        <pc:cxnChg chg="mod">
          <ac:chgData name="MYUNG JIN" userId="89f3fa32ababedc4" providerId="LiveId" clId="{FBC1E03A-AB44-466E-B428-D904B392A1C3}" dt="2024-12-16T15:38:11.352" v="3694"/>
          <ac:cxnSpMkLst>
            <pc:docMk/>
            <pc:sldMk cId="4154401957" sldId="338"/>
            <ac:cxnSpMk id="41" creationId="{CF69C047-13D3-5A78-38BD-8055386158CC}"/>
          </ac:cxnSpMkLst>
        </pc:cxnChg>
        <pc:cxnChg chg="mod">
          <ac:chgData name="MYUNG JIN" userId="89f3fa32ababedc4" providerId="LiveId" clId="{FBC1E03A-AB44-466E-B428-D904B392A1C3}" dt="2024-12-16T15:38:11.352" v="3694"/>
          <ac:cxnSpMkLst>
            <pc:docMk/>
            <pc:sldMk cId="4154401957" sldId="338"/>
            <ac:cxnSpMk id="42" creationId="{8C0EA451-CA3D-1BF3-8DEE-CA3C12802A79}"/>
          </ac:cxnSpMkLst>
        </pc:cxnChg>
        <pc:cxnChg chg="mod">
          <ac:chgData name="MYUNG JIN" userId="89f3fa32ababedc4" providerId="LiveId" clId="{FBC1E03A-AB44-466E-B428-D904B392A1C3}" dt="2024-12-16T15:38:11.352" v="3694"/>
          <ac:cxnSpMkLst>
            <pc:docMk/>
            <pc:sldMk cId="4154401957" sldId="338"/>
            <ac:cxnSpMk id="43" creationId="{64756744-BE89-95DE-1BE4-BB849C488A31}"/>
          </ac:cxnSpMkLst>
        </pc:cxnChg>
        <pc:cxnChg chg="mod">
          <ac:chgData name="MYUNG JIN" userId="89f3fa32ababedc4" providerId="LiveId" clId="{FBC1E03A-AB44-466E-B428-D904B392A1C3}" dt="2024-12-16T15:38:11.352" v="3694"/>
          <ac:cxnSpMkLst>
            <pc:docMk/>
            <pc:sldMk cId="4154401957" sldId="338"/>
            <ac:cxnSpMk id="44" creationId="{5CB08F8F-8FB7-ED4C-B01E-33255F3DCA2E}"/>
          </ac:cxnSpMkLst>
        </pc:cxnChg>
        <pc:cxnChg chg="mod">
          <ac:chgData name="MYUNG JIN" userId="89f3fa32ababedc4" providerId="LiveId" clId="{FBC1E03A-AB44-466E-B428-D904B392A1C3}" dt="2024-12-16T15:38:11.352" v="3694"/>
          <ac:cxnSpMkLst>
            <pc:docMk/>
            <pc:sldMk cId="4154401957" sldId="338"/>
            <ac:cxnSpMk id="45" creationId="{FF6199A4-2D67-7717-1A51-AD16D7829D7F}"/>
          </ac:cxnSpMkLst>
        </pc:cxnChg>
        <pc:cxnChg chg="mod">
          <ac:chgData name="MYUNG JIN" userId="89f3fa32ababedc4" providerId="LiveId" clId="{FBC1E03A-AB44-466E-B428-D904B392A1C3}" dt="2024-12-16T15:38:11.352" v="3694"/>
          <ac:cxnSpMkLst>
            <pc:docMk/>
            <pc:sldMk cId="4154401957" sldId="338"/>
            <ac:cxnSpMk id="46" creationId="{18D10106-D8DA-2016-A30A-F80FC925F034}"/>
          </ac:cxnSpMkLst>
        </pc:cxnChg>
        <pc:cxnChg chg="mod">
          <ac:chgData name="MYUNG JIN" userId="89f3fa32ababedc4" providerId="LiveId" clId="{FBC1E03A-AB44-466E-B428-D904B392A1C3}" dt="2024-12-16T15:38:11.352" v="3694"/>
          <ac:cxnSpMkLst>
            <pc:docMk/>
            <pc:sldMk cId="4154401957" sldId="338"/>
            <ac:cxnSpMk id="47" creationId="{8B16D146-45BF-2364-B50D-03C738A5DC25}"/>
          </ac:cxnSpMkLst>
        </pc:cxnChg>
        <pc:cxnChg chg="mod">
          <ac:chgData name="MYUNG JIN" userId="89f3fa32ababedc4" providerId="LiveId" clId="{FBC1E03A-AB44-466E-B428-D904B392A1C3}" dt="2024-12-16T15:38:11.352" v="3694"/>
          <ac:cxnSpMkLst>
            <pc:docMk/>
            <pc:sldMk cId="4154401957" sldId="338"/>
            <ac:cxnSpMk id="48" creationId="{263A0CEB-C90D-C33D-6FC3-CDB2D8AC92B9}"/>
          </ac:cxnSpMkLst>
        </pc:cxnChg>
        <pc:cxnChg chg="mod">
          <ac:chgData name="MYUNG JIN" userId="89f3fa32ababedc4" providerId="LiveId" clId="{FBC1E03A-AB44-466E-B428-D904B392A1C3}" dt="2024-12-16T15:38:11.352" v="3694"/>
          <ac:cxnSpMkLst>
            <pc:docMk/>
            <pc:sldMk cId="4154401957" sldId="338"/>
            <ac:cxnSpMk id="49" creationId="{EF846621-8C99-668A-F148-95150ABB4320}"/>
          </ac:cxnSpMkLst>
        </pc:cxnChg>
        <pc:cxnChg chg="mod">
          <ac:chgData name="MYUNG JIN" userId="89f3fa32ababedc4" providerId="LiveId" clId="{FBC1E03A-AB44-466E-B428-D904B392A1C3}" dt="2024-12-16T15:38:11.352" v="3694"/>
          <ac:cxnSpMkLst>
            <pc:docMk/>
            <pc:sldMk cId="4154401957" sldId="338"/>
            <ac:cxnSpMk id="50" creationId="{4A14D49F-9469-A376-D832-A76AE8A25A69}"/>
          </ac:cxnSpMkLst>
        </pc:cxnChg>
        <pc:cxnChg chg="mod">
          <ac:chgData name="MYUNG JIN" userId="89f3fa32ababedc4" providerId="LiveId" clId="{FBC1E03A-AB44-466E-B428-D904B392A1C3}" dt="2024-12-16T15:38:11.352" v="3694"/>
          <ac:cxnSpMkLst>
            <pc:docMk/>
            <pc:sldMk cId="4154401957" sldId="338"/>
            <ac:cxnSpMk id="56" creationId="{3656FFFE-F89E-2887-D620-1E618F9F36BE}"/>
          </ac:cxnSpMkLst>
        </pc:cxnChg>
        <pc:cxnChg chg="mod">
          <ac:chgData name="MYUNG JIN" userId="89f3fa32ababedc4" providerId="LiveId" clId="{FBC1E03A-AB44-466E-B428-D904B392A1C3}" dt="2024-12-16T15:38:11.352" v="3694"/>
          <ac:cxnSpMkLst>
            <pc:docMk/>
            <pc:sldMk cId="4154401957" sldId="338"/>
            <ac:cxnSpMk id="57" creationId="{B8E3077B-5185-097A-41E5-C03E587B071E}"/>
          </ac:cxnSpMkLst>
        </pc:cxnChg>
        <pc:cxnChg chg="mod">
          <ac:chgData name="MYUNG JIN" userId="89f3fa32ababedc4" providerId="LiveId" clId="{FBC1E03A-AB44-466E-B428-D904B392A1C3}" dt="2024-12-16T15:38:11.352" v="3694"/>
          <ac:cxnSpMkLst>
            <pc:docMk/>
            <pc:sldMk cId="4154401957" sldId="338"/>
            <ac:cxnSpMk id="58" creationId="{7E321EEE-D16D-4A98-AC7A-D322BF7E420C}"/>
          </ac:cxnSpMkLst>
        </pc:cxnChg>
        <pc:cxnChg chg="mod">
          <ac:chgData name="MYUNG JIN" userId="89f3fa32ababedc4" providerId="LiveId" clId="{FBC1E03A-AB44-466E-B428-D904B392A1C3}" dt="2024-12-16T15:38:11.352" v="3694"/>
          <ac:cxnSpMkLst>
            <pc:docMk/>
            <pc:sldMk cId="4154401957" sldId="338"/>
            <ac:cxnSpMk id="59" creationId="{072CF5F6-FF91-7EEC-A3B5-7EDECC1019B1}"/>
          </ac:cxnSpMkLst>
        </pc:cxnChg>
        <pc:cxnChg chg="mod">
          <ac:chgData name="MYUNG JIN" userId="89f3fa32ababedc4" providerId="LiveId" clId="{FBC1E03A-AB44-466E-B428-D904B392A1C3}" dt="2024-12-16T15:38:11.352" v="3694"/>
          <ac:cxnSpMkLst>
            <pc:docMk/>
            <pc:sldMk cId="4154401957" sldId="338"/>
            <ac:cxnSpMk id="60" creationId="{27CCCD89-5B19-2C9A-A059-EE558A22ACE3}"/>
          </ac:cxnSpMkLst>
        </pc:cxnChg>
        <pc:cxnChg chg="mod">
          <ac:chgData name="MYUNG JIN" userId="89f3fa32ababedc4" providerId="LiveId" clId="{FBC1E03A-AB44-466E-B428-D904B392A1C3}" dt="2024-12-16T15:38:11.352" v="3694"/>
          <ac:cxnSpMkLst>
            <pc:docMk/>
            <pc:sldMk cId="4154401957" sldId="338"/>
            <ac:cxnSpMk id="61" creationId="{8C547A62-865B-F7B7-D202-879AF446B50F}"/>
          </ac:cxnSpMkLst>
        </pc:cxnChg>
        <pc:cxnChg chg="mod">
          <ac:chgData name="MYUNG JIN" userId="89f3fa32ababedc4" providerId="LiveId" clId="{FBC1E03A-AB44-466E-B428-D904B392A1C3}" dt="2024-12-16T15:38:11.352" v="3694"/>
          <ac:cxnSpMkLst>
            <pc:docMk/>
            <pc:sldMk cId="4154401957" sldId="338"/>
            <ac:cxnSpMk id="62" creationId="{F6653045-0314-EB74-9823-5189BE919B87}"/>
          </ac:cxnSpMkLst>
        </pc:cxnChg>
        <pc:cxnChg chg="mod">
          <ac:chgData name="MYUNG JIN" userId="89f3fa32ababedc4" providerId="LiveId" clId="{FBC1E03A-AB44-466E-B428-D904B392A1C3}" dt="2024-12-16T15:38:11.352" v="3694"/>
          <ac:cxnSpMkLst>
            <pc:docMk/>
            <pc:sldMk cId="4154401957" sldId="338"/>
            <ac:cxnSpMk id="63" creationId="{B56FFFBA-3F37-9ABE-045A-CF1862F1BB57}"/>
          </ac:cxnSpMkLst>
        </pc:cxnChg>
        <pc:cxnChg chg="mod">
          <ac:chgData name="MYUNG JIN" userId="89f3fa32ababedc4" providerId="LiveId" clId="{FBC1E03A-AB44-466E-B428-D904B392A1C3}" dt="2024-12-16T15:41:57.611" v="3739" actId="571"/>
          <ac:cxnSpMkLst>
            <pc:docMk/>
            <pc:sldMk cId="4154401957" sldId="338"/>
            <ac:cxnSpMk id="75" creationId="{6120C30B-4A36-580B-A5F7-EBA038C679BE}"/>
          </ac:cxnSpMkLst>
        </pc:cxnChg>
        <pc:cxnChg chg="mod">
          <ac:chgData name="MYUNG JIN" userId="89f3fa32ababedc4" providerId="LiveId" clId="{FBC1E03A-AB44-466E-B428-D904B392A1C3}" dt="2024-12-16T15:41:57.611" v="3739" actId="571"/>
          <ac:cxnSpMkLst>
            <pc:docMk/>
            <pc:sldMk cId="4154401957" sldId="338"/>
            <ac:cxnSpMk id="76" creationId="{63D8F1A7-03A9-7D72-52A3-7CF125585BD8}"/>
          </ac:cxnSpMkLst>
        </pc:cxnChg>
        <pc:cxnChg chg="mod">
          <ac:chgData name="MYUNG JIN" userId="89f3fa32ababedc4" providerId="LiveId" clId="{FBC1E03A-AB44-466E-B428-D904B392A1C3}" dt="2024-12-16T15:41:57.611" v="3739" actId="571"/>
          <ac:cxnSpMkLst>
            <pc:docMk/>
            <pc:sldMk cId="4154401957" sldId="338"/>
            <ac:cxnSpMk id="80" creationId="{86315AC4-94F9-DDBC-1726-627E6DA0F016}"/>
          </ac:cxnSpMkLst>
        </pc:cxnChg>
        <pc:cxnChg chg="mod">
          <ac:chgData name="MYUNG JIN" userId="89f3fa32ababedc4" providerId="LiveId" clId="{FBC1E03A-AB44-466E-B428-D904B392A1C3}" dt="2024-12-16T15:42:01.511" v="3742" actId="1076"/>
          <ac:cxnSpMkLst>
            <pc:docMk/>
            <pc:sldMk cId="4154401957" sldId="338"/>
            <ac:cxnSpMk id="82" creationId="{4DB5CCC0-4BBF-626B-ED74-6D84F07F4575}"/>
          </ac:cxnSpMkLst>
        </pc:cxnChg>
        <pc:cxnChg chg="mod">
          <ac:chgData name="MYUNG JIN" userId="89f3fa32ababedc4" providerId="LiveId" clId="{FBC1E03A-AB44-466E-B428-D904B392A1C3}" dt="2024-12-16T15:42:01.511" v="3742" actId="1076"/>
          <ac:cxnSpMkLst>
            <pc:docMk/>
            <pc:sldMk cId="4154401957" sldId="338"/>
            <ac:cxnSpMk id="83" creationId="{81EA3159-191A-6E3A-0FA0-D64BABE98B24}"/>
          </ac:cxnSpMkLst>
        </pc:cxnChg>
        <pc:cxnChg chg="add mod">
          <ac:chgData name="MYUNG JIN" userId="89f3fa32ababedc4" providerId="LiveId" clId="{FBC1E03A-AB44-466E-B428-D904B392A1C3}" dt="2024-12-16T15:45:41.900" v="3789" actId="1076"/>
          <ac:cxnSpMkLst>
            <pc:docMk/>
            <pc:sldMk cId="4154401957" sldId="338"/>
            <ac:cxnSpMk id="87" creationId="{FC132192-2E43-5EB8-E7CD-E2F30972733B}"/>
          </ac:cxnSpMkLst>
        </pc:cxnChg>
        <pc:cxnChg chg="add mod">
          <ac:chgData name="MYUNG JIN" userId="89f3fa32ababedc4" providerId="LiveId" clId="{FBC1E03A-AB44-466E-B428-D904B392A1C3}" dt="2024-12-16T15:45:41.900" v="3789" actId="1076"/>
          <ac:cxnSpMkLst>
            <pc:docMk/>
            <pc:sldMk cId="4154401957" sldId="338"/>
            <ac:cxnSpMk id="93" creationId="{06D65CB1-1B1C-8935-F1C2-DE1302A4F297}"/>
          </ac:cxnSpMkLst>
        </pc:cxnChg>
        <pc:cxnChg chg="add mod ord">
          <ac:chgData name="MYUNG JIN" userId="89f3fa32ababedc4" providerId="LiveId" clId="{FBC1E03A-AB44-466E-B428-D904B392A1C3}" dt="2024-12-16T15:45:41.900" v="3789" actId="1076"/>
          <ac:cxnSpMkLst>
            <pc:docMk/>
            <pc:sldMk cId="4154401957" sldId="338"/>
            <ac:cxnSpMk id="95" creationId="{77E60C0E-264E-6B4F-FB6A-5EA3372E3AF3}"/>
          </ac:cxnSpMkLst>
        </pc:cxnChg>
        <pc:cxnChg chg="add mod ord">
          <ac:chgData name="MYUNG JIN" userId="89f3fa32ababedc4" providerId="LiveId" clId="{FBC1E03A-AB44-466E-B428-D904B392A1C3}" dt="2024-12-16T15:45:41.900" v="3789" actId="1076"/>
          <ac:cxnSpMkLst>
            <pc:docMk/>
            <pc:sldMk cId="4154401957" sldId="338"/>
            <ac:cxnSpMk id="96" creationId="{F7EDC807-FC25-C7CC-E94D-1EF5A8A970CF}"/>
          </ac:cxnSpMkLst>
        </pc:cxnChg>
        <pc:cxnChg chg="add mod ord">
          <ac:chgData name="MYUNG JIN" userId="89f3fa32ababedc4" providerId="LiveId" clId="{FBC1E03A-AB44-466E-B428-D904B392A1C3}" dt="2024-12-16T15:45:41.900" v="3789" actId="1076"/>
          <ac:cxnSpMkLst>
            <pc:docMk/>
            <pc:sldMk cId="4154401957" sldId="338"/>
            <ac:cxnSpMk id="98" creationId="{9DD89A2A-80DF-B798-21C1-F27DE502C325}"/>
          </ac:cxnSpMkLst>
        </pc:cxnChg>
        <pc:cxnChg chg="add mod">
          <ac:chgData name="MYUNG JIN" userId="89f3fa32ababedc4" providerId="LiveId" clId="{FBC1E03A-AB44-466E-B428-D904B392A1C3}" dt="2024-12-16T15:50:02.086" v="3945" actId="14100"/>
          <ac:cxnSpMkLst>
            <pc:docMk/>
            <pc:sldMk cId="4154401957" sldId="338"/>
            <ac:cxnSpMk id="119" creationId="{BEA5ECF3-97A6-ABD5-CE4E-068B93BF9EF9}"/>
          </ac:cxnSpMkLst>
        </pc:cxnChg>
      </pc:sldChg>
      <pc:sldChg chg="add del">
        <pc:chgData name="MYUNG JIN" userId="89f3fa32ababedc4" providerId="LiveId" clId="{FBC1E03A-AB44-466E-B428-D904B392A1C3}" dt="2024-12-16T15:08:00.409" v="2471" actId="47"/>
        <pc:sldMkLst>
          <pc:docMk/>
          <pc:sldMk cId="3488794039" sldId="339"/>
        </pc:sldMkLst>
      </pc:sldChg>
      <pc:sldChg chg="add del">
        <pc:chgData name="MYUNG JIN" userId="89f3fa32ababedc4" providerId="LiveId" clId="{FBC1E03A-AB44-466E-B428-D904B392A1C3}" dt="2024-12-16T15:08:00.409" v="2471" actId="47"/>
        <pc:sldMkLst>
          <pc:docMk/>
          <pc:sldMk cId="248035018" sldId="340"/>
        </pc:sldMkLst>
      </pc:sldChg>
      <pc:sldMasterChg chg="modSldLayout">
        <pc:chgData name="MYUNG JIN" userId="89f3fa32ababedc4" providerId="LiveId" clId="{FBC1E03A-AB44-466E-B428-D904B392A1C3}" dt="2024-12-16T08:39:18.847" v="313" actId="20577"/>
        <pc:sldMasterMkLst>
          <pc:docMk/>
          <pc:sldMasterMk cId="865822706" sldId="2147483672"/>
        </pc:sldMasterMkLst>
        <pc:sldLayoutChg chg="modSp mod">
          <pc:chgData name="MYUNG JIN" userId="89f3fa32ababedc4" providerId="LiveId" clId="{FBC1E03A-AB44-466E-B428-D904B392A1C3}" dt="2024-12-16T08:39:18.847" v="313" actId="20577"/>
          <pc:sldLayoutMkLst>
            <pc:docMk/>
            <pc:sldMasterMk cId="865822706" sldId="2147483672"/>
            <pc:sldLayoutMk cId="1527371085" sldId="2147483662"/>
          </pc:sldLayoutMkLst>
          <pc:spChg chg="mod">
            <ac:chgData name="MYUNG JIN" userId="89f3fa32ababedc4" providerId="LiveId" clId="{FBC1E03A-AB44-466E-B428-D904B392A1C3}" dt="2024-12-16T08:39:18.847" v="313" actId="20577"/>
            <ac:spMkLst>
              <pc:docMk/>
              <pc:sldMasterMk cId="865822706" sldId="2147483672"/>
              <pc:sldLayoutMk cId="1527371085" sldId="2147483662"/>
              <ac:spMk id="2" creationId="{A7AFC566-22A4-29F2-DC8E-5E0F72383F7D}"/>
            </ac:spMkLst>
          </pc:spChg>
        </pc:sldLayoutChg>
      </pc:sldMaster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chartUserShapes" Target="../drawings/drawing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계열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  <a:sp3d/>
          </c:spPr>
          <c:invertIfNegative val="0"/>
          <c:cat>
            <c:strRef>
              <c:f>Sheet1!$A$2:$A$4</c:f>
              <c:strCache>
                <c:ptCount val="3"/>
                <c:pt idx="0">
                  <c:v>TCAD</c:v>
                </c:pt>
                <c:pt idx="1">
                  <c:v>ODE Simulation</c:v>
                </c:pt>
                <c:pt idx="2">
                  <c:v>General Solution Simulation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</c:v>
                </c:pt>
                <c:pt idx="1">
                  <c:v>2</c:v>
                </c:pt>
                <c:pt idx="2">
                  <c:v>0.2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167-4823-ACEF-5C2E0139E27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열1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  <a:sp3d/>
          </c:spPr>
          <c:invertIfNegative val="0"/>
          <c:cat>
            <c:strRef>
              <c:f>Sheet1!$A$2:$A$4</c:f>
              <c:strCache>
                <c:ptCount val="3"/>
                <c:pt idx="0">
                  <c:v>TCAD</c:v>
                </c:pt>
                <c:pt idx="1">
                  <c:v>ODE Simulation</c:v>
                </c:pt>
                <c:pt idx="2">
                  <c:v>General Solution Simulation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</c:numCache>
            </c:numRef>
          </c:val>
          <c:extLst>
            <c:ext xmlns:c16="http://schemas.microsoft.com/office/drawing/2014/chart" uri="{C3380CC4-5D6E-409C-BE32-E72D297353CC}">
              <c16:uniqueId val="{00000001-F167-4823-ACEF-5C2E0139E274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열2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  <a:sp3d/>
          </c:spPr>
          <c:invertIfNegative val="0"/>
          <c:cat>
            <c:strRef>
              <c:f>Sheet1!$A$2:$A$4</c:f>
              <c:strCache>
                <c:ptCount val="3"/>
                <c:pt idx="0">
                  <c:v>TCAD</c:v>
                </c:pt>
                <c:pt idx="1">
                  <c:v>ODE Simulation</c:v>
                </c:pt>
                <c:pt idx="2">
                  <c:v>General Solution Simulation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</c:numCache>
            </c:numRef>
          </c:val>
          <c:extLst>
            <c:ext xmlns:c16="http://schemas.microsoft.com/office/drawing/2014/chart" uri="{C3380CC4-5D6E-409C-BE32-E72D297353CC}">
              <c16:uniqueId val="{00000002-F167-4823-ACEF-5C2E0139E27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box"/>
        <c:axId val="1073397952"/>
        <c:axId val="955967520"/>
        <c:axId val="0"/>
      </c:bar3DChart>
      <c:catAx>
        <c:axId val="107339795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955967520"/>
        <c:crosses val="autoZero"/>
        <c:auto val="1"/>
        <c:lblAlgn val="ctr"/>
        <c:lblOffset val="100"/>
        <c:noMultiLvlLbl val="0"/>
      </c:catAx>
      <c:valAx>
        <c:axId val="955967520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107339795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  <c:userShapes r:id="rId4"/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0.26536</cdr:x>
      <cdr:y>0.33147</cdr:y>
    </cdr:from>
    <cdr:to>
      <cdr:x>0.91337</cdr:x>
      <cdr:y>0.41412</cdr:y>
    </cdr:to>
    <cdr:sp macro="" textlink="">
      <cdr:nvSpPr>
        <cdr:cNvPr id="2" name="화살표: 오른쪽 1">
          <a:extLst xmlns:a="http://schemas.openxmlformats.org/drawingml/2006/main">
            <a:ext uri="{FF2B5EF4-FFF2-40B4-BE49-F238E27FC236}">
              <a16:creationId xmlns:a16="http://schemas.microsoft.com/office/drawing/2014/main" id="{DF3C99C6-5347-7286-E1F6-47CDE35B041B}"/>
            </a:ext>
          </a:extLst>
        </cdr:cNvPr>
        <cdr:cNvSpPr/>
      </cdr:nvSpPr>
      <cdr:spPr>
        <a:xfrm xmlns:a="http://schemas.openxmlformats.org/drawingml/2006/main" rot="2121637">
          <a:off x="1617617" y="1347082"/>
          <a:ext cx="3950307" cy="335902"/>
        </a:xfrm>
        <a:prstGeom xmlns:a="http://schemas.openxmlformats.org/drawingml/2006/main" prst="rightArrow">
          <a:avLst/>
        </a:prstGeom>
        <a:solidFill xmlns:a="http://schemas.openxmlformats.org/drawingml/2006/main">
          <a:srgbClr val="FFC000"/>
        </a:solidFill>
      </cdr:spPr>
      <cdr:style>
        <a:lnRef xmlns:a="http://schemas.openxmlformats.org/drawingml/2006/main" idx="2">
          <a:schemeClr val="accent1">
            <a:shade val="20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vertOverflow="clip"/>
        <a:lstStyle xmlns:a="http://schemas.openxmlformats.org/drawingml/2006/main"/>
        <a:p xmlns:a="http://schemas.openxmlformats.org/drawingml/2006/main">
          <a:endParaRPr lang="ko-KR" altLang="en-US" kern="1200"/>
        </a:p>
      </cdr:txBody>
    </cdr:sp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8180F2F1-247D-439A-AE1A-1AD18BF0EBC5}" type="datetime1">
              <a:rPr lang="ko-KR" altLang="en-US"/>
              <a:pPr lvl="0">
                <a:defRPr/>
              </a:pPr>
              <a:t>2024-12-24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ko-KR" altLang="en-US"/>
              <a:t>마스터 텍스트 스타일 편집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969D8441-CF3E-4C34-A420-65ADD8A7BB05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C47ACFDF-210B-4108-EB77-9160E7834D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8650" y="2329156"/>
            <a:ext cx="7886700" cy="219968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kumimoji="1" lang="en-US" sz="3200" b="1" dirty="0">
                <a:solidFill>
                  <a:srgbClr val="0000FF"/>
                </a:solidFill>
                <a:effectLst/>
                <a:latin typeface="Calibri"/>
                <a:ea typeface="굴림"/>
                <a:cs typeface="굴림"/>
              </a:defRPr>
            </a:lvl1pPr>
          </a:lstStyle>
          <a:p>
            <a:pPr lvl="0" algn="ctr"/>
            <a:r>
              <a:rPr lang="ko-KR" altLang="en-US" dirty="0"/>
              <a:t>제목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진명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327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2B732FBD-70BB-590B-EED9-6BA8F8E915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129" y="165556"/>
            <a:ext cx="8955742" cy="59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ctr">
              <a:defRPr lang="en-US" sz="3600" dirty="0">
                <a:ln>
                  <a:solidFill>
                    <a:srgbClr val="00397F">
                      <a:alpha val="30000"/>
                    </a:srgbClr>
                  </a:solidFill>
                </a:ln>
                <a:solidFill>
                  <a:srgbClr val="00397F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+mn-cs"/>
              </a:defRPr>
            </a:lvl1pPr>
          </a:lstStyle>
          <a:p>
            <a:pPr marL="0" lvl="0" algn="ctr"/>
            <a:endParaRPr lang="en-US" dirty="0"/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A68D360D-C118-14A3-C8B6-E639F8DD026C}"/>
              </a:ext>
            </a:extLst>
          </p:cNvPr>
          <p:cNvCxnSpPr/>
          <p:nvPr userDrawn="1"/>
        </p:nvCxnSpPr>
        <p:spPr>
          <a:xfrm>
            <a:off x="456818" y="877735"/>
            <a:ext cx="8687182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oval" w="med" len="med"/>
            <a:tailEnd w="med" len="med"/>
          </a:ln>
          <a:effectLst/>
        </p:spPr>
      </p:cxn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A7AFC566-22A4-29F2-DC8E-5E0F72383F7D}"/>
              </a:ext>
            </a:extLst>
          </p:cNvPr>
          <p:cNvSpPr txBox="1">
            <a:spLocks/>
          </p:cNvSpPr>
          <p:nvPr userDrawn="1"/>
        </p:nvSpPr>
        <p:spPr>
          <a:xfrm>
            <a:off x="4125611" y="6467849"/>
            <a:ext cx="8908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fld id="{1F989CB1-DA8A-44BB-A4A9-D7F9352F01ED}" type="slidenum">
              <a:rPr lang="ko-KR" altLang="en-US" sz="1800" smtClean="0">
                <a:solidFill>
                  <a:srgbClr val="FFFFFF"/>
                </a:solidFill>
              </a:rPr>
              <a:pPr algn="ctr">
                <a:defRPr/>
              </a:pPr>
              <a:t>‹#›</a:t>
            </a:fld>
            <a:r>
              <a:rPr lang="ko-KR" altLang="en-US" sz="1800" dirty="0">
                <a:solidFill>
                  <a:srgbClr val="FFFFFF"/>
                </a:solidFill>
              </a:rPr>
              <a:t> </a:t>
            </a:r>
            <a:r>
              <a:rPr lang="en-US" altLang="ko-KR" sz="1800" dirty="0">
                <a:solidFill>
                  <a:srgbClr val="FFFFFF"/>
                </a:solidFill>
              </a:rPr>
              <a:t>/ 15</a:t>
            </a:r>
            <a:endParaRPr lang="ko-KR" altLang="en-US" sz="18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73710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ppendix_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C47ACFDF-210B-4108-EB77-9160E7834D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8650" y="2329156"/>
            <a:ext cx="7886700" cy="219968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kumimoji="1" lang="en-US" sz="3200" b="1" dirty="0">
                <a:solidFill>
                  <a:srgbClr val="0000FF"/>
                </a:solidFill>
                <a:effectLst/>
                <a:latin typeface="Calibri"/>
                <a:ea typeface="굴림"/>
                <a:cs typeface="굴림"/>
              </a:defRPr>
            </a:lvl1pPr>
          </a:lstStyle>
          <a:p>
            <a:pPr lvl="0" algn="ctr"/>
            <a:r>
              <a:rPr lang="ko-KR" altLang="en-US" dirty="0"/>
              <a:t>제목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진명</a:t>
            </a:r>
            <a:endParaRPr lang="en-US" dirty="0"/>
          </a:p>
        </p:txBody>
      </p:sp>
      <p:sp>
        <p:nvSpPr>
          <p:cNvPr id="12" name="슬라이드 번호 개체 틀 1">
            <a:extLst>
              <a:ext uri="{FF2B5EF4-FFF2-40B4-BE49-F238E27FC236}">
                <a16:creationId xmlns:a16="http://schemas.microsoft.com/office/drawing/2014/main" id="{73E09DDB-F9AA-B7CF-1BD1-467229BF433E}"/>
              </a:ext>
            </a:extLst>
          </p:cNvPr>
          <p:cNvSpPr txBox="1">
            <a:spLocks/>
          </p:cNvSpPr>
          <p:nvPr userDrawn="1"/>
        </p:nvSpPr>
        <p:spPr>
          <a:xfrm>
            <a:off x="4125611" y="6467849"/>
            <a:ext cx="8908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fld id="{1F989CB1-DA8A-44BB-A4A9-D7F9352F01ED}" type="slidenum">
              <a:rPr lang="ko-KR" altLang="en-US" sz="1800" smtClean="0">
                <a:solidFill>
                  <a:srgbClr val="FFFFFF"/>
                </a:solidFill>
              </a:rPr>
              <a:pPr algn="ctr">
                <a:defRPr/>
              </a:pPr>
              <a:t>‹#›</a:t>
            </a:fld>
            <a:r>
              <a:rPr lang="ko-KR" altLang="en-US" sz="1800" dirty="0">
                <a:solidFill>
                  <a:srgbClr val="FFFFFF"/>
                </a:solidFill>
              </a:rPr>
              <a:t> </a:t>
            </a:r>
            <a:r>
              <a:rPr lang="en-US" altLang="ko-KR" sz="1800" dirty="0">
                <a:solidFill>
                  <a:srgbClr val="FFFFFF"/>
                </a:solidFill>
              </a:rPr>
              <a:t>/ A</a:t>
            </a:r>
            <a:endParaRPr lang="ko-KR" altLang="en-US" sz="18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86372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ppendix_본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2B732FBD-70BB-590B-EED9-6BA8F8E915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129" y="165556"/>
            <a:ext cx="8955742" cy="59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ctr">
              <a:defRPr lang="en-US" sz="3600" dirty="0">
                <a:ln>
                  <a:solidFill>
                    <a:srgbClr val="00397F">
                      <a:alpha val="30000"/>
                    </a:srgbClr>
                  </a:solidFill>
                </a:ln>
                <a:solidFill>
                  <a:srgbClr val="00397F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+mn-cs"/>
              </a:defRPr>
            </a:lvl1pPr>
          </a:lstStyle>
          <a:p>
            <a:pPr marL="0" lvl="0" algn="ctr"/>
            <a:endParaRPr lang="en-US" dirty="0"/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A68D360D-C118-14A3-C8B6-E639F8DD026C}"/>
              </a:ext>
            </a:extLst>
          </p:cNvPr>
          <p:cNvCxnSpPr/>
          <p:nvPr userDrawn="1"/>
        </p:nvCxnSpPr>
        <p:spPr>
          <a:xfrm>
            <a:off x="456818" y="877735"/>
            <a:ext cx="8687182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oval" w="med" len="med"/>
            <a:tailEnd w="med" len="med"/>
          </a:ln>
          <a:effectLst/>
        </p:spPr>
      </p:cxn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A7AFC566-22A4-29F2-DC8E-5E0F72383F7D}"/>
              </a:ext>
            </a:extLst>
          </p:cNvPr>
          <p:cNvSpPr txBox="1">
            <a:spLocks/>
          </p:cNvSpPr>
          <p:nvPr userDrawn="1"/>
        </p:nvSpPr>
        <p:spPr>
          <a:xfrm>
            <a:off x="4125611" y="6467849"/>
            <a:ext cx="8908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fld id="{1F989CB1-DA8A-44BB-A4A9-D7F9352F01ED}" type="slidenum">
              <a:rPr lang="ko-KR" altLang="en-US" sz="1800" smtClean="0">
                <a:solidFill>
                  <a:srgbClr val="FFFFFF"/>
                </a:solidFill>
              </a:rPr>
              <a:pPr algn="ctr">
                <a:defRPr/>
              </a:pPr>
              <a:t>‹#›</a:t>
            </a:fld>
            <a:r>
              <a:rPr lang="ko-KR" altLang="en-US" sz="1800" dirty="0">
                <a:solidFill>
                  <a:srgbClr val="FFFFFF"/>
                </a:solidFill>
              </a:rPr>
              <a:t> </a:t>
            </a:r>
            <a:r>
              <a:rPr lang="en-US" altLang="ko-KR" sz="1800" dirty="0">
                <a:solidFill>
                  <a:srgbClr val="FFFFFF"/>
                </a:solidFill>
              </a:rPr>
              <a:t>/ A</a:t>
            </a:r>
            <a:endParaRPr lang="ko-KR" altLang="en-US" sz="18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33037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34A334C5-B9FA-4ED1-A744-F408B6777B24}" type="datetime1">
              <a:rPr lang="ko-KR" altLang="en-US" smtClean="0"/>
              <a:t>2024-12-24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8009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329156"/>
            <a:ext cx="7886700" cy="2199687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9E5042A7-DF43-46DE-92FC-CFB97544BBB3}" type="datetime1">
              <a:rPr lang="ko-KR" altLang="en-US" smtClean="0"/>
              <a:t>2024-12-24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67792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2916D5AD-5A6F-454C-9545-6885344E280D}" type="datetime1">
              <a:rPr lang="ko-KR" altLang="en-US" smtClean="0"/>
              <a:t>2024-12-24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63163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329156"/>
            <a:ext cx="7886700" cy="2199687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3F7BB00-28E5-4A3B-9E5F-1F4BB3A8F165}" type="datetime1">
              <a:rPr lang="ko-KR" altLang="en-US" smtClean="0"/>
              <a:t>2024-12-24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53281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2CEAC59B-C817-48F5-8ACE-D9D17C2470A4}" type="datetime1">
              <a:rPr lang="ko-KR" altLang="en-US" smtClean="0"/>
              <a:t>2024-12-24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46923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B3B0509C-DF52-4D9E-B08B-80FF4BADBE5B}" type="datetime1">
              <a:rPr lang="ko-KR" altLang="en-US" smtClean="0"/>
              <a:t>2024-12-24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16182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D7E32654-65AB-44C2-B15A-24814E9FAC6C}" type="datetime1">
              <a:rPr lang="ko-KR" altLang="en-US" smtClean="0"/>
              <a:t>2024-12-24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39343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329156"/>
            <a:ext cx="7886700" cy="2199687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8A4443EB-2E16-4E63-8781-456863843F67}" type="datetime1">
              <a:rPr lang="ko-KR" altLang="en-US" smtClean="0"/>
              <a:t>2024-12-24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125900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33B04AE-6A3D-446A-BA2E-D60D9DF7E98F}" type="datetime1">
              <a:rPr lang="ko-KR" altLang="en-US" smtClean="0"/>
              <a:t>2024-12-24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879234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2F9506-E5DD-4FE8-0BB7-EACC1C891B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329156"/>
            <a:ext cx="7886700" cy="2199687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25DBDE6-F08E-5E13-9BC0-67987A6A885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DDA8C695-F3F3-4DFA-BE8E-F96FA1E20C9A}" type="datetime1">
              <a:rPr lang="ko-KR" altLang="en-US" smtClean="0"/>
              <a:t>2024-12-24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7BAB051-DD19-19B3-C999-DD1B7F47CF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796CDF9-9319-B249-5F10-09AFE0D963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81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7706" y="2329156"/>
            <a:ext cx="7886700" cy="219968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ctr" latinLnBrk="1">
              <a:defRPr/>
            </a:pPr>
            <a:endParaRPr kumimoji="1" lang="ko-KR" altLang="en-US" sz="4400" b="1" dirty="0">
              <a:solidFill>
                <a:srgbClr val="0000FF"/>
              </a:solidFill>
              <a:effectLst/>
              <a:latin typeface="Calibri"/>
              <a:ea typeface="굴림"/>
              <a:cs typeface="굴림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5B2251B-B63B-3A95-4A71-181753A1254A}"/>
              </a:ext>
            </a:extLst>
          </p:cNvPr>
          <p:cNvSpPr/>
          <p:nvPr userDrawn="1"/>
        </p:nvSpPr>
        <p:spPr>
          <a:xfrm>
            <a:off x="-10765" y="6476626"/>
            <a:ext cx="9163643" cy="390252"/>
          </a:xfrm>
          <a:prstGeom prst="rect">
            <a:avLst/>
          </a:prstGeom>
          <a:solidFill>
            <a:srgbClr val="00397F"/>
          </a:solidFill>
          <a:ln w="9525" cap="flat" cmpd="sng" algn="ctr">
            <a:noFill/>
            <a:prstDash val="solid"/>
            <a:round/>
            <a:headEnd w="med" len="med"/>
            <a:tailEnd w="med" len="med"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</a:bodyPr>
          <a:lstStyle/>
          <a:p>
            <a:pPr marL="0" marR="0" lv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endParaRPr kumimoji="1" lang="ko-KR" altLang="en-US" sz="1600" b="0" i="0" u="none" strike="noStrike" cap="none" normalizeH="0">
              <a:solidFill>
                <a:schemeClr val="tx1"/>
              </a:solidFill>
              <a:effectLst/>
              <a:latin typeface="Times New Roman"/>
              <a:ea typeface="맑은 고딕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5AE41EA-423B-2D50-1B61-33F790630545}"/>
              </a:ext>
            </a:extLst>
          </p:cNvPr>
          <p:cNvSpPr/>
          <p:nvPr userDrawn="1"/>
        </p:nvSpPr>
        <p:spPr>
          <a:xfrm>
            <a:off x="5104660" y="6547575"/>
            <a:ext cx="4039339" cy="2362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85000"/>
              </a:lnSpc>
              <a:spcBef>
                <a:spcPct val="20000"/>
              </a:spcBef>
              <a:buClr>
                <a:schemeClr val="accent1"/>
              </a:buClr>
              <a:buSzPct val="70000"/>
              <a:defRPr/>
            </a:pPr>
            <a:r>
              <a:rPr lang="en-US" altLang="ko-KR" sz="1100" b="1" i="1">
                <a:solidFill>
                  <a:schemeClr val="bg1">
                    <a:lumMod val="75000"/>
                  </a:schemeClr>
                </a:solidFill>
                <a:latin typeface="Times New Roman"/>
                <a:ea typeface="맑은 고딕"/>
                <a:cs typeface="Times New Roman"/>
              </a:rPr>
              <a:t>School of Electrical Engineering, Seoul National University</a:t>
            </a:r>
            <a:endParaRPr lang="en-US" altLang="ko-KR" sz="1100" b="1" kern="0">
              <a:solidFill>
                <a:schemeClr val="bg1">
                  <a:lumMod val="75000"/>
                </a:schemeClr>
              </a:solidFill>
              <a:latin typeface="Times New Roman"/>
              <a:ea typeface="맑은 고딕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EE44581E-9BA8-E469-247F-0330F2662E6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6"/>
          <a:stretch>
            <a:fillRect/>
          </a:stretch>
        </p:blipFill>
        <p:spPr>
          <a:xfrm>
            <a:off x="278983" y="6525344"/>
            <a:ext cx="1023426" cy="287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58227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74" r:id="rId3"/>
    <p:sldLayoutId id="2147483675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3" r:id="rId14"/>
  </p:sldLayoutIdLst>
  <p:hf hdr="0" ftr="0" dt="0"/>
  <p:txStyles>
    <p:titleStyle>
      <a:lvl1pPr algn="ctr" defTabSz="914400" rtl="0" eaLnBrk="1" latinLnBrk="1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3" Type="http://schemas.openxmlformats.org/officeDocument/2006/relationships/image" Target="../media/image2.emf"/><Relationship Id="rId7" Type="http://schemas.openxmlformats.org/officeDocument/2006/relationships/image" Target="../media/image4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.bin"/><Relationship Id="rId11" Type="http://schemas.openxmlformats.org/officeDocument/2006/relationships/image" Target="../media/image7.png"/><Relationship Id="rId5" Type="http://schemas.openxmlformats.org/officeDocument/2006/relationships/image" Target="../media/image3.emf"/><Relationship Id="rId10" Type="http://schemas.openxmlformats.org/officeDocument/2006/relationships/image" Target="../media/image6.png"/><Relationship Id="rId4" Type="http://schemas.openxmlformats.org/officeDocument/2006/relationships/oleObject" Target="../embeddings/oleObject2.bin"/><Relationship Id="rId9" Type="http://schemas.openxmlformats.org/officeDocument/2006/relationships/image" Target="../media/image5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7" Type="http://schemas.openxmlformats.org/officeDocument/2006/relationships/image" Target="../media/image25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19.emf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12" Type="http://schemas.openxmlformats.org/officeDocument/2006/relationships/image" Target="../media/image42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11" Type="http://schemas.openxmlformats.org/officeDocument/2006/relationships/image" Target="../media/image41.png"/><Relationship Id="rId5" Type="http://schemas.openxmlformats.org/officeDocument/2006/relationships/image" Target="../media/image35.png"/><Relationship Id="rId10" Type="http://schemas.openxmlformats.org/officeDocument/2006/relationships/image" Target="../media/image40.png"/><Relationship Id="rId4" Type="http://schemas.openxmlformats.org/officeDocument/2006/relationships/image" Target="../media/image34.png"/><Relationship Id="rId9" Type="http://schemas.openxmlformats.org/officeDocument/2006/relationships/image" Target="../media/image3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50.png"/><Relationship Id="rId4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emf"/><Relationship Id="rId4" Type="http://schemas.openxmlformats.org/officeDocument/2006/relationships/oleObject" Target="../embeddings/oleObject6.bin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.bin"/><Relationship Id="rId3" Type="http://schemas.openxmlformats.org/officeDocument/2006/relationships/image" Target="../media/image2.emf"/><Relationship Id="rId7" Type="http://schemas.openxmlformats.org/officeDocument/2006/relationships/image" Target="../media/image4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.bin"/><Relationship Id="rId5" Type="http://schemas.openxmlformats.org/officeDocument/2006/relationships/image" Target="../media/image24.emf"/><Relationship Id="rId4" Type="http://schemas.openxmlformats.org/officeDocument/2006/relationships/oleObject" Target="../embeddings/oleObject2.bin"/><Relationship Id="rId9" Type="http://schemas.openxmlformats.org/officeDocument/2006/relationships/image" Target="../media/image25.e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BE249DC-8914-7D45-D9D6-4D9952A1CD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500" y="2329156"/>
            <a:ext cx="8763000" cy="2199687"/>
          </a:xfrm>
        </p:spPr>
        <p:txBody>
          <a:bodyPr/>
          <a:lstStyle/>
          <a:p>
            <a:r>
              <a:rPr lang="en-US" altLang="ko-KR" dirty="0"/>
              <a:t>Transient Simulation of </a:t>
            </a:r>
            <a:r>
              <a:rPr lang="en-US" altLang="ko-KR" dirty="0" err="1"/>
              <a:t>Detrap</a:t>
            </a:r>
            <a:r>
              <a:rPr lang="en-US" altLang="ko-KR" dirty="0"/>
              <a:t> Failure under Retention Operation of BETOX 3D NAND Flash Cell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진명</a:t>
            </a:r>
          </a:p>
        </p:txBody>
      </p:sp>
    </p:spTree>
    <p:extLst>
      <p:ext uri="{BB962C8B-B14F-4D97-AF65-F5344CB8AC3E}">
        <p14:creationId xmlns:p14="http://schemas.microsoft.com/office/powerpoint/2010/main" val="24158246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80B26E-D7EF-B0B7-2CB8-5143E66097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129" y="165556"/>
            <a:ext cx="8955742" cy="590931"/>
          </a:xfrm>
        </p:spPr>
        <p:txBody>
          <a:bodyPr/>
          <a:lstStyle/>
          <a:p>
            <a:r>
              <a:rPr lang="en-US" altLang="ko-KR" dirty="0"/>
              <a:t>Research Flow</a:t>
            </a:r>
            <a:endParaRPr lang="ko-KR" altLang="en-US" dirty="0"/>
          </a:p>
        </p:txBody>
      </p: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4D1570A7-40DE-4560-6195-553A967EEA7C}"/>
              </a:ext>
            </a:extLst>
          </p:cNvPr>
          <p:cNvGrpSpPr/>
          <p:nvPr/>
        </p:nvGrpSpPr>
        <p:grpSpPr>
          <a:xfrm>
            <a:off x="155669" y="1223615"/>
            <a:ext cx="2307674" cy="1738210"/>
            <a:chOff x="434799" y="850244"/>
            <a:chExt cx="2307674" cy="1738210"/>
          </a:xfrm>
        </p:grpSpPr>
        <p:graphicFrame>
          <p:nvGraphicFramePr>
            <p:cNvPr id="5" name="개체 4">
              <a:extLst>
                <a:ext uri="{FF2B5EF4-FFF2-40B4-BE49-F238E27FC236}">
                  <a16:creationId xmlns:a16="http://schemas.microsoft.com/office/drawing/2014/main" id="{2176EB1C-8FE8-E4FF-7B8F-ACF4F5FFEC0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49040467"/>
                </p:ext>
              </p:extLst>
            </p:nvPr>
          </p:nvGraphicFramePr>
          <p:xfrm>
            <a:off x="434799" y="977202"/>
            <a:ext cx="2307674" cy="16112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Graph" r:id="rId2" imgW="4712606" imgH="3290207" progId="Origin50.Graph">
                    <p:embed/>
                  </p:oleObj>
                </mc:Choice>
                <mc:Fallback>
                  <p:oleObj name="Graph" r:id="rId2" imgW="4712606" imgH="3290207" progId="Origin50.Graph">
                    <p:embed/>
                    <p:pic>
                      <p:nvPicPr>
                        <p:cNvPr id="5" name="개체 4">
                          <a:extLst>
                            <a:ext uri="{FF2B5EF4-FFF2-40B4-BE49-F238E27FC236}">
                              <a16:creationId xmlns:a16="http://schemas.microsoft.com/office/drawing/2014/main" id="{2176EB1C-8FE8-E4FF-7B8F-ACF4F5FFEC09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3"/>
                        <a:stretch>
                          <a:fillRect/>
                        </a:stretch>
                      </p:blipFill>
                      <p:spPr>
                        <a:xfrm>
                          <a:off x="434799" y="977202"/>
                          <a:ext cx="2307674" cy="1611252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6042C66E-E3C5-FF43-2737-99DEDACC2549}"/>
                </a:ext>
              </a:extLst>
            </p:cNvPr>
            <p:cNvSpPr txBox="1"/>
            <p:nvPr/>
          </p:nvSpPr>
          <p:spPr>
            <a:xfrm>
              <a:off x="953685" y="850244"/>
              <a:ext cx="1269903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5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rPr>
                <a:t>0.6 eV Elastic</a:t>
              </a:r>
              <a:endParaRPr lang="ko-KR" altLang="en-US" sz="105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endParaRPr>
            </a:p>
          </p:txBody>
        </p:sp>
      </p:grp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CC18F69C-E5D7-E639-8FA3-7A9A0A5023F3}"/>
              </a:ext>
            </a:extLst>
          </p:cNvPr>
          <p:cNvGrpSpPr/>
          <p:nvPr/>
        </p:nvGrpSpPr>
        <p:grpSpPr>
          <a:xfrm>
            <a:off x="2046646" y="1223615"/>
            <a:ext cx="2307669" cy="1738210"/>
            <a:chOff x="2430951" y="850244"/>
            <a:chExt cx="2307669" cy="1738210"/>
          </a:xfrm>
        </p:grpSpPr>
        <p:graphicFrame>
          <p:nvGraphicFramePr>
            <p:cNvPr id="6" name="개체 5">
              <a:extLst>
                <a:ext uri="{FF2B5EF4-FFF2-40B4-BE49-F238E27FC236}">
                  <a16:creationId xmlns:a16="http://schemas.microsoft.com/office/drawing/2014/main" id="{B36705E8-6846-A92F-29BD-A2F27B4738C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61580400"/>
                </p:ext>
              </p:extLst>
            </p:nvPr>
          </p:nvGraphicFramePr>
          <p:xfrm>
            <a:off x="2430951" y="977205"/>
            <a:ext cx="2307669" cy="161124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Graph" r:id="rId4" imgW="4712606" imgH="3290207" progId="Origin50.Graph">
                    <p:embed/>
                  </p:oleObj>
                </mc:Choice>
                <mc:Fallback>
                  <p:oleObj name="Graph" r:id="rId4" imgW="4712606" imgH="3290207" progId="Origin50.Graph">
                    <p:embed/>
                    <p:pic>
                      <p:nvPicPr>
                        <p:cNvPr id="6" name="개체 5">
                          <a:extLst>
                            <a:ext uri="{FF2B5EF4-FFF2-40B4-BE49-F238E27FC236}">
                              <a16:creationId xmlns:a16="http://schemas.microsoft.com/office/drawing/2014/main" id="{B36705E8-6846-A92F-29BD-A2F27B4738C3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2430951" y="977205"/>
                          <a:ext cx="2307669" cy="1611249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06B3AAAA-898E-4567-900D-E4E7AEC64FBE}"/>
                </a:ext>
              </a:extLst>
            </p:cNvPr>
            <p:cNvSpPr txBox="1"/>
            <p:nvPr/>
          </p:nvSpPr>
          <p:spPr>
            <a:xfrm>
              <a:off x="2949837" y="850244"/>
              <a:ext cx="1269903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5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rPr>
                <a:t>0.8 eV Elastic</a:t>
              </a:r>
              <a:endParaRPr lang="ko-KR" altLang="en-US" sz="105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endParaRPr>
            </a:p>
          </p:txBody>
        </p:sp>
      </p:grp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AEC4372D-0008-65EF-28D2-8466C217275B}"/>
              </a:ext>
            </a:extLst>
          </p:cNvPr>
          <p:cNvGrpSpPr/>
          <p:nvPr/>
        </p:nvGrpSpPr>
        <p:grpSpPr>
          <a:xfrm>
            <a:off x="3937620" y="1223615"/>
            <a:ext cx="2307672" cy="1738210"/>
            <a:chOff x="4427100" y="850244"/>
            <a:chExt cx="2307672" cy="1738210"/>
          </a:xfrm>
        </p:grpSpPr>
        <p:graphicFrame>
          <p:nvGraphicFramePr>
            <p:cNvPr id="7" name="개체 6">
              <a:extLst>
                <a:ext uri="{FF2B5EF4-FFF2-40B4-BE49-F238E27FC236}">
                  <a16:creationId xmlns:a16="http://schemas.microsoft.com/office/drawing/2014/main" id="{02B9754B-F87D-6B85-86F4-54A8F54C394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226188218"/>
                </p:ext>
              </p:extLst>
            </p:nvPr>
          </p:nvGraphicFramePr>
          <p:xfrm>
            <a:off x="4427100" y="977202"/>
            <a:ext cx="2307672" cy="16112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Graph" r:id="rId6" imgW="4712606" imgH="3290207" progId="Origin50.Graph">
                    <p:embed/>
                  </p:oleObj>
                </mc:Choice>
                <mc:Fallback>
                  <p:oleObj name="Graph" r:id="rId6" imgW="4712606" imgH="3290207" progId="Origin50.Graph">
                    <p:embed/>
                    <p:pic>
                      <p:nvPicPr>
                        <p:cNvPr id="7" name="개체 6">
                          <a:extLst>
                            <a:ext uri="{FF2B5EF4-FFF2-40B4-BE49-F238E27FC236}">
                              <a16:creationId xmlns:a16="http://schemas.microsoft.com/office/drawing/2014/main" id="{02B9754B-F87D-6B85-86F4-54A8F54C394C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4427100" y="977202"/>
                          <a:ext cx="2307672" cy="1611252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82BBF771-9783-19C6-B160-74A9544AA10E}"/>
                </a:ext>
              </a:extLst>
            </p:cNvPr>
            <p:cNvSpPr txBox="1"/>
            <p:nvPr/>
          </p:nvSpPr>
          <p:spPr>
            <a:xfrm>
              <a:off x="4945984" y="850244"/>
              <a:ext cx="1269903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5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rPr>
                <a:t>1.5 eV Elastic</a:t>
              </a:r>
              <a:endParaRPr lang="ko-KR" altLang="en-US" sz="105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endParaRPr>
            </a:p>
          </p:txBody>
        </p:sp>
      </p:grp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FA7A00C4-00ED-5BC4-7CEB-BE01CA5C3748}"/>
              </a:ext>
            </a:extLst>
          </p:cNvPr>
          <p:cNvGrpSpPr/>
          <p:nvPr/>
        </p:nvGrpSpPr>
        <p:grpSpPr>
          <a:xfrm>
            <a:off x="0" y="3587899"/>
            <a:ext cx="3770895" cy="2724553"/>
            <a:chOff x="141742" y="2655280"/>
            <a:chExt cx="3770895" cy="2724553"/>
          </a:xfrm>
        </p:grpSpPr>
        <p:graphicFrame>
          <p:nvGraphicFramePr>
            <p:cNvPr id="4" name="개체 3">
              <a:extLst>
                <a:ext uri="{FF2B5EF4-FFF2-40B4-BE49-F238E27FC236}">
                  <a16:creationId xmlns:a16="http://schemas.microsoft.com/office/drawing/2014/main" id="{1D04F1BA-0810-E5C3-930F-0D89D4D9694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30613258"/>
                </p:ext>
              </p:extLst>
            </p:nvPr>
          </p:nvGraphicFramePr>
          <p:xfrm>
            <a:off x="141742" y="2715412"/>
            <a:ext cx="3770895" cy="266442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Graph" r:id="rId8" imgW="4852293" imgH="3429000" progId="Origin50.Graph">
                    <p:embed/>
                  </p:oleObj>
                </mc:Choice>
                <mc:Fallback>
                  <p:oleObj name="Graph" r:id="rId8" imgW="4852293" imgH="3429000" progId="Origin50.Graph">
                    <p:embed/>
                    <p:pic>
                      <p:nvPicPr>
                        <p:cNvPr id="4" name="개체 3">
                          <a:extLst>
                            <a:ext uri="{FF2B5EF4-FFF2-40B4-BE49-F238E27FC236}">
                              <a16:creationId xmlns:a16="http://schemas.microsoft.com/office/drawing/2014/main" id="{1D04F1BA-0810-E5C3-930F-0D89D4D9694E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141742" y="2715412"/>
                          <a:ext cx="3770895" cy="2664421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928442BB-5602-A0CC-B627-BD794D00B2AC}"/>
                </a:ext>
              </a:extLst>
            </p:cNvPr>
            <p:cNvSpPr txBox="1"/>
            <p:nvPr/>
          </p:nvSpPr>
          <p:spPr>
            <a:xfrm>
              <a:off x="937954" y="2655280"/>
              <a:ext cx="217847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l-GR" altLang="ko-KR" sz="14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rPr>
                <a:t>μ</a:t>
              </a:r>
              <a:r>
                <a:rPr lang="en-US" altLang="ko-KR" sz="14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rPr>
                <a:t> = 0.85 [eV], </a:t>
              </a:r>
              <a:r>
                <a:rPr lang="el-GR" altLang="ko-KR" sz="14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rPr>
                <a:t>σ</a:t>
              </a:r>
              <a:r>
                <a:rPr lang="en-US" altLang="ko-KR" sz="14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rPr>
                <a:t> = 0.25 [eV]</a:t>
              </a:r>
              <a:endParaRPr lang="ko-KR" altLang="en-US" sz="1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endParaRPr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769425F8-E9A6-0D3B-9A42-7EAD9B12F6E1}"/>
              </a:ext>
            </a:extLst>
          </p:cNvPr>
          <p:cNvSpPr txBox="1"/>
          <p:nvPr/>
        </p:nvSpPr>
        <p:spPr>
          <a:xfrm>
            <a:off x="464198" y="3248633"/>
            <a:ext cx="37708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Gaussian distribution trap profile fit</a:t>
            </a:r>
            <a:endParaRPr lang="ko-KR" altLang="en-US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2523894-0873-DFB3-D0BA-F28419E16964}"/>
              </a:ext>
            </a:extLst>
          </p:cNvPr>
          <p:cNvSpPr txBox="1"/>
          <p:nvPr/>
        </p:nvSpPr>
        <p:spPr>
          <a:xfrm>
            <a:off x="384023" y="853332"/>
            <a:ext cx="32175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Single level trap profile fit</a:t>
            </a:r>
            <a:endParaRPr lang="ko-KR" altLang="en-US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grpSp>
        <p:nvGrpSpPr>
          <p:cNvPr id="50" name="그룹 49">
            <a:extLst>
              <a:ext uri="{FF2B5EF4-FFF2-40B4-BE49-F238E27FC236}">
                <a16:creationId xmlns:a16="http://schemas.microsoft.com/office/drawing/2014/main" id="{03C0E166-565C-CF79-757F-E9C97F40D4E7}"/>
              </a:ext>
            </a:extLst>
          </p:cNvPr>
          <p:cNvGrpSpPr/>
          <p:nvPr/>
        </p:nvGrpSpPr>
        <p:grpSpPr>
          <a:xfrm>
            <a:off x="6918319" y="1177671"/>
            <a:ext cx="1486756" cy="1876247"/>
            <a:chOff x="6736624" y="2616684"/>
            <a:chExt cx="1486756" cy="1876247"/>
          </a:xfrm>
        </p:grpSpPr>
        <p:pic>
          <p:nvPicPr>
            <p:cNvPr id="51" name="그림 50">
              <a:extLst>
                <a:ext uri="{FF2B5EF4-FFF2-40B4-BE49-F238E27FC236}">
                  <a16:creationId xmlns:a16="http://schemas.microsoft.com/office/drawing/2014/main" id="{C1F5436B-8740-39D0-43DC-BD4538689D55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rcRect t="25156" r="30808"/>
            <a:stretch/>
          </p:blipFill>
          <p:spPr>
            <a:xfrm>
              <a:off x="6736624" y="2616684"/>
              <a:ext cx="1486756" cy="1876247"/>
            </a:xfrm>
            <a:prstGeom prst="rect">
              <a:avLst/>
            </a:prstGeom>
          </p:spPr>
        </p:pic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F33051D9-3C39-8130-0ECC-3F809322A836}"/>
                </a:ext>
              </a:extLst>
            </p:cNvPr>
            <p:cNvSpPr txBox="1"/>
            <p:nvPr/>
          </p:nvSpPr>
          <p:spPr>
            <a:xfrm>
              <a:off x="7501433" y="3358662"/>
              <a:ext cx="38566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b="1" dirty="0"/>
                <a:t>①</a:t>
              </a:r>
              <a:endParaRPr lang="ko-KR" altLang="en-US" b="1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endParaRP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E795C82D-D3BE-01B6-1C07-E2646D7EE4FB}"/>
                </a:ext>
              </a:extLst>
            </p:cNvPr>
            <p:cNvSpPr txBox="1"/>
            <p:nvPr/>
          </p:nvSpPr>
          <p:spPr>
            <a:xfrm>
              <a:off x="7147345" y="3370141"/>
              <a:ext cx="45253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800" b="1" dirty="0"/>
                <a:t>②</a:t>
              </a:r>
              <a:endParaRPr lang="ko-KR" altLang="en-US" b="1" dirty="0"/>
            </a:p>
          </p:txBody>
        </p:sp>
      </p:grpSp>
      <p:sp>
        <p:nvSpPr>
          <p:cNvPr id="54" name="TextBox 53">
            <a:extLst>
              <a:ext uri="{FF2B5EF4-FFF2-40B4-BE49-F238E27FC236}">
                <a16:creationId xmlns:a16="http://schemas.microsoft.com/office/drawing/2014/main" id="{FF863201-7045-7F77-AF48-B8207C0A8D14}"/>
              </a:ext>
            </a:extLst>
          </p:cNvPr>
          <p:cNvSpPr txBox="1"/>
          <p:nvPr/>
        </p:nvSpPr>
        <p:spPr>
          <a:xfrm>
            <a:off x="6297249" y="853332"/>
            <a:ext cx="24627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TBT Emission model</a:t>
            </a:r>
            <a:endParaRPr lang="ko-KR" altLang="en-US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88B4D31-8940-AF37-6B3D-B08DDD096F9C}"/>
              </a:ext>
            </a:extLst>
          </p:cNvPr>
          <p:cNvSpPr txBox="1"/>
          <p:nvPr/>
        </p:nvSpPr>
        <p:spPr>
          <a:xfrm>
            <a:off x="4908907" y="3248633"/>
            <a:ext cx="37708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Simulation time reduction</a:t>
            </a:r>
            <a:endParaRPr lang="ko-KR" altLang="en-US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pic>
        <p:nvPicPr>
          <p:cNvPr id="78" name="그림 77">
            <a:extLst>
              <a:ext uri="{FF2B5EF4-FFF2-40B4-BE49-F238E27FC236}">
                <a16:creationId xmlns:a16="http://schemas.microsoft.com/office/drawing/2014/main" id="{EFBDC1BC-2D2F-D833-DD3D-0176274CB10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954441" y="3730465"/>
            <a:ext cx="3725361" cy="2274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93426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FDB8C38-ED10-15D4-CFB4-4CF8CB5DE0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Previous Studies</a:t>
            </a:r>
            <a:endParaRPr lang="ko-KR" altLang="en-US"/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3CEED86F-11F1-CE4B-A62A-A2C88B479510}"/>
              </a:ext>
            </a:extLst>
          </p:cNvPr>
          <p:cNvGrpSpPr/>
          <p:nvPr/>
        </p:nvGrpSpPr>
        <p:grpSpPr>
          <a:xfrm>
            <a:off x="556475" y="1554511"/>
            <a:ext cx="8261763" cy="2333347"/>
            <a:chOff x="556475" y="1156405"/>
            <a:chExt cx="8261763" cy="2333347"/>
          </a:xfrm>
        </p:grpSpPr>
        <p:grpSp>
          <p:nvGrpSpPr>
            <p:cNvPr id="17" name="그룹 16">
              <a:extLst>
                <a:ext uri="{FF2B5EF4-FFF2-40B4-BE49-F238E27FC236}">
                  <a16:creationId xmlns:a16="http://schemas.microsoft.com/office/drawing/2014/main" id="{77C26BC3-E97B-1761-0CE6-DEC6B77486CE}"/>
                </a:ext>
              </a:extLst>
            </p:cNvPr>
            <p:cNvGrpSpPr/>
            <p:nvPr/>
          </p:nvGrpSpPr>
          <p:grpSpPr>
            <a:xfrm>
              <a:off x="556475" y="1156405"/>
              <a:ext cx="3176983" cy="2333347"/>
              <a:chOff x="556475" y="1156405"/>
              <a:chExt cx="3176983" cy="2333347"/>
            </a:xfrm>
          </p:grpSpPr>
          <p:pic>
            <p:nvPicPr>
              <p:cNvPr id="4" name="그림 3">
                <a:extLst>
                  <a:ext uri="{FF2B5EF4-FFF2-40B4-BE49-F238E27FC236}">
                    <a16:creationId xmlns:a16="http://schemas.microsoft.com/office/drawing/2014/main" id="{6E04AFD6-8085-9EF4-51FE-B46199CAB4A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556475" y="1156405"/>
                <a:ext cx="3176983" cy="2333347"/>
              </a:xfrm>
              <a:prstGeom prst="rect">
                <a:avLst/>
              </a:prstGeom>
            </p:spPr>
          </p:pic>
          <p:sp>
            <p:nvSpPr>
              <p:cNvPr id="16" name="직사각형 15">
                <a:extLst>
                  <a:ext uri="{FF2B5EF4-FFF2-40B4-BE49-F238E27FC236}">
                    <a16:creationId xmlns:a16="http://schemas.microsoft.com/office/drawing/2014/main" id="{3519694A-7704-3525-6748-DF92C381B635}"/>
                  </a:ext>
                </a:extLst>
              </p:cNvPr>
              <p:cNvSpPr/>
              <p:nvPr/>
            </p:nvSpPr>
            <p:spPr>
              <a:xfrm>
                <a:off x="559837" y="1163216"/>
                <a:ext cx="331101" cy="3048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style>
              <a:lnRef idx="2">
                <a:schemeClr val="accent1">
                  <a:shade val="2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22F7FC4B-D660-8577-C787-3B913B92262B}"/>
                </a:ext>
              </a:extLst>
            </p:cNvPr>
            <p:cNvSpPr/>
            <p:nvPr/>
          </p:nvSpPr>
          <p:spPr>
            <a:xfrm>
              <a:off x="1978269" y="2127738"/>
              <a:ext cx="501162" cy="263770"/>
            </a:xfrm>
            <a:prstGeom prst="rect">
              <a:avLst/>
            </a:pr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7" name="직선 화살표 연결선 6">
              <a:extLst>
                <a:ext uri="{FF2B5EF4-FFF2-40B4-BE49-F238E27FC236}">
                  <a16:creationId xmlns:a16="http://schemas.microsoft.com/office/drawing/2014/main" id="{64E3414D-7CE1-C308-FAC6-ACCA889D2E6E}"/>
                </a:ext>
              </a:extLst>
            </p:cNvPr>
            <p:cNvCxnSpPr>
              <a:cxnSpLocks/>
              <a:stCxn id="6" idx="3"/>
              <a:endCxn id="8" idx="1"/>
            </p:cNvCxnSpPr>
            <p:nvPr/>
          </p:nvCxnSpPr>
          <p:spPr>
            <a:xfrm flipV="1">
              <a:off x="2479431" y="1750684"/>
              <a:ext cx="1651852" cy="508939"/>
            </a:xfrm>
            <a:prstGeom prst="straightConnector1">
              <a:avLst/>
            </a:prstGeom>
            <a:ln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375681D5-FC43-90D2-9945-5F1A1506A99D}"/>
                </a:ext>
              </a:extLst>
            </p:cNvPr>
            <p:cNvSpPr/>
            <p:nvPr/>
          </p:nvSpPr>
          <p:spPr>
            <a:xfrm>
              <a:off x="1978269" y="2670177"/>
              <a:ext cx="501163" cy="330704"/>
            </a:xfrm>
            <a:prstGeom prst="rect">
              <a:avLst/>
            </a:prstGeom>
            <a:noFill/>
            <a:ln w="38100"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1" name="직선 화살표 연결선 10">
              <a:extLst>
                <a:ext uri="{FF2B5EF4-FFF2-40B4-BE49-F238E27FC236}">
                  <a16:creationId xmlns:a16="http://schemas.microsoft.com/office/drawing/2014/main" id="{D678ADBA-6EDA-8FF2-8170-96BBEEAB4006}"/>
                </a:ext>
              </a:extLst>
            </p:cNvPr>
            <p:cNvCxnSpPr>
              <a:cxnSpLocks/>
              <a:endCxn id="9" idx="1"/>
            </p:cNvCxnSpPr>
            <p:nvPr/>
          </p:nvCxnSpPr>
          <p:spPr>
            <a:xfrm flipV="1">
              <a:off x="2479430" y="2482979"/>
              <a:ext cx="1651852" cy="349639"/>
            </a:xfrm>
            <a:prstGeom prst="straightConnector1">
              <a:avLst/>
            </a:prstGeom>
            <a:ln>
              <a:solidFill>
                <a:schemeClr val="accent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3" name="그룹 12">
              <a:extLst>
                <a:ext uri="{FF2B5EF4-FFF2-40B4-BE49-F238E27FC236}">
                  <a16:creationId xmlns:a16="http://schemas.microsoft.com/office/drawing/2014/main" id="{2C236639-C9B6-D4DD-FAE2-BE23ADED59BF}"/>
                </a:ext>
              </a:extLst>
            </p:cNvPr>
            <p:cNvGrpSpPr/>
            <p:nvPr/>
          </p:nvGrpSpPr>
          <p:grpSpPr>
            <a:xfrm>
              <a:off x="4131282" y="1396262"/>
              <a:ext cx="4686956" cy="1451788"/>
              <a:chOff x="4069078" y="2371726"/>
              <a:chExt cx="4686956" cy="1451788"/>
            </a:xfrm>
          </p:grpSpPr>
          <p:pic>
            <p:nvPicPr>
              <p:cNvPr id="12" name="그림 11">
                <a:extLst>
                  <a:ext uri="{FF2B5EF4-FFF2-40B4-BE49-F238E27FC236}">
                    <a16:creationId xmlns:a16="http://schemas.microsoft.com/office/drawing/2014/main" id="{26D578B5-71A4-958E-9D5D-AF7B9EC51E4D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b="50008"/>
              <a:stretch/>
            </p:blipFill>
            <p:spPr>
              <a:xfrm>
                <a:off x="4069079" y="3080569"/>
                <a:ext cx="4686954" cy="742945"/>
              </a:xfrm>
              <a:prstGeom prst="rect">
                <a:avLst/>
              </a:prstGeom>
            </p:spPr>
          </p:pic>
          <p:pic>
            <p:nvPicPr>
              <p:cNvPr id="5" name="그림 4">
                <a:extLst>
                  <a:ext uri="{FF2B5EF4-FFF2-40B4-BE49-F238E27FC236}">
                    <a16:creationId xmlns:a16="http://schemas.microsoft.com/office/drawing/2014/main" id="{1DF3E364-0214-2FF8-C4D9-BCCB04522EE9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t="51583" b="3382"/>
              <a:stretch/>
            </p:blipFill>
            <p:spPr>
              <a:xfrm>
                <a:off x="4069080" y="2371726"/>
                <a:ext cx="4686954" cy="669280"/>
              </a:xfrm>
              <a:prstGeom prst="rect">
                <a:avLst/>
              </a:prstGeom>
            </p:spPr>
          </p:pic>
          <p:sp>
            <p:nvSpPr>
              <p:cNvPr id="8" name="직사각형 7">
                <a:extLst>
                  <a:ext uri="{FF2B5EF4-FFF2-40B4-BE49-F238E27FC236}">
                    <a16:creationId xmlns:a16="http://schemas.microsoft.com/office/drawing/2014/main" id="{A39ED621-CD76-930E-ACF0-9BBE62349E6A}"/>
                  </a:ext>
                </a:extLst>
              </p:cNvPr>
              <p:cNvSpPr/>
              <p:nvPr/>
            </p:nvSpPr>
            <p:spPr>
              <a:xfrm>
                <a:off x="4069079" y="2391508"/>
                <a:ext cx="757897" cy="669279"/>
              </a:xfrm>
              <a:prstGeom prst="rect">
                <a:avLst/>
              </a:prstGeom>
              <a:noFill/>
              <a:ln w="3810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2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9" name="직사각형 8">
                <a:extLst>
                  <a:ext uri="{FF2B5EF4-FFF2-40B4-BE49-F238E27FC236}">
                    <a16:creationId xmlns:a16="http://schemas.microsoft.com/office/drawing/2014/main" id="{72FF5BE3-E890-129A-0AE3-53D3E7AD0B99}"/>
                  </a:ext>
                </a:extLst>
              </p:cNvPr>
              <p:cNvSpPr/>
              <p:nvPr/>
            </p:nvSpPr>
            <p:spPr>
              <a:xfrm>
                <a:off x="4069078" y="3123803"/>
                <a:ext cx="757897" cy="669280"/>
              </a:xfrm>
              <a:prstGeom prst="rect">
                <a:avLst/>
              </a:prstGeom>
              <a:noFill/>
              <a:ln w="38100"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2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6D9D3100-F5A5-65CF-184D-B5BB7EDE010F}"/>
              </a:ext>
            </a:extLst>
          </p:cNvPr>
          <p:cNvSpPr txBox="1"/>
          <p:nvPr/>
        </p:nvSpPr>
        <p:spPr>
          <a:xfrm>
            <a:off x="556475" y="945502"/>
            <a:ext cx="74740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김민수 박사 </a:t>
            </a:r>
            <a:r>
              <a:rPr lang="en-US" altLang="ko-KR" sz="2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Detrap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논문 내용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3384D70-E06B-8359-82B0-10587EE941D4}"/>
              </a:ext>
            </a:extLst>
          </p:cNvPr>
          <p:cNvSpPr txBox="1"/>
          <p:nvPr/>
        </p:nvSpPr>
        <p:spPr>
          <a:xfrm>
            <a:off x="774189" y="4416558"/>
            <a:ext cx="561417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Bef>
                <a:spcPts val="1800"/>
              </a:spcBef>
              <a:buFont typeface="Arial" panose="020B0604020202020204" pitchFamily="34" charset="0"/>
              <a:buChar char="•"/>
            </a:pP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Single level trap profile</a:t>
            </a:r>
          </a:p>
          <a:p>
            <a:pPr marL="342900" indent="-342900">
              <a:spcBef>
                <a:spcPts val="1800"/>
              </a:spcBef>
              <a:buFont typeface="Arial" panose="020B0604020202020204" pitchFamily="34" charset="0"/>
              <a:buChar char="•"/>
            </a:pP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Poole-Frenkel Emission</a:t>
            </a:r>
          </a:p>
          <a:p>
            <a:pPr marL="342900" indent="-342900">
              <a:spcBef>
                <a:spcPts val="1800"/>
              </a:spcBef>
              <a:buFont typeface="Arial" panose="020B0604020202020204" pitchFamily="34" charset="0"/>
              <a:buChar char="•"/>
            </a:pP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Non-linear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differential equation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2B461B83-8737-EBF8-3378-63A5E8936444}"/>
              </a:ext>
            </a:extLst>
          </p:cNvPr>
          <p:cNvGrpSpPr/>
          <p:nvPr/>
        </p:nvGrpSpPr>
        <p:grpSpPr>
          <a:xfrm>
            <a:off x="4827036" y="3321688"/>
            <a:ext cx="4049485" cy="946026"/>
            <a:chOff x="4827036" y="3321688"/>
            <a:chExt cx="4049485" cy="946026"/>
          </a:xfrm>
        </p:grpSpPr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BDB4B8EF-2C2B-1A3D-31B8-5066D531F375}"/>
                </a:ext>
              </a:extLst>
            </p:cNvPr>
            <p:cNvSpPr/>
            <p:nvPr/>
          </p:nvSpPr>
          <p:spPr>
            <a:xfrm>
              <a:off x="5343331" y="3940677"/>
              <a:ext cx="715346" cy="327037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9C50FBD9-3051-55EF-5A8E-A0337E885F4F}"/>
                </a:ext>
              </a:extLst>
            </p:cNvPr>
            <p:cNvSpPr/>
            <p:nvPr/>
          </p:nvSpPr>
          <p:spPr>
            <a:xfrm>
              <a:off x="6730482" y="3398987"/>
              <a:ext cx="317240" cy="327037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B257AFF9-ACF1-FE43-9767-E1325AC59ED6}"/>
                    </a:ext>
                  </a:extLst>
                </p:cNvPr>
                <p:cNvSpPr txBox="1"/>
                <p:nvPr/>
              </p:nvSpPr>
              <p:spPr>
                <a:xfrm>
                  <a:off x="4827036" y="3321688"/>
                  <a:ext cx="4049485" cy="93871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spcBef>
                      <a:spcPts val="1800"/>
                    </a:spcBef>
                  </a:pP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ko-KR" sz="20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</m:ctrlPr>
                        </m:sSubPr>
                        <m:e>
                          <m:r>
                            <a:rPr lang="en-US" altLang="ko-KR" sz="20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𝑐</m:t>
                          </m:r>
                        </m:e>
                        <m:sub>
                          <m:r>
                            <a:rPr lang="en-US" altLang="ko-KR" sz="20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𝑛</m:t>
                          </m:r>
                        </m:sub>
                      </m:sSub>
                      <m:r>
                        <a:rPr lang="en-US" altLang="ko-KR" sz="2000" b="0" i="1" smtClean="0">
                          <a:ln w="9525">
                            <a:solidFill>
                              <a:schemeClr val="tx1">
                                <a:alpha val="29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맑은 고딕"/>
                          <a:cs typeface="Times New Roman"/>
                        </a:rPr>
                        <m:t>=</m:t>
                      </m:r>
                      <m:sSub>
                        <m:sSubPr>
                          <m:ctrlPr>
                            <a:rPr lang="en-US" altLang="ko-KR" sz="20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</m:ctrlPr>
                        </m:sSubPr>
                        <m:e>
                          <m:r>
                            <a:rPr lang="en-US" altLang="ko-KR" sz="20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𝜎</m:t>
                          </m:r>
                        </m:e>
                        <m:sub>
                          <m:r>
                            <a:rPr lang="en-US" altLang="ko-KR" sz="20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𝑛</m:t>
                          </m:r>
                        </m:sub>
                      </m:sSub>
                      <m:sSub>
                        <m:sSubPr>
                          <m:ctrlPr>
                            <a:rPr lang="en-US" altLang="ko-KR" sz="20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</m:ctrlPr>
                        </m:sSubPr>
                        <m:e>
                          <m:r>
                            <a:rPr lang="en-US" altLang="ko-KR" sz="20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𝑣</m:t>
                          </m:r>
                        </m:e>
                        <m:sub>
                          <m:r>
                            <a:rPr lang="en-US" altLang="ko-KR" sz="20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𝑡h</m:t>
                          </m:r>
                        </m:sub>
                      </m:sSub>
                      <m:d>
                        <m:dPr>
                          <m:ctrlPr>
                            <a:rPr lang="en-US" altLang="ko-KR" sz="20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200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</m:ctrlPr>
                            </m:sSubPr>
                            <m:e>
                              <m:r>
                                <a:rPr lang="en-US" altLang="ko-KR" sz="200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altLang="ko-KR" sz="200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altLang="ko-KR" sz="20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ko-KR" sz="200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</m:ctrlPr>
                            </m:sSubPr>
                            <m:e>
                              <m:r>
                                <a:rPr lang="en-US" altLang="ko-KR" sz="200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altLang="ko-KR" sz="200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</m:oMath>
                  </a14:m>
                  <a:r>
                    <a:rPr lang="en-US" altLang="ko-KR" sz="2000" dirty="0">
                      <a:ln w="9525">
                        <a:solidFill>
                          <a:schemeClr val="tx1">
                            <a:alpha val="29000"/>
                          </a:schemeClr>
                        </a:solidFill>
                      </a:ln>
                      <a:latin typeface="Times New Roman"/>
                      <a:ea typeface="맑은 고딕"/>
                      <a:cs typeface="Times New Roman"/>
                    </a:rPr>
                    <a:t> </a:t>
                  </a:r>
                </a:p>
                <a:p>
                  <a:pPr>
                    <a:spcBef>
                      <a:spcPts val="1800"/>
                    </a:spcBef>
                  </a:pPr>
                  <a:r>
                    <a:rPr lang="en-US" altLang="ko-KR" sz="2000" b="0" dirty="0">
                      <a:ln w="9525">
                        <a:solidFill>
                          <a:schemeClr val="tx1">
                            <a:alpha val="29000"/>
                          </a:schemeClr>
                        </a:solidFill>
                      </a:ln>
                      <a:ea typeface="맑은 고딕"/>
                      <a:cs typeface="Times New Roman"/>
                    </a:rPr>
                    <a:t>   </a:t>
                  </a:r>
                  <a14:m>
                    <m:oMath xmlns:m="http://schemas.openxmlformats.org/officeDocument/2006/math">
                      <m:r>
                        <a:rPr lang="en-US" altLang="ko-KR" sz="2000" b="0" i="1" smtClean="0">
                          <a:ln w="9525">
                            <a:solidFill>
                              <a:schemeClr val="tx1">
                                <a:alpha val="29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맑은 고딕"/>
                          <a:cs typeface="Times New Roman"/>
                        </a:rPr>
                        <m:t>⇒</m:t>
                      </m:r>
                      <m:sSub>
                        <m:sSubPr>
                          <m:ctrlPr>
                            <a:rPr lang="en-US" altLang="ko-KR" sz="20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</m:ctrlPr>
                        </m:sSubPr>
                        <m:e>
                          <m:r>
                            <a:rPr lang="en-US" altLang="ko-KR" sz="20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𝑛</m:t>
                          </m:r>
                        </m:e>
                        <m:sub>
                          <m:r>
                            <a:rPr lang="en-US" altLang="ko-KR" sz="20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𝑡</m:t>
                          </m:r>
                        </m:sub>
                      </m:sSub>
                      <m:r>
                        <a:rPr lang="en-US" altLang="ko-KR" sz="2000" b="0" i="1" smtClean="0">
                          <a:ln w="9525">
                            <a:solidFill>
                              <a:schemeClr val="tx1">
                                <a:alpha val="29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맑은 고딕"/>
                          <a:cs typeface="Times New Roman"/>
                        </a:rPr>
                        <m:t>∙</m:t>
                      </m:r>
                      <m:sSub>
                        <m:sSubPr>
                          <m:ctrlPr>
                            <a:rPr lang="en-US" altLang="ko-KR" sz="20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</m:ctrlPr>
                        </m:sSubPr>
                        <m:e>
                          <m:r>
                            <a:rPr lang="en-US" altLang="ko-KR" sz="20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𝑛</m:t>
                          </m:r>
                        </m:e>
                        <m:sub>
                          <m:r>
                            <a:rPr lang="en-US" altLang="ko-KR" sz="20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𝑐</m:t>
                          </m:r>
                        </m:sub>
                      </m:sSub>
                    </m:oMath>
                  </a14:m>
                  <a:r>
                    <a:rPr lang="ko-KR" altLang="en-US" sz="2000" dirty="0">
                      <a:ln w="9525">
                        <a:solidFill>
                          <a:schemeClr val="tx1">
                            <a:alpha val="29000"/>
                          </a:schemeClr>
                        </a:solidFill>
                      </a:ln>
                      <a:latin typeface="Times New Roman"/>
                      <a:ea typeface="맑은 고딕"/>
                      <a:cs typeface="Times New Roman"/>
                    </a:rPr>
                    <a:t> </a:t>
                  </a:r>
                  <a:r>
                    <a:rPr lang="en-US" altLang="ko-KR" sz="2000" dirty="0">
                      <a:ln w="9525">
                        <a:solidFill>
                          <a:schemeClr val="tx1">
                            <a:alpha val="29000"/>
                          </a:schemeClr>
                        </a:solidFill>
                      </a:ln>
                      <a:latin typeface="Times New Roman"/>
                      <a:ea typeface="맑은 고딕"/>
                      <a:cs typeface="Times New Roman"/>
                    </a:rPr>
                    <a:t>term makes nonlinearity</a:t>
                  </a:r>
                  <a:endParaRPr lang="ko-KR" altLang="en-US" sz="2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endParaRPr>
                </a:p>
              </p:txBody>
            </p:sp>
          </mc:Choice>
          <mc:Fallback xmlns="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B257AFF9-ACF1-FE43-9767-E1325AC59ED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27036" y="3321688"/>
                  <a:ext cx="4049485" cy="938719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3390357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E8B653F-44C0-3DEF-1965-20570F6A4C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Freezing CTN  (TCAD Know-how)</a:t>
            </a:r>
            <a:endParaRPr lang="ko-KR" altLang="en-US" dirty="0"/>
          </a:p>
        </p:txBody>
      </p: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0B35594F-E900-3170-F5CB-DAA06828FE7D}"/>
              </a:ext>
            </a:extLst>
          </p:cNvPr>
          <p:cNvGrpSpPr/>
          <p:nvPr/>
        </p:nvGrpSpPr>
        <p:grpSpPr>
          <a:xfrm>
            <a:off x="552450" y="1128619"/>
            <a:ext cx="3120137" cy="2300381"/>
            <a:chOff x="552450" y="1352554"/>
            <a:chExt cx="4522470" cy="3401073"/>
          </a:xfrm>
        </p:grpSpPr>
        <p:grpSp>
          <p:nvGrpSpPr>
            <p:cNvPr id="17" name="그룹 16">
              <a:extLst>
                <a:ext uri="{FF2B5EF4-FFF2-40B4-BE49-F238E27FC236}">
                  <a16:creationId xmlns:a16="http://schemas.microsoft.com/office/drawing/2014/main" id="{2C6280FF-5AAF-8C85-9966-83F1F183F18F}"/>
                </a:ext>
              </a:extLst>
            </p:cNvPr>
            <p:cNvGrpSpPr/>
            <p:nvPr/>
          </p:nvGrpSpPr>
          <p:grpSpPr>
            <a:xfrm>
              <a:off x="552450" y="1352554"/>
              <a:ext cx="4522470" cy="3214933"/>
              <a:chOff x="552450" y="1352554"/>
              <a:chExt cx="4522470" cy="3214933"/>
            </a:xfrm>
          </p:grpSpPr>
          <p:pic>
            <p:nvPicPr>
              <p:cNvPr id="18" name="그림 17">
                <a:extLst>
                  <a:ext uri="{FF2B5EF4-FFF2-40B4-BE49-F238E27FC236}">
                    <a16:creationId xmlns:a16="http://schemas.microsoft.com/office/drawing/2014/main" id="{1CA33C66-A70C-C72B-BD31-73C163125C7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557157" y="1369003"/>
                <a:ext cx="4517763" cy="3198484"/>
              </a:xfrm>
              <a:prstGeom prst="rect">
                <a:avLst/>
              </a:prstGeom>
            </p:spPr>
          </p:pic>
          <p:sp>
            <p:nvSpPr>
              <p:cNvPr id="19" name="직사각형 18">
                <a:extLst>
                  <a:ext uri="{FF2B5EF4-FFF2-40B4-BE49-F238E27FC236}">
                    <a16:creationId xmlns:a16="http://schemas.microsoft.com/office/drawing/2014/main" id="{F28431FF-3F70-920A-D6E1-7CC2FBD99463}"/>
                  </a:ext>
                </a:extLst>
              </p:cNvPr>
              <p:cNvSpPr/>
              <p:nvPr/>
            </p:nvSpPr>
            <p:spPr>
              <a:xfrm>
                <a:off x="552450" y="1352554"/>
                <a:ext cx="457200" cy="352421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style>
              <a:lnRef idx="2">
                <a:schemeClr val="accent1">
                  <a:shade val="2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id="{FBEA9B1E-EB21-1D15-57F4-B67F6FEC9854}"/>
                </a:ext>
              </a:extLst>
            </p:cNvPr>
            <p:cNvGrpSpPr/>
            <p:nvPr/>
          </p:nvGrpSpPr>
          <p:grpSpPr>
            <a:xfrm>
              <a:off x="4002066" y="2993721"/>
              <a:ext cx="990812" cy="1759906"/>
              <a:chOff x="4002066" y="2993721"/>
              <a:chExt cx="990812" cy="1759906"/>
            </a:xfrm>
          </p:grpSpPr>
          <p:sp>
            <p:nvSpPr>
              <p:cNvPr id="21" name="직사각형 20">
                <a:extLst>
                  <a:ext uri="{FF2B5EF4-FFF2-40B4-BE49-F238E27FC236}">
                    <a16:creationId xmlns:a16="http://schemas.microsoft.com/office/drawing/2014/main" id="{EFD0E792-7153-547F-CBE0-877A1A0A2AD9}"/>
                  </a:ext>
                </a:extLst>
              </p:cNvPr>
              <p:cNvSpPr/>
              <p:nvPr/>
            </p:nvSpPr>
            <p:spPr>
              <a:xfrm>
                <a:off x="4002066" y="2993721"/>
                <a:ext cx="983293" cy="1759906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2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cxnSp>
            <p:nvCxnSpPr>
              <p:cNvPr id="22" name="직선 연결선 21">
                <a:extLst>
                  <a:ext uri="{FF2B5EF4-FFF2-40B4-BE49-F238E27FC236}">
                    <a16:creationId xmlns:a16="http://schemas.microsoft.com/office/drawing/2014/main" id="{004A7800-705F-1B5E-7FF4-B12D134EB588}"/>
                  </a:ext>
                </a:extLst>
              </p:cNvPr>
              <p:cNvCxnSpPr>
                <a:endCxn id="21" idx="0"/>
              </p:cNvCxnSpPr>
              <p:nvPr/>
            </p:nvCxnSpPr>
            <p:spPr>
              <a:xfrm flipV="1">
                <a:off x="4002066" y="2993721"/>
                <a:ext cx="491647" cy="194153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직선 연결선 22">
                <a:extLst>
                  <a:ext uri="{FF2B5EF4-FFF2-40B4-BE49-F238E27FC236}">
                    <a16:creationId xmlns:a16="http://schemas.microsoft.com/office/drawing/2014/main" id="{457F47C8-ECB4-89E1-9F96-AE78EA7225C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002066" y="3014013"/>
                <a:ext cx="982899" cy="374965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직선 연결선 23">
                <a:extLst>
                  <a:ext uri="{FF2B5EF4-FFF2-40B4-BE49-F238E27FC236}">
                    <a16:creationId xmlns:a16="http://schemas.microsoft.com/office/drawing/2014/main" id="{ECE34A58-86CF-195D-9E55-22B130FCCB3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002066" y="3189797"/>
                <a:ext cx="975723" cy="385316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직선 연결선 24">
                <a:extLst>
                  <a:ext uri="{FF2B5EF4-FFF2-40B4-BE49-F238E27FC236}">
                    <a16:creationId xmlns:a16="http://schemas.microsoft.com/office/drawing/2014/main" id="{9CD4CB83-9ACC-D941-1FFF-B378812BBEE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002066" y="3388067"/>
                <a:ext cx="982899" cy="38815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직선 연결선 25">
                <a:extLst>
                  <a:ext uri="{FF2B5EF4-FFF2-40B4-BE49-F238E27FC236}">
                    <a16:creationId xmlns:a16="http://schemas.microsoft.com/office/drawing/2014/main" id="{152860C5-2590-D49D-B18F-6ED7A5BA51B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002066" y="3590083"/>
                <a:ext cx="962988" cy="380287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직선 연결선 26">
                <a:extLst>
                  <a:ext uri="{FF2B5EF4-FFF2-40B4-BE49-F238E27FC236}">
                    <a16:creationId xmlns:a16="http://schemas.microsoft.com/office/drawing/2014/main" id="{98EC94A4-C3E0-7FE4-A545-B815094637F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002066" y="3792467"/>
                <a:ext cx="959747" cy="379007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직선 연결선 27">
                <a:extLst>
                  <a:ext uri="{FF2B5EF4-FFF2-40B4-BE49-F238E27FC236}">
                    <a16:creationId xmlns:a16="http://schemas.microsoft.com/office/drawing/2014/main" id="{63744AD5-37C5-C774-404B-1D0BB76137E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002066" y="3969459"/>
                <a:ext cx="982899" cy="38815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직선 연결선 28">
                <a:extLst>
                  <a:ext uri="{FF2B5EF4-FFF2-40B4-BE49-F238E27FC236}">
                    <a16:creationId xmlns:a16="http://schemas.microsoft.com/office/drawing/2014/main" id="{97841A59-9A71-C7B3-5270-5865663A3AF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002066" y="4176502"/>
                <a:ext cx="967860" cy="382211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직선 연결선 29">
                <a:extLst>
                  <a:ext uri="{FF2B5EF4-FFF2-40B4-BE49-F238E27FC236}">
                    <a16:creationId xmlns:a16="http://schemas.microsoft.com/office/drawing/2014/main" id="{332AAAFC-CDFD-6221-CCCB-98CA2477445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002066" y="4365315"/>
                <a:ext cx="983293" cy="388306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직선 연결선 30">
                <a:extLst>
                  <a:ext uri="{FF2B5EF4-FFF2-40B4-BE49-F238E27FC236}">
                    <a16:creationId xmlns:a16="http://schemas.microsoft.com/office/drawing/2014/main" id="{4D24EEAF-01F5-FF82-7107-735056F4BBBD}"/>
                  </a:ext>
                </a:extLst>
              </p:cNvPr>
              <p:cNvCxnSpPr/>
              <p:nvPr/>
            </p:nvCxnSpPr>
            <p:spPr>
              <a:xfrm flipV="1">
                <a:off x="4501231" y="4550851"/>
                <a:ext cx="491647" cy="194153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34" name="직선 화살표 연결선 33">
            <a:extLst>
              <a:ext uri="{FF2B5EF4-FFF2-40B4-BE49-F238E27FC236}">
                <a16:creationId xmlns:a16="http://schemas.microsoft.com/office/drawing/2014/main" id="{D786B841-B19C-D980-B362-8780D3C554DF}"/>
              </a:ext>
            </a:extLst>
          </p:cNvPr>
          <p:cNvCxnSpPr>
            <a:cxnSpLocks/>
          </p:cNvCxnSpPr>
          <p:nvPr/>
        </p:nvCxnSpPr>
        <p:spPr>
          <a:xfrm flipV="1">
            <a:off x="3615985" y="2206555"/>
            <a:ext cx="1528293" cy="1551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52296CAA-4DDD-C3AF-B0DF-6921C4A26218}"/>
              </a:ext>
            </a:extLst>
          </p:cNvPr>
          <p:cNvSpPr txBox="1"/>
          <p:nvPr/>
        </p:nvSpPr>
        <p:spPr>
          <a:xfrm>
            <a:off x="4802154" y="1715484"/>
            <a:ext cx="41357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By minimizing capture cross section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EB02ECC-FB9B-0E01-8314-5FD63A8EE71A}"/>
              </a:ext>
            </a:extLst>
          </p:cNvPr>
          <p:cNvSpPr txBox="1"/>
          <p:nvPr/>
        </p:nvSpPr>
        <p:spPr>
          <a:xfrm>
            <a:off x="5996473" y="2314127"/>
            <a:ext cx="27863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(⸪ Poole-Frenkel emission ~ </a:t>
            </a:r>
            <a:r>
              <a:rPr lang="el-GR" altLang="ko-KR" sz="1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σ</a:t>
            </a:r>
            <a:r>
              <a:rPr lang="en-US" altLang="ko-KR" sz="1400" baseline="-25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n</a:t>
            </a:r>
            <a:r>
              <a:rPr lang="en-US" altLang="ko-KR" sz="1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)</a:t>
            </a:r>
            <a:endParaRPr lang="ko-KR" altLang="en-US" sz="14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pic>
        <p:nvPicPr>
          <p:cNvPr id="38" name="그림 37">
            <a:extLst>
              <a:ext uri="{FF2B5EF4-FFF2-40B4-BE49-F238E27FC236}">
                <a16:creationId xmlns:a16="http://schemas.microsoft.com/office/drawing/2014/main" id="{6D75627D-B008-7A64-102A-38ADBCF7FC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450" y="3637125"/>
            <a:ext cx="4471471" cy="2706499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3CEB4563-19A4-280D-F86D-BB8C6F964676}"/>
              </a:ext>
            </a:extLst>
          </p:cNvPr>
          <p:cNvSpPr txBox="1"/>
          <p:nvPr/>
        </p:nvSpPr>
        <p:spPr>
          <a:xfrm>
            <a:off x="5023921" y="5102190"/>
            <a:ext cx="40259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: Result of CTN LM turn-on/off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74F215D-E16D-11B6-785A-6E8FE7C84043}"/>
              </a:ext>
            </a:extLst>
          </p:cNvPr>
          <p:cNvSpPr txBox="1"/>
          <p:nvPr/>
        </p:nvSpPr>
        <p:spPr>
          <a:xfrm>
            <a:off x="5573486" y="3208782"/>
            <a:ext cx="34150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σ</a:t>
            </a:r>
            <a:r>
              <a:rPr lang="en-US" altLang="ko-KR" sz="2000" baseline="-25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n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: 10</a:t>
            </a:r>
            <a:r>
              <a:rPr lang="en-US" altLang="ko-KR" sz="2000" baseline="30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-15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[cm</a:t>
            </a:r>
            <a:r>
              <a:rPr lang="en-US" altLang="ko-KR" sz="2000" baseline="30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2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]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→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10</a:t>
            </a:r>
            <a:r>
              <a:rPr lang="en-US" altLang="ko-KR" sz="2000" baseline="30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-30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[cm</a:t>
            </a:r>
            <a:r>
              <a:rPr lang="en-US" altLang="ko-KR" sz="2000" baseline="30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2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] 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883247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05B8136-86D6-2319-1A5D-B0A9399139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129" y="165556"/>
            <a:ext cx="8955742" cy="590931"/>
          </a:xfrm>
        </p:spPr>
        <p:txBody>
          <a:bodyPr/>
          <a:lstStyle/>
          <a:p>
            <a:r>
              <a:rPr lang="en-US" altLang="ko-KR" dirty="0"/>
              <a:t>Simplifying the </a:t>
            </a:r>
            <a:r>
              <a:rPr lang="en-US" altLang="ko-KR" dirty="0" err="1"/>
              <a:t>Detrap</a:t>
            </a:r>
            <a:r>
              <a:rPr lang="en-US" altLang="ko-KR" dirty="0"/>
              <a:t> Model</a:t>
            </a:r>
            <a:endParaRPr lang="ko-KR" altLang="en-US" dirty="0"/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5B9DDB39-4459-53B6-5381-446B1104D76E}"/>
              </a:ext>
            </a:extLst>
          </p:cNvPr>
          <p:cNvGrpSpPr/>
          <p:nvPr/>
        </p:nvGrpSpPr>
        <p:grpSpPr>
          <a:xfrm>
            <a:off x="481830" y="1095653"/>
            <a:ext cx="3176983" cy="2333347"/>
            <a:chOff x="556475" y="1554511"/>
            <a:chExt cx="3176983" cy="2333347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11C1D10B-381E-7FFE-BDB7-FC622A48632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56475" y="1554511"/>
              <a:ext cx="3176983" cy="2333347"/>
            </a:xfrm>
            <a:prstGeom prst="rect">
              <a:avLst/>
            </a:prstGeom>
          </p:spPr>
        </p:pic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F1F2D89F-C89A-4522-FBE1-48AE9D8C49E0}"/>
                </a:ext>
              </a:extLst>
            </p:cNvPr>
            <p:cNvSpPr/>
            <p:nvPr/>
          </p:nvSpPr>
          <p:spPr>
            <a:xfrm>
              <a:off x="559837" y="1561322"/>
              <a:ext cx="331101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8" name="곱하기 기호 7">
            <a:extLst>
              <a:ext uri="{FF2B5EF4-FFF2-40B4-BE49-F238E27FC236}">
                <a16:creationId xmlns:a16="http://schemas.microsoft.com/office/drawing/2014/main" id="{0E46F7EE-9DBF-9C32-C293-4B20F376FE38}"/>
              </a:ext>
            </a:extLst>
          </p:cNvPr>
          <p:cNvSpPr/>
          <p:nvPr/>
        </p:nvSpPr>
        <p:spPr>
          <a:xfrm>
            <a:off x="1826186" y="1337227"/>
            <a:ext cx="622040" cy="684245"/>
          </a:xfrm>
          <a:prstGeom prst="mathMultiply">
            <a:avLst>
              <a:gd name="adj1" fmla="val 17520"/>
            </a:avLst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93807553-180E-264E-4B54-77B2C6BC6129}"/>
              </a:ext>
            </a:extLst>
          </p:cNvPr>
          <p:cNvCxnSpPr>
            <a:stCxn id="8" idx="1"/>
          </p:cNvCxnSpPr>
          <p:nvPr/>
        </p:nvCxnSpPr>
        <p:spPr>
          <a:xfrm flipV="1">
            <a:off x="2298828" y="1480296"/>
            <a:ext cx="1923290" cy="212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3F167793-A80D-2E3A-7182-D0FD209FFBA9}"/>
              </a:ext>
            </a:extLst>
          </p:cNvPr>
          <p:cNvSpPr txBox="1"/>
          <p:nvPr/>
        </p:nvSpPr>
        <p:spPr>
          <a:xfrm>
            <a:off x="4296763" y="1111861"/>
            <a:ext cx="425475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Thermal emission negligible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D97ABA2D-04BF-B2D0-1C7F-BDD1B9B12C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2118" y="1511971"/>
            <a:ext cx="2172415" cy="1677057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84F5749-02B1-6A37-1536-EE784FBFB1C2}"/>
              </a:ext>
            </a:extLst>
          </p:cNvPr>
          <p:cNvSpPr txBox="1"/>
          <p:nvPr/>
        </p:nvSpPr>
        <p:spPr>
          <a:xfrm>
            <a:off x="6394533" y="1962258"/>
            <a:ext cx="20091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Large time constant</a:t>
            </a:r>
            <a:endParaRPr lang="ko-KR" altLang="en-US" sz="16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BBEB210D-7931-30EF-65AC-24FA1B10E7CC}"/>
              </a:ext>
            </a:extLst>
          </p:cNvPr>
          <p:cNvSpPr/>
          <p:nvPr/>
        </p:nvSpPr>
        <p:spPr>
          <a:xfrm>
            <a:off x="4533138" y="2847459"/>
            <a:ext cx="2009190" cy="325016"/>
          </a:xfrm>
          <a:prstGeom prst="ellipse">
            <a:avLst/>
          </a:prstGeom>
          <a:noFill/>
          <a:ln w="28575">
            <a:solidFill>
              <a:srgbClr val="FF3505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화살표: 위로 굽음 15">
            <a:extLst>
              <a:ext uri="{FF2B5EF4-FFF2-40B4-BE49-F238E27FC236}">
                <a16:creationId xmlns:a16="http://schemas.microsoft.com/office/drawing/2014/main" id="{1BB3E1AA-530C-EFD8-57F9-1F1910E61DCB}"/>
              </a:ext>
            </a:extLst>
          </p:cNvPr>
          <p:cNvSpPr/>
          <p:nvPr/>
        </p:nvSpPr>
        <p:spPr>
          <a:xfrm>
            <a:off x="6682287" y="2379373"/>
            <a:ext cx="463422" cy="591716"/>
          </a:xfrm>
          <a:prstGeom prst="bentUpArrow">
            <a:avLst>
              <a:gd name="adj1" fmla="val 12919"/>
              <a:gd name="adj2" fmla="val 18960"/>
              <a:gd name="adj3" fmla="val 33054"/>
            </a:avLst>
          </a:prstGeom>
          <a:solidFill>
            <a:srgbClr val="FFC000"/>
          </a:solidFill>
          <a:ln>
            <a:solidFill>
              <a:srgbClr val="FF3505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곱하기 기호 16">
            <a:extLst>
              <a:ext uri="{FF2B5EF4-FFF2-40B4-BE49-F238E27FC236}">
                <a16:creationId xmlns:a16="http://schemas.microsoft.com/office/drawing/2014/main" id="{8F84C35B-A702-F4B3-305A-C375DA10FB86}"/>
              </a:ext>
            </a:extLst>
          </p:cNvPr>
          <p:cNvSpPr/>
          <p:nvPr/>
        </p:nvSpPr>
        <p:spPr>
          <a:xfrm>
            <a:off x="1187023" y="1915538"/>
            <a:ext cx="622040" cy="684245"/>
          </a:xfrm>
          <a:prstGeom prst="mathMultiply">
            <a:avLst>
              <a:gd name="adj1" fmla="val 17520"/>
            </a:avLst>
          </a:prstGeom>
          <a:solidFill>
            <a:srgbClr val="FF3505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50" name="그룹 49">
            <a:extLst>
              <a:ext uri="{FF2B5EF4-FFF2-40B4-BE49-F238E27FC236}">
                <a16:creationId xmlns:a16="http://schemas.microsoft.com/office/drawing/2014/main" id="{F8EFFBAB-9646-A89D-007B-2C4D6BA831C2}"/>
              </a:ext>
            </a:extLst>
          </p:cNvPr>
          <p:cNvGrpSpPr/>
          <p:nvPr/>
        </p:nvGrpSpPr>
        <p:grpSpPr>
          <a:xfrm>
            <a:off x="2381341" y="3877264"/>
            <a:ext cx="2933576" cy="2543652"/>
            <a:chOff x="614373" y="3515879"/>
            <a:chExt cx="2933576" cy="2543652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6370420B-03A5-6D0F-D0DC-18CAC4D5F676}"/>
                </a:ext>
              </a:extLst>
            </p:cNvPr>
            <p:cNvSpPr txBox="1"/>
            <p:nvPr/>
          </p:nvSpPr>
          <p:spPr>
            <a:xfrm>
              <a:off x="950392" y="5813310"/>
              <a:ext cx="204541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rPr>
                <a:t>High</a:t>
              </a:r>
              <a:r>
                <a:rPr lang="ko-KR" altLang="en-US" sz="10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rPr>
                <a:t> </a:t>
              </a:r>
              <a:r>
                <a:rPr lang="en-US" altLang="ko-KR" sz="10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rPr>
                <a:t>Vertical Electrical Field</a:t>
              </a:r>
            </a:p>
          </p:txBody>
        </p:sp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id="{47E72FFA-4C0C-29EF-4D14-211BB17492F9}"/>
                </a:ext>
              </a:extLst>
            </p:cNvPr>
            <p:cNvGrpSpPr/>
            <p:nvPr/>
          </p:nvGrpSpPr>
          <p:grpSpPr>
            <a:xfrm>
              <a:off x="614373" y="3515879"/>
              <a:ext cx="2933576" cy="2290917"/>
              <a:chOff x="357020" y="1219027"/>
              <a:chExt cx="5001162" cy="3905556"/>
            </a:xfrm>
          </p:grpSpPr>
          <p:sp>
            <p:nvSpPr>
              <p:cNvPr id="21" name="자유형: 도형 20">
                <a:extLst>
                  <a:ext uri="{FF2B5EF4-FFF2-40B4-BE49-F238E27FC236}">
                    <a16:creationId xmlns:a16="http://schemas.microsoft.com/office/drawing/2014/main" id="{29A25042-28A1-BF41-3579-3784C3377361}"/>
                  </a:ext>
                </a:extLst>
              </p:cNvPr>
              <p:cNvSpPr/>
              <p:nvPr/>
            </p:nvSpPr>
            <p:spPr>
              <a:xfrm rot="10800000">
                <a:off x="762000" y="3202433"/>
                <a:ext cx="1880144" cy="199104"/>
              </a:xfrm>
              <a:custGeom>
                <a:avLst/>
                <a:gdLst>
                  <a:gd name="connsiteX0" fmla="*/ 0 w 1054100"/>
                  <a:gd name="connsiteY0" fmla="*/ 110186 h 199104"/>
                  <a:gd name="connsiteX1" fmla="*/ 127000 w 1054100"/>
                  <a:gd name="connsiteY1" fmla="*/ 2236 h 199104"/>
                  <a:gd name="connsiteX2" fmla="*/ 285750 w 1054100"/>
                  <a:gd name="connsiteY2" fmla="*/ 199086 h 199104"/>
                  <a:gd name="connsiteX3" fmla="*/ 463550 w 1054100"/>
                  <a:gd name="connsiteY3" fmla="*/ 14936 h 199104"/>
                  <a:gd name="connsiteX4" fmla="*/ 609600 w 1054100"/>
                  <a:gd name="connsiteY4" fmla="*/ 186386 h 199104"/>
                  <a:gd name="connsiteX5" fmla="*/ 768350 w 1054100"/>
                  <a:gd name="connsiteY5" fmla="*/ 33986 h 199104"/>
                  <a:gd name="connsiteX6" fmla="*/ 844550 w 1054100"/>
                  <a:gd name="connsiteY6" fmla="*/ 46686 h 199104"/>
                  <a:gd name="connsiteX7" fmla="*/ 920750 w 1054100"/>
                  <a:gd name="connsiteY7" fmla="*/ 116536 h 199104"/>
                  <a:gd name="connsiteX8" fmla="*/ 1054100 w 1054100"/>
                  <a:gd name="connsiteY8" fmla="*/ 122886 h 1991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054100" h="199104">
                    <a:moveTo>
                      <a:pt x="0" y="110186"/>
                    </a:moveTo>
                    <a:cubicBezTo>
                      <a:pt x="39687" y="48802"/>
                      <a:pt x="79375" y="-12581"/>
                      <a:pt x="127000" y="2236"/>
                    </a:cubicBezTo>
                    <a:cubicBezTo>
                      <a:pt x="174625" y="17053"/>
                      <a:pt x="229658" y="196969"/>
                      <a:pt x="285750" y="199086"/>
                    </a:cubicBezTo>
                    <a:cubicBezTo>
                      <a:pt x="341842" y="201203"/>
                      <a:pt x="409575" y="17053"/>
                      <a:pt x="463550" y="14936"/>
                    </a:cubicBezTo>
                    <a:cubicBezTo>
                      <a:pt x="517525" y="12819"/>
                      <a:pt x="558800" y="183211"/>
                      <a:pt x="609600" y="186386"/>
                    </a:cubicBezTo>
                    <a:cubicBezTo>
                      <a:pt x="660400" y="189561"/>
                      <a:pt x="729192" y="57269"/>
                      <a:pt x="768350" y="33986"/>
                    </a:cubicBezTo>
                    <a:cubicBezTo>
                      <a:pt x="807508" y="10703"/>
                      <a:pt x="819150" y="32928"/>
                      <a:pt x="844550" y="46686"/>
                    </a:cubicBezTo>
                    <a:cubicBezTo>
                      <a:pt x="869950" y="60444"/>
                      <a:pt x="885825" y="103836"/>
                      <a:pt x="920750" y="116536"/>
                    </a:cubicBezTo>
                    <a:cubicBezTo>
                      <a:pt x="955675" y="129236"/>
                      <a:pt x="1004887" y="126061"/>
                      <a:pt x="1054100" y="122886"/>
                    </a:cubicBezTo>
                  </a:path>
                </a:pathLst>
              </a:custGeom>
              <a:noFill/>
              <a:ln>
                <a:solidFill>
                  <a:schemeClr val="accent1">
                    <a:lumMod val="40000"/>
                    <a:lumOff val="60000"/>
                  </a:schemeClr>
                </a:solidFill>
                <a:prstDash val="dash"/>
                <a:headEnd type="none" w="med" len="med"/>
                <a:tailEnd type="arrow" w="med" len="med"/>
              </a:ln>
            </p:spPr>
            <p:style>
              <a:lnRef idx="2">
                <a:schemeClr val="accent1">
                  <a:shade val="2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" name="자유형: 도형 21">
                <a:extLst>
                  <a:ext uri="{FF2B5EF4-FFF2-40B4-BE49-F238E27FC236}">
                    <a16:creationId xmlns:a16="http://schemas.microsoft.com/office/drawing/2014/main" id="{E30C2C10-EBD2-6F0E-7C6B-05B9A42942F1}"/>
                  </a:ext>
                </a:extLst>
              </p:cNvPr>
              <p:cNvSpPr/>
              <p:nvPr/>
            </p:nvSpPr>
            <p:spPr>
              <a:xfrm>
                <a:off x="360082" y="3348318"/>
                <a:ext cx="1398494" cy="1004047"/>
              </a:xfrm>
              <a:custGeom>
                <a:avLst/>
                <a:gdLst>
                  <a:gd name="connsiteX0" fmla="*/ 0 w 1398494"/>
                  <a:gd name="connsiteY0" fmla="*/ 1004047 h 1004047"/>
                  <a:gd name="connsiteX1" fmla="*/ 627530 w 1398494"/>
                  <a:gd name="connsiteY1" fmla="*/ 304800 h 1004047"/>
                  <a:gd name="connsiteX2" fmla="*/ 1398494 w 1398494"/>
                  <a:gd name="connsiteY2" fmla="*/ 0 h 10040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398494" h="1004047">
                    <a:moveTo>
                      <a:pt x="0" y="1004047"/>
                    </a:moveTo>
                    <a:cubicBezTo>
                      <a:pt x="197224" y="738094"/>
                      <a:pt x="394448" y="472141"/>
                      <a:pt x="627530" y="304800"/>
                    </a:cubicBezTo>
                    <a:cubicBezTo>
                      <a:pt x="860612" y="137459"/>
                      <a:pt x="1129553" y="68729"/>
                      <a:pt x="1398494" y="0"/>
                    </a:cubicBezTo>
                  </a:path>
                </a:pathLst>
              </a:custGeom>
              <a:noFill/>
            </p:spPr>
            <p:style>
              <a:lnRef idx="2">
                <a:schemeClr val="accent1">
                  <a:shade val="2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" name="자유형: 도형 22">
                <a:extLst>
                  <a:ext uri="{FF2B5EF4-FFF2-40B4-BE49-F238E27FC236}">
                    <a16:creationId xmlns:a16="http://schemas.microsoft.com/office/drawing/2014/main" id="{636C6DC1-1B7E-279D-CDDA-5A833DE15460}"/>
                  </a:ext>
                </a:extLst>
              </p:cNvPr>
              <p:cNvSpPr/>
              <p:nvPr/>
            </p:nvSpPr>
            <p:spPr>
              <a:xfrm>
                <a:off x="1301376" y="2075329"/>
                <a:ext cx="1398494" cy="1004047"/>
              </a:xfrm>
              <a:custGeom>
                <a:avLst/>
                <a:gdLst>
                  <a:gd name="connsiteX0" fmla="*/ 0 w 1398494"/>
                  <a:gd name="connsiteY0" fmla="*/ 1004047 h 1004047"/>
                  <a:gd name="connsiteX1" fmla="*/ 627530 w 1398494"/>
                  <a:gd name="connsiteY1" fmla="*/ 304800 h 1004047"/>
                  <a:gd name="connsiteX2" fmla="*/ 1398494 w 1398494"/>
                  <a:gd name="connsiteY2" fmla="*/ 0 h 10040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398494" h="1004047">
                    <a:moveTo>
                      <a:pt x="0" y="1004047"/>
                    </a:moveTo>
                    <a:cubicBezTo>
                      <a:pt x="197224" y="738094"/>
                      <a:pt x="394448" y="472141"/>
                      <a:pt x="627530" y="304800"/>
                    </a:cubicBezTo>
                    <a:cubicBezTo>
                      <a:pt x="860612" y="137459"/>
                      <a:pt x="1129553" y="68729"/>
                      <a:pt x="1398494" y="0"/>
                    </a:cubicBezTo>
                  </a:path>
                </a:pathLst>
              </a:custGeom>
              <a:noFill/>
            </p:spPr>
            <p:style>
              <a:lnRef idx="2">
                <a:schemeClr val="accent1">
                  <a:shade val="2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24" name="직선 연결선 23">
                <a:extLst>
                  <a:ext uri="{FF2B5EF4-FFF2-40B4-BE49-F238E27FC236}">
                    <a16:creationId xmlns:a16="http://schemas.microsoft.com/office/drawing/2014/main" id="{980B9B06-0C44-C490-E0A9-1B7D0DBBEC2F}"/>
                  </a:ext>
                </a:extLst>
              </p:cNvPr>
              <p:cNvCxnSpPr>
                <a:stCxn id="22" idx="2"/>
                <a:endCxn id="23" idx="2"/>
              </p:cNvCxnSpPr>
              <p:nvPr/>
            </p:nvCxnSpPr>
            <p:spPr>
              <a:xfrm flipV="1">
                <a:off x="1758576" y="2075329"/>
                <a:ext cx="941294" cy="1272989"/>
              </a:xfrm>
              <a:prstGeom prst="line">
                <a:avLst/>
              </a:prstGeom>
              <a:ln w="12700">
                <a:solidFill>
                  <a:srgbClr val="28486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직선 연결선 24">
                <a:extLst>
                  <a:ext uri="{FF2B5EF4-FFF2-40B4-BE49-F238E27FC236}">
                    <a16:creationId xmlns:a16="http://schemas.microsoft.com/office/drawing/2014/main" id="{BC26F693-9F28-D0EE-056D-8FBC4F78CCB0}"/>
                  </a:ext>
                </a:extLst>
              </p:cNvPr>
              <p:cNvCxnSpPr>
                <a:cxnSpLocks/>
                <a:stCxn id="22" idx="2"/>
                <a:endCxn id="26" idx="0"/>
              </p:cNvCxnSpPr>
              <p:nvPr/>
            </p:nvCxnSpPr>
            <p:spPr>
              <a:xfrm flipH="1">
                <a:off x="1758574" y="3348318"/>
                <a:ext cx="2" cy="720959"/>
              </a:xfrm>
              <a:prstGeom prst="line">
                <a:avLst/>
              </a:prstGeom>
              <a:ln w="12700">
                <a:solidFill>
                  <a:srgbClr val="28486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6" name="자유형: 도형 25">
                <a:extLst>
                  <a:ext uri="{FF2B5EF4-FFF2-40B4-BE49-F238E27FC236}">
                    <a16:creationId xmlns:a16="http://schemas.microsoft.com/office/drawing/2014/main" id="{B7804239-7459-7401-5C12-B9540E563422}"/>
                  </a:ext>
                </a:extLst>
              </p:cNvPr>
              <p:cNvSpPr/>
              <p:nvPr/>
            </p:nvSpPr>
            <p:spPr>
              <a:xfrm>
                <a:off x="1758574" y="3661742"/>
                <a:ext cx="1864987" cy="407535"/>
              </a:xfrm>
              <a:custGeom>
                <a:avLst/>
                <a:gdLst>
                  <a:gd name="connsiteX0" fmla="*/ 0 w 1398494"/>
                  <a:gd name="connsiteY0" fmla="*/ 1004047 h 1004047"/>
                  <a:gd name="connsiteX1" fmla="*/ 627530 w 1398494"/>
                  <a:gd name="connsiteY1" fmla="*/ 304800 h 1004047"/>
                  <a:gd name="connsiteX2" fmla="*/ 1398494 w 1398494"/>
                  <a:gd name="connsiteY2" fmla="*/ 0 h 10040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398494" h="1004047">
                    <a:moveTo>
                      <a:pt x="0" y="1004047"/>
                    </a:moveTo>
                    <a:cubicBezTo>
                      <a:pt x="197224" y="738094"/>
                      <a:pt x="394448" y="472141"/>
                      <a:pt x="627530" y="304800"/>
                    </a:cubicBezTo>
                    <a:cubicBezTo>
                      <a:pt x="860612" y="137459"/>
                      <a:pt x="1129553" y="68729"/>
                      <a:pt x="1398494" y="0"/>
                    </a:cubicBezTo>
                  </a:path>
                </a:pathLst>
              </a:custGeom>
              <a:noFill/>
            </p:spPr>
            <p:style>
              <a:lnRef idx="2">
                <a:schemeClr val="accent1">
                  <a:shade val="2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27" name="직선 연결선 26">
                <a:extLst>
                  <a:ext uri="{FF2B5EF4-FFF2-40B4-BE49-F238E27FC236}">
                    <a16:creationId xmlns:a16="http://schemas.microsoft.com/office/drawing/2014/main" id="{027B563B-1E67-33AA-D708-5395EFC3E4D7}"/>
                  </a:ext>
                </a:extLst>
              </p:cNvPr>
              <p:cNvCxnSpPr/>
              <p:nvPr/>
            </p:nvCxnSpPr>
            <p:spPr>
              <a:xfrm flipV="1">
                <a:off x="1758576" y="2796287"/>
                <a:ext cx="941294" cy="1272989"/>
              </a:xfrm>
              <a:prstGeom prst="line">
                <a:avLst/>
              </a:prstGeom>
              <a:ln w="12700">
                <a:solidFill>
                  <a:srgbClr val="28486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직선 연결선 27">
                <a:extLst>
                  <a:ext uri="{FF2B5EF4-FFF2-40B4-BE49-F238E27FC236}">
                    <a16:creationId xmlns:a16="http://schemas.microsoft.com/office/drawing/2014/main" id="{BB0C0FFB-DCD2-3D4F-7099-F1C8E5EC06E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699869" y="2075329"/>
                <a:ext cx="1" cy="720958"/>
              </a:xfrm>
              <a:prstGeom prst="line">
                <a:avLst/>
              </a:prstGeom>
              <a:ln w="12700">
                <a:solidFill>
                  <a:srgbClr val="28486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9" name="자유형: 도형 28">
                <a:extLst>
                  <a:ext uri="{FF2B5EF4-FFF2-40B4-BE49-F238E27FC236}">
                    <a16:creationId xmlns:a16="http://schemas.microsoft.com/office/drawing/2014/main" id="{793D03BC-2927-FEDB-60D0-338FA37D44B7}"/>
                  </a:ext>
                </a:extLst>
              </p:cNvPr>
              <p:cNvSpPr/>
              <p:nvPr/>
            </p:nvSpPr>
            <p:spPr>
              <a:xfrm>
                <a:off x="2699868" y="2511334"/>
                <a:ext cx="1223165" cy="300194"/>
              </a:xfrm>
              <a:custGeom>
                <a:avLst/>
                <a:gdLst>
                  <a:gd name="connsiteX0" fmla="*/ 0 w 1398494"/>
                  <a:gd name="connsiteY0" fmla="*/ 1004047 h 1004047"/>
                  <a:gd name="connsiteX1" fmla="*/ 627530 w 1398494"/>
                  <a:gd name="connsiteY1" fmla="*/ 304800 h 1004047"/>
                  <a:gd name="connsiteX2" fmla="*/ 1398494 w 1398494"/>
                  <a:gd name="connsiteY2" fmla="*/ 0 h 10040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398494" h="1004047">
                    <a:moveTo>
                      <a:pt x="0" y="1004047"/>
                    </a:moveTo>
                    <a:cubicBezTo>
                      <a:pt x="197224" y="738094"/>
                      <a:pt x="394448" y="472141"/>
                      <a:pt x="627530" y="304800"/>
                    </a:cubicBezTo>
                    <a:cubicBezTo>
                      <a:pt x="860612" y="137459"/>
                      <a:pt x="1129553" y="68729"/>
                      <a:pt x="1398494" y="0"/>
                    </a:cubicBezTo>
                  </a:path>
                </a:pathLst>
              </a:custGeom>
              <a:noFill/>
            </p:spPr>
            <p:style>
              <a:lnRef idx="2">
                <a:schemeClr val="accent1">
                  <a:shade val="2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0" name="자유형: 도형 29">
                <a:extLst>
                  <a:ext uri="{FF2B5EF4-FFF2-40B4-BE49-F238E27FC236}">
                    <a16:creationId xmlns:a16="http://schemas.microsoft.com/office/drawing/2014/main" id="{78F207E4-2E48-6346-7F1C-0A99BB64E72B}"/>
                  </a:ext>
                </a:extLst>
              </p:cNvPr>
              <p:cNvSpPr/>
              <p:nvPr/>
            </p:nvSpPr>
            <p:spPr>
              <a:xfrm>
                <a:off x="1758575" y="4069275"/>
                <a:ext cx="1864972" cy="352885"/>
              </a:xfrm>
              <a:custGeom>
                <a:avLst/>
                <a:gdLst>
                  <a:gd name="connsiteX0" fmla="*/ 0 w 1398494"/>
                  <a:gd name="connsiteY0" fmla="*/ 1004047 h 1004047"/>
                  <a:gd name="connsiteX1" fmla="*/ 627530 w 1398494"/>
                  <a:gd name="connsiteY1" fmla="*/ 304800 h 1004047"/>
                  <a:gd name="connsiteX2" fmla="*/ 1398494 w 1398494"/>
                  <a:gd name="connsiteY2" fmla="*/ 0 h 10040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398494" h="1004047">
                    <a:moveTo>
                      <a:pt x="0" y="1004047"/>
                    </a:moveTo>
                    <a:cubicBezTo>
                      <a:pt x="197224" y="738094"/>
                      <a:pt x="394448" y="472141"/>
                      <a:pt x="627530" y="304800"/>
                    </a:cubicBezTo>
                    <a:cubicBezTo>
                      <a:pt x="860612" y="137459"/>
                      <a:pt x="1129553" y="68729"/>
                      <a:pt x="1398494" y="0"/>
                    </a:cubicBezTo>
                  </a:path>
                </a:pathLst>
              </a:custGeom>
              <a:noFill/>
              <a:ln w="57150">
                <a:solidFill>
                  <a:srgbClr val="FF3531"/>
                </a:solidFill>
              </a:ln>
            </p:spPr>
            <p:style>
              <a:lnRef idx="2">
                <a:schemeClr val="accent1">
                  <a:shade val="2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pic>
            <p:nvPicPr>
              <p:cNvPr id="31" name="그림 30">
                <a:extLst>
                  <a:ext uri="{FF2B5EF4-FFF2-40B4-BE49-F238E27FC236}">
                    <a16:creationId xmlns:a16="http://schemas.microsoft.com/office/drawing/2014/main" id="{715045C9-E0BA-B979-4DDC-5DC4569330C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758574" y="4299147"/>
                <a:ext cx="175310" cy="176233"/>
              </a:xfrm>
              <a:prstGeom prst="rect">
                <a:avLst/>
              </a:prstGeom>
            </p:spPr>
          </p:pic>
          <p:pic>
            <p:nvPicPr>
              <p:cNvPr id="32" name="그림 31">
                <a:extLst>
                  <a:ext uri="{FF2B5EF4-FFF2-40B4-BE49-F238E27FC236}">
                    <a16:creationId xmlns:a16="http://schemas.microsoft.com/office/drawing/2014/main" id="{04F62194-D713-5105-79C7-0DF01F471E5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652664" y="3189435"/>
                <a:ext cx="175310" cy="176233"/>
              </a:xfrm>
              <a:prstGeom prst="rect">
                <a:avLst/>
              </a:prstGeom>
            </p:spPr>
          </p:pic>
          <p:cxnSp>
            <p:nvCxnSpPr>
              <p:cNvPr id="33" name="직선 화살표 연결선 32">
                <a:extLst>
                  <a:ext uri="{FF2B5EF4-FFF2-40B4-BE49-F238E27FC236}">
                    <a16:creationId xmlns:a16="http://schemas.microsoft.com/office/drawing/2014/main" id="{8AA81E55-5B18-C7F2-5B05-9BCE65575C0D}"/>
                  </a:ext>
                </a:extLst>
              </p:cNvPr>
              <p:cNvCxnSpPr>
                <a:endCxn id="32" idx="2"/>
              </p:cNvCxnSpPr>
              <p:nvPr/>
            </p:nvCxnSpPr>
            <p:spPr>
              <a:xfrm flipV="1">
                <a:off x="2740319" y="3365668"/>
                <a:ext cx="0" cy="532793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4" name="화살표: 아래쪽 33">
                <a:extLst>
                  <a:ext uri="{FF2B5EF4-FFF2-40B4-BE49-F238E27FC236}">
                    <a16:creationId xmlns:a16="http://schemas.microsoft.com/office/drawing/2014/main" id="{70A330C2-366A-C811-8FD5-7EFD05BC12BF}"/>
                  </a:ext>
                </a:extLst>
              </p:cNvPr>
              <p:cNvSpPr/>
              <p:nvPr/>
            </p:nvSpPr>
            <p:spPr>
              <a:xfrm rot="1920130">
                <a:off x="2490440" y="3416597"/>
                <a:ext cx="175297" cy="286543"/>
              </a:xfrm>
              <a:prstGeom prst="downArrow">
                <a:avLst/>
              </a:prstGeom>
              <a:solidFill>
                <a:srgbClr val="FFFF00"/>
              </a:solidFill>
              <a:ln>
                <a:solidFill>
                  <a:srgbClr val="FF3531"/>
                </a:solidFill>
              </a:ln>
            </p:spPr>
            <p:style>
              <a:lnRef idx="2">
                <a:schemeClr val="accent1">
                  <a:shade val="2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5" name="화살표: 아래쪽 34">
                <a:extLst>
                  <a:ext uri="{FF2B5EF4-FFF2-40B4-BE49-F238E27FC236}">
                    <a16:creationId xmlns:a16="http://schemas.microsoft.com/office/drawing/2014/main" id="{4F8B5294-1385-1695-DAE1-0F424BFEF971}"/>
                  </a:ext>
                </a:extLst>
              </p:cNvPr>
              <p:cNvSpPr/>
              <p:nvPr/>
            </p:nvSpPr>
            <p:spPr>
              <a:xfrm rot="12846540">
                <a:off x="2821690" y="2869128"/>
                <a:ext cx="175297" cy="286543"/>
              </a:xfrm>
              <a:prstGeom prst="downArrow">
                <a:avLst/>
              </a:prstGeom>
              <a:solidFill>
                <a:srgbClr val="FFFF00"/>
              </a:solidFill>
              <a:ln>
                <a:solidFill>
                  <a:srgbClr val="FF3531"/>
                </a:solidFill>
              </a:ln>
            </p:spPr>
            <p:style>
              <a:lnRef idx="2">
                <a:schemeClr val="accent1">
                  <a:shade val="2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pic>
            <p:nvPicPr>
              <p:cNvPr id="36" name="그림 35">
                <a:extLst>
                  <a:ext uri="{FF2B5EF4-FFF2-40B4-BE49-F238E27FC236}">
                    <a16:creationId xmlns:a16="http://schemas.microsoft.com/office/drawing/2014/main" id="{35B74257-DA52-A8F1-F814-19BC1DD55EE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000623" y="4197943"/>
                <a:ext cx="175310" cy="176233"/>
              </a:xfrm>
              <a:prstGeom prst="rect">
                <a:avLst/>
              </a:prstGeom>
            </p:spPr>
          </p:pic>
          <p:pic>
            <p:nvPicPr>
              <p:cNvPr id="37" name="그림 36">
                <a:extLst>
                  <a:ext uri="{FF2B5EF4-FFF2-40B4-BE49-F238E27FC236}">
                    <a16:creationId xmlns:a16="http://schemas.microsoft.com/office/drawing/2014/main" id="{CB31B7FA-8383-17C7-0566-9F5516E9980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307073" y="4133760"/>
                <a:ext cx="175310" cy="176233"/>
              </a:xfrm>
              <a:prstGeom prst="rect">
                <a:avLst/>
              </a:prstGeom>
            </p:spPr>
          </p:pic>
          <p:pic>
            <p:nvPicPr>
              <p:cNvPr id="38" name="그림 37">
                <a:extLst>
                  <a:ext uri="{FF2B5EF4-FFF2-40B4-BE49-F238E27FC236}">
                    <a16:creationId xmlns:a16="http://schemas.microsoft.com/office/drawing/2014/main" id="{994AFB7C-4B8B-3E3D-0F71-BF188A429CF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585722" y="4063686"/>
                <a:ext cx="175310" cy="176233"/>
              </a:xfrm>
              <a:prstGeom prst="rect">
                <a:avLst/>
              </a:prstGeom>
            </p:spPr>
          </p:pic>
          <p:pic>
            <p:nvPicPr>
              <p:cNvPr id="39" name="그림 38">
                <a:extLst>
                  <a:ext uri="{FF2B5EF4-FFF2-40B4-BE49-F238E27FC236}">
                    <a16:creationId xmlns:a16="http://schemas.microsoft.com/office/drawing/2014/main" id="{F2131BAD-51BD-3E81-103F-0B43327B38B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898743" y="3997405"/>
                <a:ext cx="175310" cy="176233"/>
              </a:xfrm>
              <a:prstGeom prst="rect">
                <a:avLst/>
              </a:prstGeom>
            </p:spPr>
          </p:pic>
          <p:pic>
            <p:nvPicPr>
              <p:cNvPr id="40" name="그림 39">
                <a:extLst>
                  <a:ext uri="{FF2B5EF4-FFF2-40B4-BE49-F238E27FC236}">
                    <a16:creationId xmlns:a16="http://schemas.microsoft.com/office/drawing/2014/main" id="{CB98331D-9B92-B3FD-D507-D5F179F62F7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186050" y="3978364"/>
                <a:ext cx="175310" cy="176233"/>
              </a:xfrm>
              <a:prstGeom prst="rect">
                <a:avLst/>
              </a:prstGeom>
            </p:spPr>
          </p:pic>
          <p:pic>
            <p:nvPicPr>
              <p:cNvPr id="41" name="그림 40">
                <a:extLst>
                  <a:ext uri="{FF2B5EF4-FFF2-40B4-BE49-F238E27FC236}">
                    <a16:creationId xmlns:a16="http://schemas.microsoft.com/office/drawing/2014/main" id="{DDE6428F-EB7F-3E52-442B-F29EB2EFD96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468462" y="3957527"/>
                <a:ext cx="175310" cy="176233"/>
              </a:xfrm>
              <a:prstGeom prst="rect">
                <a:avLst/>
              </a:prstGeom>
            </p:spPr>
          </p:pic>
          <p:cxnSp>
            <p:nvCxnSpPr>
              <p:cNvPr id="42" name="직선 연결선 41">
                <a:extLst>
                  <a:ext uri="{FF2B5EF4-FFF2-40B4-BE49-F238E27FC236}">
                    <a16:creationId xmlns:a16="http://schemas.microsoft.com/office/drawing/2014/main" id="{AF3CD6D9-BBC8-9BF9-1474-2E041DDE54C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622432" y="2940783"/>
                <a:ext cx="2" cy="720959"/>
              </a:xfrm>
              <a:prstGeom prst="line">
                <a:avLst/>
              </a:prstGeom>
              <a:ln w="12700">
                <a:solidFill>
                  <a:srgbClr val="28486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직선 연결선 42">
                <a:extLst>
                  <a:ext uri="{FF2B5EF4-FFF2-40B4-BE49-F238E27FC236}">
                    <a16:creationId xmlns:a16="http://schemas.microsoft.com/office/drawing/2014/main" id="{256C1FB2-A786-1F80-41EE-388714ED3C32}"/>
                  </a:ext>
                </a:extLst>
              </p:cNvPr>
              <p:cNvCxnSpPr/>
              <p:nvPr/>
            </p:nvCxnSpPr>
            <p:spPr>
              <a:xfrm flipV="1">
                <a:off x="3623562" y="1682608"/>
                <a:ext cx="941294" cy="1272989"/>
              </a:xfrm>
              <a:prstGeom prst="line">
                <a:avLst/>
              </a:prstGeom>
              <a:ln w="12700">
                <a:solidFill>
                  <a:srgbClr val="28486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4" name="자유형: 도형 43">
                <a:extLst>
                  <a:ext uri="{FF2B5EF4-FFF2-40B4-BE49-F238E27FC236}">
                    <a16:creationId xmlns:a16="http://schemas.microsoft.com/office/drawing/2014/main" id="{636D9D2C-BAB0-A67D-A3F9-4ED75730A80D}"/>
                  </a:ext>
                </a:extLst>
              </p:cNvPr>
              <p:cNvSpPr/>
              <p:nvPr/>
            </p:nvSpPr>
            <p:spPr>
              <a:xfrm>
                <a:off x="3623560" y="2529698"/>
                <a:ext cx="793327" cy="407535"/>
              </a:xfrm>
              <a:custGeom>
                <a:avLst/>
                <a:gdLst>
                  <a:gd name="connsiteX0" fmla="*/ 0 w 1398494"/>
                  <a:gd name="connsiteY0" fmla="*/ 1004047 h 1004047"/>
                  <a:gd name="connsiteX1" fmla="*/ 627530 w 1398494"/>
                  <a:gd name="connsiteY1" fmla="*/ 304800 h 1004047"/>
                  <a:gd name="connsiteX2" fmla="*/ 1398494 w 1398494"/>
                  <a:gd name="connsiteY2" fmla="*/ 0 h 10040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398494" h="1004047">
                    <a:moveTo>
                      <a:pt x="0" y="1004047"/>
                    </a:moveTo>
                    <a:cubicBezTo>
                      <a:pt x="197224" y="738094"/>
                      <a:pt x="394448" y="472141"/>
                      <a:pt x="627530" y="304800"/>
                    </a:cubicBezTo>
                    <a:cubicBezTo>
                      <a:pt x="860612" y="137459"/>
                      <a:pt x="1129553" y="68729"/>
                      <a:pt x="1398494" y="0"/>
                    </a:cubicBezTo>
                  </a:path>
                </a:pathLst>
              </a:custGeom>
              <a:noFill/>
            </p:spPr>
            <p:style>
              <a:lnRef idx="2">
                <a:schemeClr val="accent1">
                  <a:shade val="2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5" name="자유형: 도형 44">
                <a:extLst>
                  <a:ext uri="{FF2B5EF4-FFF2-40B4-BE49-F238E27FC236}">
                    <a16:creationId xmlns:a16="http://schemas.microsoft.com/office/drawing/2014/main" id="{3E9EE097-15C7-3D1A-2064-EDEA6A01557D}"/>
                  </a:ext>
                </a:extLst>
              </p:cNvPr>
              <p:cNvSpPr/>
              <p:nvPr/>
            </p:nvSpPr>
            <p:spPr>
              <a:xfrm>
                <a:off x="4564855" y="1282480"/>
                <a:ext cx="793327" cy="407535"/>
              </a:xfrm>
              <a:custGeom>
                <a:avLst/>
                <a:gdLst>
                  <a:gd name="connsiteX0" fmla="*/ 0 w 1398494"/>
                  <a:gd name="connsiteY0" fmla="*/ 1004047 h 1004047"/>
                  <a:gd name="connsiteX1" fmla="*/ 627530 w 1398494"/>
                  <a:gd name="connsiteY1" fmla="*/ 304800 h 1004047"/>
                  <a:gd name="connsiteX2" fmla="*/ 1398494 w 1398494"/>
                  <a:gd name="connsiteY2" fmla="*/ 0 h 10040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398494" h="1004047">
                    <a:moveTo>
                      <a:pt x="0" y="1004047"/>
                    </a:moveTo>
                    <a:cubicBezTo>
                      <a:pt x="197224" y="738094"/>
                      <a:pt x="394448" y="472141"/>
                      <a:pt x="627530" y="304800"/>
                    </a:cubicBezTo>
                    <a:cubicBezTo>
                      <a:pt x="860612" y="137459"/>
                      <a:pt x="1129553" y="68729"/>
                      <a:pt x="1398494" y="0"/>
                    </a:cubicBezTo>
                  </a:path>
                </a:pathLst>
              </a:custGeom>
              <a:noFill/>
            </p:spPr>
            <p:style>
              <a:lnRef idx="2">
                <a:schemeClr val="accent1">
                  <a:shade val="2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CC642497-5A91-C99A-D21E-44F5EEF260BF}"/>
                  </a:ext>
                </a:extLst>
              </p:cNvPr>
              <p:cNvSpPr txBox="1"/>
              <p:nvPr/>
            </p:nvSpPr>
            <p:spPr>
              <a:xfrm>
                <a:off x="1855468" y="1219027"/>
                <a:ext cx="2716531" cy="44599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1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BETOX Nitride Region</a:t>
                </a:r>
                <a:endParaRPr lang="ko-KR" altLang="en-US" sz="11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endParaRPr>
              </a:p>
            </p:txBody>
          </p:sp>
          <p:sp>
            <p:nvSpPr>
              <p:cNvPr id="47" name="화살표: 오른쪽 46">
                <a:extLst>
                  <a:ext uri="{FF2B5EF4-FFF2-40B4-BE49-F238E27FC236}">
                    <a16:creationId xmlns:a16="http://schemas.microsoft.com/office/drawing/2014/main" id="{886BBB38-E59B-3887-F219-C1EE6A595F35}"/>
                  </a:ext>
                </a:extLst>
              </p:cNvPr>
              <p:cNvSpPr/>
              <p:nvPr/>
            </p:nvSpPr>
            <p:spPr>
              <a:xfrm>
                <a:off x="2237243" y="4593658"/>
                <a:ext cx="936632" cy="530925"/>
              </a:xfrm>
              <a:prstGeom prst="rightArrow">
                <a:avLst/>
              </a:prstGeom>
              <a:solidFill>
                <a:srgbClr val="00B0F0"/>
              </a:solidFill>
              <a:ln>
                <a:solidFill>
                  <a:srgbClr val="3A608A"/>
                </a:solidFill>
              </a:ln>
            </p:spPr>
            <p:style>
              <a:lnRef idx="2">
                <a:schemeClr val="accent1">
                  <a:shade val="2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48" name="직선 연결선 47">
                <a:extLst>
                  <a:ext uri="{FF2B5EF4-FFF2-40B4-BE49-F238E27FC236}">
                    <a16:creationId xmlns:a16="http://schemas.microsoft.com/office/drawing/2014/main" id="{14A8F5E3-C122-6986-EDB2-94C015582A2A}"/>
                  </a:ext>
                </a:extLst>
              </p:cNvPr>
              <p:cNvCxnSpPr/>
              <p:nvPr/>
            </p:nvCxnSpPr>
            <p:spPr>
              <a:xfrm flipV="1">
                <a:off x="358954" y="3079376"/>
                <a:ext cx="941294" cy="1272989"/>
              </a:xfrm>
              <a:prstGeom prst="line">
                <a:avLst/>
              </a:prstGeom>
              <a:ln w="12700">
                <a:solidFill>
                  <a:srgbClr val="28486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직선 연결선 48">
                <a:extLst>
                  <a:ext uri="{FF2B5EF4-FFF2-40B4-BE49-F238E27FC236}">
                    <a16:creationId xmlns:a16="http://schemas.microsoft.com/office/drawing/2014/main" id="{B9C8B6F5-8E43-5B5D-D1EC-679C65BFF8B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57020" y="4352365"/>
                <a:ext cx="2" cy="720959"/>
              </a:xfrm>
              <a:prstGeom prst="line">
                <a:avLst/>
              </a:prstGeom>
              <a:ln w="12700">
                <a:solidFill>
                  <a:srgbClr val="28486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51" name="직선 화살표 연결선 50">
            <a:extLst>
              <a:ext uri="{FF2B5EF4-FFF2-40B4-BE49-F238E27FC236}">
                <a16:creationId xmlns:a16="http://schemas.microsoft.com/office/drawing/2014/main" id="{5A6BCDFB-5E3E-9734-DFBC-A03825B0F0DD}"/>
              </a:ext>
            </a:extLst>
          </p:cNvPr>
          <p:cNvCxnSpPr>
            <a:cxnSpLocks/>
            <a:stCxn id="17" idx="2"/>
          </p:cNvCxnSpPr>
          <p:nvPr/>
        </p:nvCxnSpPr>
        <p:spPr>
          <a:xfrm flipH="1">
            <a:off x="1607409" y="2435444"/>
            <a:ext cx="52256" cy="14383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39092F9C-8869-7990-EAB0-4882BD894CD0}"/>
              </a:ext>
            </a:extLst>
          </p:cNvPr>
          <p:cNvSpPr txBox="1"/>
          <p:nvPr/>
        </p:nvSpPr>
        <p:spPr>
          <a:xfrm>
            <a:off x="707353" y="3952101"/>
            <a:ext cx="23269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Vertical direct tunneling negligible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628B180D-3605-DA94-EA6B-7B3E3C61AF2E}"/>
              </a:ext>
            </a:extLst>
          </p:cNvPr>
          <p:cNvSpPr txBox="1"/>
          <p:nvPr/>
        </p:nvSpPr>
        <p:spPr>
          <a:xfrm>
            <a:off x="370587" y="5439181"/>
            <a:ext cx="19572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Rather than direct tunneling,</a:t>
            </a:r>
          </a:p>
          <a:p>
            <a:r>
              <a:rPr lang="en-US" altLang="ko-KR" sz="12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lateral directional spreading may occur</a:t>
            </a:r>
            <a:endParaRPr lang="ko-KR" altLang="en-US" sz="12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59" name="곱하기 기호 58">
            <a:extLst>
              <a:ext uri="{FF2B5EF4-FFF2-40B4-BE49-F238E27FC236}">
                <a16:creationId xmlns:a16="http://schemas.microsoft.com/office/drawing/2014/main" id="{DF12C927-5479-FCB6-0532-01F5851653E0}"/>
              </a:ext>
            </a:extLst>
          </p:cNvPr>
          <p:cNvSpPr/>
          <p:nvPr/>
        </p:nvSpPr>
        <p:spPr>
          <a:xfrm>
            <a:off x="2952307" y="4944838"/>
            <a:ext cx="164073" cy="307641"/>
          </a:xfrm>
          <a:prstGeom prst="mathMultiply">
            <a:avLst>
              <a:gd name="adj1" fmla="val 17520"/>
            </a:avLst>
          </a:prstGeom>
          <a:solidFill>
            <a:srgbClr val="FF3505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3D96E41-4F9A-FA49-2A3E-19797D246F83}"/>
              </a:ext>
            </a:extLst>
          </p:cNvPr>
          <p:cNvSpPr txBox="1"/>
          <p:nvPr/>
        </p:nvSpPr>
        <p:spPr>
          <a:xfrm>
            <a:off x="6062358" y="3646422"/>
            <a:ext cx="23269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Result…</a:t>
            </a:r>
          </a:p>
          <a:p>
            <a:r>
              <a:rPr lang="en-US" altLang="ko-KR" sz="2000" b="1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Only TBT is left</a:t>
            </a:r>
            <a:endParaRPr lang="ko-KR" altLang="en-US" sz="2000" b="1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grpSp>
        <p:nvGrpSpPr>
          <p:cNvPr id="67" name="그룹 66">
            <a:extLst>
              <a:ext uri="{FF2B5EF4-FFF2-40B4-BE49-F238E27FC236}">
                <a16:creationId xmlns:a16="http://schemas.microsoft.com/office/drawing/2014/main" id="{35C455A7-FA60-9B79-567E-3668A1448BBB}"/>
              </a:ext>
            </a:extLst>
          </p:cNvPr>
          <p:cNvGrpSpPr/>
          <p:nvPr/>
        </p:nvGrpSpPr>
        <p:grpSpPr>
          <a:xfrm>
            <a:off x="6112651" y="4354308"/>
            <a:ext cx="2932744" cy="1707968"/>
            <a:chOff x="6062358" y="4377544"/>
            <a:chExt cx="2932744" cy="1707968"/>
          </a:xfrm>
        </p:grpSpPr>
        <p:sp>
          <p:nvSpPr>
            <p:cNvPr id="68" name="직사각형 67">
              <a:extLst>
                <a:ext uri="{FF2B5EF4-FFF2-40B4-BE49-F238E27FC236}">
                  <a16:creationId xmlns:a16="http://schemas.microsoft.com/office/drawing/2014/main" id="{41797D77-6CC8-79EB-6876-73BEC7752A30}"/>
                </a:ext>
              </a:extLst>
            </p:cNvPr>
            <p:cNvSpPr/>
            <p:nvPr/>
          </p:nvSpPr>
          <p:spPr>
            <a:xfrm>
              <a:off x="6953250" y="5756155"/>
              <a:ext cx="558800" cy="329357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9" name="직사각형 68">
              <a:extLst>
                <a:ext uri="{FF2B5EF4-FFF2-40B4-BE49-F238E27FC236}">
                  <a16:creationId xmlns:a16="http://schemas.microsoft.com/office/drawing/2014/main" id="{464FB2B8-8421-AB50-4956-842889A66674}"/>
                </a:ext>
              </a:extLst>
            </p:cNvPr>
            <p:cNvSpPr/>
            <p:nvPr/>
          </p:nvSpPr>
          <p:spPr>
            <a:xfrm>
              <a:off x="7745714" y="5756155"/>
              <a:ext cx="423558" cy="329357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0" name="TextBox 69">
                  <a:extLst>
                    <a:ext uri="{FF2B5EF4-FFF2-40B4-BE49-F238E27FC236}">
                      <a16:creationId xmlns:a16="http://schemas.microsoft.com/office/drawing/2014/main" id="{A4FA25E2-3F0F-7150-DA72-DBCE212C01A0}"/>
                    </a:ext>
                  </a:extLst>
                </p:cNvPr>
                <p:cNvSpPr txBox="1"/>
                <p:nvPr/>
              </p:nvSpPr>
              <p:spPr>
                <a:xfrm>
                  <a:off x="6062358" y="4377544"/>
                  <a:ext cx="2932744" cy="170796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spcBef>
                      <a:spcPts val="600"/>
                    </a:spcBef>
                  </a:pPr>
                  <a14:m>
                    <m:oMath xmlns:m="http://schemas.openxmlformats.org/officeDocument/2006/math">
                      <m:f>
                        <m:fPr>
                          <m:ctrlPr>
                            <a:rPr lang="en-US" altLang="ko-KR" sz="20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altLang="ko-KR" sz="2000" b="0" i="0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d</m:t>
                          </m:r>
                          <m:sSub>
                            <m:sSubPr>
                              <m:ctrlPr>
                                <a:rPr lang="en-US" altLang="ko-KR" sz="200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ko-KR" sz="2000" b="0" i="0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n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ko-KR" sz="2000" b="0" i="0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t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sty m:val="p"/>
                            </m:rPr>
                            <a:rPr lang="en-US" altLang="ko-KR" sz="2000" b="0" i="0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dt</m:t>
                          </m:r>
                        </m:den>
                      </m:f>
                      <m:r>
                        <a:rPr lang="en-US" altLang="ko-KR" sz="2000" b="0" i="0" smtClean="0">
                          <a:ln w="9525">
                            <a:solidFill>
                              <a:schemeClr val="tx1">
                                <a:alpha val="29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맑은 고딕"/>
                          <a:cs typeface="Times New Roman"/>
                        </a:rPr>
                        <m:t>=−</m:t>
                      </m:r>
                      <m:sSub>
                        <m:sSubPr>
                          <m:ctrlPr>
                            <a:rPr lang="en-US" altLang="ko-KR" sz="20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</m:ctrlPr>
                        </m:sSubPr>
                        <m:e>
                          <m:r>
                            <a:rPr lang="en-US" altLang="ko-KR" sz="20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𝑒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ko-KR" sz="2000" b="0" i="0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TBT</m:t>
                          </m:r>
                        </m:sub>
                      </m:sSub>
                      <m:sSub>
                        <m:sSubPr>
                          <m:ctrlPr>
                            <a:rPr lang="en-US" altLang="ko-KR" sz="20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sz="2000" b="0" i="0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n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ko-KR" sz="2000" b="0" i="0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t</m:t>
                          </m:r>
                        </m:sub>
                      </m:sSub>
                      <m:r>
                        <a:rPr lang="en-US" altLang="ko-KR" sz="2000" b="0" i="0" smtClean="0">
                          <a:ln w="9525">
                            <a:solidFill>
                              <a:schemeClr val="tx1">
                                <a:alpha val="29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맑은 고딕"/>
                          <a:cs typeface="Times New Roman"/>
                        </a:rPr>
                        <m:t> </m:t>
                      </m:r>
                    </m:oMath>
                  </a14:m>
                  <a:r>
                    <a:rPr lang="en-US" altLang="ko-KR" sz="2000" dirty="0">
                      <a:ln w="9525">
                        <a:solidFill>
                          <a:schemeClr val="tx1">
                            <a:alpha val="29000"/>
                          </a:schemeClr>
                        </a:solidFill>
                      </a:ln>
                      <a:latin typeface="Times New Roman"/>
                      <a:ea typeface="맑은 고딕"/>
                      <a:cs typeface="Times New Roman"/>
                    </a:rPr>
                    <a:t> </a:t>
                  </a:r>
                </a:p>
                <a:p>
                  <a:pPr>
                    <a:spcBef>
                      <a:spcPts val="600"/>
                    </a:spcBef>
                  </a:pP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ko-KR" sz="20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sz="2000" b="0" i="0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n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ko-KR" sz="2000" b="0" i="0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t</m:t>
                          </m:r>
                        </m:sub>
                      </m:sSub>
                      <m:r>
                        <a:rPr lang="en-US" altLang="ko-KR" sz="2000" b="0" i="0" smtClean="0">
                          <a:ln w="9525">
                            <a:solidFill>
                              <a:schemeClr val="tx1">
                                <a:alpha val="29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맑은 고딕"/>
                          <a:cs typeface="Times New Roman"/>
                        </a:rPr>
                        <m:t>=</m:t>
                      </m:r>
                      <m:sSub>
                        <m:sSubPr>
                          <m:ctrlPr>
                            <a:rPr lang="en-US" altLang="ko-KR" sz="20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sz="2000" b="0" i="0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N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ko-KR" sz="2000" b="0" i="0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t</m:t>
                          </m:r>
                          <m:r>
                            <a:rPr lang="en-US" altLang="ko-KR" sz="2000" b="0" i="0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0</m:t>
                          </m:r>
                        </m:sub>
                      </m:sSub>
                      <m:func>
                        <m:funcPr>
                          <m:ctrlPr>
                            <a:rPr lang="en-US" altLang="ko-KR" sz="20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sz="2000" b="0" i="0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exp</m:t>
                          </m:r>
                        </m:fName>
                        <m:e>
                          <m:d>
                            <m:dPr>
                              <m:ctrlPr>
                                <a:rPr lang="en-US" altLang="ko-KR" sz="200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</m:ctrlPr>
                            </m:dPr>
                            <m:e>
                              <m:r>
                                <a:rPr lang="en-US" altLang="ko-KR" sz="2000" b="0" i="0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ko-KR" sz="2000" b="0" i="1" smtClean="0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2000" b="0" i="1" smtClean="0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  <m:t>𝑒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altLang="ko-KR" sz="2000" b="0" i="0" smtClean="0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  <m:t>TBT</m:t>
                                  </m:r>
                                </m:sub>
                              </m:sSub>
                              <m:r>
                                <a:rPr lang="en-US" altLang="ko-KR" sz="2000" b="0" i="0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altLang="ko-KR" sz="2000" b="0" i="0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t</m:t>
                              </m:r>
                            </m:e>
                          </m:d>
                        </m:e>
                      </m:func>
                    </m:oMath>
                  </a14:m>
                  <a:r>
                    <a:rPr lang="ko-KR" altLang="en-US" sz="2000" dirty="0">
                      <a:ln w="9525">
                        <a:solidFill>
                          <a:schemeClr val="tx1">
                            <a:alpha val="29000"/>
                          </a:schemeClr>
                        </a:solidFill>
                      </a:ln>
                      <a:latin typeface="Times New Roman"/>
                      <a:ea typeface="맑은 고딕"/>
                      <a:cs typeface="Times New Roman"/>
                    </a:rPr>
                    <a:t> </a:t>
                  </a:r>
                  <a:endParaRPr lang="en-US" altLang="ko-KR" sz="2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endParaRPr>
                </a:p>
                <a:p>
                  <a:pPr>
                    <a:spcBef>
                      <a:spcPts val="600"/>
                    </a:spcBef>
                  </a:pPr>
                  <a:r>
                    <a:rPr lang="en-US" altLang="ko-KR" sz="2000" dirty="0">
                      <a:ln w="9525">
                        <a:solidFill>
                          <a:schemeClr val="tx1">
                            <a:alpha val="29000"/>
                          </a:schemeClr>
                        </a:solidFill>
                      </a:ln>
                      <a:latin typeface="Times New Roman"/>
                      <a:ea typeface="맑은 고딕"/>
                      <a:cs typeface="Times New Roman"/>
                    </a:rPr>
                    <a:t>…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ko-KR" sz="20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sz="2000" b="0" i="0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τ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ko-KR" sz="2000" b="0" i="0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TBT</m:t>
                          </m:r>
                        </m:sub>
                      </m:sSub>
                      <m:r>
                        <a:rPr lang="en-US" altLang="ko-KR" sz="2000" b="0" i="0" smtClean="0">
                          <a:ln w="9525">
                            <a:solidFill>
                              <a:schemeClr val="tx1">
                                <a:alpha val="29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맑은 고딕"/>
                          <a:cs typeface="Times New Roman"/>
                        </a:rPr>
                        <m:t>=</m:t>
                      </m:r>
                      <m:sSubSup>
                        <m:sSubSupPr>
                          <m:ctrlPr>
                            <a:rPr lang="en-US" altLang="ko-KR" sz="20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</m:ctrlPr>
                        </m:sSubSupPr>
                        <m:e>
                          <m:r>
                            <a:rPr lang="en-US" altLang="ko-KR" sz="20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𝑒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ko-KR" sz="2000" b="0" i="0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TBT</m:t>
                          </m:r>
                        </m:sub>
                        <m:sup>
                          <m:r>
                            <a:rPr lang="en-US" altLang="ko-KR" sz="2000" b="0" i="0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−1</m:t>
                          </m:r>
                        </m:sup>
                      </m:sSubSup>
                    </m:oMath>
                  </a14:m>
                  <a:endParaRPr lang="en-US" altLang="ko-KR" sz="2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endParaRPr>
                </a:p>
                <a:p>
                  <a:pPr>
                    <a:spcBef>
                      <a:spcPts val="600"/>
                    </a:spcBef>
                  </a:pP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ko-KR" sz="20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</m:ctrlPr>
                        </m:sSubPr>
                        <m:e>
                          <m:r>
                            <a:rPr lang="en-US" altLang="ko-KR" sz="20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𝑒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ko-KR" sz="2000" b="0" i="0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TBT</m:t>
                          </m:r>
                        </m:sub>
                      </m:sSub>
                      <m:r>
                        <a:rPr lang="en-US" altLang="ko-KR" sz="2000" b="0" i="0" smtClean="0">
                          <a:ln w="9525">
                            <a:solidFill>
                              <a:schemeClr val="tx1">
                                <a:alpha val="29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맑은 고딕"/>
                          <a:cs typeface="Times New Roman"/>
                        </a:rPr>
                        <m:t>=</m:t>
                      </m:r>
                      <m:sSub>
                        <m:sSubPr>
                          <m:ctrlPr>
                            <a:rPr lang="en-US" altLang="ko-KR" sz="20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sz="2000" b="0" i="0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ν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ko-KR" sz="2000" b="0" i="0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TBT</m:t>
                          </m:r>
                        </m:sub>
                      </m:sSub>
                      <m:r>
                        <a:rPr lang="en-US" altLang="ko-KR" sz="2000" b="0" i="0" smtClean="0">
                          <a:ln w="9525">
                            <a:solidFill>
                              <a:schemeClr val="tx1">
                                <a:alpha val="29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맑은 고딕"/>
                          <a:cs typeface="Times New Roman"/>
                        </a:rPr>
                        <m:t>×</m:t>
                      </m:r>
                      <m:r>
                        <m:rPr>
                          <m:sty m:val="p"/>
                        </m:rPr>
                        <a:rPr lang="en-US" altLang="ko-KR" sz="2000" b="0" i="0" smtClean="0">
                          <a:ln w="9525">
                            <a:solidFill>
                              <a:schemeClr val="tx1">
                                <a:alpha val="29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맑은 고딕"/>
                          <a:cs typeface="Times New Roman"/>
                        </a:rPr>
                        <m:t>TC</m:t>
                      </m:r>
                    </m:oMath>
                  </a14:m>
                  <a:r>
                    <a:rPr lang="ko-KR" altLang="en-US" sz="2000" dirty="0">
                      <a:ln w="9525">
                        <a:solidFill>
                          <a:schemeClr val="tx1">
                            <a:alpha val="29000"/>
                          </a:schemeClr>
                        </a:solidFill>
                      </a:ln>
                      <a:latin typeface="Times New Roman"/>
                      <a:ea typeface="맑은 고딕"/>
                      <a:cs typeface="Times New Roman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70" name="TextBox 69">
                  <a:extLst>
                    <a:ext uri="{FF2B5EF4-FFF2-40B4-BE49-F238E27FC236}">
                      <a16:creationId xmlns:a16="http://schemas.microsoft.com/office/drawing/2014/main" id="{A4FA25E2-3F0F-7150-DA72-DBCE212C01A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62358" y="4377544"/>
                  <a:ext cx="2932744" cy="1707968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1" name="직사각형 70">
              <a:extLst>
                <a:ext uri="{FF2B5EF4-FFF2-40B4-BE49-F238E27FC236}">
                  <a16:creationId xmlns:a16="http://schemas.microsoft.com/office/drawing/2014/main" id="{F6147729-AA2A-1DAD-B6E1-DEA7FB89CDA6}"/>
                </a:ext>
              </a:extLst>
            </p:cNvPr>
            <p:cNvSpPr/>
            <p:nvPr/>
          </p:nvSpPr>
          <p:spPr>
            <a:xfrm>
              <a:off x="6062358" y="4944838"/>
              <a:ext cx="2764137" cy="1114763"/>
            </a:xfrm>
            <a:prstGeom prst="rect">
              <a:avLst/>
            </a:prstGeom>
            <a:noFill/>
            <a:ln w="28575">
              <a:solidFill>
                <a:srgbClr val="FF3505"/>
              </a:solidFill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8727595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A1BB837-882D-0F1E-B1DF-C09A085B65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Tunneling</a:t>
            </a:r>
            <a:r>
              <a:rPr lang="ko-KR" altLang="en-US" dirty="0"/>
              <a:t> </a:t>
            </a:r>
            <a:r>
              <a:rPr lang="en-US" altLang="ko-KR" dirty="0"/>
              <a:t>through Trapezoidal Barrier (TC)</a:t>
            </a:r>
            <a:endParaRPr lang="ko-KR" altLang="en-US" dirty="0"/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C5EDBDDE-B4EF-DF44-57D8-D17CB2B747A1}"/>
              </a:ext>
            </a:extLst>
          </p:cNvPr>
          <p:cNvGrpSpPr/>
          <p:nvPr/>
        </p:nvGrpSpPr>
        <p:grpSpPr>
          <a:xfrm>
            <a:off x="286960" y="3841522"/>
            <a:ext cx="1486756" cy="1876247"/>
            <a:chOff x="6736624" y="2616684"/>
            <a:chExt cx="1486756" cy="1876247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061C9ED0-E0D9-2304-035D-DA067B12B13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25156" r="30808"/>
            <a:stretch/>
          </p:blipFill>
          <p:spPr>
            <a:xfrm>
              <a:off x="6736624" y="2616684"/>
              <a:ext cx="1486756" cy="1876247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9147A29C-865B-05F4-93FA-D0CCC65C36DA}"/>
                </a:ext>
              </a:extLst>
            </p:cNvPr>
            <p:cNvSpPr txBox="1"/>
            <p:nvPr/>
          </p:nvSpPr>
          <p:spPr>
            <a:xfrm>
              <a:off x="7501433" y="3358662"/>
              <a:ext cx="38566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b="1" dirty="0"/>
                <a:t>①</a:t>
              </a:r>
              <a:endParaRPr lang="ko-KR" altLang="en-US" b="1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A28F559B-AE6A-016E-2889-F3470D64B883}"/>
                </a:ext>
              </a:extLst>
            </p:cNvPr>
            <p:cNvSpPr txBox="1"/>
            <p:nvPr/>
          </p:nvSpPr>
          <p:spPr>
            <a:xfrm>
              <a:off x="7147345" y="3370141"/>
              <a:ext cx="45253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800" b="1" dirty="0"/>
                <a:t>②</a:t>
              </a:r>
              <a:endParaRPr lang="ko-KR" altLang="en-US" b="1" dirty="0"/>
            </a:p>
          </p:txBody>
        </p: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FFB19B77-503E-7E0C-ABCC-42E10399009D}"/>
              </a:ext>
            </a:extLst>
          </p:cNvPr>
          <p:cNvGrpSpPr/>
          <p:nvPr/>
        </p:nvGrpSpPr>
        <p:grpSpPr>
          <a:xfrm>
            <a:off x="1773715" y="4080701"/>
            <a:ext cx="7421926" cy="1422715"/>
            <a:chOff x="1463636" y="2730055"/>
            <a:chExt cx="8449864" cy="1422715"/>
          </a:xfrm>
        </p:grpSpPr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8D245C08-979C-5F00-2350-162049999AB4}"/>
                </a:ext>
              </a:extLst>
            </p:cNvPr>
            <p:cNvSpPr/>
            <p:nvPr/>
          </p:nvSpPr>
          <p:spPr>
            <a:xfrm>
              <a:off x="1483908" y="3009432"/>
              <a:ext cx="447870" cy="338223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/>
            </a:p>
          </p:txBody>
        </p:sp>
        <p:grpSp>
          <p:nvGrpSpPr>
            <p:cNvPr id="10" name="그룹 9">
              <a:extLst>
                <a:ext uri="{FF2B5EF4-FFF2-40B4-BE49-F238E27FC236}">
                  <a16:creationId xmlns:a16="http://schemas.microsoft.com/office/drawing/2014/main" id="{0FCB5E4A-4AC2-B9F2-AD3C-D2C1FC14037B}"/>
                </a:ext>
              </a:extLst>
            </p:cNvPr>
            <p:cNvGrpSpPr/>
            <p:nvPr/>
          </p:nvGrpSpPr>
          <p:grpSpPr>
            <a:xfrm>
              <a:off x="1463636" y="2730055"/>
              <a:ext cx="8449864" cy="1422715"/>
              <a:chOff x="308587" y="3864896"/>
              <a:chExt cx="8449864" cy="1422715"/>
            </a:xfrm>
          </p:grpSpPr>
          <p:grpSp>
            <p:nvGrpSpPr>
              <p:cNvPr id="11" name="그룹 10">
                <a:extLst>
                  <a:ext uri="{FF2B5EF4-FFF2-40B4-BE49-F238E27FC236}">
                    <a16:creationId xmlns:a16="http://schemas.microsoft.com/office/drawing/2014/main" id="{27E20171-6FB6-9108-56CD-15CC340D99B8}"/>
                  </a:ext>
                </a:extLst>
              </p:cNvPr>
              <p:cNvGrpSpPr/>
              <p:nvPr/>
            </p:nvGrpSpPr>
            <p:grpSpPr>
              <a:xfrm>
                <a:off x="308587" y="3864896"/>
                <a:ext cx="8449864" cy="1422715"/>
                <a:chOff x="608987" y="2824011"/>
                <a:chExt cx="8034000" cy="1422715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4" name="TextBox 13">
                      <a:extLst>
                        <a:ext uri="{FF2B5EF4-FFF2-40B4-BE49-F238E27FC236}">
                          <a16:creationId xmlns:a16="http://schemas.microsoft.com/office/drawing/2014/main" id="{6654667F-E77D-C487-8EFC-058FCD4AC92F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08987" y="2824011"/>
                      <a:ext cx="5162939" cy="728726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14:m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ko-KR" sz="160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ko-KR" sz="1600" b="0" i="0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TC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ko-KR" sz="1600" b="0" i="0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j</m:t>
                              </m:r>
                            </m:sub>
                          </m:sSub>
                          <m:r>
                            <a:rPr lang="en-US" altLang="ko-KR" sz="16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=</m:t>
                          </m:r>
                          <m:func>
                            <m:funcPr>
                              <m:ctrlPr>
                                <a:rPr lang="en-US" altLang="ko-KR" sz="160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sz="1600" b="0" i="0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exp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altLang="ko-KR" sz="1600" b="0" i="1" smtClean="0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1600" b="0" i="1" smtClean="0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  <m:t>−</m:t>
                                  </m:r>
                                  <m:f>
                                    <m:fPr>
                                      <m:ctrlPr>
                                        <a:rPr lang="en-US" altLang="ko-KR" sz="1600" b="0" i="1" smtClean="0">
                                          <a:ln w="9525">
                                            <a:solidFill>
                                              <a:schemeClr val="tx1">
                                                <a:alpha val="29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맑은 고딕"/>
                                          <a:cs typeface="Times New Roman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ko-KR" sz="1600" b="0" i="1" smtClean="0">
                                          <a:ln w="9525">
                                            <a:solidFill>
                                              <a:schemeClr val="tx1">
                                                <a:alpha val="29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맑은 고딕"/>
                                          <a:cs typeface="Times New Roman"/>
                                        </a:rPr>
                                        <m:t>4</m:t>
                                      </m:r>
                                      <m:rad>
                                        <m:radPr>
                                          <m:degHide m:val="on"/>
                                          <m:ctrlPr>
                                            <a:rPr lang="en-US" altLang="ko-KR" sz="1600" b="0" i="1" smtClean="0">
                                              <a:ln w="9525">
                                                <a:solidFill>
                                                  <a:schemeClr val="tx1">
                                                    <a:alpha val="29000"/>
                                                  </a:schemeClr>
                                                </a:solidFill>
                                              </a:ln>
                                              <a:latin typeface="Cambria Math" panose="02040503050406030204" pitchFamily="18" charset="0"/>
                                              <a:ea typeface="맑은 고딕"/>
                                              <a:cs typeface="Times New Roman"/>
                                            </a:rPr>
                                          </m:ctrlPr>
                                        </m:radPr>
                                        <m:deg/>
                                        <m:e>
                                          <m:r>
                                            <a:rPr lang="en-US" altLang="ko-KR" sz="1600" b="0" i="1" smtClean="0">
                                              <a:ln w="9525">
                                                <a:solidFill>
                                                  <a:schemeClr val="tx1">
                                                    <a:alpha val="29000"/>
                                                  </a:schemeClr>
                                                </a:solidFill>
                                              </a:ln>
                                              <a:latin typeface="Cambria Math" panose="02040503050406030204" pitchFamily="18" charset="0"/>
                                              <a:ea typeface="맑은 고딕"/>
                                              <a:cs typeface="Times New Roman"/>
                                            </a:rPr>
                                            <m:t>2</m:t>
                                          </m:r>
                                          <m:sSubSup>
                                            <m:sSubSupPr>
                                              <m:ctrlPr>
                                                <a:rPr lang="en-US" altLang="ko-KR" sz="1600" b="0" i="1" smtClean="0">
                                                  <a:ln w="9525">
                                                    <a:solidFill>
                                                      <a:schemeClr val="tx1">
                                                        <a:alpha val="29000"/>
                                                      </a:schemeClr>
                                                    </a:solidFill>
                                                  </a:ln>
                                                  <a:latin typeface="Cambria Math" panose="02040503050406030204" pitchFamily="18" charset="0"/>
                                                  <a:ea typeface="맑은 고딕"/>
                                                  <a:cs typeface="Times New Roman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en-US" altLang="ko-KR" sz="1600" b="0" i="1" smtClean="0">
                                                  <a:ln w="9525">
                                                    <a:solidFill>
                                                      <a:schemeClr val="tx1">
                                                        <a:alpha val="29000"/>
                                                      </a:schemeClr>
                                                    </a:solidFill>
                                                  </a:ln>
                                                  <a:latin typeface="Cambria Math" panose="02040503050406030204" pitchFamily="18" charset="0"/>
                                                  <a:ea typeface="맑은 고딕"/>
                                                  <a:cs typeface="Times New Roman"/>
                                                </a:rPr>
                                                <m:t>𝑚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ko-KR" sz="1600" b="0" i="1" smtClean="0">
                                                  <a:ln w="9525">
                                                    <a:solidFill>
                                                      <a:schemeClr val="tx1">
                                                        <a:alpha val="29000"/>
                                                      </a:schemeClr>
                                                    </a:solidFill>
                                                  </a:ln>
                                                  <a:latin typeface="Cambria Math" panose="02040503050406030204" pitchFamily="18" charset="0"/>
                                                  <a:ea typeface="맑은 고딕"/>
                                                  <a:cs typeface="Times New Roman"/>
                                                </a:rPr>
                                                <m:t>𝑛</m:t>
                                              </m:r>
                                            </m:sub>
                                            <m:sup>
                                              <m:r>
                                                <a:rPr lang="en-US" altLang="ko-KR" sz="1600" b="0" i="1" smtClean="0">
                                                  <a:ln w="9525">
                                                    <a:solidFill>
                                                      <a:schemeClr val="tx1">
                                                        <a:alpha val="29000"/>
                                                      </a:schemeClr>
                                                    </a:solidFill>
                                                  </a:ln>
                                                  <a:latin typeface="Cambria Math" panose="02040503050406030204" pitchFamily="18" charset="0"/>
                                                  <a:ea typeface="맑은 고딕"/>
                                                  <a:cs typeface="Times New Roman"/>
                                                </a:rPr>
                                                <m:t>∗</m:t>
                                              </m:r>
                                            </m:sup>
                                          </m:sSubSup>
                                        </m:e>
                                      </m:rad>
                                    </m:num>
                                    <m:den>
                                      <m:r>
                                        <a:rPr lang="en-US" altLang="ko-KR" sz="1600" b="0" i="1" smtClean="0">
                                          <a:ln w="9525">
                                            <a:solidFill>
                                              <a:schemeClr val="tx1">
                                                <a:alpha val="29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맑은 고딕"/>
                                          <a:cs typeface="Times New Roman"/>
                                        </a:rPr>
                                        <m:t>3ℏ</m:t>
                                      </m:r>
                                      <m:r>
                                        <a:rPr lang="en-US" altLang="ko-KR" sz="1600" b="0" i="1" smtClean="0">
                                          <a:ln w="9525">
                                            <a:solidFill>
                                              <a:schemeClr val="tx1">
                                                <a:alpha val="29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맑은 고딕"/>
                                          <a:cs typeface="Times New Roman"/>
                                        </a:rPr>
                                        <m:t>𝑞</m:t>
                                      </m:r>
                                    </m:den>
                                  </m:f>
                                  <m:f>
                                    <m:fPr>
                                      <m:ctrlPr>
                                        <a:rPr lang="en-US" altLang="ko-KR" sz="1600" b="0" i="1" smtClean="0">
                                          <a:ln w="9525">
                                            <a:solidFill>
                                              <a:schemeClr val="tx1">
                                                <a:alpha val="29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맑은 고딕"/>
                                          <a:cs typeface="Times New Roman"/>
                                        </a:rPr>
                                      </m:ctrlPr>
                                    </m:fPr>
                                    <m:num>
                                      <m:sSubSup>
                                        <m:sSubSupPr>
                                          <m:ctrlPr>
                                            <a:rPr lang="en-US" altLang="ko-KR" sz="1600" b="0" i="1" smtClean="0">
                                              <a:ln w="9525">
                                                <a:solidFill>
                                                  <a:schemeClr val="tx1">
                                                    <a:alpha val="29000"/>
                                                  </a:schemeClr>
                                                </a:solidFill>
                                              </a:ln>
                                              <a:latin typeface="Cambria Math" panose="02040503050406030204" pitchFamily="18" charset="0"/>
                                              <a:ea typeface="맑은 고딕"/>
                                              <a:cs typeface="Times New Roman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ko-KR" sz="1600" b="0" i="1" smtClean="0">
                                              <a:ln w="9525">
                                                <a:solidFill>
                                                  <a:schemeClr val="tx1">
                                                    <a:alpha val="29000"/>
                                                  </a:schemeClr>
                                                </a:solidFill>
                                              </a:ln>
                                              <a:latin typeface="Cambria Math" panose="02040503050406030204" pitchFamily="18" charset="0"/>
                                              <a:ea typeface="맑은 고딕"/>
                                              <a:cs typeface="Times New Roman"/>
                                            </a:rPr>
                                            <m:t>𝐸</m:t>
                                          </m:r>
                                        </m:e>
                                        <m:sub>
                                          <m:r>
                                            <a:rPr lang="en-US" altLang="ko-KR" sz="1600" b="0" i="1" smtClean="0">
                                              <a:ln w="9525">
                                                <a:solidFill>
                                                  <a:schemeClr val="tx1">
                                                    <a:alpha val="29000"/>
                                                  </a:schemeClr>
                                                </a:solidFill>
                                              </a:ln>
                                              <a:latin typeface="Cambria Math" panose="02040503050406030204" pitchFamily="18" charset="0"/>
                                              <a:ea typeface="맑은 고딕"/>
                                              <a:cs typeface="Times New Roman"/>
                                            </a:rPr>
                                            <m:t>𝑇</m:t>
                                          </m:r>
                                        </m:sub>
                                        <m:sup>
                                          <m:r>
                                            <a:rPr lang="en-US" altLang="ko-KR" sz="1600" b="0" i="1" smtClean="0">
                                              <a:ln w="9525">
                                                <a:solidFill>
                                                  <a:schemeClr val="tx1">
                                                    <a:alpha val="29000"/>
                                                  </a:schemeClr>
                                                </a:solidFill>
                                              </a:ln>
                                              <a:latin typeface="Cambria Math" panose="02040503050406030204" pitchFamily="18" charset="0"/>
                                              <a:ea typeface="맑은 고딕"/>
                                              <a:cs typeface="Times New Roman"/>
                                            </a:rPr>
                                            <m:t>1.5</m:t>
                                          </m:r>
                                        </m:sup>
                                      </m:sSubSup>
                                      <m:r>
                                        <a:rPr lang="en-US" altLang="ko-KR" sz="1600" b="0" i="0" smtClean="0">
                                          <a:ln w="9525">
                                            <a:solidFill>
                                              <a:schemeClr val="tx1">
                                                <a:alpha val="29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맑은 고딕"/>
                                          <a:cs typeface="Times New Roman"/>
                                        </a:rPr>
                                        <m:t>− </m:t>
                                      </m:r>
                                      <m:sSup>
                                        <m:sSupPr>
                                          <m:ctrlPr>
                                            <a:rPr lang="en-US" altLang="ko-KR" sz="1600" b="0" i="1" smtClean="0">
                                              <a:ln w="9525">
                                                <a:solidFill>
                                                  <a:schemeClr val="tx1">
                                                    <a:alpha val="29000"/>
                                                  </a:schemeClr>
                                                </a:solidFill>
                                              </a:ln>
                                              <a:latin typeface="Cambria Math" panose="02040503050406030204" pitchFamily="18" charset="0"/>
                                              <a:ea typeface="맑은 고딕"/>
                                              <a:cs typeface="Times New Roman"/>
                                            </a:rPr>
                                          </m:ctrlPr>
                                        </m:sSupPr>
                                        <m:e>
                                          <m:d>
                                            <m:dPr>
                                              <m:ctrlPr>
                                                <a:rPr lang="en-US" altLang="ko-KR" sz="1600" b="0" i="1" smtClean="0">
                                                  <a:ln w="9525">
                                                    <a:solidFill>
                                                      <a:schemeClr val="tx1">
                                                        <a:alpha val="29000"/>
                                                      </a:schemeClr>
                                                    </a:solidFill>
                                                  </a:ln>
                                                  <a:latin typeface="Cambria Math" panose="02040503050406030204" pitchFamily="18" charset="0"/>
                                                  <a:ea typeface="맑은 고딕"/>
                                                  <a:cs typeface="Times New Roman"/>
                                                </a:rPr>
                                              </m:ctrlPr>
                                            </m:dPr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en-US" altLang="ko-KR" sz="1600" b="0" i="1" smtClean="0">
                                                      <a:ln w="9525">
                                                        <a:solidFill>
                                                          <a:schemeClr val="tx1">
                                                            <a:alpha val="29000"/>
                                                          </a:schemeClr>
                                                        </a:solidFill>
                                                      </a:ln>
                                                      <a:latin typeface="Cambria Math" panose="02040503050406030204" pitchFamily="18" charset="0"/>
                                                      <a:ea typeface="맑은 고딕"/>
                                                      <a:cs typeface="Times New Roman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m:rPr>
                                                      <m:sty m:val="p"/>
                                                    </m:rPr>
                                                    <a:rPr lang="en-US" altLang="ko-KR" sz="1600" b="0" i="0" smtClean="0">
                                                      <a:ln w="9525">
                                                        <a:solidFill>
                                                          <a:schemeClr val="tx1">
                                                            <a:alpha val="29000"/>
                                                          </a:schemeClr>
                                                        </a:solidFill>
                                                      </a:ln>
                                                      <a:latin typeface="Cambria Math" panose="02040503050406030204" pitchFamily="18" charset="0"/>
                                                      <a:ea typeface="맑은 고딕"/>
                                                      <a:cs typeface="Times New Roman"/>
                                                    </a:rPr>
                                                    <m:t>E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m:rPr>
                                                      <m:sty m:val="p"/>
                                                    </m:rPr>
                                                    <a:rPr lang="en-US" altLang="ko-KR" sz="1600" b="0" i="0" smtClean="0">
                                                      <a:ln w="9525">
                                                        <a:solidFill>
                                                          <a:schemeClr val="tx1">
                                                            <a:alpha val="29000"/>
                                                          </a:schemeClr>
                                                        </a:solidFill>
                                                      </a:ln>
                                                      <a:latin typeface="Cambria Math" panose="02040503050406030204" pitchFamily="18" charset="0"/>
                                                      <a:ea typeface="맑은 고딕"/>
                                                      <a:cs typeface="Times New Roman"/>
                                                    </a:rPr>
                                                    <m:t>T</m:t>
                                                  </m:r>
                                                </m:sub>
                                              </m:sSub>
                                              <m:r>
                                                <a:rPr lang="en-US" altLang="ko-KR" sz="1600" b="0" i="1" smtClean="0">
                                                  <a:ln w="9525">
                                                    <a:solidFill>
                                                      <a:schemeClr val="tx1">
                                                        <a:alpha val="29000"/>
                                                      </a:schemeClr>
                                                    </a:solidFill>
                                                  </a:ln>
                                                  <a:latin typeface="Cambria Math" panose="02040503050406030204" pitchFamily="18" charset="0"/>
                                                  <a:ea typeface="맑은 고딕"/>
                                                  <a:cs typeface="Times New Roman"/>
                                                </a:rPr>
                                                <m:t> </m:t>
                                              </m:r>
                                              <m:r>
                                                <a:rPr lang="en-US" altLang="ko-KR" sz="1600" b="0" i="0" smtClean="0">
                                                  <a:ln w="9525">
                                                    <a:solidFill>
                                                      <a:schemeClr val="tx1">
                                                        <a:alpha val="29000"/>
                                                      </a:schemeClr>
                                                    </a:solidFill>
                                                  </a:ln>
                                                  <a:latin typeface="Cambria Math" panose="02040503050406030204" pitchFamily="18" charset="0"/>
                                                  <a:ea typeface="맑은 고딕"/>
                                                  <a:cs typeface="Times New Roman"/>
                                                </a:rPr>
                                                <m:t>− </m:t>
                                              </m:r>
                                              <m:f>
                                                <m:fPr>
                                                  <m:ctrlPr>
                                                    <a:rPr lang="en-US" altLang="ko-KR" sz="1600" b="0" i="1" smtClean="0">
                                                      <a:ln w="9525">
                                                        <a:solidFill>
                                                          <a:schemeClr val="tx1">
                                                            <a:alpha val="29000"/>
                                                          </a:schemeClr>
                                                        </a:solidFill>
                                                      </a:ln>
                                                      <a:latin typeface="Cambria Math" panose="02040503050406030204" pitchFamily="18" charset="0"/>
                                                      <a:ea typeface="맑은 고딕"/>
                                                      <a:cs typeface="Times New Roman"/>
                                                    </a:rPr>
                                                  </m:ctrlPr>
                                                </m:fPr>
                                                <m:num>
                                                  <m:d>
                                                    <m:dPr>
                                                      <m:ctrlPr>
                                                        <a:rPr lang="en-US" altLang="ko-KR" sz="1600" b="0" i="1" smtClean="0">
                                                          <a:ln w="9525">
                                                            <a:solidFill>
                                                              <a:schemeClr val="tx1">
                                                                <a:alpha val="29000"/>
                                                              </a:schemeClr>
                                                            </a:solidFill>
                                                          </a:ln>
                                                          <a:latin typeface="Cambria Math" panose="02040503050406030204" pitchFamily="18" charset="0"/>
                                                          <a:ea typeface="맑은 고딕"/>
                                                          <a:cs typeface="Times New Roman"/>
                                                        </a:rPr>
                                                      </m:ctrlPr>
                                                    </m:dPr>
                                                    <m:e>
                                                      <m:r>
                                                        <a:rPr lang="en-US" altLang="ko-KR" sz="1600" b="0" i="1" smtClean="0">
                                                          <a:ln w="9525">
                                                            <a:solidFill>
                                                              <a:schemeClr val="tx1">
                                                                <a:alpha val="29000"/>
                                                              </a:schemeClr>
                                                            </a:solidFill>
                                                          </a:ln>
                                                          <a:latin typeface="Cambria Math" panose="02040503050406030204" pitchFamily="18" charset="0"/>
                                                          <a:ea typeface="맑은 고딕"/>
                                                          <a:cs typeface="Times New Roman"/>
                                                        </a:rPr>
                                                        <m:t>𝑗</m:t>
                                                      </m:r>
                                                      <m:r>
                                                        <a:rPr lang="en-US" altLang="ko-KR" sz="1600" b="0" i="0" smtClean="0">
                                                          <a:ln w="9525">
                                                            <a:solidFill>
                                                              <a:schemeClr val="tx1">
                                                                <a:alpha val="29000"/>
                                                              </a:schemeClr>
                                                            </a:solidFill>
                                                          </a:ln>
                                                          <a:latin typeface="Cambria Math" panose="02040503050406030204" pitchFamily="18" charset="0"/>
                                                          <a:ea typeface="맑은 고딕"/>
                                                          <a:cs typeface="Times New Roman"/>
                                                        </a:rPr>
                                                        <m:t>−</m:t>
                                                      </m:r>
                                                      <m:r>
                                                        <m:rPr>
                                                          <m:sty m:val="p"/>
                                                        </m:rPr>
                                                        <a:rPr lang="en-US" altLang="ko-KR" sz="1600" b="0" i="0" smtClean="0">
                                                          <a:ln w="9525">
                                                            <a:solidFill>
                                                              <a:schemeClr val="tx1">
                                                                <a:alpha val="29000"/>
                                                              </a:schemeClr>
                                                            </a:solidFill>
                                                          </a:ln>
                                                          <a:latin typeface="Cambria Math" panose="02040503050406030204" pitchFamily="18" charset="0"/>
                                                          <a:ea typeface="맑은 고딕"/>
                                                          <a:cs typeface="Times New Roman"/>
                                                        </a:rPr>
                                                        <m:t>λ</m:t>
                                                      </m:r>
                                                    </m:e>
                                                  </m:d>
                                                </m:num>
                                                <m:den>
                                                  <m:sSub>
                                                    <m:sSubPr>
                                                      <m:ctrlPr>
                                                        <a:rPr lang="en-US" altLang="ko-KR" sz="1600" b="0" i="1" smtClean="0">
                                                          <a:ln w="9525">
                                                            <a:solidFill>
                                                              <a:schemeClr val="tx1">
                                                                <a:alpha val="29000"/>
                                                              </a:schemeClr>
                                                            </a:solidFill>
                                                          </a:ln>
                                                          <a:latin typeface="Cambria Math" panose="02040503050406030204" pitchFamily="18" charset="0"/>
                                                          <a:ea typeface="맑은 고딕"/>
                                                          <a:cs typeface="Times New Roman"/>
                                                        </a:rPr>
                                                      </m:ctrlPr>
                                                    </m:sSubPr>
                                                    <m:e>
                                                      <m:r>
                                                        <m:rPr>
                                                          <m:sty m:val="p"/>
                                                        </m:rPr>
                                                        <a:rPr lang="en-US" altLang="ko-KR" sz="1600" b="0" i="0" smtClean="0">
                                                          <a:ln w="9525">
                                                            <a:solidFill>
                                                              <a:schemeClr val="tx1">
                                                                <a:alpha val="29000"/>
                                                              </a:schemeClr>
                                                            </a:solidFill>
                                                          </a:ln>
                                                          <a:latin typeface="Cambria Math" panose="02040503050406030204" pitchFamily="18" charset="0"/>
                                                          <a:ea typeface="맑은 고딕"/>
                                                          <a:cs typeface="Times New Roman"/>
                                                        </a:rPr>
                                                        <m:t>V</m:t>
                                                      </m:r>
                                                    </m:e>
                                                    <m:sub>
                                                      <m:r>
                                                        <m:rPr>
                                                          <m:sty m:val="p"/>
                                                        </m:rPr>
                                                        <a:rPr lang="en-US" altLang="ko-KR" sz="1600" b="0" i="0" smtClean="0">
                                                          <a:ln w="9525">
                                                            <a:solidFill>
                                                              <a:schemeClr val="tx1">
                                                                <a:alpha val="29000"/>
                                                              </a:schemeClr>
                                                            </a:solidFill>
                                                          </a:ln>
                                                          <a:latin typeface="Cambria Math" panose="02040503050406030204" pitchFamily="18" charset="0"/>
                                                          <a:ea typeface="맑은 고딕"/>
                                                          <a:cs typeface="Times New Roman"/>
                                                        </a:rPr>
                                                        <m:t>sol</m:t>
                                                      </m:r>
                                                    </m:sub>
                                                  </m:sSub>
                                                </m:den>
                                              </m:f>
                                              <m:sSub>
                                                <m:sSubPr>
                                                  <m:ctrlPr>
                                                    <a:rPr lang="en-US" altLang="ko-KR" sz="1600" b="0" i="1" smtClean="0">
                                                      <a:ln w="9525">
                                                        <a:solidFill>
                                                          <a:schemeClr val="tx1">
                                                            <a:alpha val="29000"/>
                                                          </a:schemeClr>
                                                        </a:solidFill>
                                                      </a:ln>
                                                      <a:latin typeface="Cambria Math" panose="02040503050406030204" pitchFamily="18" charset="0"/>
                                                      <a:ea typeface="맑은 고딕"/>
                                                      <a:cs typeface="Times New Roman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m:rPr>
                                                      <m:sty m:val="p"/>
                                                    </m:rPr>
                                                    <a:rPr lang="en-US" altLang="ko-KR" sz="1600" b="0" i="0" smtClean="0">
                                                      <a:ln w="9525">
                                                        <a:solidFill>
                                                          <a:schemeClr val="tx1">
                                                            <a:alpha val="29000"/>
                                                          </a:schemeClr>
                                                        </a:solidFill>
                                                      </a:ln>
                                                      <a:latin typeface="Cambria Math" panose="02040503050406030204" pitchFamily="18" charset="0"/>
                                                      <a:ea typeface="맑은 고딕"/>
                                                      <a:cs typeface="Times New Roman"/>
                                                    </a:rPr>
                                                    <m:t>F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m:rPr>
                                                      <m:sty m:val="p"/>
                                                    </m:rPr>
                                                    <a:rPr lang="en-US" altLang="ko-KR" sz="1600" b="0" i="0" smtClean="0">
                                                      <a:ln w="9525">
                                                        <a:solidFill>
                                                          <a:schemeClr val="tx1">
                                                            <a:alpha val="29000"/>
                                                          </a:schemeClr>
                                                        </a:solidFill>
                                                      </a:ln>
                                                      <a:latin typeface="Cambria Math" panose="02040503050406030204" pitchFamily="18" charset="0"/>
                                                      <a:ea typeface="맑은 고딕"/>
                                                      <a:cs typeface="Times New Roman"/>
                                                    </a:rPr>
                                                    <m:t>n</m:t>
                                                  </m:r>
                                                </m:sub>
                                              </m:sSub>
                                              <m:sSub>
                                                <m:sSubPr>
                                                  <m:ctrlPr>
                                                    <a:rPr lang="en-US" altLang="ko-KR" sz="1600" b="0" i="1" smtClean="0">
                                                      <a:ln w="9525">
                                                        <a:solidFill>
                                                          <a:schemeClr val="tx1">
                                                            <a:alpha val="29000"/>
                                                          </a:schemeClr>
                                                        </a:solidFill>
                                                      </a:ln>
                                                      <a:latin typeface="Cambria Math" panose="02040503050406030204" pitchFamily="18" charset="0"/>
                                                      <a:ea typeface="맑은 고딕"/>
                                                      <a:cs typeface="Times New Roman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m:rPr>
                                                      <m:sty m:val="p"/>
                                                    </m:rPr>
                                                    <a:rPr lang="en-US" altLang="ko-KR" sz="1600" b="0" i="0" smtClean="0">
                                                      <a:ln w="9525">
                                                        <a:solidFill>
                                                          <a:schemeClr val="tx1">
                                                            <a:alpha val="29000"/>
                                                          </a:schemeClr>
                                                        </a:solidFill>
                                                      </a:ln>
                                                      <a:latin typeface="Cambria Math" panose="02040503050406030204" pitchFamily="18" charset="0"/>
                                                      <a:ea typeface="맑은 고딕"/>
                                                      <a:cs typeface="Times New Roman"/>
                                                    </a:rPr>
                                                    <m:t>t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m:rPr>
                                                      <m:sty m:val="p"/>
                                                    </m:rPr>
                                                    <a:rPr lang="en-US" altLang="ko-KR" sz="1600" b="0" i="0" smtClean="0">
                                                      <a:ln w="9525">
                                                        <a:solidFill>
                                                          <a:schemeClr val="tx1">
                                                            <a:alpha val="29000"/>
                                                          </a:schemeClr>
                                                        </a:solidFill>
                                                      </a:ln>
                                                      <a:latin typeface="Cambria Math" panose="02040503050406030204" pitchFamily="18" charset="0"/>
                                                      <a:ea typeface="맑은 고딕"/>
                                                      <a:cs typeface="Times New Roman"/>
                                                    </a:rPr>
                                                    <m:t>tn</m:t>
                                                  </m:r>
                                                  <m:r>
                                                    <a:rPr lang="en-US" altLang="ko-KR" sz="1600" b="0" i="0" smtClean="0">
                                                      <a:ln w="9525">
                                                        <a:solidFill>
                                                          <a:schemeClr val="tx1">
                                                            <a:alpha val="29000"/>
                                                          </a:schemeClr>
                                                        </a:solidFill>
                                                      </a:ln>
                                                      <a:latin typeface="Cambria Math" panose="02040503050406030204" pitchFamily="18" charset="0"/>
                                                      <a:ea typeface="맑은 고딕"/>
                                                      <a:cs typeface="Times New Roman"/>
                                                    </a:rPr>
                                                    <m:t>1</m:t>
                                                  </m:r>
                                                </m:sub>
                                              </m:sSub>
                                            </m:e>
                                          </m:d>
                                        </m:e>
                                        <m:sup>
                                          <m:r>
                                            <a:rPr lang="en-US" altLang="ko-KR" sz="1600" b="0" i="0" smtClean="0">
                                              <a:ln w="9525">
                                                <a:solidFill>
                                                  <a:schemeClr val="tx1">
                                                    <a:alpha val="29000"/>
                                                  </a:schemeClr>
                                                </a:solidFill>
                                              </a:ln>
                                              <a:latin typeface="Cambria Math" panose="02040503050406030204" pitchFamily="18" charset="0"/>
                                              <a:ea typeface="맑은 고딕"/>
                                              <a:cs typeface="Times New Roman"/>
                                            </a:rPr>
                                            <m:t>1.5</m:t>
                                          </m:r>
                                        </m:sup>
                                      </m:sSup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n-US" altLang="ko-KR" sz="1600" b="0" i="1" smtClean="0">
                                              <a:ln w="9525">
                                                <a:solidFill>
                                                  <a:schemeClr val="tx1">
                                                    <a:alpha val="29000"/>
                                                  </a:schemeClr>
                                                </a:solidFill>
                                              </a:ln>
                                              <a:latin typeface="Cambria Math" panose="02040503050406030204" pitchFamily="18" charset="0"/>
                                              <a:ea typeface="맑은 고딕"/>
                                              <a:cs typeface="Times New Roman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altLang="ko-KR" sz="1600" b="0" i="0" smtClean="0">
                                              <a:ln w="9525">
                                                <a:solidFill>
                                                  <a:schemeClr val="tx1">
                                                    <a:alpha val="29000"/>
                                                  </a:schemeClr>
                                                </a:solidFill>
                                              </a:ln>
                                              <a:latin typeface="Cambria Math" panose="02040503050406030204" pitchFamily="18" charset="0"/>
                                              <a:ea typeface="맑은 고딕"/>
                                              <a:cs typeface="Times New Roman"/>
                                            </a:rPr>
                                            <m:t>F</m:t>
                                          </m:r>
                                        </m:e>
                                        <m:sub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altLang="ko-KR" sz="1600" b="0" i="0" smtClean="0">
                                              <a:ln w="9525">
                                                <a:solidFill>
                                                  <a:schemeClr val="tx1">
                                                    <a:alpha val="29000"/>
                                                  </a:schemeClr>
                                                </a:solidFill>
                                              </a:ln>
                                              <a:latin typeface="Cambria Math" panose="02040503050406030204" pitchFamily="18" charset="0"/>
                                              <a:ea typeface="맑은 고딕"/>
                                              <a:cs typeface="Times New Roman"/>
                                            </a:rPr>
                                            <m:t>n</m:t>
                                          </m:r>
                                          <m:r>
                                            <a:rPr lang="en-US" altLang="ko-KR" sz="1600" b="0" i="0" smtClean="0">
                                              <a:ln w="9525">
                                                <a:solidFill>
                                                  <a:schemeClr val="tx1">
                                                    <a:alpha val="29000"/>
                                                  </a:schemeClr>
                                                </a:solidFill>
                                              </a:ln>
                                              <a:latin typeface="Cambria Math" panose="02040503050406030204" pitchFamily="18" charset="0"/>
                                              <a:ea typeface="맑은 고딕"/>
                                              <a:cs typeface="Times New Roman"/>
                                            </a:rPr>
                                            <m:t>, </m:t>
                                          </m:r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altLang="ko-KR" sz="1600" b="0" i="0" smtClean="0">
                                              <a:ln w="9525">
                                                <a:solidFill>
                                                  <a:schemeClr val="tx1">
                                                    <a:alpha val="29000"/>
                                                  </a:schemeClr>
                                                </a:solidFill>
                                              </a:ln>
                                              <a:latin typeface="Cambria Math" panose="02040503050406030204" pitchFamily="18" charset="0"/>
                                              <a:ea typeface="맑은 고딕"/>
                                              <a:cs typeface="Times New Roman"/>
                                            </a:rPr>
                                            <m:t>j</m:t>
                                          </m:r>
                                        </m:sub>
                                      </m:sSub>
                                    </m:den>
                                  </m:f>
                                </m:e>
                              </m:d>
                            </m:e>
                          </m:func>
                          <m:r>
                            <a:rPr lang="en-US" altLang="ko-KR" sz="16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 </m:t>
                          </m:r>
                        </m:oMath>
                      </a14:m>
                      <a:r>
                        <a:rPr lang="ko-KR" altLang="en-US" sz="1600" dirty="0">
                          <a:ln w="9525">
                            <a:solidFill>
                              <a:schemeClr val="tx1">
                                <a:alpha val="29000"/>
                              </a:schemeClr>
                            </a:solidFill>
                          </a:ln>
                          <a:latin typeface="Times New Roman"/>
                          <a:ea typeface="맑은 고딕"/>
                          <a:cs typeface="Times New Roman"/>
                        </a:rPr>
                        <a:t> </a:t>
                      </a:r>
                    </a:p>
                  </p:txBody>
                </p:sp>
              </mc:Choice>
              <mc:Fallback xmlns="">
                <p:sp>
                  <p:nvSpPr>
                    <p:cNvPr id="14" name="TextBox 13">
                      <a:extLst>
                        <a:ext uri="{FF2B5EF4-FFF2-40B4-BE49-F238E27FC236}">
                          <a16:creationId xmlns:a16="http://schemas.microsoft.com/office/drawing/2014/main" id="{6654667F-E77D-C487-8EFC-058FCD4AC92F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08987" y="2824011"/>
                      <a:ext cx="5162939" cy="728726"/>
                    </a:xfrm>
                    <a:prstGeom prst="rect">
                      <a:avLst/>
                    </a:prstGeom>
                    <a:blipFill>
                      <a:blip r:embed="rId3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ko-KR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5" name="TextBox 14">
                      <a:extLst>
                        <a:ext uri="{FF2B5EF4-FFF2-40B4-BE49-F238E27FC236}">
                          <a16:creationId xmlns:a16="http://schemas.microsoft.com/office/drawing/2014/main" id="{4ABE0205-DB5C-320B-11BA-BB5166ACC7FE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054089" y="3557306"/>
                      <a:ext cx="7588898" cy="68942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14:m>
                        <m:oMath xmlns:m="http://schemas.openxmlformats.org/officeDocument/2006/math">
                          <m:r>
                            <a:rPr lang="en-US" altLang="ko-KR" sz="16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× </m:t>
                          </m:r>
                          <m:func>
                            <m:funcPr>
                              <m:ctrlPr>
                                <a:rPr lang="en-US" altLang="ko-KR" sz="160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sz="1600" b="0" i="0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exp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altLang="ko-KR" sz="1600" b="0" i="1" smtClean="0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1600" b="0" i="1" smtClean="0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  <m:t>−</m:t>
                                  </m:r>
                                  <m:f>
                                    <m:fPr>
                                      <m:ctrlPr>
                                        <a:rPr lang="en-US" altLang="ko-KR" sz="1600" b="0" i="1" smtClean="0">
                                          <a:ln w="9525">
                                            <a:solidFill>
                                              <a:schemeClr val="tx1">
                                                <a:alpha val="29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맑은 고딕"/>
                                          <a:cs typeface="Times New Roman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ko-KR" sz="1600" b="0" i="0" smtClean="0">
                                          <a:ln w="9525">
                                            <a:solidFill>
                                              <a:schemeClr val="tx1">
                                                <a:alpha val="29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맑은 고딕"/>
                                          <a:cs typeface="Times New Roman"/>
                                        </a:rPr>
                                        <m:t>4</m:t>
                                      </m:r>
                                      <m:rad>
                                        <m:radPr>
                                          <m:degHide m:val="on"/>
                                          <m:ctrlPr>
                                            <a:rPr lang="en-US" altLang="ko-KR" sz="1600" b="0" i="1" smtClean="0">
                                              <a:ln w="9525">
                                                <a:solidFill>
                                                  <a:schemeClr val="tx1">
                                                    <a:alpha val="29000"/>
                                                  </a:schemeClr>
                                                </a:solidFill>
                                              </a:ln>
                                              <a:latin typeface="Cambria Math" panose="02040503050406030204" pitchFamily="18" charset="0"/>
                                              <a:ea typeface="맑은 고딕"/>
                                              <a:cs typeface="Times New Roman"/>
                                            </a:rPr>
                                          </m:ctrlPr>
                                        </m:radPr>
                                        <m:deg/>
                                        <m:e>
                                          <m:r>
                                            <a:rPr lang="en-US" altLang="ko-KR" sz="1600" b="0" i="0" smtClean="0">
                                              <a:ln w="9525">
                                                <a:solidFill>
                                                  <a:schemeClr val="tx1">
                                                    <a:alpha val="29000"/>
                                                  </a:schemeClr>
                                                </a:solidFill>
                                              </a:ln>
                                              <a:latin typeface="Cambria Math" panose="02040503050406030204" pitchFamily="18" charset="0"/>
                                              <a:ea typeface="맑은 고딕"/>
                                              <a:cs typeface="Times New Roman"/>
                                            </a:rPr>
                                            <m:t>2</m:t>
                                          </m:r>
                                          <m:sSubSup>
                                            <m:sSubSupPr>
                                              <m:ctrlPr>
                                                <a:rPr lang="en-US" altLang="ko-KR" sz="1600" b="0" i="1" smtClean="0">
                                                  <a:ln w="9525">
                                                    <a:solidFill>
                                                      <a:schemeClr val="tx1">
                                                        <a:alpha val="29000"/>
                                                      </a:schemeClr>
                                                    </a:solidFill>
                                                  </a:ln>
                                                  <a:latin typeface="Cambria Math" panose="02040503050406030204" pitchFamily="18" charset="0"/>
                                                  <a:ea typeface="맑은 고딕"/>
                                                  <a:cs typeface="Times New Roman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altLang="ko-KR" sz="1600" b="0" i="0" smtClean="0">
                                                  <a:ln w="9525">
                                                    <a:solidFill>
                                                      <a:schemeClr val="tx1">
                                                        <a:alpha val="29000"/>
                                                      </a:schemeClr>
                                                    </a:solidFill>
                                                  </a:ln>
                                                  <a:latin typeface="Cambria Math" panose="02040503050406030204" pitchFamily="18" charset="0"/>
                                                  <a:ea typeface="맑은 고딕"/>
                                                  <a:cs typeface="Times New Roman"/>
                                                </a:rPr>
                                                <m:t>m</m:t>
                                              </m:r>
                                            </m:e>
                                            <m:sub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altLang="ko-KR" sz="1600" b="0" i="0" smtClean="0">
                                                  <a:ln w="9525">
                                                    <a:solidFill>
                                                      <a:schemeClr val="tx1">
                                                        <a:alpha val="29000"/>
                                                      </a:schemeClr>
                                                    </a:solidFill>
                                                  </a:ln>
                                                  <a:latin typeface="Cambria Math" panose="02040503050406030204" pitchFamily="18" charset="0"/>
                                                  <a:ea typeface="맑은 고딕"/>
                                                  <a:cs typeface="Times New Roman"/>
                                                </a:rPr>
                                                <m:t>ox</m:t>
                                              </m:r>
                                            </m:sub>
                                            <m:sup>
                                              <m:r>
                                                <a:rPr lang="en-US" altLang="ko-KR" sz="1600" b="0" i="0" smtClean="0">
                                                  <a:ln w="9525">
                                                    <a:solidFill>
                                                      <a:schemeClr val="tx1">
                                                        <a:alpha val="29000"/>
                                                      </a:schemeClr>
                                                    </a:solidFill>
                                                  </a:ln>
                                                  <a:latin typeface="Cambria Math" panose="02040503050406030204" pitchFamily="18" charset="0"/>
                                                  <a:ea typeface="맑은 고딕"/>
                                                  <a:cs typeface="Times New Roman"/>
                                                </a:rPr>
                                                <m:t>∗</m:t>
                                              </m:r>
                                            </m:sup>
                                          </m:sSubSup>
                                        </m:e>
                                      </m:rad>
                                    </m:num>
                                    <m:den>
                                      <m:r>
                                        <a:rPr lang="en-US" altLang="ko-KR" sz="1600" b="0" i="0" smtClean="0">
                                          <a:ln w="9525">
                                            <a:solidFill>
                                              <a:schemeClr val="tx1">
                                                <a:alpha val="29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맑은 고딕"/>
                                          <a:cs typeface="Times New Roman"/>
                                        </a:rPr>
                                        <m:t>3ℏ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US" altLang="ko-KR" sz="1600" b="0" i="0" smtClean="0">
                                          <a:ln w="9525">
                                            <a:solidFill>
                                              <a:schemeClr val="tx1">
                                                <a:alpha val="29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맑은 고딕"/>
                                          <a:cs typeface="Times New Roman"/>
                                        </a:rPr>
                                        <m:t>q</m:t>
                                      </m:r>
                                    </m:den>
                                  </m:f>
                                  <m:f>
                                    <m:fPr>
                                      <m:ctrlPr>
                                        <a:rPr lang="en-US" altLang="ko-KR" sz="1600" b="0" i="1" smtClean="0">
                                          <a:ln w="9525">
                                            <a:solidFill>
                                              <a:schemeClr val="tx1">
                                                <a:alpha val="29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맑은 고딕"/>
                                          <a:cs typeface="Times New Roman"/>
                                        </a:rPr>
                                      </m:ctrlPr>
                                    </m:fPr>
                                    <m:num>
                                      <m:sSup>
                                        <m:sSupPr>
                                          <m:ctrlPr>
                                            <a:rPr lang="en-US" altLang="ko-KR" sz="1600" i="1">
                                              <a:ln w="9525">
                                                <a:solidFill>
                                                  <a:schemeClr val="tx1">
                                                    <a:alpha val="29000"/>
                                                  </a:schemeClr>
                                                </a:solidFill>
                                              </a:ln>
                                              <a:latin typeface="Cambria Math" panose="02040503050406030204" pitchFamily="18" charset="0"/>
                                              <a:ea typeface="맑은 고딕"/>
                                              <a:cs typeface="Times New Roman"/>
                                            </a:rPr>
                                          </m:ctrlPr>
                                        </m:sSupPr>
                                        <m:e>
                                          <m:d>
                                            <m:dPr>
                                              <m:ctrlPr>
                                                <a:rPr lang="en-US" altLang="ko-KR" sz="1600" i="1">
                                                  <a:ln w="9525">
                                                    <a:solidFill>
                                                      <a:schemeClr val="tx1">
                                                        <a:alpha val="29000"/>
                                                      </a:schemeClr>
                                                    </a:solidFill>
                                                  </a:ln>
                                                  <a:latin typeface="Cambria Math" panose="02040503050406030204" pitchFamily="18" charset="0"/>
                                                  <a:ea typeface="맑은 고딕"/>
                                                  <a:cs typeface="Times New Roman"/>
                                                </a:rPr>
                                              </m:ctrlPr>
                                            </m:dPr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en-US" altLang="ko-KR" sz="1600" i="1">
                                                      <a:ln w="9525">
                                                        <a:solidFill>
                                                          <a:schemeClr val="tx1">
                                                            <a:alpha val="29000"/>
                                                          </a:schemeClr>
                                                        </a:solidFill>
                                                      </a:ln>
                                                      <a:latin typeface="Cambria Math" panose="02040503050406030204" pitchFamily="18" charset="0"/>
                                                      <a:ea typeface="맑은 고딕"/>
                                                      <a:cs typeface="Times New Roman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m:rPr>
                                                      <m:sty m:val="p"/>
                                                    </m:rPr>
                                                    <a:rPr lang="en-US" altLang="ko-KR" sz="1600" i="0">
                                                      <a:ln w="9525">
                                                        <a:solidFill>
                                                          <a:schemeClr val="tx1">
                                                            <a:alpha val="29000"/>
                                                          </a:schemeClr>
                                                        </a:solidFill>
                                                      </a:ln>
                                                      <a:latin typeface="Cambria Math" panose="02040503050406030204" pitchFamily="18" charset="0"/>
                                                      <a:ea typeface="맑은 고딕"/>
                                                      <a:cs typeface="Times New Roman"/>
                                                    </a:rPr>
                                                    <m:t>E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m:rPr>
                                                      <m:sty m:val="p"/>
                                                    </m:rPr>
                                                    <a:rPr lang="en-US" altLang="ko-KR" sz="1600" b="0" i="0" smtClean="0">
                                                      <a:ln w="9525">
                                                        <a:solidFill>
                                                          <a:schemeClr val="tx1">
                                                            <a:alpha val="29000"/>
                                                          </a:schemeClr>
                                                        </a:solidFill>
                                                      </a:ln>
                                                      <a:latin typeface="Cambria Math" panose="02040503050406030204" pitchFamily="18" charset="0"/>
                                                      <a:ea typeface="맑은 고딕"/>
                                                      <a:cs typeface="Times New Roman"/>
                                                    </a:rPr>
                                                    <m:t>T</m:t>
                                                  </m:r>
                                                </m:sub>
                                              </m:sSub>
                                              <m:r>
                                                <a:rPr lang="en-US" altLang="ko-KR" sz="1600" b="0" i="0" smtClean="0">
                                                  <a:ln w="9525">
                                                    <a:solidFill>
                                                      <a:schemeClr val="tx1">
                                                        <a:alpha val="29000"/>
                                                      </a:schemeClr>
                                                    </a:solidFill>
                                                  </a:ln>
                                                  <a:latin typeface="Cambria Math" panose="02040503050406030204" pitchFamily="18" charset="0"/>
                                                  <a:ea typeface="맑은 고딕"/>
                                                  <a:cs typeface="Times New Roman"/>
                                                </a:rPr>
                                                <m:t>+</m:t>
                                              </m:r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altLang="ko-KR" sz="1600" b="0" i="0" smtClean="0">
                                                  <a:ln w="9525">
                                                    <a:solidFill>
                                                      <a:schemeClr val="tx1">
                                                        <a:alpha val="29000"/>
                                                      </a:schemeClr>
                                                    </a:solidFill>
                                                  </a:ln>
                                                  <a:latin typeface="Cambria Math" panose="02040503050406030204" pitchFamily="18" charset="0"/>
                                                  <a:ea typeface="맑은 고딕"/>
                                                  <a:cs typeface="Times New Roman"/>
                                                </a:rPr>
                                                <m:t>Δ</m:t>
                                              </m:r>
                                              <m:sSub>
                                                <m:sSubPr>
                                                  <m:ctrlPr>
                                                    <a:rPr lang="en-US" altLang="ko-KR" sz="1600" b="0" i="1" smtClean="0">
                                                      <a:ln w="9525">
                                                        <a:solidFill>
                                                          <a:schemeClr val="tx1">
                                                            <a:alpha val="29000"/>
                                                          </a:schemeClr>
                                                        </a:solidFill>
                                                      </a:ln>
                                                      <a:latin typeface="Cambria Math" panose="02040503050406030204" pitchFamily="18" charset="0"/>
                                                      <a:ea typeface="맑은 고딕"/>
                                                      <a:cs typeface="Times New Roman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m:rPr>
                                                      <m:sty m:val="p"/>
                                                    </m:rPr>
                                                    <a:rPr lang="en-US" altLang="ko-KR" sz="1600" b="0" i="0" smtClean="0">
                                                      <a:ln w="9525">
                                                        <a:solidFill>
                                                          <a:schemeClr val="tx1">
                                                            <a:alpha val="29000"/>
                                                          </a:schemeClr>
                                                        </a:solidFill>
                                                      </a:ln>
                                                      <a:latin typeface="Cambria Math" panose="02040503050406030204" pitchFamily="18" charset="0"/>
                                                      <a:ea typeface="맑은 고딕"/>
                                                      <a:cs typeface="Times New Roman"/>
                                                    </a:rPr>
                                                    <m:t>E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m:rPr>
                                                      <m:sty m:val="p"/>
                                                    </m:rPr>
                                                    <a:rPr lang="en-US" altLang="ko-KR" sz="1600" b="0" i="0" smtClean="0">
                                                      <a:ln w="9525">
                                                        <a:solidFill>
                                                          <a:schemeClr val="tx1">
                                                            <a:alpha val="29000"/>
                                                          </a:schemeClr>
                                                        </a:solidFill>
                                                      </a:ln>
                                                      <a:latin typeface="Cambria Math" panose="02040503050406030204" pitchFamily="18" charset="0"/>
                                                      <a:ea typeface="맑은 고딕"/>
                                                      <a:cs typeface="Times New Roman"/>
                                                    </a:rPr>
                                                    <m:t>c</m:t>
                                                  </m:r>
                                                </m:sub>
                                              </m:sSub>
                                              <m:r>
                                                <a:rPr lang="en-US" altLang="ko-KR" sz="1600" i="0">
                                                  <a:ln w="9525">
                                                    <a:solidFill>
                                                      <a:schemeClr val="tx1">
                                                        <a:alpha val="29000"/>
                                                      </a:schemeClr>
                                                    </a:solidFill>
                                                  </a:ln>
                                                  <a:latin typeface="Cambria Math" panose="02040503050406030204" pitchFamily="18" charset="0"/>
                                                  <a:ea typeface="맑은 고딕"/>
                                                  <a:cs typeface="Times New Roman"/>
                                                </a:rPr>
                                                <m:t>− </m:t>
                                              </m:r>
                                              <m:f>
                                                <m:fPr>
                                                  <m:ctrlPr>
                                                    <a:rPr lang="en-US" altLang="ko-KR" sz="1600" i="1">
                                                      <a:ln w="9525">
                                                        <a:solidFill>
                                                          <a:schemeClr val="tx1">
                                                            <a:alpha val="29000"/>
                                                          </a:schemeClr>
                                                        </a:solidFill>
                                                      </a:ln>
                                                      <a:latin typeface="Cambria Math" panose="02040503050406030204" pitchFamily="18" charset="0"/>
                                                      <a:ea typeface="맑은 고딕"/>
                                                      <a:cs typeface="Times New Roman"/>
                                                    </a:rPr>
                                                  </m:ctrlPr>
                                                </m:fPr>
                                                <m:num>
                                                  <m:d>
                                                    <m:dPr>
                                                      <m:ctrlPr>
                                                        <a:rPr lang="en-US" altLang="ko-KR" sz="1600" i="1">
                                                          <a:ln w="9525">
                                                            <a:solidFill>
                                                              <a:schemeClr val="tx1">
                                                                <a:alpha val="29000"/>
                                                              </a:schemeClr>
                                                            </a:solidFill>
                                                          </a:ln>
                                                          <a:latin typeface="Cambria Math" panose="02040503050406030204" pitchFamily="18" charset="0"/>
                                                          <a:ea typeface="맑은 고딕"/>
                                                          <a:cs typeface="Times New Roman"/>
                                                        </a:rPr>
                                                      </m:ctrlPr>
                                                    </m:dPr>
                                                    <m:e>
                                                      <m:r>
                                                        <a:rPr lang="en-US" altLang="ko-KR" sz="1600" i="1">
                                                          <a:ln w="9525">
                                                            <a:solidFill>
                                                              <a:schemeClr val="tx1">
                                                                <a:alpha val="29000"/>
                                                              </a:schemeClr>
                                                            </a:solidFill>
                                                          </a:ln>
                                                          <a:latin typeface="Cambria Math" panose="02040503050406030204" pitchFamily="18" charset="0"/>
                                                          <a:ea typeface="맑은 고딕"/>
                                                          <a:cs typeface="Times New Roman"/>
                                                        </a:rPr>
                                                        <m:t>𝑗</m:t>
                                                      </m:r>
                                                      <m:r>
                                                        <a:rPr lang="en-US" altLang="ko-KR" sz="1600" i="0">
                                                          <a:ln w="9525">
                                                            <a:solidFill>
                                                              <a:schemeClr val="tx1">
                                                                <a:alpha val="29000"/>
                                                              </a:schemeClr>
                                                            </a:solidFill>
                                                          </a:ln>
                                                          <a:latin typeface="Cambria Math" panose="02040503050406030204" pitchFamily="18" charset="0"/>
                                                          <a:ea typeface="맑은 고딕"/>
                                                          <a:cs typeface="Times New Roman"/>
                                                        </a:rPr>
                                                        <m:t>−</m:t>
                                                      </m:r>
                                                      <m:r>
                                                        <m:rPr>
                                                          <m:sty m:val="p"/>
                                                        </m:rPr>
                                                        <a:rPr lang="en-US" altLang="ko-KR" sz="1600" i="0">
                                                          <a:ln w="9525">
                                                            <a:solidFill>
                                                              <a:schemeClr val="tx1">
                                                                <a:alpha val="29000"/>
                                                              </a:schemeClr>
                                                            </a:solidFill>
                                                          </a:ln>
                                                          <a:latin typeface="Cambria Math" panose="02040503050406030204" pitchFamily="18" charset="0"/>
                                                          <a:ea typeface="맑은 고딕"/>
                                                          <a:cs typeface="Times New Roman"/>
                                                        </a:rPr>
                                                        <m:t>λ</m:t>
                                                      </m:r>
                                                    </m:e>
                                                  </m:d>
                                                </m:num>
                                                <m:den>
                                                  <m:sSub>
                                                    <m:sSubPr>
                                                      <m:ctrlPr>
                                                        <a:rPr lang="en-US" altLang="ko-KR" sz="1600" i="1">
                                                          <a:ln w="9525">
                                                            <a:solidFill>
                                                              <a:schemeClr val="tx1">
                                                                <a:alpha val="29000"/>
                                                              </a:schemeClr>
                                                            </a:solidFill>
                                                          </a:ln>
                                                          <a:latin typeface="Cambria Math" panose="02040503050406030204" pitchFamily="18" charset="0"/>
                                                          <a:ea typeface="맑은 고딕"/>
                                                          <a:cs typeface="Times New Roman"/>
                                                        </a:rPr>
                                                      </m:ctrlPr>
                                                    </m:sSubPr>
                                                    <m:e>
                                                      <m:r>
                                                        <m:rPr>
                                                          <m:sty m:val="p"/>
                                                        </m:rPr>
                                                        <a:rPr lang="en-US" altLang="ko-KR" sz="1600" i="0">
                                                          <a:ln w="9525">
                                                            <a:solidFill>
                                                              <a:schemeClr val="tx1">
                                                                <a:alpha val="29000"/>
                                                              </a:schemeClr>
                                                            </a:solidFill>
                                                          </a:ln>
                                                          <a:latin typeface="Cambria Math" panose="02040503050406030204" pitchFamily="18" charset="0"/>
                                                          <a:ea typeface="맑은 고딕"/>
                                                          <a:cs typeface="Times New Roman"/>
                                                        </a:rPr>
                                                        <m:t>V</m:t>
                                                      </m:r>
                                                    </m:e>
                                                    <m:sub>
                                                      <m:r>
                                                        <m:rPr>
                                                          <m:sty m:val="p"/>
                                                        </m:rPr>
                                                        <a:rPr lang="en-US" altLang="ko-KR" sz="1600" i="0">
                                                          <a:ln w="9525">
                                                            <a:solidFill>
                                                              <a:schemeClr val="tx1">
                                                                <a:alpha val="29000"/>
                                                              </a:schemeClr>
                                                            </a:solidFill>
                                                          </a:ln>
                                                          <a:latin typeface="Cambria Math" panose="02040503050406030204" pitchFamily="18" charset="0"/>
                                                          <a:ea typeface="맑은 고딕"/>
                                                          <a:cs typeface="Times New Roman"/>
                                                        </a:rPr>
                                                        <m:t>sol</m:t>
                                                      </m:r>
                                                    </m:sub>
                                                  </m:sSub>
                                                </m:den>
                                              </m:f>
                                              <m:sSub>
                                                <m:sSubPr>
                                                  <m:ctrlPr>
                                                    <a:rPr lang="en-US" altLang="ko-KR" sz="1600" i="1">
                                                      <a:ln w="9525">
                                                        <a:solidFill>
                                                          <a:schemeClr val="tx1">
                                                            <a:alpha val="29000"/>
                                                          </a:schemeClr>
                                                        </a:solidFill>
                                                      </a:ln>
                                                      <a:latin typeface="Cambria Math" panose="02040503050406030204" pitchFamily="18" charset="0"/>
                                                      <a:ea typeface="맑은 고딕"/>
                                                      <a:cs typeface="Times New Roman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m:rPr>
                                                      <m:sty m:val="p"/>
                                                    </m:rPr>
                                                    <a:rPr lang="en-US" altLang="ko-KR" sz="1600" i="0">
                                                      <a:ln w="9525">
                                                        <a:solidFill>
                                                          <a:schemeClr val="tx1">
                                                            <a:alpha val="29000"/>
                                                          </a:schemeClr>
                                                        </a:solidFill>
                                                      </a:ln>
                                                      <a:latin typeface="Cambria Math" panose="02040503050406030204" pitchFamily="18" charset="0"/>
                                                      <a:ea typeface="맑은 고딕"/>
                                                      <a:cs typeface="Times New Roman"/>
                                                    </a:rPr>
                                                    <m:t>F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m:rPr>
                                                      <m:sty m:val="p"/>
                                                    </m:rPr>
                                                    <a:rPr lang="en-US" altLang="ko-KR" sz="1600" i="0">
                                                      <a:ln w="9525">
                                                        <a:solidFill>
                                                          <a:schemeClr val="tx1">
                                                            <a:alpha val="29000"/>
                                                          </a:schemeClr>
                                                        </a:solidFill>
                                                      </a:ln>
                                                      <a:latin typeface="Cambria Math" panose="02040503050406030204" pitchFamily="18" charset="0"/>
                                                      <a:ea typeface="맑은 고딕"/>
                                                      <a:cs typeface="Times New Roman"/>
                                                    </a:rPr>
                                                    <m:t>n</m:t>
                                                  </m:r>
                                                </m:sub>
                                              </m:sSub>
                                              <m:sSub>
                                                <m:sSubPr>
                                                  <m:ctrlPr>
                                                    <a:rPr lang="en-US" altLang="ko-KR" sz="1600" i="1">
                                                      <a:ln w="9525">
                                                        <a:solidFill>
                                                          <a:schemeClr val="tx1">
                                                            <a:alpha val="29000"/>
                                                          </a:schemeClr>
                                                        </a:solidFill>
                                                      </a:ln>
                                                      <a:latin typeface="Cambria Math" panose="02040503050406030204" pitchFamily="18" charset="0"/>
                                                      <a:ea typeface="맑은 고딕"/>
                                                      <a:cs typeface="Times New Roman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m:rPr>
                                                      <m:sty m:val="p"/>
                                                    </m:rPr>
                                                    <a:rPr lang="en-US" altLang="ko-KR" sz="1600" i="0">
                                                      <a:ln w="9525">
                                                        <a:solidFill>
                                                          <a:schemeClr val="tx1">
                                                            <a:alpha val="29000"/>
                                                          </a:schemeClr>
                                                        </a:solidFill>
                                                      </a:ln>
                                                      <a:latin typeface="Cambria Math" panose="02040503050406030204" pitchFamily="18" charset="0"/>
                                                      <a:ea typeface="맑은 고딕"/>
                                                      <a:cs typeface="Times New Roman"/>
                                                    </a:rPr>
                                                    <m:t>t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m:rPr>
                                                      <m:sty m:val="p"/>
                                                    </m:rPr>
                                                    <a:rPr lang="en-US" altLang="ko-KR" sz="1600" i="0">
                                                      <a:ln w="9525">
                                                        <a:solidFill>
                                                          <a:schemeClr val="tx1">
                                                            <a:alpha val="29000"/>
                                                          </a:schemeClr>
                                                        </a:solidFill>
                                                      </a:ln>
                                                      <a:latin typeface="Cambria Math" panose="02040503050406030204" pitchFamily="18" charset="0"/>
                                                      <a:ea typeface="맑은 고딕"/>
                                                      <a:cs typeface="Times New Roman"/>
                                                    </a:rPr>
                                                    <m:t>tn</m:t>
                                                  </m:r>
                                                  <m:r>
                                                    <a:rPr lang="en-US" altLang="ko-KR" sz="1600" i="0">
                                                      <a:ln w="9525">
                                                        <a:solidFill>
                                                          <a:schemeClr val="tx1">
                                                            <a:alpha val="29000"/>
                                                          </a:schemeClr>
                                                        </a:solidFill>
                                                      </a:ln>
                                                      <a:latin typeface="Cambria Math" panose="02040503050406030204" pitchFamily="18" charset="0"/>
                                                      <a:ea typeface="맑은 고딕"/>
                                                      <a:cs typeface="Times New Roman"/>
                                                    </a:rPr>
                                                    <m:t>1</m:t>
                                                  </m:r>
                                                </m:sub>
                                              </m:sSub>
                                            </m:e>
                                          </m:d>
                                        </m:e>
                                        <m:sup>
                                          <m:r>
                                            <a:rPr lang="en-US" altLang="ko-KR" sz="1600" i="0">
                                              <a:ln w="9525">
                                                <a:solidFill>
                                                  <a:schemeClr val="tx1">
                                                    <a:alpha val="29000"/>
                                                  </a:schemeClr>
                                                </a:solidFill>
                                              </a:ln>
                                              <a:latin typeface="Cambria Math" panose="02040503050406030204" pitchFamily="18" charset="0"/>
                                              <a:ea typeface="맑은 고딕"/>
                                              <a:cs typeface="Times New Roman"/>
                                            </a:rPr>
                                            <m:t>1.5</m:t>
                                          </m:r>
                                        </m:sup>
                                      </m:sSup>
                                      <m:r>
                                        <a:rPr lang="en-US" altLang="ko-KR" sz="1600" b="0" i="0" smtClean="0">
                                          <a:ln w="9525">
                                            <a:solidFill>
                                              <a:schemeClr val="tx1">
                                                <a:alpha val="29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맑은 고딕"/>
                                          <a:cs typeface="Times New Roman"/>
                                        </a:rPr>
                                        <m:t>− </m:t>
                                      </m:r>
                                      <m:sSup>
                                        <m:sSupPr>
                                          <m:ctrlPr>
                                            <a:rPr lang="en-US" altLang="ko-KR" sz="1600" b="0" i="1" smtClean="0">
                                              <a:ln w="9525">
                                                <a:solidFill>
                                                  <a:schemeClr val="tx1">
                                                    <a:alpha val="29000"/>
                                                  </a:schemeClr>
                                                </a:solidFill>
                                              </a:ln>
                                              <a:latin typeface="Cambria Math" panose="02040503050406030204" pitchFamily="18" charset="0"/>
                                              <a:ea typeface="맑은 고딕"/>
                                              <a:cs typeface="Times New Roman"/>
                                            </a:rPr>
                                          </m:ctrlPr>
                                        </m:sSupPr>
                                        <m:e>
                                          <m:d>
                                            <m:dPr>
                                              <m:ctrlPr>
                                                <a:rPr lang="en-US" altLang="ko-KR" sz="1600" b="0" i="1" smtClean="0">
                                                  <a:ln w="9525">
                                                    <a:solidFill>
                                                      <a:schemeClr val="tx1">
                                                        <a:alpha val="29000"/>
                                                      </a:schemeClr>
                                                    </a:solidFill>
                                                  </a:ln>
                                                  <a:latin typeface="Cambria Math" panose="02040503050406030204" pitchFamily="18" charset="0"/>
                                                  <a:ea typeface="맑은 고딕"/>
                                                  <a:cs typeface="Times New Roman"/>
                                                </a:rPr>
                                              </m:ctrlPr>
                                            </m:dPr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en-US" altLang="ko-KR" sz="1600" b="0" i="1" smtClean="0">
                                                      <a:ln w="9525">
                                                        <a:solidFill>
                                                          <a:schemeClr val="tx1">
                                                            <a:alpha val="29000"/>
                                                          </a:schemeClr>
                                                        </a:solidFill>
                                                      </a:ln>
                                                      <a:latin typeface="Cambria Math" panose="02040503050406030204" pitchFamily="18" charset="0"/>
                                                      <a:ea typeface="맑은 고딕"/>
                                                      <a:cs typeface="Times New Roman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m:rPr>
                                                      <m:sty m:val="p"/>
                                                    </m:rPr>
                                                    <a:rPr lang="en-US" altLang="ko-KR" sz="1600" b="0" i="0" smtClean="0">
                                                      <a:ln w="9525">
                                                        <a:solidFill>
                                                          <a:schemeClr val="tx1">
                                                            <a:alpha val="29000"/>
                                                          </a:schemeClr>
                                                        </a:solidFill>
                                                      </a:ln>
                                                      <a:latin typeface="Cambria Math" panose="02040503050406030204" pitchFamily="18" charset="0"/>
                                                      <a:ea typeface="맑은 고딕"/>
                                                      <a:cs typeface="Times New Roman"/>
                                                    </a:rPr>
                                                    <m:t>E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m:rPr>
                                                      <m:sty m:val="p"/>
                                                    </m:rPr>
                                                    <a:rPr lang="en-US" altLang="ko-KR" sz="1600" b="0" i="0" smtClean="0">
                                                      <a:ln w="9525">
                                                        <a:solidFill>
                                                          <a:schemeClr val="tx1">
                                                            <a:alpha val="29000"/>
                                                          </a:schemeClr>
                                                        </a:solidFill>
                                                      </a:ln>
                                                      <a:latin typeface="Cambria Math" panose="02040503050406030204" pitchFamily="18" charset="0"/>
                                                      <a:ea typeface="맑은 고딕"/>
                                                      <a:cs typeface="Times New Roman"/>
                                                    </a:rPr>
                                                    <m:t>T</m:t>
                                                  </m:r>
                                                </m:sub>
                                              </m:sSub>
                                              <m:r>
                                                <a:rPr lang="en-US" altLang="ko-KR" sz="1600">
                                                  <a:ln w="9525">
                                                    <a:solidFill>
                                                      <a:schemeClr val="tx1">
                                                        <a:alpha val="29000"/>
                                                      </a:schemeClr>
                                                    </a:solidFill>
                                                  </a:ln>
                                                  <a:latin typeface="Cambria Math" panose="02040503050406030204" pitchFamily="18" charset="0"/>
                                                  <a:ea typeface="맑은 고딕"/>
                                                  <a:cs typeface="Times New Roman"/>
                                                </a:rPr>
                                                <m:t>+</m:t>
                                              </m:r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altLang="ko-KR" sz="1600">
                                                  <a:ln w="9525">
                                                    <a:solidFill>
                                                      <a:schemeClr val="tx1">
                                                        <a:alpha val="29000"/>
                                                      </a:schemeClr>
                                                    </a:solidFill>
                                                  </a:ln>
                                                  <a:latin typeface="Cambria Math" panose="02040503050406030204" pitchFamily="18" charset="0"/>
                                                  <a:ea typeface="맑은 고딕"/>
                                                  <a:cs typeface="Times New Roman"/>
                                                </a:rPr>
                                                <m:t>Δ</m:t>
                                              </m:r>
                                              <m:sSub>
                                                <m:sSubPr>
                                                  <m:ctrlPr>
                                                    <a:rPr lang="en-US" altLang="ko-KR" sz="1600" i="1">
                                                      <a:ln w="9525">
                                                        <a:solidFill>
                                                          <a:schemeClr val="tx1">
                                                            <a:alpha val="29000"/>
                                                          </a:schemeClr>
                                                        </a:solidFill>
                                                      </a:ln>
                                                      <a:latin typeface="Cambria Math" panose="02040503050406030204" pitchFamily="18" charset="0"/>
                                                      <a:ea typeface="맑은 고딕"/>
                                                      <a:cs typeface="Times New Roman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m:rPr>
                                                      <m:sty m:val="p"/>
                                                    </m:rPr>
                                                    <a:rPr lang="en-US" altLang="ko-KR" sz="1600">
                                                      <a:ln w="9525">
                                                        <a:solidFill>
                                                          <a:schemeClr val="tx1">
                                                            <a:alpha val="29000"/>
                                                          </a:schemeClr>
                                                        </a:solidFill>
                                                      </a:ln>
                                                      <a:latin typeface="Cambria Math" panose="02040503050406030204" pitchFamily="18" charset="0"/>
                                                      <a:ea typeface="맑은 고딕"/>
                                                      <a:cs typeface="Times New Roman"/>
                                                    </a:rPr>
                                                    <m:t>E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m:rPr>
                                                      <m:sty m:val="p"/>
                                                    </m:rPr>
                                                    <a:rPr lang="en-US" altLang="ko-KR" sz="1600">
                                                      <a:ln w="9525">
                                                        <a:solidFill>
                                                          <a:schemeClr val="tx1">
                                                            <a:alpha val="29000"/>
                                                          </a:schemeClr>
                                                        </a:solidFill>
                                                      </a:ln>
                                                      <a:latin typeface="Cambria Math" panose="02040503050406030204" pitchFamily="18" charset="0"/>
                                                      <a:ea typeface="맑은 고딕"/>
                                                      <a:cs typeface="Times New Roman"/>
                                                    </a:rPr>
                                                    <m:t>c</m:t>
                                                  </m:r>
                                                </m:sub>
                                              </m:sSub>
                                              <m:r>
                                                <a:rPr lang="en-US" altLang="ko-KR" sz="1600" b="0" i="0" smtClean="0">
                                                  <a:ln w="9525">
                                                    <a:solidFill>
                                                      <a:schemeClr val="tx1">
                                                        <a:alpha val="29000"/>
                                                      </a:schemeClr>
                                                    </a:solidFill>
                                                  </a:ln>
                                                  <a:latin typeface="Cambria Math" panose="02040503050406030204" pitchFamily="18" charset="0"/>
                                                  <a:ea typeface="맑은 고딕"/>
                                                  <a:cs typeface="Times New Roman"/>
                                                </a:rPr>
                                                <m:t>− </m:t>
                                              </m:r>
                                              <m:f>
                                                <m:fPr>
                                                  <m:ctrlPr>
                                                    <a:rPr lang="en-US" altLang="ko-KR" sz="1600" b="0" i="1" smtClean="0">
                                                      <a:ln w="9525">
                                                        <a:solidFill>
                                                          <a:schemeClr val="tx1">
                                                            <a:alpha val="29000"/>
                                                          </a:schemeClr>
                                                        </a:solidFill>
                                                      </a:ln>
                                                      <a:latin typeface="Cambria Math" panose="02040503050406030204" pitchFamily="18" charset="0"/>
                                                      <a:ea typeface="맑은 고딕"/>
                                                      <a:cs typeface="Times New Roman"/>
                                                    </a:rPr>
                                                  </m:ctrlPr>
                                                </m:fPr>
                                                <m:num>
                                                  <m:d>
                                                    <m:dPr>
                                                      <m:ctrlPr>
                                                        <a:rPr lang="en-US" altLang="ko-KR" sz="1600" b="0" i="1" smtClean="0">
                                                          <a:ln w="9525">
                                                            <a:solidFill>
                                                              <a:schemeClr val="tx1">
                                                                <a:alpha val="29000"/>
                                                              </a:schemeClr>
                                                            </a:solidFill>
                                                          </a:ln>
                                                          <a:latin typeface="Cambria Math" panose="02040503050406030204" pitchFamily="18" charset="0"/>
                                                          <a:ea typeface="맑은 고딕"/>
                                                          <a:cs typeface="Times New Roman"/>
                                                        </a:rPr>
                                                      </m:ctrlPr>
                                                    </m:dPr>
                                                    <m:e>
                                                      <m:r>
                                                        <a:rPr lang="en-US" altLang="ko-KR" sz="1600" b="0" i="1" smtClean="0">
                                                          <a:ln w="9525">
                                                            <a:solidFill>
                                                              <a:schemeClr val="tx1">
                                                                <a:alpha val="29000"/>
                                                              </a:schemeClr>
                                                            </a:solidFill>
                                                          </a:ln>
                                                          <a:latin typeface="Cambria Math" panose="02040503050406030204" pitchFamily="18" charset="0"/>
                                                          <a:ea typeface="맑은 고딕"/>
                                                          <a:cs typeface="Times New Roman"/>
                                                        </a:rPr>
                                                        <m:t>𝑗</m:t>
                                                      </m:r>
                                                      <m:r>
                                                        <a:rPr lang="en-US" altLang="ko-KR" sz="1600" b="0" i="0" smtClean="0">
                                                          <a:ln w="9525">
                                                            <a:solidFill>
                                                              <a:schemeClr val="tx1">
                                                                <a:alpha val="29000"/>
                                                              </a:schemeClr>
                                                            </a:solidFill>
                                                          </a:ln>
                                                          <a:latin typeface="Cambria Math" panose="02040503050406030204" pitchFamily="18" charset="0"/>
                                                          <a:ea typeface="맑은 고딕"/>
                                                          <a:cs typeface="Times New Roman"/>
                                                        </a:rPr>
                                                        <m:t>−</m:t>
                                                      </m:r>
                                                      <m:r>
                                                        <m:rPr>
                                                          <m:sty m:val="p"/>
                                                        </m:rPr>
                                                        <a:rPr lang="en-US" altLang="ko-KR" sz="1600" b="0" i="0" smtClean="0">
                                                          <a:ln w="9525">
                                                            <a:solidFill>
                                                              <a:schemeClr val="tx1">
                                                                <a:alpha val="29000"/>
                                                              </a:schemeClr>
                                                            </a:solidFill>
                                                          </a:ln>
                                                          <a:latin typeface="Cambria Math" panose="02040503050406030204" pitchFamily="18" charset="0"/>
                                                          <a:ea typeface="맑은 고딕"/>
                                                          <a:cs typeface="Times New Roman"/>
                                                        </a:rPr>
                                                        <m:t>λ</m:t>
                                                      </m:r>
                                                    </m:e>
                                                  </m:d>
                                                </m:num>
                                                <m:den>
                                                  <m:sSub>
                                                    <m:sSubPr>
                                                      <m:ctrlPr>
                                                        <a:rPr lang="en-US" altLang="ko-KR" sz="1600" i="1">
                                                          <a:ln w="9525">
                                                            <a:solidFill>
                                                              <a:schemeClr val="tx1">
                                                                <a:alpha val="29000"/>
                                                              </a:schemeClr>
                                                            </a:solidFill>
                                                          </a:ln>
                                                          <a:latin typeface="Cambria Math" panose="02040503050406030204" pitchFamily="18" charset="0"/>
                                                          <a:ea typeface="맑은 고딕"/>
                                                          <a:cs typeface="Times New Roman"/>
                                                        </a:rPr>
                                                      </m:ctrlPr>
                                                    </m:sSubPr>
                                                    <m:e>
                                                      <m:r>
                                                        <m:rPr>
                                                          <m:sty m:val="p"/>
                                                        </m:rPr>
                                                        <a:rPr lang="en-US" altLang="ko-KR" sz="1600" i="0">
                                                          <a:ln w="9525">
                                                            <a:solidFill>
                                                              <a:schemeClr val="tx1">
                                                                <a:alpha val="29000"/>
                                                              </a:schemeClr>
                                                            </a:solidFill>
                                                          </a:ln>
                                                          <a:latin typeface="Cambria Math" panose="02040503050406030204" pitchFamily="18" charset="0"/>
                                                          <a:ea typeface="맑은 고딕"/>
                                                          <a:cs typeface="Times New Roman"/>
                                                        </a:rPr>
                                                        <m:t>V</m:t>
                                                      </m:r>
                                                    </m:e>
                                                    <m:sub>
                                                      <m:r>
                                                        <m:rPr>
                                                          <m:sty m:val="p"/>
                                                        </m:rPr>
                                                        <a:rPr lang="en-US" altLang="ko-KR" sz="1600" i="0">
                                                          <a:ln w="9525">
                                                            <a:solidFill>
                                                              <a:schemeClr val="tx1">
                                                                <a:alpha val="29000"/>
                                                              </a:schemeClr>
                                                            </a:solidFill>
                                                          </a:ln>
                                                          <a:latin typeface="Cambria Math" panose="02040503050406030204" pitchFamily="18" charset="0"/>
                                                          <a:ea typeface="맑은 고딕"/>
                                                          <a:cs typeface="Times New Roman"/>
                                                        </a:rPr>
                                                        <m:t>sol</m:t>
                                                      </m:r>
                                                    </m:sub>
                                                  </m:sSub>
                                                </m:den>
                                              </m:f>
                                              <m:r>
                                                <a:rPr lang="en-US" altLang="ko-KR" sz="1600" b="0" i="0" smtClean="0">
                                                  <a:ln w="9525">
                                                    <a:solidFill>
                                                      <a:schemeClr val="tx1">
                                                        <a:alpha val="29000"/>
                                                      </a:schemeClr>
                                                    </a:solidFill>
                                                  </a:ln>
                                                  <a:latin typeface="Cambria Math" panose="02040503050406030204" pitchFamily="18" charset="0"/>
                                                  <a:ea typeface="맑은 고딕"/>
                                                  <a:cs typeface="Times New Roman"/>
                                                </a:rPr>
                                                <m:t>∙</m:t>
                                              </m:r>
                                              <m:sSub>
                                                <m:sSubPr>
                                                  <m:ctrlPr>
                                                    <a:rPr lang="en-US" altLang="ko-KR" sz="1600" b="0" i="1" smtClean="0">
                                                      <a:ln w="9525">
                                                        <a:solidFill>
                                                          <a:schemeClr val="tx1">
                                                            <a:alpha val="29000"/>
                                                          </a:schemeClr>
                                                        </a:solidFill>
                                                      </a:ln>
                                                      <a:latin typeface="Cambria Math" panose="02040503050406030204" pitchFamily="18" charset="0"/>
                                                      <a:ea typeface="맑은 고딕"/>
                                                      <a:cs typeface="Times New Roman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m:rPr>
                                                      <m:sty m:val="p"/>
                                                    </m:rPr>
                                                    <a:rPr lang="en-US" altLang="ko-KR" sz="1600" b="0" i="0" smtClean="0">
                                                      <a:ln w="9525">
                                                        <a:solidFill>
                                                          <a:schemeClr val="tx1">
                                                            <a:alpha val="29000"/>
                                                          </a:schemeClr>
                                                        </a:solidFill>
                                                      </a:ln>
                                                      <a:latin typeface="Cambria Math" panose="02040503050406030204" pitchFamily="18" charset="0"/>
                                                      <a:ea typeface="맑은 고딕"/>
                                                      <a:cs typeface="Times New Roman"/>
                                                    </a:rPr>
                                                    <m:t>F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m:rPr>
                                                      <m:sty m:val="p"/>
                                                    </m:rPr>
                                                    <a:rPr lang="en-US" altLang="ko-KR" sz="1600" b="0" i="0" smtClean="0">
                                                      <a:ln w="9525">
                                                        <a:solidFill>
                                                          <a:schemeClr val="tx1">
                                                            <a:alpha val="29000"/>
                                                          </a:schemeClr>
                                                        </a:solidFill>
                                                      </a:ln>
                                                      <a:latin typeface="Cambria Math" panose="02040503050406030204" pitchFamily="18" charset="0"/>
                                                      <a:ea typeface="맑은 고딕"/>
                                                      <a:cs typeface="Times New Roman"/>
                                                    </a:rPr>
                                                    <m:t>n</m:t>
                                                  </m:r>
                                                </m:sub>
                                              </m:sSub>
                                              <m:sSub>
                                                <m:sSubPr>
                                                  <m:ctrlPr>
                                                    <a:rPr lang="en-US" altLang="ko-KR" sz="1600" b="0" i="1" smtClean="0">
                                                      <a:ln w="9525">
                                                        <a:solidFill>
                                                          <a:schemeClr val="tx1">
                                                            <a:alpha val="29000"/>
                                                          </a:schemeClr>
                                                        </a:solidFill>
                                                      </a:ln>
                                                      <a:latin typeface="Cambria Math" panose="02040503050406030204" pitchFamily="18" charset="0"/>
                                                      <a:ea typeface="맑은 고딕"/>
                                                      <a:cs typeface="Times New Roman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m:rPr>
                                                      <m:sty m:val="p"/>
                                                    </m:rPr>
                                                    <a:rPr lang="en-US" altLang="ko-KR" sz="1600" b="0" i="0" smtClean="0">
                                                      <a:ln w="9525">
                                                        <a:solidFill>
                                                          <a:schemeClr val="tx1">
                                                            <a:alpha val="29000"/>
                                                          </a:schemeClr>
                                                        </a:solidFill>
                                                      </a:ln>
                                                      <a:latin typeface="Cambria Math" panose="02040503050406030204" pitchFamily="18" charset="0"/>
                                                      <a:ea typeface="맑은 고딕"/>
                                                      <a:cs typeface="Times New Roman"/>
                                                    </a:rPr>
                                                    <m:t>t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m:rPr>
                                                      <m:sty m:val="p"/>
                                                    </m:rPr>
                                                    <a:rPr lang="en-US" altLang="ko-KR" sz="1600" b="0" i="0" smtClean="0">
                                                      <a:ln w="9525">
                                                        <a:solidFill>
                                                          <a:schemeClr val="tx1">
                                                            <a:alpha val="29000"/>
                                                          </a:schemeClr>
                                                        </a:solidFill>
                                                      </a:ln>
                                                      <a:latin typeface="Cambria Math" panose="02040503050406030204" pitchFamily="18" charset="0"/>
                                                      <a:ea typeface="맑은 고딕"/>
                                                      <a:cs typeface="Times New Roman"/>
                                                    </a:rPr>
                                                    <m:t>tn</m:t>
                                                  </m:r>
                                                  <m:r>
                                                    <a:rPr lang="en-US" altLang="ko-KR" sz="1600" b="0" i="0" smtClean="0">
                                                      <a:ln w="9525">
                                                        <a:solidFill>
                                                          <a:schemeClr val="tx1">
                                                            <a:alpha val="29000"/>
                                                          </a:schemeClr>
                                                        </a:solidFill>
                                                      </a:ln>
                                                      <a:latin typeface="Cambria Math" panose="02040503050406030204" pitchFamily="18" charset="0"/>
                                                      <a:ea typeface="맑은 고딕"/>
                                                      <a:cs typeface="Times New Roman"/>
                                                    </a:rPr>
                                                    <m:t>1</m:t>
                                                  </m:r>
                                                </m:sub>
                                              </m:sSub>
                                              <m:r>
                                                <a:rPr lang="en-US" altLang="ko-KR" sz="1600" b="0" i="0" smtClean="0">
                                                  <a:ln w="9525">
                                                    <a:solidFill>
                                                      <a:schemeClr val="tx1">
                                                        <a:alpha val="29000"/>
                                                      </a:schemeClr>
                                                    </a:solidFill>
                                                  </a:ln>
                                                  <a:latin typeface="Cambria Math" panose="02040503050406030204" pitchFamily="18" charset="0"/>
                                                  <a:ea typeface="맑은 고딕"/>
                                                  <a:cs typeface="Times New Roman"/>
                                                </a:rPr>
                                                <m:t>−</m:t>
                                              </m:r>
                                              <m:sSub>
                                                <m:sSubPr>
                                                  <m:ctrlPr>
                                                    <a:rPr lang="en-US" altLang="ko-KR" sz="1600" b="0" i="1" smtClean="0">
                                                      <a:ln w="9525">
                                                        <a:solidFill>
                                                          <a:schemeClr val="tx1">
                                                            <a:alpha val="29000"/>
                                                          </a:schemeClr>
                                                        </a:solidFill>
                                                      </a:ln>
                                                      <a:latin typeface="Cambria Math" panose="02040503050406030204" pitchFamily="18" charset="0"/>
                                                      <a:ea typeface="맑은 고딕"/>
                                                      <a:cs typeface="Times New Roman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m:rPr>
                                                      <m:sty m:val="p"/>
                                                    </m:rPr>
                                                    <a:rPr lang="en-US" altLang="ko-KR" sz="1600" b="0" i="0" smtClean="0">
                                                      <a:ln w="9525">
                                                        <a:solidFill>
                                                          <a:schemeClr val="tx1">
                                                            <a:alpha val="29000"/>
                                                          </a:schemeClr>
                                                        </a:solidFill>
                                                      </a:ln>
                                                      <a:latin typeface="Cambria Math" panose="02040503050406030204" pitchFamily="18" charset="0"/>
                                                      <a:ea typeface="맑은 고딕"/>
                                                      <a:cs typeface="Times New Roman"/>
                                                    </a:rPr>
                                                    <m:t>F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m:rPr>
                                                      <m:sty m:val="p"/>
                                                    </m:rPr>
                                                    <a:rPr lang="en-US" altLang="ko-KR" sz="1600" b="0" i="0" smtClean="0">
                                                      <a:ln w="9525">
                                                        <a:solidFill>
                                                          <a:schemeClr val="tx1">
                                                            <a:alpha val="29000"/>
                                                          </a:schemeClr>
                                                        </a:solidFill>
                                                      </a:ln>
                                                      <a:latin typeface="Cambria Math" panose="02040503050406030204" pitchFamily="18" charset="0"/>
                                                      <a:ea typeface="맑은 고딕"/>
                                                      <a:cs typeface="Times New Roman"/>
                                                    </a:rPr>
                                                    <m:t>ox</m:t>
                                                  </m:r>
                                                </m:sub>
                                              </m:sSub>
                                              <m:sSub>
                                                <m:sSubPr>
                                                  <m:ctrlPr>
                                                    <a:rPr lang="en-US" altLang="ko-KR" sz="1600" b="0" i="1" smtClean="0">
                                                      <a:ln w="9525">
                                                        <a:solidFill>
                                                          <a:schemeClr val="tx1">
                                                            <a:alpha val="29000"/>
                                                          </a:schemeClr>
                                                        </a:solidFill>
                                                      </a:ln>
                                                      <a:latin typeface="Cambria Math" panose="02040503050406030204" pitchFamily="18" charset="0"/>
                                                      <a:ea typeface="맑은 고딕"/>
                                                      <a:cs typeface="Times New Roman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m:rPr>
                                                      <m:sty m:val="p"/>
                                                    </m:rPr>
                                                    <a:rPr lang="en-US" altLang="ko-KR" sz="1600" b="0" i="0" smtClean="0">
                                                      <a:ln w="9525">
                                                        <a:solidFill>
                                                          <a:schemeClr val="tx1">
                                                            <a:alpha val="29000"/>
                                                          </a:schemeClr>
                                                        </a:solidFill>
                                                      </a:ln>
                                                      <a:latin typeface="Cambria Math" panose="02040503050406030204" pitchFamily="18" charset="0"/>
                                                      <a:ea typeface="맑은 고딕"/>
                                                      <a:cs typeface="Times New Roman"/>
                                                    </a:rPr>
                                                    <m:t>t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m:rPr>
                                                      <m:sty m:val="p"/>
                                                    </m:rPr>
                                                    <a:rPr lang="en-US" altLang="ko-KR" sz="1600" b="0" i="0" smtClean="0">
                                                      <a:ln w="9525">
                                                        <a:solidFill>
                                                          <a:schemeClr val="tx1">
                                                            <a:alpha val="29000"/>
                                                          </a:schemeClr>
                                                        </a:solidFill>
                                                      </a:ln>
                                                      <a:latin typeface="Cambria Math" panose="02040503050406030204" pitchFamily="18" charset="0"/>
                                                      <a:ea typeface="맑은 고딕"/>
                                                      <a:cs typeface="Times New Roman"/>
                                                    </a:rPr>
                                                    <m:t>tox</m:t>
                                                  </m:r>
                                                  <m:r>
                                                    <a:rPr lang="en-US" altLang="ko-KR" sz="1600" b="0" i="0" smtClean="0">
                                                      <a:ln w="9525">
                                                        <a:solidFill>
                                                          <a:schemeClr val="tx1">
                                                            <a:alpha val="29000"/>
                                                          </a:schemeClr>
                                                        </a:solidFill>
                                                      </a:ln>
                                                      <a:latin typeface="Cambria Math" panose="02040503050406030204" pitchFamily="18" charset="0"/>
                                                      <a:ea typeface="맑은 고딕"/>
                                                      <a:cs typeface="Times New Roman"/>
                                                    </a:rPr>
                                                    <m:t>1</m:t>
                                                  </m:r>
                                                </m:sub>
                                              </m:sSub>
                                            </m:e>
                                          </m:d>
                                        </m:e>
                                        <m:sup>
                                          <m:r>
                                            <a:rPr lang="en-US" altLang="ko-KR" sz="1600" b="0" i="0" smtClean="0">
                                              <a:ln w="9525">
                                                <a:solidFill>
                                                  <a:schemeClr val="tx1">
                                                    <a:alpha val="29000"/>
                                                  </a:schemeClr>
                                                </a:solidFill>
                                              </a:ln>
                                              <a:latin typeface="Cambria Math" panose="02040503050406030204" pitchFamily="18" charset="0"/>
                                              <a:ea typeface="맑은 고딕"/>
                                              <a:cs typeface="Times New Roman"/>
                                            </a:rPr>
                                            <m:t>1.5</m:t>
                                          </m:r>
                                        </m:sup>
                                      </m:sSup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n-US" altLang="ko-KR" sz="1600" b="0" i="1" smtClean="0">
                                              <a:ln w="9525">
                                                <a:solidFill>
                                                  <a:schemeClr val="tx1">
                                                    <a:alpha val="29000"/>
                                                  </a:schemeClr>
                                                </a:solidFill>
                                              </a:ln>
                                              <a:latin typeface="Cambria Math" panose="02040503050406030204" pitchFamily="18" charset="0"/>
                                              <a:ea typeface="맑은 고딕"/>
                                              <a:cs typeface="Times New Roman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altLang="ko-KR" sz="1600" b="0" i="0" smtClean="0">
                                              <a:ln w="9525">
                                                <a:solidFill>
                                                  <a:schemeClr val="tx1">
                                                    <a:alpha val="29000"/>
                                                  </a:schemeClr>
                                                </a:solidFill>
                                              </a:ln>
                                              <a:latin typeface="Cambria Math" panose="02040503050406030204" pitchFamily="18" charset="0"/>
                                              <a:ea typeface="맑은 고딕"/>
                                              <a:cs typeface="Times New Roman"/>
                                            </a:rPr>
                                            <m:t>F</m:t>
                                          </m:r>
                                        </m:e>
                                        <m:sub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altLang="ko-KR" sz="1600" b="0" i="0" smtClean="0">
                                              <a:ln w="9525">
                                                <a:solidFill>
                                                  <a:schemeClr val="tx1">
                                                    <a:alpha val="29000"/>
                                                  </a:schemeClr>
                                                </a:solidFill>
                                              </a:ln>
                                              <a:latin typeface="Cambria Math" panose="02040503050406030204" pitchFamily="18" charset="0"/>
                                              <a:ea typeface="맑은 고딕"/>
                                              <a:cs typeface="Times New Roman"/>
                                            </a:rPr>
                                            <m:t>ox</m:t>
                                          </m:r>
                                        </m:sub>
                                      </m:sSub>
                                    </m:den>
                                  </m:f>
                                </m:e>
                              </m:d>
                            </m:e>
                          </m:func>
                          <m:r>
                            <a:rPr lang="en-US" altLang="ko-KR" sz="16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 </m:t>
                          </m:r>
                        </m:oMath>
                      </a14:m>
                      <a:r>
                        <a:rPr lang="ko-KR" altLang="en-US" sz="1600" dirty="0">
                          <a:ln w="9525">
                            <a:solidFill>
                              <a:schemeClr val="tx1">
                                <a:alpha val="29000"/>
                              </a:schemeClr>
                            </a:solidFill>
                          </a:ln>
                          <a:latin typeface="Times New Roman"/>
                          <a:ea typeface="맑은 고딕"/>
                          <a:cs typeface="Times New Roman"/>
                        </a:rPr>
                        <a:t> </a:t>
                      </a:r>
                    </a:p>
                  </p:txBody>
                </p:sp>
              </mc:Choice>
              <mc:Fallback xmlns="">
                <p:sp>
                  <p:nvSpPr>
                    <p:cNvPr id="15" name="TextBox 14">
                      <a:extLst>
                        <a:ext uri="{FF2B5EF4-FFF2-40B4-BE49-F238E27FC236}">
                          <a16:creationId xmlns:a16="http://schemas.microsoft.com/office/drawing/2014/main" id="{4ABE0205-DB5C-320B-11BA-BB5166ACC7FE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054089" y="3557306"/>
                      <a:ext cx="7588898" cy="689420"/>
                    </a:xfrm>
                    <a:prstGeom prst="rect">
                      <a:avLst/>
                    </a:prstGeom>
                    <a:blipFill>
                      <a:blip r:embed="rId4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ko-KR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4F089C6-B5C6-30A8-BF44-9F9F44F2DD46}"/>
                  </a:ext>
                </a:extLst>
              </p:cNvPr>
              <p:cNvSpPr txBox="1"/>
              <p:nvPr/>
            </p:nvSpPr>
            <p:spPr>
              <a:xfrm>
                <a:off x="4682485" y="4050543"/>
                <a:ext cx="75304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Symbol" panose="05050102010706020507" pitchFamily="18" charset="2"/>
                  <a:buChar char="Þ"/>
                </a:pPr>
                <a:r>
                  <a:rPr lang="ko-KR" altLang="en-US" sz="1400" b="1" dirty="0"/>
                  <a:t>①</a:t>
                </a:r>
                <a:endParaRPr lang="en-US" altLang="ko-KR" sz="1400" b="1" dirty="0"/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EAC2DA8-9FFF-7B4E-0F70-D50CE7271528}"/>
                  </a:ext>
                </a:extLst>
              </p:cNvPr>
              <p:cNvSpPr txBox="1"/>
              <p:nvPr/>
            </p:nvSpPr>
            <p:spPr>
              <a:xfrm>
                <a:off x="7808770" y="4789013"/>
                <a:ext cx="756558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Symbol" panose="05050102010706020507" pitchFamily="18" charset="2"/>
                  <a:buChar char="Þ"/>
                </a:pPr>
                <a:r>
                  <a:rPr lang="en-US" altLang="ko-KR" sz="1400" b="1" dirty="0"/>
                  <a:t>② </a:t>
                </a:r>
              </a:p>
            </p:txBody>
          </p:sp>
        </p:grpSp>
      </p:grp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953CFADD-99A7-16B4-031C-CD4E19B08D2F}"/>
              </a:ext>
            </a:extLst>
          </p:cNvPr>
          <p:cNvGrpSpPr/>
          <p:nvPr/>
        </p:nvGrpSpPr>
        <p:grpSpPr>
          <a:xfrm>
            <a:off x="344016" y="1249604"/>
            <a:ext cx="1795381" cy="1461796"/>
            <a:chOff x="554609" y="1287624"/>
            <a:chExt cx="1795381" cy="1461796"/>
          </a:xfrm>
        </p:grpSpPr>
        <p:cxnSp>
          <p:nvCxnSpPr>
            <p:cNvPr id="20" name="직선 화살표 연결선 19">
              <a:extLst>
                <a:ext uri="{FF2B5EF4-FFF2-40B4-BE49-F238E27FC236}">
                  <a16:creationId xmlns:a16="http://schemas.microsoft.com/office/drawing/2014/main" id="{E612A982-F737-4FB1-4C88-CE0067CFBE8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82817" y="1296572"/>
              <a:ext cx="20109" cy="1098639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화살표 연결선 20">
              <a:extLst>
                <a:ext uri="{FF2B5EF4-FFF2-40B4-BE49-F238E27FC236}">
                  <a16:creationId xmlns:a16="http://schemas.microsoft.com/office/drawing/2014/main" id="{F0999B30-B210-E36D-D6D6-A3C844BADAE4}"/>
                </a:ext>
              </a:extLst>
            </p:cNvPr>
            <p:cNvCxnSpPr>
              <a:cxnSpLocks/>
            </p:cNvCxnSpPr>
            <p:nvPr/>
          </p:nvCxnSpPr>
          <p:spPr>
            <a:xfrm>
              <a:off x="944207" y="1527865"/>
              <a:ext cx="0" cy="876983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6" name="그룹 25">
              <a:extLst>
                <a:ext uri="{FF2B5EF4-FFF2-40B4-BE49-F238E27FC236}">
                  <a16:creationId xmlns:a16="http://schemas.microsoft.com/office/drawing/2014/main" id="{9AD1F1EF-0D7F-F8E3-8612-B60591184275}"/>
                </a:ext>
              </a:extLst>
            </p:cNvPr>
            <p:cNvGrpSpPr/>
            <p:nvPr/>
          </p:nvGrpSpPr>
          <p:grpSpPr>
            <a:xfrm>
              <a:off x="572278" y="1287624"/>
              <a:ext cx="1212979" cy="1461796"/>
              <a:chOff x="572278" y="1287624"/>
              <a:chExt cx="1212979" cy="1461796"/>
            </a:xfrm>
          </p:grpSpPr>
          <p:sp>
            <p:nvSpPr>
              <p:cNvPr id="18" name="자유형: 도형 17">
                <a:extLst>
                  <a:ext uri="{FF2B5EF4-FFF2-40B4-BE49-F238E27FC236}">
                    <a16:creationId xmlns:a16="http://schemas.microsoft.com/office/drawing/2014/main" id="{C93BCC2D-A190-D537-07CD-7B081E6802D3}"/>
                  </a:ext>
                </a:extLst>
              </p:cNvPr>
              <p:cNvSpPr/>
              <p:nvPr/>
            </p:nvSpPr>
            <p:spPr>
              <a:xfrm>
                <a:off x="1143260" y="1296572"/>
                <a:ext cx="522817" cy="1108276"/>
              </a:xfrm>
              <a:custGeom>
                <a:avLst/>
                <a:gdLst>
                  <a:gd name="connsiteX0" fmla="*/ 0 w 323461"/>
                  <a:gd name="connsiteY0" fmla="*/ 715347 h 715347"/>
                  <a:gd name="connsiteX1" fmla="*/ 0 w 323461"/>
                  <a:gd name="connsiteY1" fmla="*/ 149290 h 715347"/>
                  <a:gd name="connsiteX2" fmla="*/ 323461 w 323461"/>
                  <a:gd name="connsiteY2" fmla="*/ 0 h 715347"/>
                  <a:gd name="connsiteX3" fmla="*/ 311020 w 323461"/>
                  <a:gd name="connsiteY3" fmla="*/ 709127 h 715347"/>
                  <a:gd name="connsiteX4" fmla="*/ 0 w 323461"/>
                  <a:gd name="connsiteY4" fmla="*/ 715347 h 7153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461" h="715347">
                    <a:moveTo>
                      <a:pt x="0" y="715347"/>
                    </a:moveTo>
                    <a:lnTo>
                      <a:pt x="0" y="149290"/>
                    </a:lnTo>
                    <a:lnTo>
                      <a:pt x="323461" y="0"/>
                    </a:lnTo>
                    <a:lnTo>
                      <a:pt x="311020" y="709127"/>
                    </a:lnTo>
                    <a:lnTo>
                      <a:pt x="0" y="715347"/>
                    </a:lnTo>
                    <a:close/>
                  </a:path>
                </a:pathLst>
              </a:custGeom>
              <a:solidFill>
                <a:schemeClr val="accent1">
                  <a:alpha val="56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2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25" name="자유형: 도형 24">
                <a:extLst>
                  <a:ext uri="{FF2B5EF4-FFF2-40B4-BE49-F238E27FC236}">
                    <a16:creationId xmlns:a16="http://schemas.microsoft.com/office/drawing/2014/main" id="{BD443A77-0A65-8EA8-4745-B4896625D911}"/>
                  </a:ext>
                </a:extLst>
              </p:cNvPr>
              <p:cNvSpPr/>
              <p:nvPr/>
            </p:nvSpPr>
            <p:spPr>
              <a:xfrm>
                <a:off x="572278" y="1287624"/>
                <a:ext cx="1212979" cy="1461796"/>
              </a:xfrm>
              <a:custGeom>
                <a:avLst/>
                <a:gdLst>
                  <a:gd name="connsiteX0" fmla="*/ 1212979 w 1212979"/>
                  <a:gd name="connsiteY0" fmla="*/ 1113454 h 1461796"/>
                  <a:gd name="connsiteX1" fmla="*/ 1076130 w 1212979"/>
                  <a:gd name="connsiteY1" fmla="*/ 1113454 h 1461796"/>
                  <a:gd name="connsiteX2" fmla="*/ 1088571 w 1212979"/>
                  <a:gd name="connsiteY2" fmla="*/ 0 h 1461796"/>
                  <a:gd name="connsiteX3" fmla="*/ 578498 w 1212979"/>
                  <a:gd name="connsiteY3" fmla="*/ 236376 h 1461796"/>
                  <a:gd name="connsiteX4" fmla="*/ 572277 w 1212979"/>
                  <a:gd name="connsiteY4" fmla="*/ 1461796 h 1461796"/>
                  <a:gd name="connsiteX5" fmla="*/ 0 w 1212979"/>
                  <a:gd name="connsiteY5" fmla="*/ 1461796 h 14617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212979" h="1461796">
                    <a:moveTo>
                      <a:pt x="1212979" y="1113454"/>
                    </a:moveTo>
                    <a:lnTo>
                      <a:pt x="1076130" y="1113454"/>
                    </a:lnTo>
                    <a:lnTo>
                      <a:pt x="1088571" y="0"/>
                    </a:lnTo>
                    <a:lnTo>
                      <a:pt x="578498" y="236376"/>
                    </a:lnTo>
                    <a:cubicBezTo>
                      <a:pt x="576424" y="644849"/>
                      <a:pt x="574351" y="1053323"/>
                      <a:pt x="572277" y="1461796"/>
                    </a:cubicBezTo>
                    <a:lnTo>
                      <a:pt x="0" y="1461796"/>
                    </a:lnTo>
                  </a:path>
                </a:pathLst>
              </a:custGeom>
              <a:noFill/>
            </p:spPr>
            <p:style>
              <a:lnRef idx="2">
                <a:schemeClr val="accent1">
                  <a:shade val="2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pic>
          <p:nvPicPr>
            <p:cNvPr id="27" name="그림 26">
              <a:extLst>
                <a:ext uri="{FF2B5EF4-FFF2-40B4-BE49-F238E27FC236}">
                  <a16:creationId xmlns:a16="http://schemas.microsoft.com/office/drawing/2014/main" id="{FFF0663D-4767-F9D9-7DA8-127DE2CE9C1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984309" y="2273764"/>
              <a:ext cx="242894" cy="242894"/>
            </a:xfrm>
            <a:prstGeom prst="rect">
              <a:avLst/>
            </a:prstGeom>
          </p:spPr>
        </p:pic>
        <p:sp>
          <p:nvSpPr>
            <p:cNvPr id="28" name="화살표: 왼쪽 27">
              <a:extLst>
                <a:ext uri="{FF2B5EF4-FFF2-40B4-BE49-F238E27FC236}">
                  <a16:creationId xmlns:a16="http://schemas.microsoft.com/office/drawing/2014/main" id="{CDF0058B-945D-DE29-B155-2AFF79D901C9}"/>
                </a:ext>
              </a:extLst>
            </p:cNvPr>
            <p:cNvSpPr/>
            <p:nvPr/>
          </p:nvSpPr>
          <p:spPr>
            <a:xfrm>
              <a:off x="996951" y="2403523"/>
              <a:ext cx="1021864" cy="109316"/>
            </a:xfrm>
            <a:prstGeom prst="leftArrow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088898B4-6272-68CB-4CAA-58415CF0EB1B}"/>
                    </a:ext>
                  </a:extLst>
                </p:cNvPr>
                <p:cNvSpPr txBox="1"/>
                <p:nvPr/>
              </p:nvSpPr>
              <p:spPr>
                <a:xfrm>
                  <a:off x="1809421" y="1689527"/>
                  <a:ext cx="540569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ko-KR" sz="16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sz="1600" b="0" i="0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Φ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ko-KR" sz="1600" b="0" i="0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H</m:t>
                          </m:r>
                        </m:sub>
                      </m:sSub>
                    </m:oMath>
                  </a14:m>
                  <a:r>
                    <a:rPr lang="ko-KR" altLang="en-US" sz="1600" dirty="0">
                      <a:ln w="9525">
                        <a:solidFill>
                          <a:schemeClr val="tx1">
                            <a:alpha val="29000"/>
                          </a:schemeClr>
                        </a:solidFill>
                      </a:ln>
                      <a:latin typeface="Times New Roman"/>
                      <a:ea typeface="맑은 고딕"/>
                      <a:cs typeface="Times New Roman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088898B4-6272-68CB-4CAA-58415CF0EB1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09421" y="1689527"/>
                  <a:ext cx="540569" cy="338554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C29494D5-AFD0-9165-88D7-FD4E118FF172}"/>
                    </a:ext>
                  </a:extLst>
                </p:cNvPr>
                <p:cNvSpPr txBox="1"/>
                <p:nvPr/>
              </p:nvSpPr>
              <p:spPr>
                <a:xfrm>
                  <a:off x="554609" y="1689527"/>
                  <a:ext cx="540569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ko-KR" sz="16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sz="1600" b="0" i="0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Φ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ko-KR" sz="1600" b="0" i="0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L</m:t>
                          </m:r>
                        </m:sub>
                      </m:sSub>
                    </m:oMath>
                  </a14:m>
                  <a:r>
                    <a:rPr lang="ko-KR" altLang="en-US" sz="1600" dirty="0">
                      <a:ln w="9525">
                        <a:solidFill>
                          <a:schemeClr val="tx1">
                            <a:alpha val="29000"/>
                          </a:schemeClr>
                        </a:solidFill>
                      </a:ln>
                      <a:latin typeface="Times New Roman"/>
                      <a:ea typeface="맑은 고딕"/>
                      <a:cs typeface="Times New Roman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C29494D5-AFD0-9165-88D7-FD4E118FF17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4609" y="1689527"/>
                  <a:ext cx="540569" cy="338554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7FE336E5-00DC-0BE9-45C9-04ECCB563560}"/>
              </a:ext>
            </a:extLst>
          </p:cNvPr>
          <p:cNvSpPr txBox="1"/>
          <p:nvPr/>
        </p:nvSpPr>
        <p:spPr>
          <a:xfrm>
            <a:off x="2197993" y="1147959"/>
            <a:ext cx="66336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: WKB approximation under uniform field </a:t>
            </a:r>
            <a:r>
              <a:rPr lang="en-US" altLang="ko-KR" sz="2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trapezodidal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barrier 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785E88C0-C671-F650-A8F3-11DBE62F3D98}"/>
                  </a:ext>
                </a:extLst>
              </p:cNvPr>
              <p:cNvSpPr txBox="1"/>
              <p:nvPr/>
            </p:nvSpPr>
            <p:spPr>
              <a:xfrm>
                <a:off x="2309063" y="1858804"/>
                <a:ext cx="6656447" cy="6720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20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TC</m:t>
                    </m:r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func>
                      <m:func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exp</m:t>
                        </m:r>
                      </m:fName>
                      <m:e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(−</m:t>
                        </m:r>
                        <m:f>
                          <m:f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fPr>
                          <m:num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2</m:t>
                            </m:r>
                          </m:num>
                          <m:den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ℏ</m:t>
                            </m:r>
                          </m:den>
                        </m:f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 ∫</m:t>
                        </m:r>
                        <m:rad>
                          <m:radPr>
                            <m:degHide m:val="on"/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2</m:t>
                            </m:r>
                            <m:sSubSup>
                              <m:sSubSupPr>
                                <m:ctrlP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Sup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sz="2000" b="0" i="0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m</m:t>
                                </m:r>
                              </m:e>
                              <m:sub>
                                <m:r>
                                  <a:rPr lang="en-US" altLang="ko-KR" sz="2000" b="0" i="0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⊥</m:t>
                                </m:r>
                              </m:sub>
                              <m:sup>
                                <m:r>
                                  <a:rPr lang="en-US" altLang="ko-KR" sz="2000" b="0" i="0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∗</m:t>
                                </m:r>
                              </m:sup>
                            </m:sSubSup>
                            <m: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E</m:t>
                            </m:r>
                            <m:d>
                              <m:dPr>
                                <m:ctrlP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dPr>
                              <m:e>
                                <m: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𝑥</m:t>
                                </m:r>
                              </m:e>
                            </m:d>
                          </m:e>
                        </m:rad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 </m:t>
                        </m:r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𝑑𝑥</m:t>
                        </m:r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)</m:t>
                        </m:r>
                      </m:e>
                    </m:func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func>
                      <m:func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exp</m:t>
                        </m:r>
                      </m:fName>
                      <m:e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(−</m:t>
                        </m:r>
                        <m:f>
                          <m:f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fPr>
                          <m:num>
                            <m: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4</m:t>
                            </m:r>
                            <m:rad>
                              <m:radPr>
                                <m:degHide m:val="on"/>
                                <m:ctrlP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altLang="ko-KR" sz="2000" b="0" i="0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2</m:t>
                                </m:r>
                                <m:sSubSup>
                                  <m:sSubSupPr>
                                    <m:ctrlPr>
                                      <a:rPr lang="en-US" altLang="ko-KR" sz="2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ko-KR" sz="2000" b="0" i="0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m</m:t>
                                    </m:r>
                                  </m:e>
                                  <m:sub>
                                    <m:r>
                                      <a:rPr lang="en-US" altLang="ko-KR" sz="2000" b="0" i="0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⊥</m:t>
                                    </m:r>
                                  </m:sub>
                                  <m:sup>
                                    <m:r>
                                      <a:rPr lang="en-US" altLang="ko-KR" sz="2000" b="0" i="0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∗</m:t>
                                    </m:r>
                                  </m:sup>
                                </m:sSubSup>
                              </m:e>
                            </m:rad>
                          </m:num>
                          <m:den>
                            <m: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3ℏ</m:t>
                            </m:r>
                            <m:r>
                              <m:rPr>
                                <m:sty m:val="p"/>
                              </m:rP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q</m:t>
                            </m:r>
                          </m:den>
                        </m:f>
                        <m:f>
                          <m:f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fPr>
                          <m:num>
                            <m:sSubSup>
                              <m:sSubSupPr>
                                <m:ctrlP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Sup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sz="2000" b="0" i="0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Φ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ko-KR" sz="2000" b="0" i="0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H</m:t>
                                </m:r>
                              </m:sub>
                              <m:sup>
                                <m:r>
                                  <a:rPr lang="en-US" altLang="ko-KR" sz="2000" b="0" i="0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1.5</m:t>
                                </m:r>
                              </m:sup>
                            </m:sSubSup>
                            <m: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 −</m:t>
                            </m:r>
                            <m:sSubSup>
                              <m:sSubSupPr>
                                <m:ctrlP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Sup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sz="2000" b="0" i="0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Φ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ko-KR" sz="2000" b="0" i="0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L</m:t>
                                </m:r>
                              </m:sub>
                              <m:sup>
                                <m:r>
                                  <a:rPr lang="en-US" altLang="ko-KR" sz="2000" b="0" i="0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1.5</m:t>
                                </m:r>
                              </m:sup>
                            </m:sSubSup>
                          </m:num>
                          <m:den>
                            <m:sSub>
                              <m:sSubPr>
                                <m:ctrlP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sz="2000" b="0" i="0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F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ko-KR" sz="2000" b="0" i="0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eq</m:t>
                                </m:r>
                              </m:sub>
                            </m:sSub>
                          </m:den>
                        </m:f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)</m:t>
                        </m:r>
                      </m:e>
                    </m:func>
                  </m:oMath>
                </a14:m>
                <a:r>
                  <a:rPr lang="ko-KR" altLang="en-US" sz="2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785E88C0-C671-F650-A8F3-11DBE62F3D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09063" y="1858804"/>
                <a:ext cx="6656447" cy="67204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TextBox 34">
            <a:extLst>
              <a:ext uri="{FF2B5EF4-FFF2-40B4-BE49-F238E27FC236}">
                <a16:creationId xmlns:a16="http://schemas.microsoft.com/office/drawing/2014/main" id="{26E80F80-5206-BC38-DC53-2117CB48BB91}"/>
              </a:ext>
            </a:extLst>
          </p:cNvPr>
          <p:cNvSpPr txBox="1"/>
          <p:nvPr/>
        </p:nvSpPr>
        <p:spPr>
          <a:xfrm>
            <a:off x="204092" y="3337990"/>
            <a:ext cx="796200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Double Barrier Emission: Simple Multiplication ( </a:t>
            </a:r>
            <a:r>
              <a:rPr lang="en-US" altLang="ko-KR" sz="2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TC</a:t>
            </a:r>
            <a:r>
              <a:rPr lang="en-US" altLang="ko-KR" sz="2000" baseline="-25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total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= </a:t>
            </a:r>
            <a:r>
              <a:rPr lang="ko-KR" altLang="en-US" sz="2000" b="1" dirty="0"/>
              <a:t>①</a:t>
            </a:r>
            <a:r>
              <a:rPr lang="en-US" altLang="ko-KR" sz="2000" b="1" dirty="0"/>
              <a:t> x ②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) 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36" name="타원 35">
            <a:extLst>
              <a:ext uri="{FF2B5EF4-FFF2-40B4-BE49-F238E27FC236}">
                <a16:creationId xmlns:a16="http://schemas.microsoft.com/office/drawing/2014/main" id="{5702D1FB-06C9-EC7F-DE0A-DE6269259C25}"/>
              </a:ext>
            </a:extLst>
          </p:cNvPr>
          <p:cNvSpPr/>
          <p:nvPr/>
        </p:nvSpPr>
        <p:spPr>
          <a:xfrm>
            <a:off x="7531100" y="1858804"/>
            <a:ext cx="1104900" cy="672043"/>
          </a:xfrm>
          <a:prstGeom prst="ellipse">
            <a:avLst/>
          </a:prstGeom>
          <a:noFill/>
          <a:ln w="19050">
            <a:solidFill>
              <a:srgbClr val="FF3505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8D99314-DD6D-E161-2FCB-5E64A8792034}"/>
              </a:ext>
            </a:extLst>
          </p:cNvPr>
          <p:cNvSpPr txBox="1"/>
          <p:nvPr/>
        </p:nvSpPr>
        <p:spPr>
          <a:xfrm>
            <a:off x="6586310" y="2574048"/>
            <a:ext cx="26860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Φ</a:t>
            </a:r>
            <a:r>
              <a:rPr lang="en-US" altLang="ko-KR" sz="2000" baseline="-25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H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, </a:t>
            </a:r>
            <a:r>
              <a:rPr lang="el-GR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Φ</a:t>
            </a:r>
            <a:r>
              <a:rPr lang="en-US" altLang="ko-KR" sz="2000" baseline="-25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L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, </a:t>
            </a:r>
            <a:r>
              <a:rPr lang="en-US" altLang="ko-KR" sz="2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F</a:t>
            </a:r>
            <a:r>
              <a:rPr lang="en-US" altLang="ko-KR" sz="2000" baseline="-25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eq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dependent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2122994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510014-44F6-2E3B-7652-F9ED3AF3EC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3A7BDF-A443-F08E-5A4A-33A03FAF72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Tunneling</a:t>
            </a:r>
            <a:r>
              <a:rPr lang="ko-KR" altLang="en-US" dirty="0"/>
              <a:t> </a:t>
            </a:r>
            <a:r>
              <a:rPr lang="en-US" altLang="ko-KR" dirty="0"/>
              <a:t>through Trapezoidal Barrier (TC)</a:t>
            </a:r>
            <a:endParaRPr lang="ko-KR" altLang="en-US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A4B0099-D9DE-73B9-E3F4-AED82FCABFF9}"/>
              </a:ext>
            </a:extLst>
          </p:cNvPr>
          <p:cNvSpPr txBox="1"/>
          <p:nvPr/>
        </p:nvSpPr>
        <p:spPr>
          <a:xfrm>
            <a:off x="529965" y="953656"/>
            <a:ext cx="4267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Uniform Field Assumption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grpSp>
        <p:nvGrpSpPr>
          <p:cNvPr id="50" name="그룹 49">
            <a:extLst>
              <a:ext uri="{FF2B5EF4-FFF2-40B4-BE49-F238E27FC236}">
                <a16:creationId xmlns:a16="http://schemas.microsoft.com/office/drawing/2014/main" id="{C1751049-0A32-F28D-1DD5-C76EFE3AE2D8}"/>
              </a:ext>
            </a:extLst>
          </p:cNvPr>
          <p:cNvGrpSpPr/>
          <p:nvPr/>
        </p:nvGrpSpPr>
        <p:grpSpPr>
          <a:xfrm>
            <a:off x="529965" y="1435160"/>
            <a:ext cx="2624882" cy="3804950"/>
            <a:chOff x="968051" y="908182"/>
            <a:chExt cx="2624882" cy="3804950"/>
          </a:xfrm>
        </p:grpSpPr>
        <p:sp>
          <p:nvSpPr>
            <p:cNvPr id="51" name="자유형: 도형 50">
              <a:extLst>
                <a:ext uri="{FF2B5EF4-FFF2-40B4-BE49-F238E27FC236}">
                  <a16:creationId xmlns:a16="http://schemas.microsoft.com/office/drawing/2014/main" id="{8D90C42B-2F44-647A-D466-F0F030DC7ECB}"/>
                </a:ext>
              </a:extLst>
            </p:cNvPr>
            <p:cNvSpPr/>
            <p:nvPr/>
          </p:nvSpPr>
          <p:spPr>
            <a:xfrm>
              <a:off x="968051" y="1271039"/>
              <a:ext cx="2546350" cy="2952750"/>
            </a:xfrm>
            <a:custGeom>
              <a:avLst/>
              <a:gdLst>
                <a:gd name="connsiteX0" fmla="*/ 0 w 2546350"/>
                <a:gd name="connsiteY0" fmla="*/ 2952750 h 2952750"/>
                <a:gd name="connsiteX1" fmla="*/ 457200 w 2546350"/>
                <a:gd name="connsiteY1" fmla="*/ 2946400 h 2952750"/>
                <a:gd name="connsiteX2" fmla="*/ 457200 w 2546350"/>
                <a:gd name="connsiteY2" fmla="*/ 1854200 h 2952750"/>
                <a:gd name="connsiteX3" fmla="*/ 984250 w 2546350"/>
                <a:gd name="connsiteY3" fmla="*/ 1073150 h 2952750"/>
                <a:gd name="connsiteX4" fmla="*/ 977900 w 2546350"/>
                <a:gd name="connsiteY4" fmla="*/ 1606550 h 2952750"/>
                <a:gd name="connsiteX5" fmla="*/ 1587500 w 2546350"/>
                <a:gd name="connsiteY5" fmla="*/ 1295400 h 2952750"/>
                <a:gd name="connsiteX6" fmla="*/ 1568450 w 2546350"/>
                <a:gd name="connsiteY6" fmla="*/ 755650 h 2952750"/>
                <a:gd name="connsiteX7" fmla="*/ 2070100 w 2546350"/>
                <a:gd name="connsiteY7" fmla="*/ 0 h 2952750"/>
                <a:gd name="connsiteX8" fmla="*/ 2089150 w 2546350"/>
                <a:gd name="connsiteY8" fmla="*/ 1079500 h 2952750"/>
                <a:gd name="connsiteX9" fmla="*/ 2190750 w 2546350"/>
                <a:gd name="connsiteY9" fmla="*/ 958850 h 2952750"/>
                <a:gd name="connsiteX10" fmla="*/ 2241550 w 2546350"/>
                <a:gd name="connsiteY10" fmla="*/ 908050 h 2952750"/>
                <a:gd name="connsiteX11" fmla="*/ 2266950 w 2546350"/>
                <a:gd name="connsiteY11" fmla="*/ 901700 h 2952750"/>
                <a:gd name="connsiteX12" fmla="*/ 2298700 w 2546350"/>
                <a:gd name="connsiteY12" fmla="*/ 882650 h 2952750"/>
                <a:gd name="connsiteX13" fmla="*/ 2324100 w 2546350"/>
                <a:gd name="connsiteY13" fmla="*/ 876300 h 2952750"/>
                <a:gd name="connsiteX14" fmla="*/ 2343150 w 2546350"/>
                <a:gd name="connsiteY14" fmla="*/ 869950 h 2952750"/>
                <a:gd name="connsiteX15" fmla="*/ 2393950 w 2546350"/>
                <a:gd name="connsiteY15" fmla="*/ 857250 h 2952750"/>
                <a:gd name="connsiteX16" fmla="*/ 2546350 w 2546350"/>
                <a:gd name="connsiteY16" fmla="*/ 838200 h 2952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46350" h="2952750">
                  <a:moveTo>
                    <a:pt x="0" y="2952750"/>
                  </a:moveTo>
                  <a:lnTo>
                    <a:pt x="457200" y="2946400"/>
                  </a:lnTo>
                  <a:lnTo>
                    <a:pt x="457200" y="1854200"/>
                  </a:lnTo>
                  <a:lnTo>
                    <a:pt x="984250" y="1073150"/>
                  </a:lnTo>
                  <a:cubicBezTo>
                    <a:pt x="982133" y="1250950"/>
                    <a:pt x="980017" y="1428750"/>
                    <a:pt x="977900" y="1606550"/>
                  </a:cubicBezTo>
                  <a:lnTo>
                    <a:pt x="1587500" y="1295400"/>
                  </a:lnTo>
                  <a:lnTo>
                    <a:pt x="1568450" y="755650"/>
                  </a:lnTo>
                  <a:lnTo>
                    <a:pt x="2070100" y="0"/>
                  </a:lnTo>
                  <a:lnTo>
                    <a:pt x="2089150" y="1079500"/>
                  </a:lnTo>
                  <a:lnTo>
                    <a:pt x="2190750" y="958850"/>
                  </a:lnTo>
                  <a:cubicBezTo>
                    <a:pt x="2207683" y="941917"/>
                    <a:pt x="2222392" y="922418"/>
                    <a:pt x="2241550" y="908050"/>
                  </a:cubicBezTo>
                  <a:cubicBezTo>
                    <a:pt x="2248532" y="902814"/>
                    <a:pt x="2258975" y="905244"/>
                    <a:pt x="2266950" y="901700"/>
                  </a:cubicBezTo>
                  <a:cubicBezTo>
                    <a:pt x="2278228" y="896687"/>
                    <a:pt x="2287422" y="887663"/>
                    <a:pt x="2298700" y="882650"/>
                  </a:cubicBezTo>
                  <a:cubicBezTo>
                    <a:pt x="2306675" y="879106"/>
                    <a:pt x="2315709" y="878698"/>
                    <a:pt x="2324100" y="876300"/>
                  </a:cubicBezTo>
                  <a:cubicBezTo>
                    <a:pt x="2330536" y="874461"/>
                    <a:pt x="2336616" y="871402"/>
                    <a:pt x="2343150" y="869950"/>
                  </a:cubicBezTo>
                  <a:cubicBezTo>
                    <a:pt x="2394472" y="858545"/>
                    <a:pt x="2366590" y="870930"/>
                    <a:pt x="2393950" y="857250"/>
                  </a:cubicBezTo>
                  <a:lnTo>
                    <a:pt x="2546350" y="838200"/>
                  </a:lnTo>
                </a:path>
              </a:pathLst>
            </a:custGeom>
            <a:noFill/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cxnSp>
          <p:nvCxnSpPr>
            <p:cNvPr id="52" name="직선 연결선 51">
              <a:extLst>
                <a:ext uri="{FF2B5EF4-FFF2-40B4-BE49-F238E27FC236}">
                  <a16:creationId xmlns:a16="http://schemas.microsoft.com/office/drawing/2014/main" id="{9F4BDA36-412E-1B1B-4E4A-BFB57AC87B1F}"/>
                </a:ext>
              </a:extLst>
            </p:cNvPr>
            <p:cNvCxnSpPr/>
            <p:nvPr/>
          </p:nvCxnSpPr>
          <p:spPr>
            <a:xfrm>
              <a:off x="2272182" y="1548058"/>
              <a:ext cx="0" cy="2250281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직선 연결선 52">
              <a:extLst>
                <a:ext uri="{FF2B5EF4-FFF2-40B4-BE49-F238E27FC236}">
                  <a16:creationId xmlns:a16="http://schemas.microsoft.com/office/drawing/2014/main" id="{8EA041B0-B197-F0AA-38AD-F5F9611093E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945951" y="3276842"/>
              <a:ext cx="609600" cy="31115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54" name="그림 53">
              <a:extLst>
                <a:ext uri="{FF2B5EF4-FFF2-40B4-BE49-F238E27FC236}">
                  <a16:creationId xmlns:a16="http://schemas.microsoft.com/office/drawing/2014/main" id="{B5E86640-0660-6738-E7B0-E4CE41F171C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160257" y="3310970"/>
              <a:ext cx="242894" cy="242894"/>
            </a:xfrm>
            <a:prstGeom prst="rect">
              <a:avLst/>
            </a:prstGeom>
          </p:spPr>
        </p:pic>
        <p:cxnSp>
          <p:nvCxnSpPr>
            <p:cNvPr id="55" name="직선 화살표 연결선 54">
              <a:extLst>
                <a:ext uri="{FF2B5EF4-FFF2-40B4-BE49-F238E27FC236}">
                  <a16:creationId xmlns:a16="http://schemas.microsoft.com/office/drawing/2014/main" id="{89D05ABD-0B55-BC9A-67C3-2ACC59DE544B}"/>
                </a:ext>
              </a:extLst>
            </p:cNvPr>
            <p:cNvCxnSpPr>
              <a:cxnSpLocks/>
              <a:stCxn id="54" idx="1"/>
            </p:cNvCxnSpPr>
            <p:nvPr/>
          </p:nvCxnSpPr>
          <p:spPr>
            <a:xfrm flipH="1">
              <a:off x="1193699" y="3432417"/>
              <a:ext cx="966558" cy="0"/>
            </a:xfrm>
            <a:prstGeom prst="straightConnector1">
              <a:avLst/>
            </a:prstGeom>
            <a:ln w="28575">
              <a:solidFill>
                <a:srgbClr val="FF350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82F5ABE2-1614-3564-F446-2E0A70F61D48}"/>
                </a:ext>
              </a:extLst>
            </p:cNvPr>
            <p:cNvSpPr txBox="1"/>
            <p:nvPr/>
          </p:nvSpPr>
          <p:spPr>
            <a:xfrm>
              <a:off x="1193699" y="2038290"/>
              <a:ext cx="894184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4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rPr>
                <a:t>ox1 layer </a:t>
              </a:r>
              <a:endParaRPr lang="ko-KR" altLang="en-US" sz="1400" dirty="0"/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3B888F17-A2D0-6B50-D468-D01F78F1AB1A}"/>
                </a:ext>
              </a:extLst>
            </p:cNvPr>
            <p:cNvSpPr txBox="1"/>
            <p:nvPr/>
          </p:nvSpPr>
          <p:spPr>
            <a:xfrm>
              <a:off x="1935584" y="2285780"/>
              <a:ext cx="661216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1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rPr>
                <a:t>n1 layer </a:t>
              </a:r>
              <a:endParaRPr lang="ko-KR" altLang="en-US" sz="1100" dirty="0"/>
            </a:p>
          </p:txBody>
        </p:sp>
        <p:sp>
          <p:nvSpPr>
            <p:cNvPr id="58" name="자유형: 도형 57">
              <a:extLst>
                <a:ext uri="{FF2B5EF4-FFF2-40B4-BE49-F238E27FC236}">
                  <a16:creationId xmlns:a16="http://schemas.microsoft.com/office/drawing/2014/main" id="{563A44AE-1BB1-0027-2357-A10DA7561F84}"/>
                </a:ext>
              </a:extLst>
            </p:cNvPr>
            <p:cNvSpPr/>
            <p:nvPr/>
          </p:nvSpPr>
          <p:spPr>
            <a:xfrm>
              <a:off x="1424473" y="2376198"/>
              <a:ext cx="522515" cy="1063690"/>
            </a:xfrm>
            <a:custGeom>
              <a:avLst/>
              <a:gdLst>
                <a:gd name="connsiteX0" fmla="*/ 6221 w 522515"/>
                <a:gd name="connsiteY0" fmla="*/ 740229 h 1063690"/>
                <a:gd name="connsiteX1" fmla="*/ 0 w 522515"/>
                <a:gd name="connsiteY1" fmla="*/ 1063690 h 1063690"/>
                <a:gd name="connsiteX2" fmla="*/ 516294 w 522515"/>
                <a:gd name="connsiteY2" fmla="*/ 1051249 h 1063690"/>
                <a:gd name="connsiteX3" fmla="*/ 522515 w 522515"/>
                <a:gd name="connsiteY3" fmla="*/ 0 h 1063690"/>
                <a:gd name="connsiteX4" fmla="*/ 6221 w 522515"/>
                <a:gd name="connsiteY4" fmla="*/ 740229 h 1063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2515" h="1063690">
                  <a:moveTo>
                    <a:pt x="6221" y="740229"/>
                  </a:moveTo>
                  <a:lnTo>
                    <a:pt x="0" y="1063690"/>
                  </a:lnTo>
                  <a:lnTo>
                    <a:pt x="516294" y="1051249"/>
                  </a:lnTo>
                  <a:cubicBezTo>
                    <a:pt x="518368" y="700833"/>
                    <a:pt x="520441" y="350416"/>
                    <a:pt x="522515" y="0"/>
                  </a:cubicBezTo>
                  <a:lnTo>
                    <a:pt x="6221" y="740229"/>
                  </a:lnTo>
                  <a:close/>
                </a:path>
              </a:pathLst>
            </a:custGeom>
            <a:solidFill>
              <a:srgbClr val="7DB4D9">
                <a:alpha val="38000"/>
              </a:srgbClr>
            </a:solidFill>
            <a:ln>
              <a:noFill/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9" name="자유형: 도형 58">
              <a:extLst>
                <a:ext uri="{FF2B5EF4-FFF2-40B4-BE49-F238E27FC236}">
                  <a16:creationId xmlns:a16="http://schemas.microsoft.com/office/drawing/2014/main" id="{B136704B-748D-90B6-5E6F-AE92059EA49C}"/>
                </a:ext>
              </a:extLst>
            </p:cNvPr>
            <p:cNvSpPr/>
            <p:nvPr/>
          </p:nvSpPr>
          <p:spPr>
            <a:xfrm>
              <a:off x="1945433" y="2712100"/>
              <a:ext cx="337457" cy="715347"/>
            </a:xfrm>
            <a:custGeom>
              <a:avLst/>
              <a:gdLst>
                <a:gd name="connsiteX0" fmla="*/ 0 w 323461"/>
                <a:gd name="connsiteY0" fmla="*/ 715347 h 715347"/>
                <a:gd name="connsiteX1" fmla="*/ 0 w 323461"/>
                <a:gd name="connsiteY1" fmla="*/ 149290 h 715347"/>
                <a:gd name="connsiteX2" fmla="*/ 323461 w 323461"/>
                <a:gd name="connsiteY2" fmla="*/ 0 h 715347"/>
                <a:gd name="connsiteX3" fmla="*/ 311020 w 323461"/>
                <a:gd name="connsiteY3" fmla="*/ 709127 h 715347"/>
                <a:gd name="connsiteX4" fmla="*/ 0 w 323461"/>
                <a:gd name="connsiteY4" fmla="*/ 715347 h 7153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3461" h="715347">
                  <a:moveTo>
                    <a:pt x="0" y="715347"/>
                  </a:moveTo>
                  <a:lnTo>
                    <a:pt x="0" y="149290"/>
                  </a:lnTo>
                  <a:lnTo>
                    <a:pt x="323461" y="0"/>
                  </a:lnTo>
                  <a:lnTo>
                    <a:pt x="311020" y="709127"/>
                  </a:lnTo>
                  <a:lnTo>
                    <a:pt x="0" y="715347"/>
                  </a:lnTo>
                  <a:close/>
                </a:path>
              </a:pathLst>
            </a:custGeom>
            <a:solidFill>
              <a:schemeClr val="accent1">
                <a:alpha val="56000"/>
              </a:schemeClr>
            </a:solidFill>
            <a:ln>
              <a:noFill/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F22C4E91-C6C5-FB0C-956F-9D7DB6BD21EB}"/>
                </a:ext>
              </a:extLst>
            </p:cNvPr>
            <p:cNvSpPr txBox="1"/>
            <p:nvPr/>
          </p:nvSpPr>
          <p:spPr>
            <a:xfrm>
              <a:off x="2477586" y="2037956"/>
              <a:ext cx="629558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9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rPr>
                <a:t>ox2 layer </a:t>
              </a:r>
              <a:endParaRPr lang="ko-KR" altLang="en-US" sz="900" dirty="0"/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499D1275-88FB-22A7-A000-21C209C4C93D}"/>
                </a:ext>
              </a:extLst>
            </p:cNvPr>
            <p:cNvSpPr txBox="1"/>
            <p:nvPr/>
          </p:nvSpPr>
          <p:spPr>
            <a:xfrm>
              <a:off x="3046380" y="1634863"/>
              <a:ext cx="546553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4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rPr>
                <a:t>CTN</a:t>
              </a:r>
              <a:endParaRPr lang="ko-KR" altLang="en-US" sz="1400" dirty="0"/>
            </a:p>
          </p:txBody>
        </p:sp>
        <p:cxnSp>
          <p:nvCxnSpPr>
            <p:cNvPr id="62" name="직선 화살표 연결선 61">
              <a:extLst>
                <a:ext uri="{FF2B5EF4-FFF2-40B4-BE49-F238E27FC236}">
                  <a16:creationId xmlns:a16="http://schemas.microsoft.com/office/drawing/2014/main" id="{5F975D56-D59B-B4FA-DE53-5138006C5F1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24473" y="1178768"/>
              <a:ext cx="1642188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DB8D44AD-B246-AAD0-4E64-F0B402A58B65}"/>
                </a:ext>
              </a:extLst>
            </p:cNvPr>
            <p:cNvSpPr txBox="1"/>
            <p:nvPr/>
          </p:nvSpPr>
          <p:spPr>
            <a:xfrm>
              <a:off x="1536441" y="908182"/>
              <a:ext cx="144162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rPr>
                <a:t>BE-TOX (ONO)</a:t>
              </a:r>
              <a:endParaRPr lang="ko-KR" altLang="en-US" sz="1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endParaRPr>
            </a:p>
          </p:txBody>
        </p:sp>
        <p:cxnSp>
          <p:nvCxnSpPr>
            <p:cNvPr id="66" name="직선 연결선 65">
              <a:extLst>
                <a:ext uri="{FF2B5EF4-FFF2-40B4-BE49-F238E27FC236}">
                  <a16:creationId xmlns:a16="http://schemas.microsoft.com/office/drawing/2014/main" id="{C93F7ECA-AC83-668D-E8EF-2325C9B550B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81774" y="3415638"/>
              <a:ext cx="1586781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직선 연결선 70">
              <a:extLst>
                <a:ext uri="{FF2B5EF4-FFF2-40B4-BE49-F238E27FC236}">
                  <a16:creationId xmlns:a16="http://schemas.microsoft.com/office/drawing/2014/main" id="{A21A8572-65C6-C159-BD2A-EB8BCFC46802}"/>
                </a:ext>
              </a:extLst>
            </p:cNvPr>
            <p:cNvCxnSpPr/>
            <p:nvPr/>
          </p:nvCxnSpPr>
          <p:spPr>
            <a:xfrm>
              <a:off x="1691245" y="2462851"/>
              <a:ext cx="0" cy="2250281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48" name="개체 47">
            <a:extLst>
              <a:ext uri="{FF2B5EF4-FFF2-40B4-BE49-F238E27FC236}">
                <a16:creationId xmlns:a16="http://schemas.microsoft.com/office/drawing/2014/main" id="{5AD73519-A78D-8F2C-4B0B-C4A6E0B7026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33858484"/>
              </p:ext>
            </p:extLst>
          </p:nvPr>
        </p:nvGraphicFramePr>
        <p:xfrm>
          <a:off x="4185188" y="1287194"/>
          <a:ext cx="4957590" cy="34635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3" imgW="4721592" imgH="3317966" progId="Origin50.Graph">
                  <p:embed/>
                </p:oleObj>
              </mc:Choice>
              <mc:Fallback>
                <p:oleObj name="Graph" r:id="rId3" imgW="4721592" imgH="3317966" progId="Origin50.Graph">
                  <p:embed/>
                  <p:pic>
                    <p:nvPicPr>
                      <p:cNvPr id="48" name="개체 47">
                        <a:extLst>
                          <a:ext uri="{FF2B5EF4-FFF2-40B4-BE49-F238E27FC236}">
                            <a16:creationId xmlns:a16="http://schemas.microsoft.com/office/drawing/2014/main" id="{5AD73519-A78D-8F2C-4B0B-C4A6E0B7026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185188" y="1287194"/>
                        <a:ext cx="4957590" cy="346357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0" name="화살표: 오른쪽 79">
            <a:extLst>
              <a:ext uri="{FF2B5EF4-FFF2-40B4-BE49-F238E27FC236}">
                <a16:creationId xmlns:a16="http://schemas.microsoft.com/office/drawing/2014/main" id="{206360BE-D321-A0F4-8EEE-B0BF0BA80B5D}"/>
              </a:ext>
            </a:extLst>
          </p:cNvPr>
          <p:cNvSpPr/>
          <p:nvPr/>
        </p:nvSpPr>
        <p:spPr>
          <a:xfrm>
            <a:off x="3225800" y="2368550"/>
            <a:ext cx="996948" cy="307777"/>
          </a:xfrm>
          <a:prstGeom prst="rightArrow">
            <a:avLst/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BF1F9FD6-DD90-EB66-F184-4052D19A2754}"/>
              </a:ext>
            </a:extLst>
          </p:cNvPr>
          <p:cNvSpPr txBox="1"/>
          <p:nvPr/>
        </p:nvSpPr>
        <p:spPr>
          <a:xfrm>
            <a:off x="3188240" y="2764316"/>
            <a:ext cx="9969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Electric Field</a:t>
            </a:r>
            <a:endParaRPr lang="ko-KR" altLang="en-US" sz="16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cxnSp>
        <p:nvCxnSpPr>
          <p:cNvPr id="84" name="직선 연결선 83">
            <a:extLst>
              <a:ext uri="{FF2B5EF4-FFF2-40B4-BE49-F238E27FC236}">
                <a16:creationId xmlns:a16="http://schemas.microsoft.com/office/drawing/2014/main" id="{A4FBE0C4-D976-7FF4-1DAB-31210BC28B45}"/>
              </a:ext>
            </a:extLst>
          </p:cNvPr>
          <p:cNvCxnSpPr/>
          <p:nvPr/>
        </p:nvCxnSpPr>
        <p:spPr>
          <a:xfrm>
            <a:off x="5575300" y="1924050"/>
            <a:ext cx="1752600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직선 연결선 84">
            <a:extLst>
              <a:ext uri="{FF2B5EF4-FFF2-40B4-BE49-F238E27FC236}">
                <a16:creationId xmlns:a16="http://schemas.microsoft.com/office/drawing/2014/main" id="{740FE6B9-7186-9561-C237-05E1DB90DABD}"/>
              </a:ext>
            </a:extLst>
          </p:cNvPr>
          <p:cNvCxnSpPr>
            <a:cxnSpLocks/>
          </p:cNvCxnSpPr>
          <p:nvPr/>
        </p:nvCxnSpPr>
        <p:spPr>
          <a:xfrm>
            <a:off x="5930900" y="2049636"/>
            <a:ext cx="1397000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직선 연결선 86">
            <a:extLst>
              <a:ext uri="{FF2B5EF4-FFF2-40B4-BE49-F238E27FC236}">
                <a16:creationId xmlns:a16="http://schemas.microsoft.com/office/drawing/2014/main" id="{61B8671A-528B-CE63-6F57-7A601BC759F0}"/>
              </a:ext>
            </a:extLst>
          </p:cNvPr>
          <p:cNvCxnSpPr>
            <a:cxnSpLocks/>
          </p:cNvCxnSpPr>
          <p:nvPr/>
        </p:nvCxnSpPr>
        <p:spPr>
          <a:xfrm>
            <a:off x="5575300" y="3844018"/>
            <a:ext cx="1682750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E6676A99-1326-F67D-C73D-A96B592C218D}"/>
                  </a:ext>
                </a:extLst>
              </p:cNvPr>
              <p:cNvSpPr txBox="1"/>
              <p:nvPr/>
            </p:nvSpPr>
            <p:spPr>
              <a:xfrm>
                <a:off x="7258050" y="1824072"/>
                <a:ext cx="46990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ko-KR" sz="1200" b="0" i="0" smtClean="0">
                          <a:ln w="9525">
                            <a:solidFill>
                              <a:schemeClr val="tx1">
                                <a:alpha val="29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맑은 고딕"/>
                          <a:cs typeface="Times New Roman"/>
                        </a:rPr>
                        <m:t>Δ</m:t>
                      </m:r>
                      <m:sSub>
                        <m:sSubPr>
                          <m:ctrlPr>
                            <a:rPr lang="en-US" altLang="ko-KR" sz="12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sz="1200" b="0" i="0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F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ko-KR" sz="1200" b="0" i="0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ox</m:t>
                          </m:r>
                        </m:sub>
                      </m:sSub>
                    </m:oMath>
                  </m:oMathPara>
                </a14:m>
                <a:endParaRPr lang="ko-KR" altLang="en-US" sz="20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endParaRPr>
              </a:p>
            </p:txBody>
          </p:sp>
        </mc:Choice>
        <mc:Fallback xmlns="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E6676A99-1326-F67D-C73D-A96B592C21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58050" y="1824072"/>
                <a:ext cx="469900" cy="2769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4" name="직선 화살표 연결선 93">
            <a:extLst>
              <a:ext uri="{FF2B5EF4-FFF2-40B4-BE49-F238E27FC236}">
                <a16:creationId xmlns:a16="http://schemas.microsoft.com/office/drawing/2014/main" id="{C43CA9E5-0312-2BF6-DAD3-BD85B14A0A47}"/>
              </a:ext>
            </a:extLst>
          </p:cNvPr>
          <p:cNvCxnSpPr/>
          <p:nvPr/>
        </p:nvCxnSpPr>
        <p:spPr>
          <a:xfrm flipV="1">
            <a:off x="7131050" y="1962571"/>
            <a:ext cx="0" cy="18753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CDA70652-92CF-3F42-1524-4F5DC298C518}"/>
                  </a:ext>
                </a:extLst>
              </p:cNvPr>
              <p:cNvSpPr txBox="1"/>
              <p:nvPr/>
            </p:nvSpPr>
            <p:spPr>
              <a:xfrm>
                <a:off x="7131050" y="2454758"/>
                <a:ext cx="46990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2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sz="1200" b="0" i="0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F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ko-KR" sz="1200" b="0" i="0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ox</m:t>
                          </m:r>
                        </m:sub>
                      </m:sSub>
                    </m:oMath>
                  </m:oMathPara>
                </a14:m>
                <a:endParaRPr lang="ko-KR" altLang="en-US" sz="20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endParaRPr>
              </a:p>
            </p:txBody>
          </p:sp>
        </mc:Choice>
        <mc:Fallback xmlns=""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CDA70652-92CF-3F42-1524-4F5DC298C5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31050" y="2454758"/>
                <a:ext cx="469900" cy="27699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E1D3C720-2194-773E-D7F1-A2AFFB5F4291}"/>
                  </a:ext>
                </a:extLst>
              </p:cNvPr>
              <p:cNvSpPr txBox="1"/>
              <p:nvPr/>
            </p:nvSpPr>
            <p:spPr>
              <a:xfrm>
                <a:off x="7386088" y="2974340"/>
                <a:ext cx="1543050" cy="5762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Δ</m:t>
                        </m:r>
                        <m:sSub>
                          <m:sSub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F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ox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F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ox</m:t>
                            </m:r>
                          </m:sub>
                        </m:sSub>
                      </m:den>
                    </m:f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&lt;8% </m:t>
                    </m:r>
                  </m:oMath>
                </a14:m>
                <a:r>
                  <a:rPr lang="ko-KR" altLang="en-US" sz="2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</a:p>
            </p:txBody>
          </p:sp>
        </mc:Choice>
        <mc:Fallback xmlns=""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E1D3C720-2194-773E-D7F1-A2AFFB5F42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86088" y="2974340"/>
                <a:ext cx="1543050" cy="57624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7" name="TextBox 96">
            <a:extLst>
              <a:ext uri="{FF2B5EF4-FFF2-40B4-BE49-F238E27FC236}">
                <a16:creationId xmlns:a16="http://schemas.microsoft.com/office/drawing/2014/main" id="{B345E966-D060-3EFD-DAB8-AA6F3A8CE4AE}"/>
              </a:ext>
            </a:extLst>
          </p:cNvPr>
          <p:cNvSpPr txBox="1"/>
          <p:nvPr/>
        </p:nvSpPr>
        <p:spPr>
          <a:xfrm>
            <a:off x="755613" y="5351143"/>
            <a:ext cx="77672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Symbol" panose="05050102010706020507" pitchFamily="18" charset="2"/>
              <a:buChar char="Þ"/>
            </a:pP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Low field intensity difference (&lt; 8%) … reference field set to </a:t>
            </a:r>
            <a:r>
              <a:rPr lang="en-US" altLang="ko-KR" sz="2000" u="sng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centroid </a:t>
            </a:r>
          </a:p>
        </p:txBody>
      </p:sp>
      <p:cxnSp>
        <p:nvCxnSpPr>
          <p:cNvPr id="98" name="직선 연결선 97">
            <a:extLst>
              <a:ext uri="{FF2B5EF4-FFF2-40B4-BE49-F238E27FC236}">
                <a16:creationId xmlns:a16="http://schemas.microsoft.com/office/drawing/2014/main" id="{3ACFB9F1-0C95-DF6D-7C98-8522630F6164}"/>
              </a:ext>
            </a:extLst>
          </p:cNvPr>
          <p:cNvCxnSpPr>
            <a:cxnSpLocks/>
          </p:cNvCxnSpPr>
          <p:nvPr/>
        </p:nvCxnSpPr>
        <p:spPr>
          <a:xfrm>
            <a:off x="5768009" y="1705746"/>
            <a:ext cx="0" cy="2451062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직선 연결선 98">
            <a:extLst>
              <a:ext uri="{FF2B5EF4-FFF2-40B4-BE49-F238E27FC236}">
                <a16:creationId xmlns:a16="http://schemas.microsoft.com/office/drawing/2014/main" id="{E536DB1B-F239-44FF-BFB5-73755EDB9ED8}"/>
              </a:ext>
            </a:extLst>
          </p:cNvPr>
          <p:cNvCxnSpPr>
            <a:cxnSpLocks/>
          </p:cNvCxnSpPr>
          <p:nvPr/>
        </p:nvCxnSpPr>
        <p:spPr>
          <a:xfrm>
            <a:off x="6104559" y="1705746"/>
            <a:ext cx="0" cy="2451062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직선 화살표 연결선 101">
            <a:extLst>
              <a:ext uri="{FF2B5EF4-FFF2-40B4-BE49-F238E27FC236}">
                <a16:creationId xmlns:a16="http://schemas.microsoft.com/office/drawing/2014/main" id="{C679DBE5-D280-E842-C502-A8DBFDB5C519}"/>
              </a:ext>
            </a:extLst>
          </p:cNvPr>
          <p:cNvCxnSpPr>
            <a:cxnSpLocks/>
          </p:cNvCxnSpPr>
          <p:nvPr/>
        </p:nvCxnSpPr>
        <p:spPr>
          <a:xfrm>
            <a:off x="6104559" y="3966866"/>
            <a:ext cx="1902791" cy="14207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직선 화살표 연결선 104">
            <a:extLst>
              <a:ext uri="{FF2B5EF4-FFF2-40B4-BE49-F238E27FC236}">
                <a16:creationId xmlns:a16="http://schemas.microsoft.com/office/drawing/2014/main" id="{0FB14C44-045C-96B5-E257-2AC54DD07E4A}"/>
              </a:ext>
            </a:extLst>
          </p:cNvPr>
          <p:cNvCxnSpPr>
            <a:cxnSpLocks/>
          </p:cNvCxnSpPr>
          <p:nvPr/>
        </p:nvCxnSpPr>
        <p:spPr>
          <a:xfrm>
            <a:off x="5768008" y="4000526"/>
            <a:ext cx="1925655" cy="13870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057506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E59970-0BFE-DCBA-DAF8-381BFCB2C5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3B0128-7694-CB3B-E140-480E86E50F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129" y="193256"/>
            <a:ext cx="8955742" cy="535531"/>
          </a:xfrm>
        </p:spPr>
        <p:txBody>
          <a:bodyPr/>
          <a:lstStyle/>
          <a:p>
            <a:r>
              <a:rPr lang="en-US" altLang="ko-KR" sz="3200" dirty="0"/>
              <a:t>Trap-to-Band Tunneling Current Modeling (</a:t>
            </a:r>
            <a:r>
              <a:rPr lang="el-GR" altLang="ko-KR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ν</a:t>
            </a:r>
            <a:r>
              <a:rPr lang="en-US" altLang="ko-KR" sz="3200" i="1" baseline="-25000" dirty="0"/>
              <a:t>TBT</a:t>
            </a:r>
            <a:r>
              <a:rPr lang="en-US" altLang="ko-KR" sz="3200" i="1" dirty="0"/>
              <a:t>)</a:t>
            </a:r>
            <a:endParaRPr lang="ko-KR" altLang="en-US" sz="3200" i="1" dirty="0"/>
          </a:p>
        </p:txBody>
      </p:sp>
      <p:grpSp>
        <p:nvGrpSpPr>
          <p:cNvPr id="62" name="그룹 61">
            <a:extLst>
              <a:ext uri="{FF2B5EF4-FFF2-40B4-BE49-F238E27FC236}">
                <a16:creationId xmlns:a16="http://schemas.microsoft.com/office/drawing/2014/main" id="{8CE823ED-46E1-F7A6-314A-3F5511089663}"/>
              </a:ext>
            </a:extLst>
          </p:cNvPr>
          <p:cNvGrpSpPr/>
          <p:nvPr/>
        </p:nvGrpSpPr>
        <p:grpSpPr>
          <a:xfrm>
            <a:off x="4910196" y="1372340"/>
            <a:ext cx="4233804" cy="4113319"/>
            <a:chOff x="2894018" y="1471618"/>
            <a:chExt cx="4233804" cy="4113319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720B6BB7-18E7-C4AD-7581-4A8481213171}"/>
                </a:ext>
              </a:extLst>
            </p:cNvPr>
            <p:cNvCxnSpPr>
              <a:cxnSpLocks/>
            </p:cNvCxnSpPr>
            <p:nvPr/>
          </p:nvCxnSpPr>
          <p:spPr>
            <a:xfrm>
              <a:off x="4670879" y="2624883"/>
              <a:ext cx="173355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3E3A96B2-EA0F-E45B-7463-5D3D81CA1D0F}"/>
                </a:ext>
              </a:extLst>
            </p:cNvPr>
            <p:cNvCxnSpPr>
              <a:cxnSpLocks/>
            </p:cNvCxnSpPr>
            <p:nvPr/>
          </p:nvCxnSpPr>
          <p:spPr>
            <a:xfrm>
              <a:off x="4670879" y="4066333"/>
              <a:ext cx="173355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B1840303-DF36-59F8-2550-680908642856}"/>
                </a:ext>
              </a:extLst>
            </p:cNvPr>
            <p:cNvCxnSpPr>
              <a:cxnSpLocks/>
            </p:cNvCxnSpPr>
            <p:nvPr/>
          </p:nvCxnSpPr>
          <p:spPr>
            <a:xfrm>
              <a:off x="4670879" y="3037633"/>
              <a:ext cx="1733550" cy="0"/>
            </a:xfrm>
            <a:prstGeom prst="line">
              <a:avLst/>
            </a:prstGeom>
            <a:ln w="9525">
              <a:solidFill>
                <a:srgbClr val="FF3505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3D95DCC3-1A6F-62DE-842A-81597C4A7BF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303228" y="2916186"/>
              <a:ext cx="242894" cy="242894"/>
            </a:xfrm>
            <a:prstGeom prst="rect">
              <a:avLst/>
            </a:prstGeom>
          </p:spPr>
        </p:pic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49B8439F-A7C6-4E83-BF17-A273AC2218BC}"/>
                </a:ext>
              </a:extLst>
            </p:cNvPr>
            <p:cNvCxnSpPr>
              <a:cxnSpLocks/>
            </p:cNvCxnSpPr>
            <p:nvPr/>
          </p:nvCxnSpPr>
          <p:spPr>
            <a:xfrm>
              <a:off x="4670879" y="1951783"/>
              <a:ext cx="0" cy="67310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521F2F96-DF34-F5DF-A993-97EB1029908E}"/>
                </a:ext>
              </a:extLst>
            </p:cNvPr>
            <p:cNvCxnSpPr>
              <a:cxnSpLocks/>
            </p:cNvCxnSpPr>
            <p:nvPr/>
          </p:nvCxnSpPr>
          <p:spPr>
            <a:xfrm>
              <a:off x="3953329" y="1944299"/>
              <a:ext cx="0" cy="131524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D7ED8050-7A11-58AD-0BEC-C3EDCE6E2C6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953329" y="1951782"/>
              <a:ext cx="717549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FDCC6985-FCE9-D6B4-5E77-183606D0601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953329" y="4842229"/>
              <a:ext cx="717550" cy="1150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AAC3CB9C-94DE-7C40-5843-68F96349DB93}"/>
                </a:ext>
              </a:extLst>
            </p:cNvPr>
            <p:cNvCxnSpPr>
              <a:cxnSpLocks/>
            </p:cNvCxnSpPr>
            <p:nvPr/>
          </p:nvCxnSpPr>
          <p:spPr>
            <a:xfrm>
              <a:off x="3953329" y="4059646"/>
              <a:ext cx="0" cy="794086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CC55B9FC-9A42-0D4D-4DBE-730EEDBDF13A}"/>
                </a:ext>
              </a:extLst>
            </p:cNvPr>
            <p:cNvCxnSpPr>
              <a:cxnSpLocks/>
            </p:cNvCxnSpPr>
            <p:nvPr/>
          </p:nvCxnSpPr>
          <p:spPr>
            <a:xfrm>
              <a:off x="3086554" y="3253196"/>
              <a:ext cx="866775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B493A26-102C-2ABE-927F-65828CA4F772}"/>
                </a:ext>
              </a:extLst>
            </p:cNvPr>
            <p:cNvCxnSpPr>
              <a:cxnSpLocks/>
            </p:cNvCxnSpPr>
            <p:nvPr/>
          </p:nvCxnSpPr>
          <p:spPr>
            <a:xfrm>
              <a:off x="3086554" y="4059646"/>
              <a:ext cx="866775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12056197-0D78-E8DE-E92D-5F3D757BE726}"/>
                </a:ext>
              </a:extLst>
            </p:cNvPr>
            <p:cNvCxnSpPr>
              <a:cxnSpLocks/>
            </p:cNvCxnSpPr>
            <p:nvPr/>
          </p:nvCxnSpPr>
          <p:spPr>
            <a:xfrm>
              <a:off x="4670879" y="4066333"/>
              <a:ext cx="0" cy="775896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0B8108FC-0FFA-0B38-3791-5DE3B72AF72C}"/>
                </a:ext>
              </a:extLst>
            </p:cNvPr>
            <p:cNvCxnSpPr>
              <a:cxnSpLocks/>
            </p:cNvCxnSpPr>
            <p:nvPr/>
          </p:nvCxnSpPr>
          <p:spPr>
            <a:xfrm>
              <a:off x="3951742" y="1471618"/>
              <a:ext cx="0" cy="3937000"/>
            </a:xfrm>
            <a:prstGeom prst="line">
              <a:avLst/>
            </a:prstGeom>
            <a:ln w="38100">
              <a:solidFill>
                <a:srgbClr val="FF3505">
                  <a:alpha val="7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화살표: 위쪽 38">
              <a:extLst>
                <a:ext uri="{FF2B5EF4-FFF2-40B4-BE49-F238E27FC236}">
                  <a16:creationId xmlns:a16="http://schemas.microsoft.com/office/drawing/2014/main" id="{E6DE8A55-693F-D369-5341-6D512F273680}"/>
                </a:ext>
              </a:extLst>
            </p:cNvPr>
            <p:cNvSpPr/>
            <p:nvPr/>
          </p:nvSpPr>
          <p:spPr>
            <a:xfrm>
              <a:off x="5242908" y="2659076"/>
              <a:ext cx="120639" cy="266700"/>
            </a:xfrm>
            <a:prstGeom prst="upArrow">
              <a:avLst/>
            </a:prstGeom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0" name="화살표: 위쪽 39">
              <a:extLst>
                <a:ext uri="{FF2B5EF4-FFF2-40B4-BE49-F238E27FC236}">
                  <a16:creationId xmlns:a16="http://schemas.microsoft.com/office/drawing/2014/main" id="{13E9933B-0B87-4C34-9F93-4D9A3DDF523D}"/>
                </a:ext>
              </a:extLst>
            </p:cNvPr>
            <p:cNvSpPr/>
            <p:nvPr/>
          </p:nvSpPr>
          <p:spPr>
            <a:xfrm rot="10800000">
              <a:off x="5477334" y="2659076"/>
              <a:ext cx="120639" cy="266700"/>
            </a:xfrm>
            <a:prstGeom prst="upArrow">
              <a:avLst/>
            </a:prstGeom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1" name="화살표: 위쪽 40">
              <a:extLst>
                <a:ext uri="{FF2B5EF4-FFF2-40B4-BE49-F238E27FC236}">
                  <a16:creationId xmlns:a16="http://schemas.microsoft.com/office/drawing/2014/main" id="{CEEE9A8D-02E5-7965-2D9F-142682B7DF1A}"/>
                </a:ext>
              </a:extLst>
            </p:cNvPr>
            <p:cNvSpPr/>
            <p:nvPr/>
          </p:nvSpPr>
          <p:spPr>
            <a:xfrm>
              <a:off x="5242908" y="3217477"/>
              <a:ext cx="120639" cy="805868"/>
            </a:xfrm>
            <a:prstGeom prst="upArrow">
              <a:avLst/>
            </a:prstGeom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2" name="화살표: 위쪽 41">
              <a:extLst>
                <a:ext uri="{FF2B5EF4-FFF2-40B4-BE49-F238E27FC236}">
                  <a16:creationId xmlns:a16="http://schemas.microsoft.com/office/drawing/2014/main" id="{6E7FC5CD-8626-C2EF-25B5-E59AF9DA8229}"/>
                </a:ext>
              </a:extLst>
            </p:cNvPr>
            <p:cNvSpPr/>
            <p:nvPr/>
          </p:nvSpPr>
          <p:spPr>
            <a:xfrm rot="10800000">
              <a:off x="5477333" y="3217477"/>
              <a:ext cx="120639" cy="805868"/>
            </a:xfrm>
            <a:prstGeom prst="upArrow">
              <a:avLst/>
            </a:prstGeom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3" name="화살표: 위쪽 42">
              <a:extLst>
                <a:ext uri="{FF2B5EF4-FFF2-40B4-BE49-F238E27FC236}">
                  <a16:creationId xmlns:a16="http://schemas.microsoft.com/office/drawing/2014/main" id="{909427F1-FBF9-80B8-0CA5-F0932BFE3CA9}"/>
                </a:ext>
              </a:extLst>
            </p:cNvPr>
            <p:cNvSpPr/>
            <p:nvPr/>
          </p:nvSpPr>
          <p:spPr>
            <a:xfrm rot="5400000">
              <a:off x="4495497" y="2418938"/>
              <a:ext cx="120639" cy="1036570"/>
            </a:xfrm>
            <a:prstGeom prst="upArrow">
              <a:avLst/>
            </a:prstGeom>
            <a:solidFill>
              <a:srgbClr val="FFC000"/>
            </a:solidFill>
            <a:ln>
              <a:solidFill>
                <a:srgbClr val="FF3505"/>
              </a:solidFill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" name="화살표: 위쪽 43">
              <a:extLst>
                <a:ext uri="{FF2B5EF4-FFF2-40B4-BE49-F238E27FC236}">
                  <a16:creationId xmlns:a16="http://schemas.microsoft.com/office/drawing/2014/main" id="{F5EDE476-F48D-8B5B-3F28-50607073043B}"/>
                </a:ext>
              </a:extLst>
            </p:cNvPr>
            <p:cNvSpPr/>
            <p:nvPr/>
          </p:nvSpPr>
          <p:spPr>
            <a:xfrm rot="16200000">
              <a:off x="4495499" y="2590391"/>
              <a:ext cx="120639" cy="1036572"/>
            </a:xfrm>
            <a:prstGeom prst="upArrow">
              <a:avLst/>
            </a:prstGeom>
            <a:solidFill>
              <a:srgbClr val="FFC000"/>
            </a:solidFill>
            <a:ln>
              <a:solidFill>
                <a:srgbClr val="FF3505"/>
              </a:solidFill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58F5E193-9816-9A2A-A2D4-B874D8ED046F}"/>
                </a:ext>
              </a:extLst>
            </p:cNvPr>
            <p:cNvSpPr txBox="1"/>
            <p:nvPr/>
          </p:nvSpPr>
          <p:spPr>
            <a:xfrm>
              <a:off x="2894018" y="2464073"/>
              <a:ext cx="120696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6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rPr>
                <a:t>Region 1</a:t>
              </a:r>
            </a:p>
            <a:p>
              <a:pPr algn="ctr"/>
              <a:r>
                <a:rPr lang="en-US" altLang="ko-KR" sz="11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rPr>
                <a:t>(reservoir)</a:t>
              </a:r>
              <a:endParaRPr lang="ko-KR" altLang="en-US" sz="11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endParaRP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25FFA534-48FC-1ACA-FBC9-63A130A662F1}"/>
                </a:ext>
              </a:extLst>
            </p:cNvPr>
            <p:cNvSpPr txBox="1"/>
            <p:nvPr/>
          </p:nvSpPr>
          <p:spPr>
            <a:xfrm>
              <a:off x="4821194" y="2201981"/>
              <a:ext cx="120696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6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rPr>
                <a:t>Region 2</a:t>
              </a:r>
              <a:endParaRPr lang="ko-KR" altLang="en-US" sz="16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endParaRP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0D0BB09A-11B2-B7C1-32FE-E9F22A30F44A}"/>
                </a:ext>
              </a:extLst>
            </p:cNvPr>
            <p:cNvSpPr txBox="1"/>
            <p:nvPr/>
          </p:nvSpPr>
          <p:spPr>
            <a:xfrm>
              <a:off x="5760202" y="3063881"/>
              <a:ext cx="1206961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0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rPr>
                <a:t>SRH</a:t>
              </a:r>
            </a:p>
            <a:p>
              <a:r>
                <a:rPr lang="en-US" altLang="ko-KR" sz="20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rPr>
                <a:t>Statistics</a:t>
              </a:r>
              <a:endPara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endParaRP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327A4A72-5044-1699-C0E9-0F9EBE626C47}"/>
                </a:ext>
              </a:extLst>
            </p:cNvPr>
            <p:cNvSpPr txBox="1"/>
            <p:nvPr/>
          </p:nvSpPr>
          <p:spPr>
            <a:xfrm>
              <a:off x="4486930" y="5184827"/>
              <a:ext cx="264089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0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rPr>
                <a:t>Trap-interface coupling</a:t>
              </a:r>
              <a:endPara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endParaRPr>
            </a:p>
          </p:txBody>
        </p:sp>
        <p:cxnSp>
          <p:nvCxnSpPr>
            <p:cNvPr id="60" name="직선 화살표 연결선 59">
              <a:extLst>
                <a:ext uri="{FF2B5EF4-FFF2-40B4-BE49-F238E27FC236}">
                  <a16:creationId xmlns:a16="http://schemas.microsoft.com/office/drawing/2014/main" id="{648094F8-23E0-D575-472C-0FC712BE47A2}"/>
                </a:ext>
              </a:extLst>
            </p:cNvPr>
            <p:cNvCxnSpPr>
              <a:cxnSpLocks/>
              <a:endCxn id="58" idx="1"/>
            </p:cNvCxnSpPr>
            <p:nvPr/>
          </p:nvCxnSpPr>
          <p:spPr>
            <a:xfrm>
              <a:off x="3951742" y="5384882"/>
              <a:ext cx="535188" cy="0"/>
            </a:xfrm>
            <a:prstGeom prst="straightConnector1">
              <a:avLst/>
            </a:prstGeom>
            <a:ln>
              <a:solidFill>
                <a:srgbClr val="FF350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F86DBA0A-A7EA-3006-527E-5EE5B91360AE}"/>
                </a:ext>
              </a:extLst>
            </p:cNvPr>
            <p:cNvSpPr txBox="1"/>
            <p:nvPr/>
          </p:nvSpPr>
          <p:spPr>
            <a:xfrm>
              <a:off x="4066107" y="3144593"/>
              <a:ext cx="1206961" cy="6001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1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rPr>
                <a:t>Tunneling</a:t>
              </a:r>
            </a:p>
            <a:p>
              <a:r>
                <a:rPr lang="en-US" altLang="ko-KR" sz="11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rPr>
                <a:t>Capture-Emission</a:t>
              </a:r>
            </a:p>
            <a:p>
              <a:r>
                <a:rPr lang="en-US" altLang="ko-KR" sz="11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rPr>
                <a:t>Statistics</a:t>
              </a:r>
              <a:endParaRPr lang="ko-KR" altLang="en-US" sz="11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endParaRPr>
            </a:p>
          </p:txBody>
        </p:sp>
        <p:cxnSp>
          <p:nvCxnSpPr>
            <p:cNvPr id="68" name="직선 연결선 67">
              <a:extLst>
                <a:ext uri="{FF2B5EF4-FFF2-40B4-BE49-F238E27FC236}">
                  <a16:creationId xmlns:a16="http://schemas.microsoft.com/office/drawing/2014/main" id="{AB6079E5-5FB3-402A-790F-E97AA491BB7B}"/>
                </a:ext>
              </a:extLst>
            </p:cNvPr>
            <p:cNvCxnSpPr>
              <a:cxnSpLocks/>
            </p:cNvCxnSpPr>
            <p:nvPr/>
          </p:nvCxnSpPr>
          <p:spPr>
            <a:xfrm>
              <a:off x="3086554" y="3448661"/>
              <a:ext cx="865188" cy="0"/>
            </a:xfrm>
            <a:prstGeom prst="line">
              <a:avLst/>
            </a:prstGeom>
            <a:ln w="9525">
              <a:solidFill>
                <a:srgbClr val="00B0F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4D818EBD-63B6-8714-5769-D518E238C06A}"/>
                </a:ext>
              </a:extLst>
            </p:cNvPr>
            <p:cNvSpPr txBox="1"/>
            <p:nvPr/>
          </p:nvSpPr>
          <p:spPr>
            <a:xfrm>
              <a:off x="3266677" y="3395094"/>
              <a:ext cx="50494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err="1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rPr>
                <a:t>E</a:t>
              </a:r>
              <a:r>
                <a:rPr lang="en-US" altLang="ko-KR" sz="1200" baseline="-25000" dirty="0" err="1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rPr>
                <a:t>F,r</a:t>
              </a:r>
              <a:endParaRPr lang="ko-KR" altLang="en-US" sz="1200" baseline="-25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endParaRP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EFCA67F9-6E06-B478-E895-F26B8E99C6B1}"/>
                </a:ext>
              </a:extLst>
            </p:cNvPr>
            <p:cNvSpPr txBox="1"/>
            <p:nvPr/>
          </p:nvSpPr>
          <p:spPr>
            <a:xfrm>
              <a:off x="2972765" y="3011028"/>
              <a:ext cx="50494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err="1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rPr>
                <a:t>E</a:t>
              </a:r>
              <a:r>
                <a:rPr lang="en-US" altLang="ko-KR" sz="1200" baseline="-25000" dirty="0" err="1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rPr>
                <a:t>C,r</a:t>
              </a:r>
              <a:endParaRPr lang="ko-KR" altLang="en-US" sz="1200" baseline="-25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endParaRP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E8A239F4-BF4E-FA5A-B724-AFE1BB122683}"/>
                </a:ext>
              </a:extLst>
            </p:cNvPr>
            <p:cNvSpPr txBox="1"/>
            <p:nvPr/>
          </p:nvSpPr>
          <p:spPr>
            <a:xfrm>
              <a:off x="2972765" y="3800233"/>
              <a:ext cx="50494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err="1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rPr>
                <a:t>E</a:t>
              </a:r>
              <a:r>
                <a:rPr lang="en-US" altLang="ko-KR" sz="1200" baseline="-25000" dirty="0" err="1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rPr>
                <a:t>V,r</a:t>
              </a:r>
              <a:endParaRPr lang="ko-KR" altLang="en-US" sz="1200" baseline="-25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endParaRPr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501ACD79-86ED-C3D5-4613-7D0DB93C422B}"/>
                </a:ext>
              </a:extLst>
            </p:cNvPr>
            <p:cNvSpPr txBox="1"/>
            <p:nvPr/>
          </p:nvSpPr>
          <p:spPr>
            <a:xfrm>
              <a:off x="6049802" y="2366135"/>
              <a:ext cx="50494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rPr>
                <a:t>E</a:t>
              </a:r>
              <a:r>
                <a:rPr lang="en-US" altLang="ko-KR" sz="1200" baseline="-250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rPr>
                <a:t>C</a:t>
              </a:r>
              <a:endParaRPr lang="ko-KR" altLang="en-US" sz="1200" baseline="-25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endParaRP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7EB084CA-419F-D487-E24B-9FDA1FC6DDEA}"/>
                </a:ext>
              </a:extLst>
            </p:cNvPr>
            <p:cNvSpPr txBox="1"/>
            <p:nvPr/>
          </p:nvSpPr>
          <p:spPr>
            <a:xfrm>
              <a:off x="6049802" y="3823340"/>
              <a:ext cx="50494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rPr>
                <a:t>E</a:t>
              </a:r>
              <a:r>
                <a:rPr lang="en-US" altLang="ko-KR" sz="1200" baseline="-250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rPr>
                <a:t>V</a:t>
              </a:r>
              <a:endParaRPr lang="ko-KR" altLang="en-US" sz="1200" baseline="-25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endParaRP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54B6F426-83B4-2FD9-B45D-1F041621AB7A}"/>
                </a:ext>
              </a:extLst>
            </p:cNvPr>
            <p:cNvSpPr txBox="1"/>
            <p:nvPr/>
          </p:nvSpPr>
          <p:spPr>
            <a:xfrm>
              <a:off x="6068294" y="2778099"/>
              <a:ext cx="50494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err="1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rPr>
                <a:t>E</a:t>
              </a:r>
              <a:r>
                <a:rPr lang="en-US" altLang="ko-KR" sz="1200" baseline="-25000" dirty="0" err="1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rPr>
                <a:t>trap</a:t>
              </a:r>
              <a:endParaRPr lang="ko-KR" altLang="en-US" sz="1200" baseline="-25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endParaRPr>
            </a:p>
          </p:txBody>
        </p:sp>
      </p:grpSp>
      <p:sp>
        <p:nvSpPr>
          <p:cNvPr id="65" name="TextBox 64">
            <a:extLst>
              <a:ext uri="{FF2B5EF4-FFF2-40B4-BE49-F238E27FC236}">
                <a16:creationId xmlns:a16="http://schemas.microsoft.com/office/drawing/2014/main" id="{6CB2C7DF-147F-F8BB-F4E9-A441774E87CF}"/>
              </a:ext>
            </a:extLst>
          </p:cNvPr>
          <p:cNvSpPr txBox="1"/>
          <p:nvPr/>
        </p:nvSpPr>
        <p:spPr>
          <a:xfrm>
            <a:off x="203445" y="1650026"/>
            <a:ext cx="4706751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1200"/>
              </a:spcBef>
            </a:pP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Trap-interface coupling</a:t>
            </a:r>
          </a:p>
          <a:p>
            <a:pPr>
              <a:spcBef>
                <a:spcPts val="1200"/>
              </a:spcBef>
            </a:pP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Region 1 as carrier reservoir</a:t>
            </a:r>
          </a:p>
          <a:p>
            <a:pPr marL="800100" lvl="1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altLang="ko-KR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Fermi statistics follows Region 1: </a:t>
            </a:r>
            <a:r>
              <a:rPr lang="en-US" altLang="ko-KR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E</a:t>
            </a:r>
            <a:r>
              <a:rPr lang="en-US" altLang="ko-KR" baseline="-25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F,r</a:t>
            </a:r>
            <a:endParaRPr lang="en-US" altLang="ko-KR" baseline="-25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Tunneling capture-emission statistics</a:t>
            </a:r>
          </a:p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Follows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highlight>
                  <a:srgbClr val="FFFF00"/>
                </a:highlight>
                <a:latin typeface="Times New Roman"/>
                <a:ea typeface="맑은 고딕"/>
                <a:cs typeface="Times New Roman"/>
              </a:rPr>
              <a:t>“Principle of Detailed Balance”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highlight>
                <a:srgbClr val="FFFF00"/>
              </a:highlight>
              <a:latin typeface="Times New Roman"/>
              <a:ea typeface="맑은 고딕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2964680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제목 30">
            <a:extLst>
              <a:ext uri="{FF2B5EF4-FFF2-40B4-BE49-F238E27FC236}">
                <a16:creationId xmlns:a16="http://schemas.microsoft.com/office/drawing/2014/main" id="{4643269D-5BCD-E898-E147-E1ABB2D85C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129" y="193256"/>
            <a:ext cx="8955742" cy="535531"/>
          </a:xfrm>
        </p:spPr>
        <p:txBody>
          <a:bodyPr/>
          <a:lstStyle/>
          <a:p>
            <a:r>
              <a:rPr lang="en-US" altLang="ko-KR" sz="3200" dirty="0"/>
              <a:t>Trap-to-Band Tunneling Current Modeling (</a:t>
            </a:r>
            <a:r>
              <a:rPr lang="el-GR" altLang="ko-KR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ν</a:t>
            </a:r>
            <a:r>
              <a:rPr lang="en-US" altLang="ko-KR" sz="3200" i="1" baseline="-25000" dirty="0"/>
              <a:t>TBT</a:t>
            </a:r>
            <a:r>
              <a:rPr lang="en-US" altLang="ko-KR" sz="3200" i="1" dirty="0"/>
              <a:t>)</a:t>
            </a:r>
            <a:endParaRPr lang="ko-KR" altLang="en-US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3F16F3F1-77FF-D988-36B9-05EA63323929}"/>
                  </a:ext>
                </a:extLst>
              </p:cNvPr>
              <p:cNvSpPr txBox="1"/>
              <p:nvPr/>
            </p:nvSpPr>
            <p:spPr>
              <a:xfrm>
                <a:off x="496207" y="1514789"/>
                <a:ext cx="5324670" cy="273632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2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highlight>
                      <a:srgbClr val="FFFF00"/>
                    </a:highlight>
                    <a:latin typeface="Times New Roman"/>
                    <a:ea typeface="맑은 고딕"/>
                    <a:cs typeface="Times New Roman"/>
                  </a:rPr>
                  <a:t>Principle of Detailed Balance</a:t>
                </a:r>
              </a:p>
              <a:p>
                <a:r>
                  <a:rPr lang="en-US" altLang="ko-KR" sz="2000" b="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ea typeface="맑은 고딕"/>
                    <a:cs typeface="Times New Roman"/>
                  </a:rPr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𝑒</m:t>
                        </m:r>
                      </m:e>
                      <m:sub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𝑖</m:t>
                        </m:r>
                      </m:sub>
                    </m:sSub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sSub>
                      <m:sSub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𝑐</m:t>
                        </m:r>
                      </m:e>
                      <m:sub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𝑖</m:t>
                        </m:r>
                      </m:sub>
                    </m:sSub>
                    <m:func>
                      <m:func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exp</m:t>
                        </m:r>
                      </m:fName>
                      <m:e>
                        <m:d>
                          <m:d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altLang="ko-KR" sz="2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ko-KR" sz="2000" b="0" i="0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E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altLang="ko-KR" sz="2000" b="0" i="0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trap</m:t>
                                    </m:r>
                                  </m:sub>
                                </m:sSub>
                                <m:r>
                                  <a:rPr lang="en-US" altLang="ko-KR" sz="2000" b="0" i="0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ko-KR" sz="2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ko-KR" sz="2000" b="0" i="0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E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altLang="ko-KR" sz="2000" b="0" i="0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F</m:t>
                                    </m:r>
                                    <m:r>
                                      <a:rPr lang="en-US" altLang="ko-KR" sz="2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,</m:t>
                                    </m:r>
                                    <m:r>
                                      <a:rPr lang="en-US" altLang="ko-KR" sz="2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𝑟</m:t>
                                    </m:r>
                                  </m:sub>
                                </m:sSub>
                              </m:num>
                              <m:den>
                                <m:r>
                                  <m:rPr>
                                    <m:sty m:val="p"/>
                                  </m:rPr>
                                  <a:rPr lang="en-US" altLang="ko-KR" sz="2000" b="0" i="0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kT</m:t>
                                </m:r>
                              </m:den>
                            </m:f>
                          </m:e>
                        </m:d>
                      </m:e>
                    </m:func>
                  </m:oMath>
                </a14:m>
                <a:endParaRPr lang="en-US" altLang="ko-KR" sz="20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endParaRPr>
              </a:p>
              <a:p>
                <a:endParaRPr lang="en-US" altLang="ko-KR" sz="20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endParaRPr>
              </a:p>
              <a:p>
                <a:r>
                  <a:rPr lang="en-US" altLang="ko-KR" sz="2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Similar to SRH recombination-generation theory, </a:t>
                </a:r>
              </a:p>
              <a:p>
                <a:endParaRPr lang="en-US" altLang="ko-KR" sz="20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endParaRPr>
              </a:p>
              <a:p>
                <a:r>
                  <a:rPr lang="en-US" altLang="ko-KR" sz="2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Emission of electron/hole is in steady state coupled to tunneling from carrier reservoir</a:t>
                </a:r>
              </a:p>
              <a:p>
                <a:r>
                  <a:rPr lang="en-US" altLang="ko-KR" sz="2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(in this case, carrier reservoir is </a:t>
                </a:r>
                <a:r>
                  <a:rPr lang="en-US" altLang="ko-KR" sz="2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highlight>
                      <a:srgbClr val="FFFF00"/>
                    </a:highlight>
                    <a:latin typeface="Times New Roman"/>
                    <a:ea typeface="맑은 고딕"/>
                    <a:cs typeface="Times New Roman"/>
                  </a:rPr>
                  <a:t>CB of channel</a:t>
                </a:r>
                <a:r>
                  <a:rPr lang="en-US" altLang="ko-KR" sz="2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)</a:t>
                </a:r>
                <a:endParaRPr lang="ko-KR" altLang="en-US" sz="20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endParaRPr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3F16F3F1-77FF-D988-36B9-05EA633239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207" y="1514789"/>
                <a:ext cx="5324670" cy="273632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0CF6F5BC-6CE6-913F-6971-9F4DF9D0CB3E}"/>
                  </a:ext>
                </a:extLst>
              </p:cNvPr>
              <p:cNvSpPr txBox="1"/>
              <p:nvPr/>
            </p:nvSpPr>
            <p:spPr>
              <a:xfrm>
                <a:off x="1718389" y="4850176"/>
                <a:ext cx="5324150" cy="35721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c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n</m:t>
                        </m:r>
                        <m: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, </m:t>
                        </m:r>
                        <m:r>
                          <m:rPr>
                            <m:sty m:val="p"/>
                          </m:rP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elastic</m:t>
                        </m:r>
                      </m:sub>
                    </m:sSub>
                    <m:r>
                      <a:rPr lang="en-US" altLang="ko-KR" sz="20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r>
                      <m:rPr>
                        <m:sty m:val="p"/>
                      </m:rPr>
                      <a:rPr lang="en-US" altLang="ko-KR" sz="20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D</m:t>
                    </m:r>
                    <m:d>
                      <m:d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E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trap</m:t>
                            </m:r>
                          </m:sub>
                        </m:sSub>
                      </m:e>
                    </m:d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∙</m:t>
                    </m:r>
                    <m:sSub>
                      <m:sSub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W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transition</m:t>
                        </m:r>
                      </m:sub>
                    </m:sSub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∙</m:t>
                    </m:r>
                    <m:sSub>
                      <m:sSub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𝑓</m:t>
                        </m:r>
                      </m:e>
                      <m:sub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𝑐</m:t>
                        </m:r>
                      </m:sub>
                    </m:sSub>
                    <m:d>
                      <m:d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E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trap</m:t>
                            </m:r>
                          </m:sub>
                        </m:sSub>
                      </m:e>
                    </m:d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∙</m:t>
                    </m:r>
                    <m:d>
                      <m:dPr>
                        <m:begChr m:val="|"/>
                        <m:endChr m:val="|"/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TC</m:t>
                        </m:r>
                      </m:e>
                    </m:d>
                  </m:oMath>
                </a14:m>
                <a:r>
                  <a:rPr lang="en-US" altLang="ko-KR" sz="2000" b="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0CF6F5BC-6CE6-913F-6971-9F4DF9D0CB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18389" y="4850176"/>
                <a:ext cx="5324150" cy="357214"/>
              </a:xfrm>
              <a:prstGeom prst="rect">
                <a:avLst/>
              </a:prstGeom>
              <a:blipFill>
                <a:blip r:embed="rId3"/>
                <a:stretch>
                  <a:fillRect b="-344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26B35F7C-AF93-2357-F001-A5C52422E60F}"/>
                  </a:ext>
                </a:extLst>
              </p:cNvPr>
              <p:cNvSpPr txBox="1"/>
              <p:nvPr/>
            </p:nvSpPr>
            <p:spPr>
              <a:xfrm>
                <a:off x="1718389" y="5592131"/>
                <a:ext cx="3829703" cy="46903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e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n</m:t>
                        </m:r>
                        <m: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, </m:t>
                        </m:r>
                        <m:r>
                          <m:rPr>
                            <m:sty m:val="p"/>
                          </m:rP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elastic</m:t>
                        </m:r>
                      </m:sub>
                    </m:sSub>
                    <m:r>
                      <a:rPr lang="en-US" altLang="ko-KR" sz="20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sSub>
                      <m:sSubPr>
                        <m:ctrlPr>
                          <a:rPr lang="en-US" altLang="ko-KR" sz="200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200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c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200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n</m:t>
                        </m:r>
                        <m:r>
                          <a:rPr lang="en-US" altLang="ko-KR" sz="200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, </m:t>
                        </m:r>
                        <m:r>
                          <m:rPr>
                            <m:sty m:val="p"/>
                          </m:rPr>
                          <a:rPr lang="en-US" altLang="ko-KR" sz="200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elastic</m:t>
                        </m:r>
                      </m:sub>
                    </m:sSub>
                    <m:func>
                      <m:func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exp</m:t>
                        </m:r>
                      </m:fName>
                      <m:e>
                        <m:d>
                          <m:d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altLang="ko-KR" sz="2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ko-KR" sz="2000" b="0" i="0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E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altLang="ko-KR" sz="2000" b="0" i="0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trap</m:t>
                                    </m:r>
                                  </m:sub>
                                </m:sSub>
                                <m:r>
                                  <a:rPr lang="en-US" altLang="ko-KR" sz="2000" b="0" i="0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ko-KR" sz="2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ko-KR" sz="2000" b="0" i="0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E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altLang="ko-KR" sz="2000" b="0" i="0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F</m:t>
                                    </m:r>
                                    <m:r>
                                      <a:rPr lang="en-US" altLang="ko-KR" sz="2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,</m:t>
                                    </m:r>
                                    <m:r>
                                      <a:rPr lang="en-US" altLang="ko-KR" sz="2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𝑟</m:t>
                                    </m:r>
                                  </m:sub>
                                </m:sSub>
                              </m:num>
                              <m:den>
                                <m:r>
                                  <m:rPr>
                                    <m:sty m:val="p"/>
                                  </m:rPr>
                                  <a:rPr lang="en-US" altLang="ko-KR" sz="2000" b="0" i="0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kT</m:t>
                                </m:r>
                              </m:den>
                            </m:f>
                          </m:e>
                        </m:d>
                      </m:e>
                    </m:func>
                  </m:oMath>
                </a14:m>
                <a:r>
                  <a:rPr lang="en-US" altLang="ko-KR" sz="2000" b="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26B35F7C-AF93-2357-F001-A5C52422E6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18389" y="5592131"/>
                <a:ext cx="3829703" cy="46903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8" name="그룹 57">
            <a:extLst>
              <a:ext uri="{FF2B5EF4-FFF2-40B4-BE49-F238E27FC236}">
                <a16:creationId xmlns:a16="http://schemas.microsoft.com/office/drawing/2014/main" id="{C7C4F72C-10A4-ADCE-19E7-BC431BE6FCC2}"/>
              </a:ext>
            </a:extLst>
          </p:cNvPr>
          <p:cNvGrpSpPr/>
          <p:nvPr/>
        </p:nvGrpSpPr>
        <p:grpSpPr>
          <a:xfrm>
            <a:off x="5852826" y="858418"/>
            <a:ext cx="2847062" cy="3575974"/>
            <a:chOff x="5852826" y="858418"/>
            <a:chExt cx="2847062" cy="3575974"/>
          </a:xfrm>
        </p:grpSpPr>
        <p:grpSp>
          <p:nvGrpSpPr>
            <p:cNvPr id="34" name="그룹 33">
              <a:extLst>
                <a:ext uri="{FF2B5EF4-FFF2-40B4-BE49-F238E27FC236}">
                  <a16:creationId xmlns:a16="http://schemas.microsoft.com/office/drawing/2014/main" id="{1CF2281C-81B3-2D4A-D054-FC590EF1AEA8}"/>
                </a:ext>
              </a:extLst>
            </p:cNvPr>
            <p:cNvGrpSpPr/>
            <p:nvPr/>
          </p:nvGrpSpPr>
          <p:grpSpPr>
            <a:xfrm>
              <a:off x="5852826" y="858418"/>
              <a:ext cx="2847062" cy="3575974"/>
              <a:chOff x="5852826" y="858418"/>
              <a:chExt cx="2847062" cy="3575974"/>
            </a:xfrm>
          </p:grpSpPr>
          <p:grpSp>
            <p:nvGrpSpPr>
              <p:cNvPr id="35" name="그룹 34">
                <a:extLst>
                  <a:ext uri="{FF2B5EF4-FFF2-40B4-BE49-F238E27FC236}">
                    <a16:creationId xmlns:a16="http://schemas.microsoft.com/office/drawing/2014/main" id="{65C516A8-81AB-C4D2-954A-7CB8BFBA3076}"/>
                  </a:ext>
                </a:extLst>
              </p:cNvPr>
              <p:cNvGrpSpPr/>
              <p:nvPr/>
            </p:nvGrpSpPr>
            <p:grpSpPr>
              <a:xfrm>
                <a:off x="6075006" y="858418"/>
                <a:ext cx="2624882" cy="3448856"/>
                <a:chOff x="1633635" y="1219201"/>
                <a:chExt cx="2624882" cy="3448856"/>
              </a:xfrm>
            </p:grpSpPr>
            <p:sp>
              <p:nvSpPr>
                <p:cNvPr id="39" name="자유형: 도형 38">
                  <a:extLst>
                    <a:ext uri="{FF2B5EF4-FFF2-40B4-BE49-F238E27FC236}">
                      <a16:creationId xmlns:a16="http://schemas.microsoft.com/office/drawing/2014/main" id="{975E2042-F413-26EE-3BA6-AB34E4B65A7A}"/>
                    </a:ext>
                  </a:extLst>
                </p:cNvPr>
                <p:cNvSpPr/>
                <p:nvPr/>
              </p:nvSpPr>
              <p:spPr>
                <a:xfrm>
                  <a:off x="1633635" y="1582058"/>
                  <a:ext cx="2546350" cy="2952750"/>
                </a:xfrm>
                <a:custGeom>
                  <a:avLst/>
                  <a:gdLst>
                    <a:gd name="connsiteX0" fmla="*/ 0 w 2546350"/>
                    <a:gd name="connsiteY0" fmla="*/ 2952750 h 2952750"/>
                    <a:gd name="connsiteX1" fmla="*/ 457200 w 2546350"/>
                    <a:gd name="connsiteY1" fmla="*/ 2946400 h 2952750"/>
                    <a:gd name="connsiteX2" fmla="*/ 457200 w 2546350"/>
                    <a:gd name="connsiteY2" fmla="*/ 1854200 h 2952750"/>
                    <a:gd name="connsiteX3" fmla="*/ 984250 w 2546350"/>
                    <a:gd name="connsiteY3" fmla="*/ 1073150 h 2952750"/>
                    <a:gd name="connsiteX4" fmla="*/ 977900 w 2546350"/>
                    <a:gd name="connsiteY4" fmla="*/ 1606550 h 2952750"/>
                    <a:gd name="connsiteX5" fmla="*/ 1587500 w 2546350"/>
                    <a:gd name="connsiteY5" fmla="*/ 1295400 h 2952750"/>
                    <a:gd name="connsiteX6" fmla="*/ 1568450 w 2546350"/>
                    <a:gd name="connsiteY6" fmla="*/ 755650 h 2952750"/>
                    <a:gd name="connsiteX7" fmla="*/ 2070100 w 2546350"/>
                    <a:gd name="connsiteY7" fmla="*/ 0 h 2952750"/>
                    <a:gd name="connsiteX8" fmla="*/ 2089150 w 2546350"/>
                    <a:gd name="connsiteY8" fmla="*/ 1079500 h 2952750"/>
                    <a:gd name="connsiteX9" fmla="*/ 2190750 w 2546350"/>
                    <a:gd name="connsiteY9" fmla="*/ 958850 h 2952750"/>
                    <a:gd name="connsiteX10" fmla="*/ 2241550 w 2546350"/>
                    <a:gd name="connsiteY10" fmla="*/ 908050 h 2952750"/>
                    <a:gd name="connsiteX11" fmla="*/ 2266950 w 2546350"/>
                    <a:gd name="connsiteY11" fmla="*/ 901700 h 2952750"/>
                    <a:gd name="connsiteX12" fmla="*/ 2298700 w 2546350"/>
                    <a:gd name="connsiteY12" fmla="*/ 882650 h 2952750"/>
                    <a:gd name="connsiteX13" fmla="*/ 2324100 w 2546350"/>
                    <a:gd name="connsiteY13" fmla="*/ 876300 h 2952750"/>
                    <a:gd name="connsiteX14" fmla="*/ 2343150 w 2546350"/>
                    <a:gd name="connsiteY14" fmla="*/ 869950 h 2952750"/>
                    <a:gd name="connsiteX15" fmla="*/ 2393950 w 2546350"/>
                    <a:gd name="connsiteY15" fmla="*/ 857250 h 2952750"/>
                    <a:gd name="connsiteX16" fmla="*/ 2546350 w 2546350"/>
                    <a:gd name="connsiteY16" fmla="*/ 838200 h 29527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2546350" h="2952750">
                      <a:moveTo>
                        <a:pt x="0" y="2952750"/>
                      </a:moveTo>
                      <a:lnTo>
                        <a:pt x="457200" y="2946400"/>
                      </a:lnTo>
                      <a:lnTo>
                        <a:pt x="457200" y="1854200"/>
                      </a:lnTo>
                      <a:lnTo>
                        <a:pt x="984250" y="1073150"/>
                      </a:lnTo>
                      <a:cubicBezTo>
                        <a:pt x="982133" y="1250950"/>
                        <a:pt x="980017" y="1428750"/>
                        <a:pt x="977900" y="1606550"/>
                      </a:cubicBezTo>
                      <a:lnTo>
                        <a:pt x="1587500" y="1295400"/>
                      </a:lnTo>
                      <a:lnTo>
                        <a:pt x="1568450" y="755650"/>
                      </a:lnTo>
                      <a:lnTo>
                        <a:pt x="2070100" y="0"/>
                      </a:lnTo>
                      <a:lnTo>
                        <a:pt x="2089150" y="1079500"/>
                      </a:lnTo>
                      <a:lnTo>
                        <a:pt x="2190750" y="958850"/>
                      </a:lnTo>
                      <a:cubicBezTo>
                        <a:pt x="2207683" y="941917"/>
                        <a:pt x="2222392" y="922418"/>
                        <a:pt x="2241550" y="908050"/>
                      </a:cubicBezTo>
                      <a:cubicBezTo>
                        <a:pt x="2248532" y="902814"/>
                        <a:pt x="2258975" y="905244"/>
                        <a:pt x="2266950" y="901700"/>
                      </a:cubicBezTo>
                      <a:cubicBezTo>
                        <a:pt x="2278228" y="896687"/>
                        <a:pt x="2287422" y="887663"/>
                        <a:pt x="2298700" y="882650"/>
                      </a:cubicBezTo>
                      <a:cubicBezTo>
                        <a:pt x="2306675" y="879106"/>
                        <a:pt x="2315709" y="878698"/>
                        <a:pt x="2324100" y="876300"/>
                      </a:cubicBezTo>
                      <a:cubicBezTo>
                        <a:pt x="2330536" y="874461"/>
                        <a:pt x="2336616" y="871402"/>
                        <a:pt x="2343150" y="869950"/>
                      </a:cubicBezTo>
                      <a:cubicBezTo>
                        <a:pt x="2394472" y="858545"/>
                        <a:pt x="2366590" y="870930"/>
                        <a:pt x="2393950" y="857250"/>
                      </a:cubicBezTo>
                      <a:lnTo>
                        <a:pt x="2546350" y="838200"/>
                      </a:lnTo>
                    </a:path>
                  </a:pathLst>
                </a:custGeom>
                <a:noFill/>
              </p:spPr>
              <p:style>
                <a:lnRef idx="2">
                  <a:schemeClr val="accent1">
                    <a:shade val="2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/>
                </a:p>
              </p:txBody>
            </p:sp>
            <p:cxnSp>
              <p:nvCxnSpPr>
                <p:cNvPr id="40" name="직선 연결선 39">
                  <a:extLst>
                    <a:ext uri="{FF2B5EF4-FFF2-40B4-BE49-F238E27FC236}">
                      <a16:creationId xmlns:a16="http://schemas.microsoft.com/office/drawing/2014/main" id="{03A31E48-D9E4-EBBF-0525-20E76A0A594E}"/>
                    </a:ext>
                  </a:extLst>
                </p:cNvPr>
                <p:cNvCxnSpPr/>
                <p:nvPr/>
              </p:nvCxnSpPr>
              <p:spPr>
                <a:xfrm>
                  <a:off x="2937766" y="1859077"/>
                  <a:ext cx="0" cy="2250281"/>
                </a:xfrm>
                <a:prstGeom prst="line">
                  <a:avLst/>
                </a:prstGeom>
                <a:ln>
                  <a:solidFill>
                    <a:schemeClr val="bg1">
                      <a:lumMod val="65000"/>
                    </a:schemeClr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직선 연결선 40">
                  <a:extLst>
                    <a:ext uri="{FF2B5EF4-FFF2-40B4-BE49-F238E27FC236}">
                      <a16:creationId xmlns:a16="http://schemas.microsoft.com/office/drawing/2014/main" id="{1561A4A1-4DC1-C579-CB55-7C5C3FD1824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611535" y="3587861"/>
                  <a:ext cx="609600" cy="311150"/>
                </a:xfrm>
                <a:prstGeom prst="line">
                  <a:avLst/>
                </a:prstGeom>
                <a:ln>
                  <a:solidFill>
                    <a:schemeClr val="bg1">
                      <a:lumMod val="65000"/>
                    </a:schemeClr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직선 화살표 연결선 42">
                  <a:extLst>
                    <a:ext uri="{FF2B5EF4-FFF2-40B4-BE49-F238E27FC236}">
                      <a16:creationId xmlns:a16="http://schemas.microsoft.com/office/drawing/2014/main" id="{13B91D26-815F-520B-B62B-61BD823DE2E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859283" y="3743436"/>
                  <a:ext cx="966558" cy="0"/>
                </a:xfrm>
                <a:prstGeom prst="straightConnector1">
                  <a:avLst/>
                </a:prstGeom>
                <a:ln w="28575">
                  <a:solidFill>
                    <a:srgbClr val="FF3505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6A40144C-3C09-1321-C99A-2692060B2787}"/>
                    </a:ext>
                  </a:extLst>
                </p:cNvPr>
                <p:cNvSpPr txBox="1"/>
                <p:nvPr/>
              </p:nvSpPr>
              <p:spPr>
                <a:xfrm>
                  <a:off x="1859283" y="2349309"/>
                  <a:ext cx="894184" cy="307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US" altLang="ko-KR" sz="1400" dirty="0">
                      <a:ln w="9525">
                        <a:solidFill>
                          <a:schemeClr val="tx1">
                            <a:alpha val="29000"/>
                          </a:schemeClr>
                        </a:solidFill>
                      </a:ln>
                      <a:latin typeface="Times New Roman"/>
                      <a:ea typeface="맑은 고딕"/>
                      <a:cs typeface="Times New Roman"/>
                    </a:rPr>
                    <a:t>ox1 layer </a:t>
                  </a:r>
                  <a:endParaRPr lang="ko-KR" altLang="en-US" sz="1400" dirty="0"/>
                </a:p>
              </p:txBody>
            </p:sp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27618F4A-C6C1-5B9F-36AB-DFA7F65F8798}"/>
                    </a:ext>
                  </a:extLst>
                </p:cNvPr>
                <p:cNvSpPr txBox="1"/>
                <p:nvPr/>
              </p:nvSpPr>
              <p:spPr>
                <a:xfrm>
                  <a:off x="2601168" y="2596799"/>
                  <a:ext cx="661216" cy="2616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altLang="ko-KR" sz="1100" dirty="0">
                      <a:ln w="9525">
                        <a:solidFill>
                          <a:schemeClr val="tx1">
                            <a:alpha val="29000"/>
                          </a:schemeClr>
                        </a:solidFill>
                      </a:ln>
                      <a:latin typeface="Times New Roman"/>
                      <a:ea typeface="맑은 고딕"/>
                      <a:cs typeface="Times New Roman"/>
                    </a:rPr>
                    <a:t>n1 layer </a:t>
                  </a:r>
                  <a:endParaRPr lang="ko-KR" altLang="en-US" sz="1100" dirty="0"/>
                </a:p>
              </p:txBody>
            </p:sp>
            <p:sp>
              <p:nvSpPr>
                <p:cNvPr id="46" name="자유형: 도형 45">
                  <a:extLst>
                    <a:ext uri="{FF2B5EF4-FFF2-40B4-BE49-F238E27FC236}">
                      <a16:creationId xmlns:a16="http://schemas.microsoft.com/office/drawing/2014/main" id="{17865426-DF98-506F-65B0-3D802F070CBB}"/>
                    </a:ext>
                  </a:extLst>
                </p:cNvPr>
                <p:cNvSpPr/>
                <p:nvPr/>
              </p:nvSpPr>
              <p:spPr>
                <a:xfrm>
                  <a:off x="2090057" y="2687217"/>
                  <a:ext cx="522515" cy="1063690"/>
                </a:xfrm>
                <a:custGeom>
                  <a:avLst/>
                  <a:gdLst>
                    <a:gd name="connsiteX0" fmla="*/ 6221 w 522515"/>
                    <a:gd name="connsiteY0" fmla="*/ 740229 h 1063690"/>
                    <a:gd name="connsiteX1" fmla="*/ 0 w 522515"/>
                    <a:gd name="connsiteY1" fmla="*/ 1063690 h 1063690"/>
                    <a:gd name="connsiteX2" fmla="*/ 516294 w 522515"/>
                    <a:gd name="connsiteY2" fmla="*/ 1051249 h 1063690"/>
                    <a:gd name="connsiteX3" fmla="*/ 522515 w 522515"/>
                    <a:gd name="connsiteY3" fmla="*/ 0 h 1063690"/>
                    <a:gd name="connsiteX4" fmla="*/ 6221 w 522515"/>
                    <a:gd name="connsiteY4" fmla="*/ 740229 h 10636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22515" h="1063690">
                      <a:moveTo>
                        <a:pt x="6221" y="740229"/>
                      </a:moveTo>
                      <a:lnTo>
                        <a:pt x="0" y="1063690"/>
                      </a:lnTo>
                      <a:lnTo>
                        <a:pt x="516294" y="1051249"/>
                      </a:lnTo>
                      <a:cubicBezTo>
                        <a:pt x="518368" y="700833"/>
                        <a:pt x="520441" y="350416"/>
                        <a:pt x="522515" y="0"/>
                      </a:cubicBezTo>
                      <a:lnTo>
                        <a:pt x="6221" y="740229"/>
                      </a:lnTo>
                      <a:close/>
                    </a:path>
                  </a:pathLst>
                </a:custGeom>
                <a:solidFill>
                  <a:srgbClr val="7DB4D9">
                    <a:alpha val="38000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2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47" name="자유형: 도형 46">
                  <a:extLst>
                    <a:ext uri="{FF2B5EF4-FFF2-40B4-BE49-F238E27FC236}">
                      <a16:creationId xmlns:a16="http://schemas.microsoft.com/office/drawing/2014/main" id="{6E6D3ADC-F0DE-B2BB-3889-28F3403C9201}"/>
                    </a:ext>
                  </a:extLst>
                </p:cNvPr>
                <p:cNvSpPr/>
                <p:nvPr/>
              </p:nvSpPr>
              <p:spPr>
                <a:xfrm>
                  <a:off x="2611017" y="3023119"/>
                  <a:ext cx="337457" cy="715347"/>
                </a:xfrm>
                <a:custGeom>
                  <a:avLst/>
                  <a:gdLst>
                    <a:gd name="connsiteX0" fmla="*/ 0 w 323461"/>
                    <a:gd name="connsiteY0" fmla="*/ 715347 h 715347"/>
                    <a:gd name="connsiteX1" fmla="*/ 0 w 323461"/>
                    <a:gd name="connsiteY1" fmla="*/ 149290 h 715347"/>
                    <a:gd name="connsiteX2" fmla="*/ 323461 w 323461"/>
                    <a:gd name="connsiteY2" fmla="*/ 0 h 715347"/>
                    <a:gd name="connsiteX3" fmla="*/ 311020 w 323461"/>
                    <a:gd name="connsiteY3" fmla="*/ 709127 h 715347"/>
                    <a:gd name="connsiteX4" fmla="*/ 0 w 323461"/>
                    <a:gd name="connsiteY4" fmla="*/ 715347 h 71534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461" h="715347">
                      <a:moveTo>
                        <a:pt x="0" y="715347"/>
                      </a:moveTo>
                      <a:lnTo>
                        <a:pt x="0" y="149290"/>
                      </a:lnTo>
                      <a:lnTo>
                        <a:pt x="323461" y="0"/>
                      </a:lnTo>
                      <a:lnTo>
                        <a:pt x="311020" y="709127"/>
                      </a:lnTo>
                      <a:lnTo>
                        <a:pt x="0" y="715347"/>
                      </a:lnTo>
                      <a:close/>
                    </a:path>
                  </a:pathLst>
                </a:custGeom>
                <a:solidFill>
                  <a:schemeClr val="accent1">
                    <a:alpha val="56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2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/>
                </a:p>
              </p:txBody>
            </p:sp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467EC94B-BEF4-52EC-E70D-0B1BD9B30BC8}"/>
                    </a:ext>
                  </a:extLst>
                </p:cNvPr>
                <p:cNvSpPr txBox="1"/>
                <p:nvPr/>
              </p:nvSpPr>
              <p:spPr>
                <a:xfrm>
                  <a:off x="3143170" y="2348975"/>
                  <a:ext cx="629558" cy="2308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altLang="ko-KR" sz="900" dirty="0">
                      <a:ln w="9525">
                        <a:solidFill>
                          <a:schemeClr val="tx1">
                            <a:alpha val="29000"/>
                          </a:schemeClr>
                        </a:solidFill>
                      </a:ln>
                      <a:latin typeface="Times New Roman"/>
                      <a:ea typeface="맑은 고딕"/>
                      <a:cs typeface="Times New Roman"/>
                    </a:rPr>
                    <a:t>ox2 layer </a:t>
                  </a:r>
                  <a:endParaRPr lang="ko-KR" altLang="en-US" sz="900" dirty="0"/>
                </a:p>
              </p:txBody>
            </p:sp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221BAA7D-DCB7-47AD-B383-41B011B0B907}"/>
                    </a:ext>
                  </a:extLst>
                </p:cNvPr>
                <p:cNvSpPr txBox="1"/>
                <p:nvPr/>
              </p:nvSpPr>
              <p:spPr>
                <a:xfrm>
                  <a:off x="3711964" y="1945882"/>
                  <a:ext cx="546553" cy="307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US" altLang="ko-KR" sz="1400" dirty="0">
                      <a:ln w="9525">
                        <a:solidFill>
                          <a:schemeClr val="tx1">
                            <a:alpha val="29000"/>
                          </a:schemeClr>
                        </a:solidFill>
                      </a:ln>
                      <a:latin typeface="Times New Roman"/>
                      <a:ea typeface="맑은 고딕"/>
                      <a:cs typeface="Times New Roman"/>
                    </a:rPr>
                    <a:t>CTN</a:t>
                  </a:r>
                  <a:endParaRPr lang="ko-KR" altLang="en-US" sz="1400" dirty="0"/>
                </a:p>
              </p:txBody>
            </p:sp>
            <p:cxnSp>
              <p:nvCxnSpPr>
                <p:cNvPr id="50" name="직선 화살표 연결선 49">
                  <a:extLst>
                    <a:ext uri="{FF2B5EF4-FFF2-40B4-BE49-F238E27FC236}">
                      <a16:creationId xmlns:a16="http://schemas.microsoft.com/office/drawing/2014/main" id="{4F163349-E4B6-2ACC-DF3C-4E9AD5CE326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090057" y="1489787"/>
                  <a:ext cx="1642188" cy="0"/>
                </a:xfrm>
                <a:prstGeom prst="straightConnector1">
                  <a:avLst/>
                </a:prstGeom>
                <a:ln>
                  <a:headEnd type="triangle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AE50A506-9B17-260A-A451-54E293D0795A}"/>
                    </a:ext>
                  </a:extLst>
                </p:cNvPr>
                <p:cNvSpPr txBox="1"/>
                <p:nvPr/>
              </p:nvSpPr>
              <p:spPr>
                <a:xfrm>
                  <a:off x="2202025" y="1219201"/>
                  <a:ext cx="1441627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ko-KR" sz="1400" dirty="0">
                      <a:ln w="9525">
                        <a:solidFill>
                          <a:schemeClr val="tx1">
                            <a:alpha val="29000"/>
                          </a:schemeClr>
                        </a:solidFill>
                      </a:ln>
                      <a:latin typeface="Times New Roman"/>
                      <a:ea typeface="맑은 고딕"/>
                      <a:cs typeface="Times New Roman"/>
                    </a:rPr>
                    <a:t>BE-TOX (ONO)</a:t>
                  </a:r>
                  <a:endParaRPr lang="ko-KR" altLang="en-US" sz="14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endParaRPr>
                </a:p>
              </p:txBody>
            </p:sp>
            <p:cxnSp>
              <p:nvCxnSpPr>
                <p:cNvPr id="52" name="직선 화살표 연결선 51">
                  <a:extLst>
                    <a:ext uri="{FF2B5EF4-FFF2-40B4-BE49-F238E27FC236}">
                      <a16:creationId xmlns:a16="http://schemas.microsoft.com/office/drawing/2014/main" id="{62788D07-D3D7-7B0A-80FF-DD4E5E39747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859283" y="3857413"/>
                  <a:ext cx="966558" cy="0"/>
                </a:xfrm>
                <a:prstGeom prst="straightConnector1">
                  <a:avLst/>
                </a:prstGeom>
                <a:ln w="28575">
                  <a:solidFill>
                    <a:srgbClr val="FF3505"/>
                  </a:solidFill>
                  <a:headEnd type="triangl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3" name="직선 연결선 52">
                  <a:extLst>
                    <a:ext uri="{FF2B5EF4-FFF2-40B4-BE49-F238E27FC236}">
                      <a16:creationId xmlns:a16="http://schemas.microsoft.com/office/drawing/2014/main" id="{AE96D41E-91FD-A56B-105F-060CCD25C85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633635" y="4668057"/>
                  <a:ext cx="456422" cy="0"/>
                </a:xfrm>
                <a:prstGeom prst="line">
                  <a:avLst/>
                </a:prstGeom>
                <a:ln>
                  <a:solidFill>
                    <a:schemeClr val="bg1">
                      <a:lumMod val="65000"/>
                    </a:schemeClr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6" name="TextBox 35">
                    <a:extLst>
                      <a:ext uri="{FF2B5EF4-FFF2-40B4-BE49-F238E27FC236}">
                        <a16:creationId xmlns:a16="http://schemas.microsoft.com/office/drawing/2014/main" id="{FA412218-47E4-6807-B7A2-12EA984E9D2C}"/>
                      </a:ext>
                    </a:extLst>
                  </p:cNvPr>
                  <p:cNvSpPr txBox="1"/>
                  <p:nvPr/>
                </p:nvSpPr>
                <p:spPr>
                  <a:xfrm>
                    <a:off x="5852826" y="3437734"/>
                    <a:ext cx="671805" cy="26898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𝑐</m:t>
                            </m:r>
                          </m:e>
                          <m:sub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𝑛</m:t>
                            </m:r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, </m:t>
                            </m:r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𝑒𝑙𝑎𝑠𝑡𝑖𝑐</m:t>
                            </m:r>
                          </m:sub>
                        </m:sSub>
                      </m:oMath>
                    </a14:m>
                    <a:r>
                      <a:rPr lang="ko-KR" altLang="en-US" sz="1100" dirty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Times New Roman"/>
                        <a:ea typeface="맑은 고딕"/>
                        <a:cs typeface="Times New Roman"/>
                      </a:rPr>
                      <a:t> </a:t>
                    </a:r>
                  </a:p>
                </p:txBody>
              </p:sp>
            </mc:Choice>
            <mc:Fallback xmlns="">
              <p:sp>
                <p:nvSpPr>
                  <p:cNvPr id="36" name="TextBox 35">
                    <a:extLst>
                      <a:ext uri="{FF2B5EF4-FFF2-40B4-BE49-F238E27FC236}">
                        <a16:creationId xmlns:a16="http://schemas.microsoft.com/office/drawing/2014/main" id="{FA412218-47E4-6807-B7A2-12EA984E9D2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852826" y="3437734"/>
                    <a:ext cx="671805" cy="268984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7" name="TextBox 36">
                    <a:extLst>
                      <a:ext uri="{FF2B5EF4-FFF2-40B4-BE49-F238E27FC236}">
                        <a16:creationId xmlns:a16="http://schemas.microsoft.com/office/drawing/2014/main" id="{5EFB6F91-140B-EB6F-163B-5B5EC0174EF2}"/>
                      </a:ext>
                    </a:extLst>
                  </p:cNvPr>
                  <p:cNvSpPr txBox="1"/>
                  <p:nvPr/>
                </p:nvSpPr>
                <p:spPr>
                  <a:xfrm>
                    <a:off x="5852826" y="3096890"/>
                    <a:ext cx="671805" cy="26898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𝑒</m:t>
                            </m:r>
                          </m:e>
                          <m:sub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𝑛</m:t>
                            </m:r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, </m:t>
                            </m:r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𝑒𝑙𝑎𝑠𝑡𝑖𝑐</m:t>
                            </m:r>
                          </m:sub>
                        </m:sSub>
                      </m:oMath>
                    </a14:m>
                    <a:r>
                      <a:rPr lang="ko-KR" altLang="en-US" sz="1100" dirty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Times New Roman"/>
                        <a:ea typeface="맑은 고딕"/>
                        <a:cs typeface="Times New Roman"/>
                      </a:rPr>
                      <a:t> </a:t>
                    </a:r>
                  </a:p>
                </p:txBody>
              </p:sp>
            </mc:Choice>
            <mc:Fallback xmlns="">
              <p:sp>
                <p:nvSpPr>
                  <p:cNvPr id="37" name="TextBox 36">
                    <a:extLst>
                      <a:ext uri="{FF2B5EF4-FFF2-40B4-BE49-F238E27FC236}">
                        <a16:creationId xmlns:a16="http://schemas.microsoft.com/office/drawing/2014/main" id="{5EFB6F91-140B-EB6F-163B-5B5EC0174EF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852826" y="3096890"/>
                    <a:ext cx="671805" cy="268984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8" name="TextBox 37">
                    <a:extLst>
                      <a:ext uri="{FF2B5EF4-FFF2-40B4-BE49-F238E27FC236}">
                        <a16:creationId xmlns:a16="http://schemas.microsoft.com/office/drawing/2014/main" id="{B4326723-0A61-6B41-4DAD-E35424AB24E2}"/>
                      </a:ext>
                    </a:extLst>
                  </p:cNvPr>
                  <p:cNvSpPr txBox="1"/>
                  <p:nvPr/>
                </p:nvSpPr>
                <p:spPr>
                  <a:xfrm>
                    <a:off x="6523033" y="4172782"/>
                    <a:ext cx="671805" cy="2616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11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E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11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F</m:t>
                            </m:r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𝑖</m:t>
                            </m:r>
                          </m:sub>
                        </m:sSub>
                      </m:oMath>
                    </a14:m>
                    <a:r>
                      <a:rPr lang="ko-KR" altLang="en-US" sz="1100" dirty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Times New Roman"/>
                        <a:ea typeface="맑은 고딕"/>
                        <a:cs typeface="Times New Roman"/>
                      </a:rPr>
                      <a:t> </a:t>
                    </a:r>
                  </a:p>
                </p:txBody>
              </p:sp>
            </mc:Choice>
            <mc:Fallback xmlns="">
              <p:sp>
                <p:nvSpPr>
                  <p:cNvPr id="38" name="TextBox 37">
                    <a:extLst>
                      <a:ext uri="{FF2B5EF4-FFF2-40B4-BE49-F238E27FC236}">
                        <a16:creationId xmlns:a16="http://schemas.microsoft.com/office/drawing/2014/main" id="{B4326723-0A61-6B41-4DAD-E35424AB24E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523033" y="4172782"/>
                    <a:ext cx="671805" cy="261610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pic>
          <p:nvPicPr>
            <p:cNvPr id="57" name="그림 56">
              <a:extLst>
                <a:ext uri="{FF2B5EF4-FFF2-40B4-BE49-F238E27FC236}">
                  <a16:creationId xmlns:a16="http://schemas.microsoft.com/office/drawing/2014/main" id="{FEB21696-FCF9-DAC6-470A-DDCA6C5709C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7255092" y="3264972"/>
              <a:ext cx="242894" cy="24289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738849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CFD03B1-F42F-B392-BA6F-9F5D7555E9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129" y="193256"/>
            <a:ext cx="8955742" cy="535531"/>
          </a:xfrm>
        </p:spPr>
        <p:txBody>
          <a:bodyPr/>
          <a:lstStyle/>
          <a:p>
            <a:r>
              <a:rPr lang="en-US" altLang="ko-KR" sz="3200" dirty="0"/>
              <a:t>Trap-to-Band Tunneling Current Modeling (</a:t>
            </a:r>
            <a:r>
              <a:rPr lang="el-GR" altLang="ko-KR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ν</a:t>
            </a:r>
            <a:r>
              <a:rPr lang="en-US" altLang="ko-KR" sz="3200" i="1" baseline="-25000" dirty="0"/>
              <a:t>TBT</a:t>
            </a:r>
            <a:r>
              <a:rPr lang="en-US" altLang="ko-KR" sz="3200" i="1" dirty="0"/>
              <a:t>)</a:t>
            </a:r>
            <a:endParaRPr lang="ko-KR" altLang="en-US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EBEDD63-24FE-231E-4923-2A26980515A1}"/>
                  </a:ext>
                </a:extLst>
              </p:cNvPr>
              <p:cNvSpPr txBox="1"/>
              <p:nvPr/>
            </p:nvSpPr>
            <p:spPr>
              <a:xfrm>
                <a:off x="695651" y="1126891"/>
                <a:ext cx="5324150" cy="35721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c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n</m:t>
                        </m:r>
                        <m: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, </m:t>
                        </m:r>
                        <m:r>
                          <m:rPr>
                            <m:sty m:val="p"/>
                          </m:rP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elastic</m:t>
                        </m:r>
                      </m:sub>
                    </m:sSub>
                    <m:r>
                      <a:rPr lang="en-US" altLang="ko-KR" sz="20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r>
                      <m:rPr>
                        <m:sty m:val="p"/>
                      </m:rPr>
                      <a:rPr lang="en-US" altLang="ko-KR" sz="20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D</m:t>
                    </m:r>
                    <m:d>
                      <m:d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E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trap</m:t>
                            </m:r>
                          </m:sub>
                        </m:sSub>
                      </m:e>
                    </m:d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∙</m:t>
                    </m:r>
                    <m:sSub>
                      <m:sSub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W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transition</m:t>
                        </m:r>
                      </m:sub>
                    </m:sSub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∙</m:t>
                    </m:r>
                    <m:sSub>
                      <m:sSub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𝑓</m:t>
                        </m:r>
                      </m:e>
                      <m:sub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𝑐</m:t>
                        </m:r>
                      </m:sub>
                    </m:sSub>
                    <m:d>
                      <m:d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E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trap</m:t>
                            </m:r>
                          </m:sub>
                        </m:sSub>
                      </m:e>
                    </m:d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∙</m:t>
                    </m:r>
                    <m:d>
                      <m:dPr>
                        <m:begChr m:val="|"/>
                        <m:endChr m:val="|"/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TC</m:t>
                        </m:r>
                      </m:e>
                    </m:d>
                  </m:oMath>
                </a14:m>
                <a:r>
                  <a:rPr lang="en-US" altLang="ko-KR" sz="2000" b="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EBEDD63-24FE-231E-4923-2A26980515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651" y="1126891"/>
                <a:ext cx="5324150" cy="357214"/>
              </a:xfrm>
              <a:prstGeom prst="rect">
                <a:avLst/>
              </a:prstGeom>
              <a:blipFill>
                <a:blip r:embed="rId2"/>
                <a:stretch>
                  <a:fillRect b="-344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321FBB0-5816-9B89-00DE-0FEF1B78444E}"/>
                  </a:ext>
                </a:extLst>
              </p:cNvPr>
              <p:cNvSpPr txBox="1"/>
              <p:nvPr/>
            </p:nvSpPr>
            <p:spPr>
              <a:xfrm>
                <a:off x="590938" y="1679859"/>
                <a:ext cx="8223379" cy="5290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W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transition</m:t>
                        </m:r>
                      </m:sub>
                    </m:sSub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f>
                      <m:f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2</m:t>
                        </m:r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𝜋</m:t>
                        </m:r>
                      </m:num>
                      <m:den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ℏ</m:t>
                        </m:r>
                      </m:den>
                    </m:f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  <m:sSup>
                      <m:sSup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dPr>
                          <m:e>
                            <m:d>
                              <m:dPr>
                                <m:begChr m:val="⟨"/>
                                <m:endChr m:val="⟩"/>
                                <m:ctrlPr>
                                  <a:rPr lang="en-US" altLang="ko-KR" sz="20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dPr>
                              <m:e>
                                <m:r>
                                  <a:rPr lang="en-US" altLang="ko-KR" sz="20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𝑓</m:t>
                                </m:r>
                              </m:e>
                              <m:e>
                                <m:sSup>
                                  <m:sSupPr>
                                    <m:ctrlPr>
                                      <a:rPr lang="en-US" altLang="ko-KR" sz="2000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sz="2000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𝐻</m:t>
                                    </m:r>
                                  </m:e>
                                  <m:sup>
                                    <m:r>
                                      <a:rPr lang="en-US" altLang="ko-KR" sz="2000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′</m:t>
                                    </m:r>
                                  </m:sup>
                                </m:sSup>
                              </m:e>
                              <m:e>
                                <m:r>
                                  <a:rPr lang="en-US" altLang="ko-KR" sz="20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𝑖</m:t>
                                </m:r>
                              </m:e>
                            </m:d>
                          </m:e>
                        </m:d>
                      </m:e>
                      <m:sup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2</m:t>
                        </m:r>
                      </m:sup>
                    </m:sSup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𝛿</m:t>
                    </m:r>
                    <m:d>
                      <m:d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𝐸</m:t>
                        </m:r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−</m:t>
                        </m:r>
                        <m:sSub>
                          <m:sSub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𝐸</m:t>
                            </m:r>
                          </m:e>
                          <m:sub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𝑇</m:t>
                            </m:r>
                          </m:sub>
                        </m:sSub>
                      </m:e>
                    </m:d>
                  </m:oMath>
                </a14:m>
                <a:r>
                  <a:rPr lang="ko-KR" altLang="en-US" sz="2000" dirty="0"/>
                  <a:t> </a:t>
                </a:r>
                <a:r>
                  <a:rPr lang="ko-KR" altLang="en-US" sz="2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  <a:r>
                  <a:rPr lang="en-US" altLang="ko-KR" sz="2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: Transition rate by </a:t>
                </a:r>
                <a:r>
                  <a:rPr lang="en-US" altLang="ko-KR" sz="2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highlight>
                      <a:srgbClr val="FFFF00"/>
                    </a:highlight>
                    <a:latin typeface="Times New Roman"/>
                    <a:ea typeface="맑은 고딕"/>
                    <a:cs typeface="Times New Roman"/>
                  </a:rPr>
                  <a:t>Fermi golden rule</a:t>
                </a:r>
                <a:endParaRPr lang="ko-KR" altLang="en-US" sz="2000" dirty="0">
                  <a:highlight>
                    <a:srgbClr val="FFFF00"/>
                  </a:highlight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321FBB0-5816-9B89-00DE-0FEF1B7844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0938" y="1679859"/>
                <a:ext cx="8223379" cy="52905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E0C84C3-4D20-5FB1-C487-617625F08AAA}"/>
                  </a:ext>
                </a:extLst>
              </p:cNvPr>
              <p:cNvSpPr txBox="1"/>
              <p:nvPr/>
            </p:nvSpPr>
            <p:spPr>
              <a:xfrm>
                <a:off x="590938" y="2330524"/>
                <a:ext cx="8223379" cy="6707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pPr>
                      <m:e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𝐻</m:t>
                        </m:r>
                      </m:e>
                      <m:sup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′</m:t>
                        </m:r>
                      </m:sup>
                    </m:sSup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 </m:t>
                    </m:r>
                    <m:d>
                      <m:dPr>
                        <m:begChr m:val="{"/>
                        <m:endChr m:val=""/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eqArrPr>
                          <m:e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0</m:t>
                            </m:r>
                          </m:e>
                          <m:e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𝐸</m:t>
                                </m:r>
                              </m:e>
                              <m:sub>
                                <m: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𝑇</m:t>
                                </m:r>
                              </m:sub>
                            </m:sSub>
                          </m:e>
                        </m:eqArr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 </m:t>
                        </m:r>
                      </m:e>
                    </m:d>
                  </m:oMath>
                </a14:m>
                <a:r>
                  <a:rPr lang="ko-KR" altLang="en-US" sz="2000" dirty="0"/>
                  <a:t> </a:t>
                </a:r>
                <a:r>
                  <a:rPr lang="ko-KR" altLang="en-US" sz="2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  <a:r>
                  <a:rPr lang="en-US" altLang="ko-KR" sz="2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: Constant perturbation of energy band by trap</a:t>
                </a:r>
                <a:endParaRPr lang="ko-KR" altLang="en-US" sz="2000" dirty="0">
                  <a:highlight>
                    <a:srgbClr val="FFFF00"/>
                  </a:highlight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E0C84C3-4D20-5FB1-C487-617625F08A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0938" y="2330524"/>
                <a:ext cx="8223379" cy="67076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그룹 5">
            <a:extLst>
              <a:ext uri="{FF2B5EF4-FFF2-40B4-BE49-F238E27FC236}">
                <a16:creationId xmlns:a16="http://schemas.microsoft.com/office/drawing/2014/main" id="{A15F9CC8-C81C-8050-09CD-986CCEED11DB}"/>
              </a:ext>
            </a:extLst>
          </p:cNvPr>
          <p:cNvGrpSpPr/>
          <p:nvPr/>
        </p:nvGrpSpPr>
        <p:grpSpPr>
          <a:xfrm>
            <a:off x="160696" y="3512798"/>
            <a:ext cx="3689737" cy="2079584"/>
            <a:chOff x="160696" y="3512798"/>
            <a:chExt cx="3689737" cy="2079584"/>
          </a:xfrm>
        </p:grpSpPr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E53B7431-E458-F3D7-DA01-E47788F04F3F}"/>
                </a:ext>
              </a:extLst>
            </p:cNvPr>
            <p:cNvCxnSpPr>
              <a:cxnSpLocks/>
            </p:cNvCxnSpPr>
            <p:nvPr/>
          </p:nvCxnSpPr>
          <p:spPr>
            <a:xfrm>
              <a:off x="552582" y="3798792"/>
              <a:ext cx="2122194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" name="그룹 7">
              <a:extLst>
                <a:ext uri="{FF2B5EF4-FFF2-40B4-BE49-F238E27FC236}">
                  <a16:creationId xmlns:a16="http://schemas.microsoft.com/office/drawing/2014/main" id="{BEF4A503-9945-39BB-42AE-DEBCE034146C}"/>
                </a:ext>
              </a:extLst>
            </p:cNvPr>
            <p:cNvGrpSpPr/>
            <p:nvPr/>
          </p:nvGrpSpPr>
          <p:grpSpPr>
            <a:xfrm>
              <a:off x="1461796" y="3798790"/>
              <a:ext cx="273704" cy="1517781"/>
              <a:chOff x="1405812" y="3937517"/>
              <a:chExt cx="273704" cy="1517781"/>
            </a:xfrm>
          </p:grpSpPr>
          <p:cxnSp>
            <p:nvCxnSpPr>
              <p:cNvPr id="14" name="연결선: 구부러짐 13">
                <a:extLst>
                  <a:ext uri="{FF2B5EF4-FFF2-40B4-BE49-F238E27FC236}">
                    <a16:creationId xmlns:a16="http://schemas.microsoft.com/office/drawing/2014/main" id="{FE0BC142-D08D-9188-84E8-0B3D13CDC270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H="1">
                <a:off x="715348" y="4627982"/>
                <a:ext cx="1517780" cy="136852"/>
              </a:xfrm>
              <a:prstGeom prst="curvedConnector3">
                <a:avLst>
                  <a:gd name="adj1" fmla="val 3279"/>
                </a:avLst>
              </a:prstGeom>
              <a:ln w="19050">
                <a:solidFill>
                  <a:srgbClr val="00206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연결선: 구부러짐 14">
                <a:extLst>
                  <a:ext uri="{FF2B5EF4-FFF2-40B4-BE49-F238E27FC236}">
                    <a16:creationId xmlns:a16="http://schemas.microsoft.com/office/drawing/2014/main" id="{14382BD9-9EBE-744E-9474-ADC55D875555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852200" y="4627981"/>
                <a:ext cx="1517780" cy="136852"/>
              </a:xfrm>
              <a:prstGeom prst="curvedConnector3">
                <a:avLst>
                  <a:gd name="adj1" fmla="val 3279"/>
                </a:avLst>
              </a:prstGeom>
              <a:ln w="19050">
                <a:solidFill>
                  <a:srgbClr val="00206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90F946CB-0462-5800-3A0A-F842BEFC1D89}"/>
                    </a:ext>
                  </a:extLst>
                </p:cNvPr>
                <p:cNvSpPr txBox="1"/>
                <p:nvPr/>
              </p:nvSpPr>
              <p:spPr>
                <a:xfrm>
                  <a:off x="160696" y="3512798"/>
                  <a:ext cx="3689737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d>
                        <m:dPr>
                          <m:ctrlPr>
                            <a:rPr lang="en-US" altLang="ko-KR" sz="11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110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</m:ctrlPr>
                            </m:sSubPr>
                            <m:e>
                              <m:r>
                                <a:rPr lang="en-US" altLang="ko-KR" sz="110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altLang="ko-KR" sz="110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𝐵</m:t>
                              </m:r>
                            </m:sub>
                          </m:sSub>
                          <m:r>
                            <a:rPr lang="en-US" altLang="ko-KR" sz="11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altLang="ko-KR" sz="110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</m:ctrlPr>
                            </m:sSupPr>
                            <m:e>
                              <m:r>
                                <a:rPr lang="en-US" altLang="ko-KR" sz="110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𝐻</m:t>
                              </m:r>
                            </m:e>
                            <m:sup>
                              <m:r>
                                <a:rPr lang="en-US" altLang="ko-KR" sz="110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′</m:t>
                              </m:r>
                            </m:sup>
                          </m:sSup>
                        </m:e>
                      </m:d>
                      <m:r>
                        <a:rPr lang="en-US" altLang="ko-KR" sz="1100" b="0" i="1" smtClean="0">
                          <a:ln w="9525">
                            <a:solidFill>
                              <a:schemeClr val="tx1">
                                <a:alpha val="29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맑은 고딕"/>
                          <a:cs typeface="Times New Roman"/>
                        </a:rPr>
                        <m:t>𝜓</m:t>
                      </m:r>
                      <m:r>
                        <a:rPr lang="en-US" altLang="ko-KR" sz="1100" b="0" i="1" smtClean="0">
                          <a:ln w="9525">
                            <a:solidFill>
                              <a:schemeClr val="tx1">
                                <a:alpha val="29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맑은 고딕"/>
                          <a:cs typeface="Times New Roman"/>
                        </a:rPr>
                        <m:t>=</m:t>
                      </m:r>
                      <m:sSub>
                        <m:sSubPr>
                          <m:ctrlPr>
                            <a:rPr lang="en-US" altLang="ko-KR" sz="11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</m:ctrlPr>
                        </m:sSubPr>
                        <m:e>
                          <m:r>
                            <a:rPr lang="en-US" altLang="ko-KR" sz="11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𝐸</m:t>
                          </m:r>
                        </m:e>
                        <m:sub>
                          <m:r>
                            <a:rPr lang="en-US" altLang="ko-KR" sz="11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𝑐</m:t>
                          </m:r>
                        </m:sub>
                      </m:sSub>
                      <m:r>
                        <a:rPr lang="en-US" altLang="ko-KR" sz="1100" b="0" i="1" smtClean="0">
                          <a:ln w="9525">
                            <a:solidFill>
                              <a:schemeClr val="tx1">
                                <a:alpha val="29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맑은 고딕"/>
                          <a:cs typeface="Times New Roman"/>
                        </a:rPr>
                        <m:t> </m:t>
                      </m:r>
                      <m:r>
                        <a:rPr lang="en-US" altLang="ko-KR" sz="1100" b="0" i="1" smtClean="0">
                          <a:ln w="9525">
                            <a:solidFill>
                              <a:schemeClr val="tx1">
                                <a:alpha val="29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맑은 고딕"/>
                          <a:cs typeface="Times New Roman"/>
                        </a:rPr>
                        <m:t>𝜓</m:t>
                      </m:r>
                    </m:oMath>
                  </a14:m>
                  <a:r>
                    <a:rPr lang="ko-KR" altLang="en-US" sz="1100" dirty="0">
                      <a:ln w="9525">
                        <a:solidFill>
                          <a:schemeClr val="tx1">
                            <a:alpha val="29000"/>
                          </a:schemeClr>
                        </a:solidFill>
                      </a:ln>
                      <a:latin typeface="Times New Roman"/>
                      <a:ea typeface="맑은 고딕"/>
                      <a:cs typeface="Times New Roman"/>
                    </a:rPr>
                    <a:t> </a:t>
                  </a:r>
                  <a:r>
                    <a:rPr lang="en-US" altLang="ko-KR" sz="1100" dirty="0">
                      <a:ln w="9525">
                        <a:solidFill>
                          <a:schemeClr val="tx1">
                            <a:alpha val="29000"/>
                          </a:schemeClr>
                        </a:solidFill>
                      </a:ln>
                      <a:latin typeface="Times New Roman"/>
                      <a:ea typeface="맑은 고딕"/>
                      <a:cs typeface="Times New Roman"/>
                    </a:rPr>
                    <a:t>: Unperturbed energy band free electron</a:t>
                  </a:r>
                  <a:endParaRPr lang="ko-KR" altLang="en-US" sz="11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endParaRPr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90F946CB-0462-5800-3A0A-F842BEFC1D8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0696" y="3512798"/>
                  <a:ext cx="3689737" cy="26161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99845CC1-C18D-7D47-8CFD-DFA8BFFAD73D}"/>
                    </a:ext>
                  </a:extLst>
                </p:cNvPr>
                <p:cNvSpPr txBox="1"/>
                <p:nvPr/>
              </p:nvSpPr>
              <p:spPr>
                <a:xfrm>
                  <a:off x="354568" y="5330772"/>
                  <a:ext cx="2942249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d>
                        <m:dPr>
                          <m:ctrlPr>
                            <a:rPr lang="en-US" altLang="ko-KR" sz="11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110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</m:ctrlPr>
                            </m:sSubPr>
                            <m:e>
                              <m:r>
                                <a:rPr lang="en-US" altLang="ko-KR" sz="110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altLang="ko-KR" sz="110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𝐵</m:t>
                              </m:r>
                            </m:sub>
                          </m:sSub>
                          <m:r>
                            <a:rPr lang="en-US" altLang="ko-KR" sz="11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altLang="ko-KR" sz="110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</m:ctrlPr>
                            </m:sSupPr>
                            <m:e>
                              <m:r>
                                <a:rPr lang="en-US" altLang="ko-KR" sz="110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𝐻</m:t>
                              </m:r>
                            </m:e>
                            <m:sup>
                              <m:r>
                                <a:rPr lang="en-US" altLang="ko-KR" sz="110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′</m:t>
                              </m:r>
                            </m:sup>
                          </m:sSup>
                        </m:e>
                      </m:d>
                      <m:r>
                        <a:rPr lang="en-US" altLang="ko-KR" sz="1100" b="0" i="1" smtClean="0">
                          <a:ln w="9525">
                            <a:solidFill>
                              <a:schemeClr val="tx1">
                                <a:alpha val="29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맑은 고딕"/>
                          <a:cs typeface="Times New Roman"/>
                        </a:rPr>
                        <m:t>𝜓</m:t>
                      </m:r>
                      <m:r>
                        <a:rPr lang="en-US" altLang="ko-KR" sz="1100" b="0" i="1" smtClean="0">
                          <a:ln w="9525">
                            <a:solidFill>
                              <a:schemeClr val="tx1">
                                <a:alpha val="29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맑은 고딕"/>
                          <a:cs typeface="Times New Roman"/>
                        </a:rPr>
                        <m:t>=</m:t>
                      </m:r>
                      <m:d>
                        <m:dPr>
                          <m:ctrlPr>
                            <a:rPr lang="en-US" altLang="ko-KR" sz="11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110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</m:ctrlPr>
                            </m:sSubPr>
                            <m:e>
                              <m:r>
                                <a:rPr lang="en-US" altLang="ko-KR" sz="110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altLang="ko-KR" sz="110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𝑐</m:t>
                              </m:r>
                            </m:sub>
                          </m:sSub>
                          <m:r>
                            <a:rPr lang="en-US" altLang="ko-KR" sz="11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ko-KR" sz="110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</m:ctrlPr>
                            </m:sSubPr>
                            <m:e>
                              <m:r>
                                <a:rPr lang="en-US" altLang="ko-KR" sz="110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altLang="ko-KR" sz="110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en-US" altLang="ko-KR" sz="1100" b="0" i="1" smtClean="0">
                          <a:ln w="9525">
                            <a:solidFill>
                              <a:schemeClr val="tx1">
                                <a:alpha val="29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맑은 고딕"/>
                          <a:cs typeface="Times New Roman"/>
                        </a:rPr>
                        <m:t>𝜓</m:t>
                      </m:r>
                    </m:oMath>
                  </a14:m>
                  <a:r>
                    <a:rPr lang="ko-KR" altLang="en-US" sz="1100" dirty="0">
                      <a:ln w="9525">
                        <a:solidFill>
                          <a:schemeClr val="tx1">
                            <a:alpha val="29000"/>
                          </a:schemeClr>
                        </a:solidFill>
                      </a:ln>
                      <a:latin typeface="Times New Roman"/>
                      <a:ea typeface="맑은 고딕"/>
                      <a:cs typeface="Times New Roman"/>
                    </a:rPr>
                    <a:t> </a:t>
                  </a:r>
                  <a:r>
                    <a:rPr lang="en-US" altLang="ko-KR" sz="1100" dirty="0">
                      <a:ln w="9525">
                        <a:solidFill>
                          <a:schemeClr val="tx1">
                            <a:alpha val="29000"/>
                          </a:schemeClr>
                        </a:solidFill>
                      </a:ln>
                      <a:latin typeface="Times New Roman"/>
                      <a:ea typeface="맑은 고딕"/>
                      <a:cs typeface="Times New Roman"/>
                    </a:rPr>
                    <a:t>: Trapped electron</a:t>
                  </a:r>
                  <a:endParaRPr lang="ko-KR" altLang="en-US" sz="11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endParaRPr>
                </a:p>
              </p:txBody>
            </p:sp>
          </mc:Choice>
          <mc:Fallback xmlns="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99845CC1-C18D-7D47-8CFD-DFA8BFFAD73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4568" y="5330772"/>
                  <a:ext cx="2942249" cy="26161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4B83809F-C613-0198-2F14-0A3E4AE81222}"/>
                    </a:ext>
                  </a:extLst>
                </p:cNvPr>
                <p:cNvSpPr txBox="1"/>
                <p:nvPr/>
              </p:nvSpPr>
              <p:spPr>
                <a:xfrm>
                  <a:off x="2346911" y="3765859"/>
                  <a:ext cx="595605" cy="2616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ko-KR" sz="11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</m:ctrlPr>
                        </m:sSubPr>
                        <m:e>
                          <m:r>
                            <a:rPr lang="en-US" altLang="ko-KR" sz="11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𝐸</m:t>
                          </m:r>
                        </m:e>
                        <m:sub>
                          <m:r>
                            <a:rPr lang="en-US" altLang="ko-KR" sz="11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𝑐</m:t>
                          </m:r>
                        </m:sub>
                      </m:sSub>
                      <m:r>
                        <a:rPr lang="en-US" altLang="ko-KR" sz="1100" b="0" i="1" smtClean="0">
                          <a:ln w="9525">
                            <a:solidFill>
                              <a:schemeClr val="tx1">
                                <a:alpha val="29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맑은 고딕"/>
                          <a:cs typeface="Times New Roman"/>
                        </a:rPr>
                        <m:t> </m:t>
                      </m:r>
                    </m:oMath>
                  </a14:m>
                  <a:r>
                    <a:rPr lang="ko-KR" altLang="en-US" sz="1100" dirty="0"/>
                    <a:t> </a:t>
                  </a:r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4B83809F-C613-0198-2F14-0A3E4AE8122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46911" y="3765859"/>
                  <a:ext cx="595605" cy="261610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7C4187B2-663B-FDCF-7600-45F3CB0F1B00}"/>
                    </a:ext>
                  </a:extLst>
                </p:cNvPr>
                <p:cNvSpPr txBox="1"/>
                <p:nvPr/>
              </p:nvSpPr>
              <p:spPr>
                <a:xfrm>
                  <a:off x="1123696" y="4519656"/>
                  <a:ext cx="595605" cy="2616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ko-KR" sz="11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</m:ctrlPr>
                        </m:sSubPr>
                        <m:e>
                          <m:r>
                            <a:rPr lang="en-US" altLang="ko-KR" sz="11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𝐸</m:t>
                          </m:r>
                        </m:e>
                        <m:sub>
                          <m:r>
                            <a:rPr lang="en-US" altLang="ko-KR" sz="11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𝑡</m:t>
                          </m:r>
                        </m:sub>
                      </m:sSub>
                      <m:r>
                        <a:rPr lang="en-US" altLang="ko-KR" sz="1100" b="0" i="1" smtClean="0">
                          <a:ln w="9525">
                            <a:solidFill>
                              <a:schemeClr val="tx1">
                                <a:alpha val="29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맑은 고딕"/>
                          <a:cs typeface="Times New Roman"/>
                        </a:rPr>
                        <m:t> </m:t>
                      </m:r>
                    </m:oMath>
                  </a14:m>
                  <a:r>
                    <a:rPr lang="ko-KR" altLang="en-US" sz="1100" dirty="0"/>
                    <a:t> </a:t>
                  </a:r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7C4187B2-663B-FDCF-7600-45F3CB0F1B0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23696" y="4519656"/>
                  <a:ext cx="595605" cy="261610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3" name="직선 화살표 연결선 12">
              <a:extLst>
                <a:ext uri="{FF2B5EF4-FFF2-40B4-BE49-F238E27FC236}">
                  <a16:creationId xmlns:a16="http://schemas.microsoft.com/office/drawing/2014/main" id="{56E64D35-D7DC-23DB-C79C-08F63D3B0BC0}"/>
                </a:ext>
              </a:extLst>
            </p:cNvPr>
            <p:cNvCxnSpPr/>
            <p:nvPr/>
          </p:nvCxnSpPr>
          <p:spPr>
            <a:xfrm>
              <a:off x="1418253" y="3798789"/>
              <a:ext cx="0" cy="1531982"/>
            </a:xfrm>
            <a:prstGeom prst="straightConnector1">
              <a:avLst/>
            </a:prstGeom>
            <a:ln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BC8878A-FAE3-D46B-D3BD-071C28F6C3BC}"/>
                  </a:ext>
                </a:extLst>
              </p:cNvPr>
              <p:cNvSpPr txBox="1"/>
              <p:nvPr/>
            </p:nvSpPr>
            <p:spPr>
              <a:xfrm>
                <a:off x="3926112" y="5020878"/>
                <a:ext cx="3284376" cy="6197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altLang="ko-KR" sz="200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r>
                          <a:rPr lang="en-US" altLang="ko-KR" sz="200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𝑓</m:t>
                        </m:r>
                      </m:e>
                      <m:e>
                        <m:sSup>
                          <m:sSupPr>
                            <m:ctrlP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pPr>
                          <m:e>
                            <m: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𝐻</m:t>
                            </m:r>
                          </m:e>
                          <m:sup>
                            <m: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′</m:t>
                            </m:r>
                          </m:sup>
                        </m:sSup>
                      </m:e>
                      <m:e>
                        <m:r>
                          <a:rPr lang="en-US" altLang="ko-KR" sz="200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𝑖</m:t>
                        </m:r>
                      </m:e>
                    </m:d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sSub>
                      <m:sSub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E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T</m:t>
                        </m:r>
                      </m:sub>
                    </m:sSub>
                    <m:f>
                      <m:f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radPr>
                          <m:deg/>
                          <m:e>
                            <m:sSub>
                              <m:sSubPr>
                                <m:ctrlP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sz="2000" b="0" i="0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V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ko-KR" sz="2000" b="0" i="0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T</m:t>
                                </m:r>
                              </m:sub>
                            </m:sSub>
                          </m:e>
                        </m:rad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radPr>
                          <m:deg/>
                          <m:e>
                            <m:r>
                              <m:rPr>
                                <m:sty m:val="p"/>
                              </m:rP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A</m:t>
                            </m:r>
                          </m:e>
                        </m:rad>
                      </m:den>
                    </m:f>
                  </m:oMath>
                </a14:m>
                <a:r>
                  <a:rPr lang="ko-KR" altLang="en-US" sz="2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 </a:t>
                </a: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BC8878A-FAE3-D46B-D3BD-071C28F6C3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6112" y="5020878"/>
                <a:ext cx="3284376" cy="61978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7" name="그룹 16">
            <a:extLst>
              <a:ext uri="{FF2B5EF4-FFF2-40B4-BE49-F238E27FC236}">
                <a16:creationId xmlns:a16="http://schemas.microsoft.com/office/drawing/2014/main" id="{64F64C24-8FF4-E15B-CA0C-96CAE2BE9A71}"/>
              </a:ext>
            </a:extLst>
          </p:cNvPr>
          <p:cNvGrpSpPr/>
          <p:nvPr/>
        </p:nvGrpSpPr>
        <p:grpSpPr>
          <a:xfrm>
            <a:off x="4030827" y="3001285"/>
            <a:ext cx="4534678" cy="1838919"/>
            <a:chOff x="4279639" y="3274381"/>
            <a:chExt cx="4534678" cy="183891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14634F7C-CBE7-EB5B-DA31-6E7FBB280E0E}"/>
                    </a:ext>
                  </a:extLst>
                </p:cNvPr>
                <p:cNvSpPr txBox="1"/>
                <p:nvPr/>
              </p:nvSpPr>
              <p:spPr>
                <a:xfrm>
                  <a:off x="4279639" y="3274381"/>
                  <a:ext cx="4534678" cy="144590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ko-KR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b="0" i="0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Ψ</m:t>
                          </m:r>
                        </m:e>
                        <m:sub>
                          <m:r>
                            <a:rPr lang="en-US" altLang="ko-KR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𝑓</m:t>
                          </m:r>
                        </m:sub>
                      </m:sSub>
                      <m:d>
                        <m:dPr>
                          <m:ctrlPr>
                            <a:rPr lang="en-US" altLang="ko-KR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</m:ctrlPr>
                        </m:dPr>
                        <m:e>
                          <m:r>
                            <a:rPr lang="en-US" altLang="ko-KR" b="1" i="0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𝐫</m:t>
                          </m:r>
                        </m:e>
                      </m:d>
                      <m:r>
                        <a:rPr lang="en-US" altLang="ko-KR" b="0" i="0" smtClean="0">
                          <a:ln w="9525">
                            <a:solidFill>
                              <a:schemeClr val="tx1">
                                <a:alpha val="29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맑은 고딕"/>
                          <a:cs typeface="Times New Roman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ko-KR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ko-KR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</m:ctrlPr>
                            </m:eqArrPr>
                            <m:e>
                              <m:f>
                                <m:fPr>
                                  <m:ctrlPr>
                                    <a:rPr lang="en-US" altLang="ko-KR" i="1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ko-KR" i="1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  <m:t>1</m:t>
                                  </m:r>
                                </m:num>
                                <m:den>
                                  <m:rad>
                                    <m:radPr>
                                      <m:degHide m:val="on"/>
                                      <m:ctrlPr>
                                        <a:rPr lang="en-US" altLang="ko-KR" i="1">
                                          <a:ln w="9525">
                                            <a:solidFill>
                                              <a:schemeClr val="tx1">
                                                <a:alpha val="29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맑은 고딕"/>
                                          <a:cs typeface="Times New Roman"/>
                                        </a:rPr>
                                      </m:ctrlPr>
                                    </m:radPr>
                                    <m:deg/>
                                    <m:e>
                                      <m:sSub>
                                        <m:sSubPr>
                                          <m:ctrlPr>
                                            <a:rPr lang="en-US" altLang="ko-KR" i="1">
                                              <a:ln w="9525">
                                                <a:solidFill>
                                                  <a:schemeClr val="tx1">
                                                    <a:alpha val="29000"/>
                                                  </a:schemeClr>
                                                </a:solidFill>
                                              </a:ln>
                                              <a:latin typeface="Cambria Math" panose="02040503050406030204" pitchFamily="18" charset="0"/>
                                              <a:ea typeface="맑은 고딕"/>
                                              <a:cs typeface="Times New Roman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altLang="ko-KR">
                                              <a:ln w="9525">
                                                <a:solidFill>
                                                  <a:schemeClr val="tx1">
                                                    <a:alpha val="29000"/>
                                                  </a:schemeClr>
                                                </a:solidFill>
                                              </a:ln>
                                              <a:latin typeface="Cambria Math" panose="02040503050406030204" pitchFamily="18" charset="0"/>
                                              <a:ea typeface="맑은 고딕"/>
                                              <a:cs typeface="Times New Roman"/>
                                            </a:rPr>
                                            <m:t>V</m:t>
                                          </m:r>
                                        </m:e>
                                        <m:sub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altLang="ko-KR">
                                              <a:ln w="9525">
                                                <a:solidFill>
                                                  <a:schemeClr val="tx1">
                                                    <a:alpha val="29000"/>
                                                  </a:schemeClr>
                                                </a:solidFill>
                                              </a:ln>
                                              <a:latin typeface="Cambria Math" panose="02040503050406030204" pitchFamily="18" charset="0"/>
                                              <a:ea typeface="맑은 고딕"/>
                                              <a:cs typeface="Times New Roman"/>
                                            </a:rPr>
                                            <m:t>T</m:t>
                                          </m:r>
                                        </m:sub>
                                      </m:sSub>
                                    </m:e>
                                  </m:rad>
                                </m:den>
                              </m:f>
                              <m:r>
                                <a:rPr lang="en-US" altLang="ko-KR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 </m:t>
                              </m:r>
                              <m:r>
                                <a:rPr lang="en-US" altLang="ko-KR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𝑖𝑓</m:t>
                              </m:r>
                              <m:r>
                                <a:rPr lang="en-US" altLang="ko-KR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 </m:t>
                              </m:r>
                              <m:r>
                                <a:rPr lang="en-US" altLang="ko-KR" b="1" i="0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𝐫</m:t>
                              </m:r>
                              <m:r>
                                <a:rPr lang="en-US" altLang="ko-KR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/>
                                </a:rPr>
                                <m:t>∈</m:t>
                              </m:r>
                              <m:r>
                                <a:rPr lang="en-US" altLang="ko-KR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/>
                                </a:rPr>
                                <m:t>𝑡𝑟𝑎𝑝</m:t>
                              </m:r>
                            </m:e>
                            <m:e>
                              <m:r>
                                <a:rPr lang="en-US" altLang="ko-KR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0   </m:t>
                              </m:r>
                              <m:r>
                                <a:rPr lang="en-US" altLang="ko-KR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𝑖𝑓</m:t>
                              </m:r>
                              <m:r>
                                <a:rPr lang="en-US" altLang="ko-KR" b="1" i="0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  </m:t>
                              </m:r>
                              <m:r>
                                <a:rPr lang="en-US" altLang="ko-KR" b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𝐫</m:t>
                              </m:r>
                              <m:r>
                                <a:rPr lang="en-US" altLang="ko-KR" b="1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∉ </m:t>
                              </m:r>
                              <m:r>
                                <a:rPr lang="en-US" altLang="ko-KR" i="1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/>
                                </a:rPr>
                                <m:t>𝑡𝑟𝑎𝑝</m:t>
                              </m:r>
                            </m:e>
                          </m:eqArr>
                        </m:e>
                      </m:d>
                    </m:oMath>
                  </a14:m>
                  <a:r>
                    <a:rPr lang="en-US" altLang="ko-KR" b="0" i="1" dirty="0">
                      <a:ln w="9525">
                        <a:solidFill>
                          <a:schemeClr val="tx1">
                            <a:alpha val="29000"/>
                          </a:schemeClr>
                        </a:solidFill>
                      </a:ln>
                      <a:latin typeface="Cambria Math" panose="02040503050406030204" pitchFamily="18" charset="0"/>
                      <a:ea typeface="맑은 고딕"/>
                      <a:cs typeface="Times New Roman"/>
                    </a:rPr>
                    <a:t> </a:t>
                  </a:r>
                </a:p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ko-KR" sz="20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sz="2000" b="0" i="0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Ψ</m:t>
                          </m:r>
                        </m:e>
                        <m:sub>
                          <m:r>
                            <a:rPr lang="en-US" altLang="ko-KR" sz="20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altLang="ko-KR" sz="20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</m:ctrlPr>
                        </m:dPr>
                        <m:e>
                          <m:r>
                            <a:rPr lang="en-US" altLang="ko-KR" sz="20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𝑟</m:t>
                          </m:r>
                        </m:e>
                      </m:d>
                      <m:r>
                        <a:rPr lang="en-US" altLang="ko-KR" sz="2000" b="0" i="1" smtClean="0">
                          <a:ln w="9525">
                            <a:solidFill>
                              <a:schemeClr val="tx1">
                                <a:alpha val="29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맑은 고딕"/>
                          <a:cs typeface="Times New Roman"/>
                        </a:rPr>
                        <m:t>=</m:t>
                      </m:r>
                      <m:f>
                        <m:fPr>
                          <m:ctrlPr>
                            <a:rPr lang="en-US" altLang="ko-KR" sz="20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</m:ctrlPr>
                        </m:fPr>
                        <m:num>
                          <m:r>
                            <a:rPr lang="en-US" altLang="ko-KR" sz="20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ko-KR" sz="200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ko-KR" sz="200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𝐴</m:t>
                              </m:r>
                            </m:e>
                          </m:rad>
                        </m:den>
                      </m:f>
                      <m:func>
                        <m:funcPr>
                          <m:ctrlPr>
                            <a:rPr lang="en-US" altLang="ko-KR" sz="20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sz="2000" b="0" i="0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exp</m:t>
                          </m:r>
                        </m:fName>
                        <m:e>
                          <m:d>
                            <m:dPr>
                              <m:ctrlPr>
                                <a:rPr lang="en-US" altLang="ko-KR" sz="200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</m:ctrlPr>
                            </m:dPr>
                            <m:e>
                              <m:r>
                                <a:rPr lang="en-US" altLang="ko-KR" sz="200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𝑖</m:t>
                              </m:r>
                              <m:r>
                                <a:rPr lang="en-US" altLang="ko-KR" sz="2000" b="0" i="0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 </m:t>
                              </m:r>
                              <m:d>
                                <m:dPr>
                                  <m:ctrlPr>
                                    <a:rPr lang="en-US" altLang="ko-KR" sz="2000" b="0" i="1" smtClean="0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ko-KR" sz="2000" b="0" i="1" smtClean="0">
                                          <a:ln w="9525">
                                            <a:solidFill>
                                              <a:schemeClr val="tx1">
                                                <a:alpha val="29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맑은 고딕"/>
                                          <a:cs typeface="Times New Roman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altLang="ko-KR" sz="2000" b="0" i="0" smtClean="0">
                                          <a:ln w="9525">
                                            <a:solidFill>
                                              <a:schemeClr val="tx1">
                                                <a:alpha val="29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맑은 고딕"/>
                                          <a:cs typeface="Times New Roman"/>
                                        </a:rPr>
                                        <m:t>k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en-US" altLang="ko-KR" sz="2000" b="0" i="0" smtClean="0">
                                          <a:ln w="9525">
                                            <a:solidFill>
                                              <a:schemeClr val="tx1">
                                                <a:alpha val="29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맑은 고딕"/>
                                          <a:cs typeface="Times New Roman"/>
                                        </a:rPr>
                                        <m:t>x</m:t>
                                      </m:r>
                                    </m:sub>
                                  </m:sSub>
                                  <m:r>
                                    <m:rPr>
                                      <m:sty m:val="p"/>
                                    </m:rPr>
                                    <a:rPr lang="en-US" altLang="ko-KR" sz="2000" b="0" i="0" smtClean="0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  <m:t>x</m:t>
                                  </m:r>
                                  <m:r>
                                    <a:rPr lang="en-US" altLang="ko-KR" sz="2000" b="0" i="0" smtClean="0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altLang="ko-KR" sz="2000" b="0" i="1" smtClean="0">
                                          <a:ln w="9525">
                                            <a:solidFill>
                                              <a:schemeClr val="tx1">
                                                <a:alpha val="29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맑은 고딕"/>
                                          <a:cs typeface="Times New Roman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altLang="ko-KR" sz="2000" b="0" i="0" smtClean="0">
                                          <a:ln w="9525">
                                            <a:solidFill>
                                              <a:schemeClr val="tx1">
                                                <a:alpha val="29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맑은 고딕"/>
                                          <a:cs typeface="Times New Roman"/>
                                        </a:rPr>
                                        <m:t>k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en-US" altLang="ko-KR" sz="2000" b="0" i="0" smtClean="0">
                                          <a:ln w="9525">
                                            <a:solidFill>
                                              <a:schemeClr val="tx1">
                                                <a:alpha val="29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맑은 고딕"/>
                                          <a:cs typeface="Times New Roman"/>
                                        </a:rPr>
                                        <m:t>y</m:t>
                                      </m:r>
                                    </m:sub>
                                  </m:sSub>
                                  <m:r>
                                    <m:rPr>
                                      <m:sty m:val="p"/>
                                    </m:rPr>
                                    <a:rPr lang="en-US" altLang="ko-KR" sz="2000" b="0" i="0" smtClean="0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  <m:t>y</m:t>
                                  </m:r>
                                  <m:r>
                                    <a:rPr lang="en-US" altLang="ko-KR" sz="2000" b="0" i="0" smtClean="0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altLang="ko-KR" sz="2000" b="0" i="1" smtClean="0">
                                          <a:ln w="9525">
                                            <a:solidFill>
                                              <a:schemeClr val="tx1">
                                                <a:alpha val="29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맑은 고딕"/>
                                          <a:cs typeface="Times New Roman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altLang="ko-KR" sz="2000" b="0" i="0" smtClean="0">
                                          <a:ln w="9525">
                                            <a:solidFill>
                                              <a:schemeClr val="tx1">
                                                <a:alpha val="29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맑은 고딕"/>
                                          <a:cs typeface="Times New Roman"/>
                                        </a:rPr>
                                        <m:t>k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en-US" altLang="ko-KR" sz="2000" b="0" i="0" smtClean="0">
                                          <a:ln w="9525">
                                            <a:solidFill>
                                              <a:schemeClr val="tx1">
                                                <a:alpha val="29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맑은 고딕"/>
                                          <a:cs typeface="Times New Roman"/>
                                        </a:rPr>
                                        <m:t>z</m:t>
                                      </m:r>
                                    </m:sub>
                                  </m:sSub>
                                  <m:r>
                                    <m:rPr>
                                      <m:sty m:val="p"/>
                                    </m:rPr>
                                    <a:rPr lang="en-US" altLang="ko-KR" sz="2000" b="0" i="0" smtClean="0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  <m:t>z</m:t>
                                  </m:r>
                                </m:e>
                              </m:d>
                            </m:e>
                          </m:d>
                        </m:e>
                      </m:func>
                    </m:oMath>
                  </a14:m>
                  <a:r>
                    <a:rPr lang="ko-KR" altLang="en-US" sz="2000" dirty="0">
                      <a:ln w="9525">
                        <a:solidFill>
                          <a:schemeClr val="tx1">
                            <a:alpha val="29000"/>
                          </a:schemeClr>
                        </a:solidFill>
                      </a:ln>
                      <a:latin typeface="Times New Roman"/>
                      <a:ea typeface="맑은 고딕"/>
                      <a:cs typeface="Times New Roman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14634F7C-CBE7-EB5B-DA31-6E7FBB280E0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79639" y="3274381"/>
                  <a:ext cx="4534678" cy="1445909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E75D6D30-1A78-29CA-201D-C87169728200}"/>
                </a:ext>
              </a:extLst>
            </p:cNvPr>
            <p:cNvSpPr txBox="1"/>
            <p:nvPr/>
          </p:nvSpPr>
          <p:spPr>
            <a:xfrm>
              <a:off x="7117377" y="3585839"/>
              <a:ext cx="164218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0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rPr>
                <a:t>Constant Trap</a:t>
              </a:r>
              <a:endPara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F38CDC06-3574-84D0-02B5-82E31209E597}"/>
                </a:ext>
              </a:extLst>
            </p:cNvPr>
            <p:cNvSpPr txBox="1"/>
            <p:nvPr/>
          </p:nvSpPr>
          <p:spPr>
            <a:xfrm>
              <a:off x="5903164" y="4713190"/>
              <a:ext cx="164218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0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rPr>
                <a:t>Free wave eq.</a:t>
              </a:r>
              <a:endPara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9CC149CA-3224-D1DE-7E72-739C7FB71B61}"/>
                  </a:ext>
                </a:extLst>
              </p:cNvPr>
              <p:cNvSpPr txBox="1"/>
              <p:nvPr/>
            </p:nvSpPr>
            <p:spPr>
              <a:xfrm>
                <a:off x="3926934" y="5709208"/>
                <a:ext cx="4887383" cy="5290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200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W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200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transition</m:t>
                        </m:r>
                      </m:sub>
                    </m:sSub>
                    <m:r>
                      <a:rPr lang="en-US" altLang="ko-KR" sz="2000" i="1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f>
                      <m:fPr>
                        <m:ctrlPr>
                          <a:rPr lang="en-US" altLang="ko-KR" sz="200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sz="200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2</m:t>
                        </m:r>
                        <m:r>
                          <a:rPr lang="en-US" altLang="ko-KR" sz="200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𝜋</m:t>
                        </m:r>
                      </m:num>
                      <m:den>
                        <m:r>
                          <a:rPr lang="en-US" altLang="ko-KR" sz="200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ℏ</m:t>
                        </m:r>
                      </m:den>
                    </m:f>
                    <m:r>
                      <a:rPr lang="en-US" altLang="ko-KR" sz="2000" i="1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  <m:sSub>
                      <m:sSub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V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T</m:t>
                        </m:r>
                      </m:sub>
                    </m:sSub>
                    <m:r>
                      <a:rPr lang="en-US" altLang="ko-KR" sz="20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  <m:sSubSup>
                      <m:sSubSup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E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T</m:t>
                        </m:r>
                      </m:sub>
                      <m:sup>
                        <m: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2</m:t>
                        </m:r>
                      </m:sup>
                    </m:sSubSup>
                    <m:r>
                      <a:rPr lang="en-US" altLang="ko-KR" sz="20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  <m:r>
                      <a:rPr lang="en-US" altLang="ko-KR" sz="2000" i="1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𝛿</m:t>
                    </m:r>
                    <m:d>
                      <m:dPr>
                        <m:ctrlPr>
                          <a:rPr lang="en-US" altLang="ko-KR" sz="200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r>
                          <a:rPr lang="en-US" altLang="ko-KR" sz="200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𝐸</m:t>
                        </m:r>
                        <m:r>
                          <a:rPr lang="en-US" altLang="ko-KR" sz="200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−</m:t>
                        </m:r>
                        <m:sSub>
                          <m:sSubPr>
                            <m:ctrlP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𝐸</m:t>
                            </m:r>
                          </m:e>
                          <m:sub>
                            <m: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𝑇</m:t>
                            </m:r>
                          </m:sub>
                        </m:sSub>
                      </m:e>
                    </m:d>
                  </m:oMath>
                </a14:m>
                <a:r>
                  <a:rPr lang="ko-KR" altLang="en-US" sz="2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9CC149CA-3224-D1DE-7E72-739C7FB71B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6934" y="5709208"/>
                <a:ext cx="4887383" cy="529056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타원 21">
            <a:extLst>
              <a:ext uri="{FF2B5EF4-FFF2-40B4-BE49-F238E27FC236}">
                <a16:creationId xmlns:a16="http://schemas.microsoft.com/office/drawing/2014/main" id="{61F37DD2-F99E-3D75-0D81-E87A641099A1}"/>
              </a:ext>
            </a:extLst>
          </p:cNvPr>
          <p:cNvSpPr/>
          <p:nvPr/>
        </p:nvSpPr>
        <p:spPr>
          <a:xfrm>
            <a:off x="5041900" y="3079750"/>
            <a:ext cx="488950" cy="539750"/>
          </a:xfrm>
          <a:prstGeom prst="ellipse">
            <a:avLst/>
          </a:prstGeom>
          <a:noFill/>
          <a:ln w="19050">
            <a:solidFill>
              <a:srgbClr val="FF3505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F0AFD201-DFFD-5539-B4DF-FA88A9DF23A9}"/>
              </a:ext>
            </a:extLst>
          </p:cNvPr>
          <p:cNvCxnSpPr>
            <a:stCxn id="22" idx="7"/>
          </p:cNvCxnSpPr>
          <p:nvPr/>
        </p:nvCxnSpPr>
        <p:spPr>
          <a:xfrm flipV="1">
            <a:off x="5459245" y="2863850"/>
            <a:ext cx="1563855" cy="2949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1ECEF022-90ED-3F22-5C7F-71AE91E30C54}"/>
                  </a:ext>
                </a:extLst>
              </p:cNvPr>
              <p:cNvSpPr txBox="1"/>
              <p:nvPr/>
            </p:nvSpPr>
            <p:spPr>
              <a:xfrm>
                <a:off x="6948778" y="2561999"/>
                <a:ext cx="1939861" cy="5595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∭"/>
                          <m:supHide m:val="on"/>
                          <m:ctrlPr>
                            <a:rPr lang="en-US" altLang="ko-KR" sz="14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altLang="ko-KR" sz="140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ko-KR" sz="1400" b="0" i="0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V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ko-KR" sz="1400" b="0" i="0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T</m:t>
                              </m:r>
                            </m:sub>
                          </m:sSub>
                        </m:sub>
                        <m:sup/>
                        <m:e>
                          <m:sSup>
                            <m:sSupPr>
                              <m:ctrlPr>
                                <a:rPr lang="en-US" altLang="ko-KR" sz="1400" i="1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ko-KR" sz="1400" i="1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ko-KR" sz="1400" i="1">
                                          <a:ln w="9525">
                                            <a:solidFill>
                                              <a:schemeClr val="tx1">
                                                <a:alpha val="29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맑은 고딕"/>
                                          <a:cs typeface="Times New Roman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altLang="ko-KR" sz="1400">
                                          <a:ln w="9525">
                                            <a:solidFill>
                                              <a:schemeClr val="tx1">
                                                <a:alpha val="29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맑은 고딕"/>
                                          <a:cs typeface="Times New Roman"/>
                                        </a:rPr>
                                        <m:t>Ψ</m:t>
                                      </m:r>
                                    </m:e>
                                    <m:sub>
                                      <m:r>
                                        <a:rPr lang="en-US" altLang="ko-KR" sz="1400" i="1">
                                          <a:ln w="9525">
                                            <a:solidFill>
                                              <a:schemeClr val="tx1">
                                                <a:alpha val="29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맑은 고딕"/>
                                          <a:cs typeface="Times New Roman"/>
                                        </a:rPr>
                                        <m:t>𝑓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altLang="ko-KR" sz="1400" i="1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ko-KR" sz="1400" i="1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 </m:t>
                          </m:r>
                          <m:r>
                            <a:rPr lang="en-US" altLang="ko-KR" sz="1400" i="1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𝑑𝑥𝑑𝑦𝑑𝑧</m:t>
                          </m:r>
                        </m:e>
                      </m:nary>
                      <m:r>
                        <a:rPr lang="en-US" altLang="ko-KR" sz="1400" b="0" i="1" smtClean="0">
                          <a:ln w="9525">
                            <a:solidFill>
                              <a:schemeClr val="tx1">
                                <a:alpha val="29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맑은 고딕"/>
                          <a:cs typeface="Times New Roman"/>
                        </a:rPr>
                        <m:t>=1</m:t>
                      </m:r>
                    </m:oMath>
                  </m:oMathPara>
                </a14:m>
                <a:endParaRPr lang="ko-KR" altLang="en-US" sz="14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1ECEF022-90ED-3F22-5C7F-71AE91E30C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48778" y="2561999"/>
                <a:ext cx="1939861" cy="55951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031963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388E78A-1EB5-D4E7-CD6B-934DCB1F75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129" y="193256"/>
            <a:ext cx="8955742" cy="535531"/>
          </a:xfrm>
        </p:spPr>
        <p:txBody>
          <a:bodyPr/>
          <a:lstStyle/>
          <a:p>
            <a:r>
              <a:rPr lang="en-US" altLang="ko-KR" sz="3200" dirty="0"/>
              <a:t>Trap-to-Band Tunneling Current Modeling (</a:t>
            </a:r>
            <a:r>
              <a:rPr lang="el-GR" altLang="ko-KR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ν</a:t>
            </a:r>
            <a:r>
              <a:rPr lang="en-US" altLang="ko-KR" sz="3200" i="1" baseline="-25000" dirty="0"/>
              <a:t>TBT</a:t>
            </a:r>
            <a:r>
              <a:rPr lang="en-US" altLang="ko-KR" sz="3200" i="1" dirty="0"/>
              <a:t>)</a:t>
            </a:r>
            <a:endParaRPr lang="ko-KR" altLang="en-US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452451E-6F10-C02E-4E7F-5A01A26B546A}"/>
                  </a:ext>
                </a:extLst>
              </p:cNvPr>
              <p:cNvSpPr txBox="1"/>
              <p:nvPr/>
            </p:nvSpPr>
            <p:spPr>
              <a:xfrm>
                <a:off x="478970" y="1328057"/>
                <a:ext cx="5324150" cy="35721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c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n</m:t>
                        </m:r>
                        <m: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, </m:t>
                        </m:r>
                        <m:r>
                          <m:rPr>
                            <m:sty m:val="p"/>
                          </m:rP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elastic</m:t>
                        </m:r>
                      </m:sub>
                    </m:sSub>
                    <m:r>
                      <a:rPr lang="en-US" altLang="ko-KR" sz="20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r>
                      <m:rPr>
                        <m:sty m:val="p"/>
                      </m:rPr>
                      <a:rPr lang="en-US" altLang="ko-KR" sz="20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D</m:t>
                    </m:r>
                    <m:d>
                      <m:d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E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trap</m:t>
                            </m:r>
                          </m:sub>
                        </m:sSub>
                      </m:e>
                    </m:d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∙</m:t>
                    </m:r>
                    <m:sSub>
                      <m:sSub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W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transition</m:t>
                        </m:r>
                      </m:sub>
                    </m:sSub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∙</m:t>
                    </m:r>
                    <m:sSub>
                      <m:sSub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𝑓</m:t>
                        </m:r>
                      </m:e>
                      <m:sub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𝑐</m:t>
                        </m:r>
                      </m:sub>
                    </m:sSub>
                    <m:d>
                      <m:d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E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trap</m:t>
                            </m:r>
                          </m:sub>
                        </m:sSub>
                      </m:e>
                    </m:d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∙</m:t>
                    </m:r>
                    <m:d>
                      <m:dPr>
                        <m:begChr m:val="|"/>
                        <m:endChr m:val="|"/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TC</m:t>
                        </m:r>
                      </m:e>
                    </m:d>
                  </m:oMath>
                </a14:m>
                <a:r>
                  <a:rPr lang="en-US" altLang="ko-KR" sz="2000" b="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452451E-6F10-C02E-4E7F-5A01A26B54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970" y="1328057"/>
                <a:ext cx="5324150" cy="357214"/>
              </a:xfrm>
              <a:prstGeom prst="rect">
                <a:avLst/>
              </a:prstGeom>
              <a:blipFill>
                <a:blip r:embed="rId2"/>
                <a:stretch>
                  <a:fillRect b="-344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71E9512-3C6A-8492-F51A-8A6ECB0131EF}"/>
                  </a:ext>
                </a:extLst>
              </p:cNvPr>
              <p:cNvSpPr txBox="1"/>
              <p:nvPr/>
            </p:nvSpPr>
            <p:spPr>
              <a:xfrm>
                <a:off x="864637" y="2027853"/>
                <a:ext cx="7470710" cy="15797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nary>
                      <m:naryPr>
                        <m:subHide m:val="on"/>
                        <m:supHide m:val="on"/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naryPr>
                      <m:sub/>
                      <m:sup/>
                      <m:e>
                        <m:sSub>
                          <m:sSub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𝐷</m:t>
                            </m:r>
                          </m:e>
                          <m:sub>
                            <m: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∥</m:t>
                            </m:r>
                          </m:sub>
                        </m:sSub>
                        <m:sSub>
                          <m:sSub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𝐷</m:t>
                            </m:r>
                          </m:e>
                          <m:sub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⊥</m:t>
                            </m:r>
                          </m:sub>
                        </m:sSub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 </m:t>
                        </m:r>
                        <m:sSub>
                          <m:sSub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𝑊</m:t>
                            </m:r>
                          </m:e>
                          <m:sub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𝐶</m:t>
                            </m:r>
                          </m:sub>
                        </m:sSub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 </m:t>
                        </m:r>
                        <m:sSub>
                          <m:sSub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𝑓</m:t>
                            </m:r>
                          </m:e>
                          <m:sub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𝐶</m:t>
                            </m:r>
                          </m:sub>
                        </m:sSub>
                      </m:e>
                    </m:nary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=∫</m:t>
                    </m:r>
                    <m:sSub>
                      <m:sSub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𝐷</m:t>
                        </m:r>
                      </m:e>
                      <m:sub>
                        <m:r>
                          <a:rPr lang="en-US" altLang="ko-KR" sz="200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∥</m:t>
                        </m:r>
                      </m:sub>
                    </m:sSub>
                    <m:sSub>
                      <m:sSub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𝐷</m:t>
                        </m:r>
                      </m:e>
                      <m:sub>
                        <m:r>
                          <a:rPr lang="en-US" altLang="ko-KR" sz="200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⊥</m:t>
                        </m:r>
                      </m:sub>
                    </m:sSub>
                    <m:f>
                      <m:f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2</m:t>
                        </m:r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𝜋</m:t>
                        </m:r>
                      </m:num>
                      <m:den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ℏ</m:t>
                        </m:r>
                      </m:den>
                    </m:f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  <m:sSup>
                      <m:sSup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dPr>
                          <m:e>
                            <m:d>
                              <m:dPr>
                                <m:begChr m:val="⟨"/>
                                <m:endChr m:val="⟩"/>
                                <m:ctrlP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dPr>
                              <m:e>
                                <m: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𝑓</m:t>
                                </m:r>
                              </m:e>
                              <m:e>
                                <m: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𝐻</m:t>
                                </m:r>
                                <m: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′</m:t>
                                </m:r>
                              </m:e>
                              <m:e>
                                <m: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𝑖</m:t>
                                </m:r>
                              </m:e>
                            </m:d>
                          </m:e>
                        </m:d>
                      </m:e>
                      <m:sup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2</m:t>
                        </m:r>
                      </m:sup>
                    </m:sSup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𝛿</m:t>
                    </m:r>
                    <m:d>
                      <m:d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𝐸</m:t>
                        </m:r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−</m:t>
                        </m:r>
                        <m:sSub>
                          <m:sSub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𝐸</m:t>
                            </m:r>
                          </m:e>
                          <m:sub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𝑇</m:t>
                            </m:r>
                          </m:sub>
                        </m:sSub>
                      </m:e>
                    </m:d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  <m:sSub>
                      <m:sSub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𝑓</m:t>
                        </m:r>
                      </m:e>
                      <m:sub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𝑐</m:t>
                        </m:r>
                      </m:sub>
                    </m:sSub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𝑑𝐸</m:t>
                    </m:r>
                  </m:oMath>
                </a14:m>
                <a:r>
                  <a:rPr lang="ko-KR" altLang="en-US" sz="2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  <a:endParaRPr lang="en-US" altLang="ko-KR" sz="20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endParaRPr>
              </a:p>
              <a:p>
                <a:endParaRPr lang="en-US" altLang="ko-KR" sz="20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endParaRPr>
              </a:p>
              <a:p>
                <a14:m>
                  <m:oMath xmlns:m="http://schemas.openxmlformats.org/officeDocument/2006/math"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f>
                      <m:f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2</m:t>
                        </m:r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𝜋</m:t>
                        </m:r>
                      </m:num>
                      <m:den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ℏ</m:t>
                        </m:r>
                      </m:den>
                    </m:f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  <m:sSup>
                      <m:sSup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sz="2000" b="0" i="0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E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ko-KR" sz="2000" b="0" i="0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T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2</m:t>
                        </m:r>
                      </m:sup>
                    </m:sSup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  <m:sSub>
                      <m:sSub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V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T</m:t>
                        </m:r>
                      </m:sub>
                    </m:sSub>
                    <m:r>
                      <a:rPr lang="en-US" altLang="ko-KR" sz="20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∙</m:t>
                    </m:r>
                    <m:f>
                      <m:f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2</m:t>
                            </m:r>
                          </m:e>
                        </m:rad>
                      </m:num>
                      <m:den>
                        <m:sSup>
                          <m:sSup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pPr>
                          <m:e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𝜋</m:t>
                            </m:r>
                          </m:e>
                          <m:sup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2</m:t>
                            </m:r>
                          </m:sup>
                        </m:sSup>
                        <m:sSup>
                          <m:sSup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pPr>
                          <m:e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ℏ</m:t>
                            </m:r>
                          </m:e>
                          <m:sup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3</m:t>
                            </m:r>
                          </m:sup>
                        </m:sSup>
                      </m:den>
                    </m:f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  <m:rad>
                      <m:radPr>
                        <m:degHide m:val="on"/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radPr>
                      <m:deg/>
                      <m:e>
                        <m:sSubSup>
                          <m:sSubSup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m</m:t>
                            </m:r>
                          </m:e>
                          <m:sub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⊥</m:t>
                            </m:r>
                          </m:sub>
                          <m:sup>
                            <m: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∗</m:t>
                            </m:r>
                          </m:sup>
                        </m:sSubSup>
                      </m:e>
                    </m:rad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  <m:sSub>
                      <m:sSub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m</m:t>
                        </m:r>
                      </m:e>
                      <m:sub>
                        <m: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0</m:t>
                        </m:r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∥</m:t>
                        </m:r>
                      </m:sub>
                    </m:sSub>
                    <m:r>
                      <a:rPr lang="en-US" altLang="ko-KR" sz="20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  <m:rad>
                      <m:radPr>
                        <m:degHide m:val="on"/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radPr>
                      <m:deg/>
                      <m:e>
                        <m:sSub>
                          <m:sSub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E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trap</m:t>
                            </m:r>
                          </m:sub>
                        </m:sSub>
                        <m: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−</m:t>
                        </m:r>
                        <m:sSub>
                          <m:sSub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E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C</m:t>
                            </m:r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,</m:t>
                            </m:r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𝑟</m:t>
                            </m:r>
                          </m:sub>
                        </m:sSub>
                      </m:e>
                    </m:rad>
                    <m:f>
                      <m:f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</m:t>
                        </m:r>
                      </m:num>
                      <m:den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1+</m:t>
                        </m:r>
                        <m:func>
                          <m:func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exp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altLang="ko-KR" sz="2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n-US" altLang="ko-KR" sz="2000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ko-KR" sz="2000" b="0" i="0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E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ko-KR" sz="2000" b="0" i="0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trap</m:t>
                                        </m:r>
                                      </m:sub>
                                    </m:sSub>
                                    <m:r>
                                      <a:rPr lang="en-US" altLang="ko-KR" sz="2000" b="0" i="0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altLang="ko-KR" sz="2000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ko-KR" sz="2000" b="0" i="0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E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ko-KR" sz="2000" b="0" i="0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F</m:t>
                                        </m:r>
                                        <m:r>
                                          <a:rPr lang="en-US" altLang="ko-KR" sz="2000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,</m:t>
                                        </m:r>
                                        <m:r>
                                          <a:rPr lang="en-US" altLang="ko-KR" sz="2000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𝑟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m:rPr>
                                        <m:sty m:val="p"/>
                                      </m:rPr>
                                      <a:rPr lang="en-US" altLang="ko-KR" sz="2000" b="0" i="0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kT</m:t>
                                    </m:r>
                                  </m:den>
                                </m:f>
                              </m:e>
                            </m:d>
                          </m:e>
                        </m:func>
                      </m:den>
                    </m:f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  <m:d>
                      <m:dPr>
                        <m:begChr m:val="|"/>
                        <m:endChr m:val="|"/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TC</m:t>
                        </m:r>
                      </m:e>
                    </m:d>
                  </m:oMath>
                </a14:m>
                <a:r>
                  <a:rPr lang="ko-KR" altLang="en-US" sz="2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71E9512-3C6A-8492-F51A-8A6ECB0131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4637" y="2027853"/>
                <a:ext cx="7470710" cy="157972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DA2F66D-2160-F64F-61A4-DBB37A700EAE}"/>
                  </a:ext>
                </a:extLst>
              </p:cNvPr>
              <p:cNvSpPr txBox="1"/>
              <p:nvPr/>
            </p:nvSpPr>
            <p:spPr>
              <a:xfrm>
                <a:off x="478970" y="4114799"/>
                <a:ext cx="5324150" cy="46903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e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n</m:t>
                        </m:r>
                        <m: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, </m:t>
                        </m:r>
                        <m:r>
                          <m:rPr>
                            <m:sty m:val="p"/>
                          </m:rP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elastic</m:t>
                        </m:r>
                      </m:sub>
                    </m:sSub>
                    <m:r>
                      <a:rPr lang="en-US" altLang="ko-KR" sz="20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sSub>
                      <m:sSubPr>
                        <m:ctrlPr>
                          <a:rPr lang="en-US" altLang="ko-KR" sz="200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200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c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200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n</m:t>
                        </m:r>
                        <m:r>
                          <a:rPr lang="en-US" altLang="ko-KR" sz="200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, </m:t>
                        </m:r>
                        <m:r>
                          <m:rPr>
                            <m:sty m:val="p"/>
                          </m:rPr>
                          <a:rPr lang="en-US" altLang="ko-KR" sz="200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elastic</m:t>
                        </m:r>
                      </m:sub>
                    </m:sSub>
                    <m:func>
                      <m:func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exp</m:t>
                        </m:r>
                      </m:fName>
                      <m:e>
                        <m:d>
                          <m:d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ko-KR" sz="20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altLang="ko-KR" sz="2000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ko-KR" sz="200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E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altLang="ko-KR" sz="200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trap</m:t>
                                    </m:r>
                                  </m:sub>
                                </m:sSub>
                                <m:r>
                                  <a:rPr lang="en-US" altLang="ko-KR" sz="200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ko-KR" sz="2000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ko-KR" sz="200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E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altLang="ko-KR" sz="200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F</m:t>
                                    </m:r>
                                    <m:r>
                                      <a:rPr lang="en-US" altLang="ko-KR" sz="2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,</m:t>
                                    </m:r>
                                    <m:r>
                                      <a:rPr lang="en-US" altLang="ko-KR" sz="2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𝑟</m:t>
                                    </m:r>
                                  </m:sub>
                                </m:sSub>
                              </m:num>
                              <m:den>
                                <m:r>
                                  <m:rPr>
                                    <m:sty m:val="p"/>
                                  </m:rPr>
                                  <a:rPr lang="en-US" altLang="ko-KR" sz="200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kT</m:t>
                                </m:r>
                              </m:den>
                            </m:f>
                          </m:e>
                        </m:d>
                      </m:e>
                    </m:func>
                  </m:oMath>
                </a14:m>
                <a:r>
                  <a:rPr lang="en-US" altLang="ko-KR" sz="2000" b="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DA2F66D-2160-F64F-61A4-DBB37A700E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970" y="4114799"/>
                <a:ext cx="5324150" cy="46903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FA43494-2DB0-54DA-6C85-84161CF47DDB}"/>
                  </a:ext>
                </a:extLst>
              </p:cNvPr>
              <p:cNvSpPr txBox="1"/>
              <p:nvPr/>
            </p:nvSpPr>
            <p:spPr>
              <a:xfrm>
                <a:off x="864637" y="4766080"/>
                <a:ext cx="7470710" cy="7832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f>
                      <m:f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2</m:t>
                        </m:r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𝜋</m:t>
                        </m:r>
                      </m:num>
                      <m:den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ℏ</m:t>
                        </m:r>
                      </m:den>
                    </m:f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  <m:sSup>
                      <m:sSup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sz="2000" b="0" i="0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E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ko-KR" sz="2000" b="0" i="0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T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2</m:t>
                        </m:r>
                      </m:sup>
                    </m:sSup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  <m:sSub>
                      <m:sSub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V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T</m:t>
                        </m:r>
                      </m:sub>
                    </m:sSub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∙</m:t>
                    </m:r>
                    <m:f>
                      <m:f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2</m:t>
                            </m:r>
                          </m:e>
                        </m:rad>
                      </m:num>
                      <m:den>
                        <m:sSup>
                          <m:sSup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pPr>
                          <m:e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𝜋</m:t>
                            </m:r>
                          </m:e>
                          <m:sup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2</m:t>
                            </m:r>
                          </m:sup>
                        </m:sSup>
                        <m:sSup>
                          <m:sSup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pPr>
                          <m:e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ℏ</m:t>
                            </m:r>
                          </m:e>
                          <m:sup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3</m:t>
                            </m:r>
                          </m:sup>
                        </m:sSup>
                      </m:den>
                    </m:f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  <m:rad>
                      <m:radPr>
                        <m:degHide m:val="on"/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radPr>
                      <m:deg/>
                      <m:e>
                        <m:sSubSup>
                          <m:sSubSup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m</m:t>
                            </m:r>
                          </m:e>
                          <m:sub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⊥</m:t>
                            </m:r>
                          </m:sub>
                          <m:sup>
                            <m: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∗</m:t>
                            </m:r>
                          </m:sup>
                        </m:sSubSup>
                      </m:e>
                    </m:rad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  <m:sSub>
                      <m:sSub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m</m:t>
                        </m:r>
                      </m:e>
                      <m:sub>
                        <m: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0</m:t>
                        </m:r>
                        <m:r>
                          <a:rPr lang="en-US" altLang="ko-KR" sz="200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∥</m:t>
                        </m:r>
                      </m:sub>
                    </m:sSub>
                    <m:r>
                      <a:rPr lang="en-US" altLang="ko-KR" sz="20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  <m:rad>
                      <m:radPr>
                        <m:degHide m:val="on"/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radPr>
                      <m:deg/>
                      <m:e>
                        <m:sSub>
                          <m:sSub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E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trap</m:t>
                            </m:r>
                          </m:sub>
                        </m:sSub>
                        <m: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−</m:t>
                        </m:r>
                        <m:sSub>
                          <m:sSub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E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C</m:t>
                            </m:r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,</m:t>
                            </m:r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𝑟</m:t>
                            </m:r>
                          </m:sub>
                        </m:sSub>
                      </m:e>
                    </m:rad>
                    <m:f>
                      <m:f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</m:t>
                        </m:r>
                      </m:num>
                      <m:den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1+</m:t>
                        </m:r>
                        <m:func>
                          <m:func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exp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dPr>
                              <m:e>
                                <m: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en-US" altLang="ko-KR" sz="2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n-US" altLang="ko-KR" sz="2000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ko-KR" sz="2000" b="0" i="0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E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ko-KR" sz="2000" b="0" i="0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trap</m:t>
                                        </m:r>
                                      </m:sub>
                                    </m:sSub>
                                    <m:r>
                                      <a:rPr lang="en-US" altLang="ko-KR" sz="2000" b="0" i="0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altLang="ko-KR" sz="2000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ko-KR" sz="2000" b="0" i="0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E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ko-KR" sz="2000" b="0" i="0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F</m:t>
                                        </m:r>
                                        <m:r>
                                          <a:rPr lang="en-US" altLang="ko-KR" sz="2000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,</m:t>
                                        </m:r>
                                        <m:r>
                                          <a:rPr lang="en-US" altLang="ko-KR" sz="2000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𝑟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m:rPr>
                                        <m:sty m:val="p"/>
                                      </m:rPr>
                                      <a:rPr lang="en-US" altLang="ko-KR" sz="2000" b="0" i="0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kT</m:t>
                                    </m:r>
                                  </m:den>
                                </m:f>
                              </m:e>
                            </m:d>
                          </m:e>
                        </m:func>
                      </m:den>
                    </m:f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  <m:d>
                      <m:dPr>
                        <m:begChr m:val="|"/>
                        <m:endChr m:val="|"/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TC</m:t>
                        </m:r>
                      </m:e>
                    </m:d>
                  </m:oMath>
                </a14:m>
                <a:r>
                  <a:rPr lang="ko-KR" altLang="en-US" sz="2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FA43494-2DB0-54DA-6C85-84161CF47D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4637" y="4766080"/>
                <a:ext cx="7470710" cy="78322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직사각형 7">
            <a:extLst>
              <a:ext uri="{FF2B5EF4-FFF2-40B4-BE49-F238E27FC236}">
                <a16:creationId xmlns:a16="http://schemas.microsoft.com/office/drawing/2014/main" id="{67885DB0-BCA2-5AF2-227A-C661422E1E34}"/>
              </a:ext>
            </a:extLst>
          </p:cNvPr>
          <p:cNvSpPr/>
          <p:nvPr/>
        </p:nvSpPr>
        <p:spPr>
          <a:xfrm>
            <a:off x="241300" y="3950163"/>
            <a:ext cx="7918450" cy="1758487"/>
          </a:xfrm>
          <a:prstGeom prst="rect">
            <a:avLst/>
          </a:prstGeom>
          <a:noFill/>
          <a:ln w="28575">
            <a:solidFill>
              <a:srgbClr val="FF3505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42030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1C263D0-B8A7-B26F-CE37-5DE0EDE1DD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129" y="193256"/>
            <a:ext cx="8955742" cy="535531"/>
          </a:xfrm>
        </p:spPr>
        <p:txBody>
          <a:bodyPr/>
          <a:lstStyle/>
          <a:p>
            <a:r>
              <a:rPr lang="en-US" altLang="ko-KR" sz="3200" dirty="0"/>
              <a:t>Trap-to-Band Tunneling Current Modeling (</a:t>
            </a:r>
            <a:r>
              <a:rPr lang="el-GR" altLang="ko-KR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ν</a:t>
            </a:r>
            <a:r>
              <a:rPr lang="en-US" altLang="ko-KR" sz="3200" i="1" baseline="-25000" dirty="0"/>
              <a:t>TBT</a:t>
            </a:r>
            <a:r>
              <a:rPr lang="en-US" altLang="ko-KR" sz="3200" i="1" dirty="0"/>
              <a:t>)</a:t>
            </a:r>
            <a:endParaRPr lang="ko-KR" altLang="en-US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820AF62-C74E-954C-D412-60D0903C4280}"/>
                  </a:ext>
                </a:extLst>
              </p:cNvPr>
              <p:cNvSpPr txBox="1"/>
              <p:nvPr/>
            </p:nvSpPr>
            <p:spPr>
              <a:xfrm>
                <a:off x="478970" y="1155699"/>
                <a:ext cx="8709480" cy="69089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e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n</m:t>
                        </m:r>
                        <m: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, </m:t>
                        </m:r>
                        <m:r>
                          <m:rPr>
                            <m:sty m:val="p"/>
                          </m:rP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elastic</m:t>
                        </m:r>
                      </m:sub>
                    </m:sSub>
                    <m:r>
                      <a:rPr lang="en-US" altLang="ko-KR" sz="20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f>
                      <m:fPr>
                        <m:ctrlPr>
                          <a:rPr lang="en-US" altLang="ko-KR" sz="200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sz="200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2</m:t>
                        </m:r>
                        <m:r>
                          <a:rPr lang="en-US" altLang="ko-KR" sz="200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𝜋</m:t>
                        </m:r>
                      </m:num>
                      <m:den>
                        <m:r>
                          <a:rPr lang="en-US" altLang="ko-KR" sz="200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ℏ</m:t>
                        </m:r>
                      </m:den>
                    </m:f>
                    <m:r>
                      <a:rPr lang="en-US" altLang="ko-KR" sz="2000" i="1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  <m:sSup>
                      <m:sSupPr>
                        <m:ctrlPr>
                          <a:rPr lang="en-US" altLang="ko-KR" sz="200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sz="20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sz="2000" i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E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ko-KR" sz="2000" i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T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altLang="ko-KR" sz="200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2</m:t>
                        </m:r>
                      </m:sup>
                    </m:sSup>
                    <m:r>
                      <a:rPr lang="en-US" altLang="ko-KR" sz="2000" i="1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  <m:sSub>
                      <m:sSubPr>
                        <m:ctrlPr>
                          <a:rPr lang="en-US" altLang="ko-KR" sz="200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2000" i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V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2000" i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T</m:t>
                        </m:r>
                      </m:sub>
                    </m:sSub>
                    <m:r>
                      <a:rPr lang="en-US" altLang="ko-KR" sz="2000" i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  <m:r>
                      <a:rPr lang="en-US" altLang="ko-KR" sz="2000" i="1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∙</m:t>
                    </m:r>
                    <m:f>
                      <m:fPr>
                        <m:ctrlPr>
                          <a:rPr lang="en-US" altLang="ko-KR" sz="200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2</m:t>
                            </m:r>
                          </m:e>
                        </m:rad>
                      </m:num>
                      <m:den>
                        <m:sSup>
                          <m:sSupPr>
                            <m:ctrlP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pPr>
                          <m:e>
                            <m: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𝜋</m:t>
                            </m:r>
                          </m:e>
                          <m:sup>
                            <m: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2</m:t>
                            </m:r>
                          </m:sup>
                        </m:sSup>
                        <m:sSup>
                          <m:sSupPr>
                            <m:ctrlP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pPr>
                          <m:e>
                            <m: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ℏ</m:t>
                            </m:r>
                          </m:e>
                          <m:sup>
                            <m: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3</m:t>
                            </m:r>
                          </m:sup>
                        </m:sSup>
                      </m:den>
                    </m:f>
                    <m:r>
                      <a:rPr lang="en-US" altLang="ko-KR" sz="2000" i="1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  <m:rad>
                      <m:radPr>
                        <m:degHide m:val="on"/>
                        <m:ctrlPr>
                          <a:rPr lang="en-US" altLang="ko-KR" sz="200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radPr>
                      <m:deg/>
                      <m:e>
                        <m:sSubSup>
                          <m:sSubSupPr>
                            <m:ctrlP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 altLang="ko-KR" sz="200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m</m:t>
                            </m:r>
                          </m:e>
                          <m:sub>
                            <m: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⊥</m:t>
                            </m:r>
                          </m:sub>
                          <m:sup>
                            <m:r>
                              <a:rPr lang="en-US" altLang="ko-KR" sz="200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∗</m:t>
                            </m:r>
                          </m:sup>
                        </m:sSubSup>
                      </m:e>
                    </m:rad>
                    <m:r>
                      <a:rPr lang="en-US" altLang="ko-KR" sz="2000" i="1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  <m:sSub>
                      <m:sSubPr>
                        <m:ctrlPr>
                          <a:rPr lang="en-US" altLang="ko-KR" sz="200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200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m</m:t>
                        </m:r>
                      </m:e>
                      <m:sub>
                        <m:r>
                          <a:rPr lang="en-US" altLang="ko-KR" sz="200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0</m:t>
                        </m:r>
                        <m:r>
                          <a:rPr lang="en-US" altLang="ko-KR" sz="200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∥</m:t>
                        </m:r>
                      </m:sub>
                    </m:sSub>
                    <m:r>
                      <a:rPr lang="en-US" altLang="ko-KR" sz="200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  <m:rad>
                      <m:radPr>
                        <m:degHide m:val="on"/>
                        <m:ctrlPr>
                          <a:rPr lang="en-US" altLang="ko-KR" sz="200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radPr>
                      <m:deg/>
                      <m:e>
                        <m:sSub>
                          <m:sSubPr>
                            <m:ctrlP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200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E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200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trap</m:t>
                            </m:r>
                          </m:sub>
                        </m:sSub>
                        <m:r>
                          <a:rPr lang="en-US" altLang="ko-KR" sz="200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−</m:t>
                        </m:r>
                        <m:sSub>
                          <m:sSubPr>
                            <m:ctrlP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200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E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200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C</m:t>
                            </m:r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,</m:t>
                            </m:r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𝑟</m:t>
                            </m:r>
                          </m:sub>
                        </m:sSub>
                      </m:e>
                    </m:rad>
                    <m:f>
                      <m:fPr>
                        <m:ctrlPr>
                          <a:rPr lang="en-US" altLang="ko-KR" sz="200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sz="200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</m:t>
                        </m:r>
                      </m:num>
                      <m:den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1+</m:t>
                        </m:r>
                        <m:func>
                          <m:funcPr>
                            <m:ctrlP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ko-KR" sz="200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exp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altLang="ko-KR" sz="20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dPr>
                              <m:e>
                                <m:r>
                                  <a:rPr lang="en-US" altLang="ko-KR" sz="20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en-US" altLang="ko-KR" sz="2000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n-US" altLang="ko-KR" sz="2000" i="1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ko-KR" sz="200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E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ko-KR" sz="200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trap</m:t>
                                        </m:r>
                                      </m:sub>
                                    </m:sSub>
                                    <m:r>
                                      <a:rPr lang="en-US" altLang="ko-KR" sz="200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altLang="ko-KR" sz="2000" i="1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ko-KR" sz="200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E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ko-KR" sz="200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F</m:t>
                                        </m:r>
                                        <m:r>
                                          <a:rPr lang="en-US" altLang="ko-KR" sz="2000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,</m:t>
                                        </m:r>
                                        <m:r>
                                          <a:rPr lang="en-US" altLang="ko-KR" sz="2000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𝑟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m:rPr>
                                        <m:sty m:val="p"/>
                                      </m:rPr>
                                      <a:rPr lang="en-US" altLang="ko-KR" sz="200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kT</m:t>
                                    </m:r>
                                  </m:den>
                                </m:f>
                              </m:e>
                            </m:d>
                          </m:e>
                        </m:func>
                      </m:den>
                    </m:f>
                    <m:r>
                      <a:rPr lang="en-US" altLang="ko-KR" sz="2000" i="1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  <m:d>
                      <m:dPr>
                        <m:begChr m:val="|"/>
                        <m:endChr m:val="|"/>
                        <m:ctrlPr>
                          <a:rPr lang="en-US" altLang="ko-KR" sz="200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ko-KR" sz="200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TC</m:t>
                        </m:r>
                      </m:e>
                    </m:d>
                  </m:oMath>
                </a14:m>
                <a:r>
                  <a:rPr lang="en-US" altLang="ko-KR" sz="2000" b="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820AF62-C74E-954C-D412-60D0903C42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970" y="1155699"/>
                <a:ext cx="8709480" cy="690895"/>
              </a:xfrm>
              <a:prstGeom prst="rect">
                <a:avLst/>
              </a:prstGeom>
              <a:blipFill>
                <a:blip r:embed="rId2"/>
                <a:stretch>
                  <a:fillRect b="-88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1DCC946-0952-6EF6-EB66-785E51AEFA53}"/>
                  </a:ext>
                </a:extLst>
              </p:cNvPr>
              <p:cNvSpPr txBox="1"/>
              <p:nvPr/>
            </p:nvSpPr>
            <p:spPr>
              <a:xfrm>
                <a:off x="1365249" y="1806980"/>
                <a:ext cx="697009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sSub>
                      <m:sSub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𝜈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TBT</m:t>
                        </m:r>
                      </m:sub>
                    </m:sSub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  <m:d>
                      <m:dPr>
                        <m:begChr m:val="|"/>
                        <m:endChr m:val="|"/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TC</m:t>
                        </m:r>
                      </m:e>
                    </m:d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,  </m:t>
                    </m:r>
                    <m:sSub>
                      <m:sSub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𝜈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TBT</m:t>
                        </m:r>
                      </m:sub>
                    </m:sSub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≈4×</m:t>
                    </m:r>
                    <m:sSup>
                      <m:sSup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pPr>
                      <m:e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10</m:t>
                        </m:r>
                      </m:e>
                      <m:sup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10</m:t>
                        </m:r>
                      </m:sup>
                    </m:sSup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  <m:d>
                      <m:dPr>
                        <m:begChr m:val="["/>
                        <m:endChr m:val="]"/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s</m:t>
                            </m:r>
                          </m:e>
                          <m:sup>
                            <m: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−1</m:t>
                            </m:r>
                          </m:sup>
                        </m:sSup>
                      </m:e>
                    </m:d>
                  </m:oMath>
                </a14:m>
                <a:r>
                  <a:rPr lang="ko-KR" altLang="en-US" sz="2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  <a:r>
                  <a:rPr lang="en-US" altLang="ko-KR" sz="14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(at</a:t>
                </a:r>
                <a:r>
                  <a:rPr lang="ko-KR" altLang="en-US" sz="14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  <a:r>
                  <a:rPr lang="en-US" altLang="ko-KR" sz="14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E</a:t>
                </a:r>
                <a:r>
                  <a:rPr lang="en-US" altLang="ko-KR" sz="1400" baseline="-25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t</a:t>
                </a:r>
                <a:r>
                  <a:rPr lang="en-US" altLang="ko-KR" sz="14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= 0.8eV single level)</a:t>
                </a:r>
                <a:r>
                  <a:rPr lang="ko-KR" altLang="en-US" sz="14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  <a:endParaRPr lang="ko-KR" altLang="en-US" sz="20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1DCC946-0952-6EF6-EB66-785E51AEFA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65249" y="1806980"/>
                <a:ext cx="6970097" cy="40011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5" name="그룹 24">
            <a:extLst>
              <a:ext uri="{FF2B5EF4-FFF2-40B4-BE49-F238E27FC236}">
                <a16:creationId xmlns:a16="http://schemas.microsoft.com/office/drawing/2014/main" id="{08F50722-5D40-FBBD-19C2-379F9A79F40E}"/>
              </a:ext>
            </a:extLst>
          </p:cNvPr>
          <p:cNvGrpSpPr/>
          <p:nvPr/>
        </p:nvGrpSpPr>
        <p:grpSpPr>
          <a:xfrm>
            <a:off x="344209" y="2401954"/>
            <a:ext cx="7617280" cy="3016210"/>
            <a:chOff x="478970" y="2419350"/>
            <a:chExt cx="7617280" cy="301621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8AE9FF9C-8A8B-E1BE-B9EF-75C126530C51}"/>
                </a:ext>
              </a:extLst>
            </p:cNvPr>
            <p:cNvSpPr txBox="1"/>
            <p:nvPr/>
          </p:nvSpPr>
          <p:spPr>
            <a:xfrm>
              <a:off x="478970" y="2419350"/>
              <a:ext cx="7617280" cy="30162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Bef>
                  <a:spcPts val="1200"/>
                </a:spcBef>
              </a:pPr>
              <a:r>
                <a:rPr lang="en-US" altLang="ko-KR" sz="20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rPr>
                <a:t>Additional information</a:t>
              </a:r>
            </a:p>
            <a:p>
              <a:pPr marL="342900" indent="-342900">
                <a:spcBef>
                  <a:spcPts val="1200"/>
                </a:spcBef>
                <a:buFont typeface="Arial" panose="020B0604020202020204" pitchFamily="34" charset="0"/>
                <a:buChar char="•"/>
              </a:pPr>
              <a:r>
                <a:rPr lang="en-US" altLang="ko-KR" sz="20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rPr>
                <a:t>V</a:t>
              </a:r>
              <a:r>
                <a:rPr lang="en-US" altLang="ko-KR" sz="2000" baseline="-250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rPr>
                <a:t>T</a:t>
              </a:r>
              <a:r>
                <a:rPr lang="en-US" altLang="ko-KR" sz="20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rPr>
                <a:t> = 10</a:t>
              </a:r>
              <a:r>
                <a:rPr lang="en-US" altLang="ko-KR" sz="2000" baseline="300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rPr>
                <a:t>-33</a:t>
              </a:r>
              <a:r>
                <a:rPr lang="en-US" altLang="ko-KR" sz="20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rPr>
                <a:t> [m</a:t>
              </a:r>
              <a:r>
                <a:rPr lang="en-US" altLang="ko-KR" sz="2000" baseline="300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rPr>
                <a:t>3</a:t>
              </a:r>
              <a:r>
                <a:rPr lang="en-US" altLang="ko-KR" sz="20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rPr>
                <a:t>] = (0.1Å)</a:t>
              </a:r>
              <a:r>
                <a:rPr lang="en-US" altLang="ko-KR" sz="2000" baseline="300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rPr>
                <a:t>3</a:t>
              </a:r>
              <a:r>
                <a:rPr lang="en-US" altLang="ko-KR" sz="20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rPr>
                <a:t> = (</a:t>
              </a:r>
              <a:r>
                <a:rPr lang="el-GR" altLang="ko-KR" sz="20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rPr>
                <a:t>λ</a:t>
              </a:r>
              <a:r>
                <a:rPr lang="en-US" altLang="ko-KR" sz="2000" baseline="-250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rPr>
                <a:t>e</a:t>
              </a:r>
              <a:r>
                <a:rPr lang="en-US" altLang="ko-KR" sz="20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rPr>
                <a:t>)</a:t>
              </a:r>
              <a:r>
                <a:rPr lang="en-US" altLang="ko-KR" sz="2000" baseline="300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rPr>
                <a:t>3</a:t>
              </a:r>
              <a:r>
                <a:rPr lang="en-US" altLang="ko-KR" sz="20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rPr>
                <a:t> : ideally trapped electron</a:t>
              </a:r>
              <a:br>
                <a:rPr lang="en-US" altLang="ko-KR" sz="20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rPr>
              </a:br>
              <a:r>
                <a:rPr lang="en-US" altLang="ko-KR" sz="20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rPr>
                <a:t>				   </a:t>
              </a:r>
              <a:r>
                <a:rPr lang="en-US" altLang="ko-KR" sz="14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rPr>
                <a:t>(</a:t>
              </a:r>
              <a:r>
                <a:rPr lang="el-GR" altLang="ko-KR" sz="14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rPr>
                <a:t>λ</a:t>
              </a:r>
              <a:r>
                <a:rPr lang="en-US" altLang="ko-KR" sz="1400" baseline="-250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rPr>
                <a:t>e</a:t>
              </a:r>
              <a:r>
                <a:rPr lang="en-US" altLang="ko-KR" sz="14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rPr>
                <a:t> : electron matter wavelength)</a:t>
              </a:r>
            </a:p>
            <a:p>
              <a:pPr marL="342900" indent="-342900">
                <a:spcBef>
                  <a:spcPts val="1200"/>
                </a:spcBef>
                <a:buFont typeface="Arial" panose="020B0604020202020204" pitchFamily="34" charset="0"/>
                <a:buChar char="•"/>
              </a:pPr>
              <a:endPara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endParaRPr>
            </a:p>
            <a:p>
              <a:pPr>
                <a:spcBef>
                  <a:spcPts val="1200"/>
                </a:spcBef>
              </a:pPr>
              <a:endPara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endParaRPr>
            </a:p>
            <a:p>
              <a:pPr marL="342900" indent="-342900">
                <a:spcBef>
                  <a:spcPts val="1200"/>
                </a:spcBef>
                <a:buFont typeface="Arial" panose="020B0604020202020204" pitchFamily="34" charset="0"/>
                <a:buChar char="•"/>
              </a:pPr>
              <a:r>
                <a:rPr lang="en-US" altLang="ko-KR" sz="2000" dirty="0" err="1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rPr>
                <a:t>E</a:t>
              </a:r>
              <a:r>
                <a:rPr lang="en-US" altLang="ko-KR" sz="2000" baseline="-25000" dirty="0" err="1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rPr>
                <a:t>trap</a:t>
              </a:r>
              <a:r>
                <a:rPr lang="en-US" altLang="ko-KR" sz="20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rPr>
                <a:t> : Energy level of trapped electron</a:t>
              </a:r>
            </a:p>
            <a:p>
              <a:pPr marL="342900" indent="-342900">
                <a:spcBef>
                  <a:spcPts val="1200"/>
                </a:spcBef>
                <a:buFont typeface="Arial" panose="020B0604020202020204" pitchFamily="34" charset="0"/>
                <a:buChar char="•"/>
              </a:pPr>
              <a:r>
                <a:rPr lang="en-US" altLang="ko-KR" sz="20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rPr>
                <a:t>|E</a:t>
              </a:r>
              <a:r>
                <a:rPr lang="en-US" altLang="ko-KR" sz="2000" baseline="-250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rPr>
                <a:t>T</a:t>
              </a:r>
              <a:r>
                <a:rPr lang="en-US" altLang="ko-KR" sz="20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rPr>
                <a:t>| : Energy level difference from conduction band</a:t>
              </a:r>
            </a:p>
          </p:txBody>
        </p:sp>
        <p:grpSp>
          <p:nvGrpSpPr>
            <p:cNvPr id="24" name="그룹 23">
              <a:extLst>
                <a:ext uri="{FF2B5EF4-FFF2-40B4-BE49-F238E27FC236}">
                  <a16:creationId xmlns:a16="http://schemas.microsoft.com/office/drawing/2014/main" id="{45A53C63-96E4-B85E-89D3-45063915B580}"/>
                </a:ext>
              </a:extLst>
            </p:cNvPr>
            <p:cNvGrpSpPr/>
            <p:nvPr/>
          </p:nvGrpSpPr>
          <p:grpSpPr>
            <a:xfrm>
              <a:off x="2010896" y="3327400"/>
              <a:ext cx="1056154" cy="870087"/>
              <a:chOff x="7577612" y="2413620"/>
              <a:chExt cx="1056154" cy="870087"/>
            </a:xfrm>
          </p:grpSpPr>
          <p:grpSp>
            <p:nvGrpSpPr>
              <p:cNvPr id="7" name="그룹 6">
                <a:extLst>
                  <a:ext uri="{FF2B5EF4-FFF2-40B4-BE49-F238E27FC236}">
                    <a16:creationId xmlns:a16="http://schemas.microsoft.com/office/drawing/2014/main" id="{D05414D7-F47F-64BF-8E44-A3ECCBE87DD9}"/>
                  </a:ext>
                </a:extLst>
              </p:cNvPr>
              <p:cNvGrpSpPr/>
              <p:nvPr/>
            </p:nvGrpSpPr>
            <p:grpSpPr>
              <a:xfrm>
                <a:off x="7719366" y="2801322"/>
                <a:ext cx="447676" cy="482385"/>
                <a:chOff x="5419724" y="3174009"/>
                <a:chExt cx="447676" cy="482385"/>
              </a:xfrm>
            </p:grpSpPr>
            <p:grpSp>
              <p:nvGrpSpPr>
                <p:cNvPr id="8" name="그룹 7">
                  <a:extLst>
                    <a:ext uri="{FF2B5EF4-FFF2-40B4-BE49-F238E27FC236}">
                      <a16:creationId xmlns:a16="http://schemas.microsoft.com/office/drawing/2014/main" id="{A8C7F014-E4B9-9B87-F344-14F66AC96947}"/>
                    </a:ext>
                  </a:extLst>
                </p:cNvPr>
                <p:cNvGrpSpPr/>
                <p:nvPr/>
              </p:nvGrpSpPr>
              <p:grpSpPr>
                <a:xfrm>
                  <a:off x="5419724" y="3174009"/>
                  <a:ext cx="447676" cy="482385"/>
                  <a:chOff x="5391149" y="3282792"/>
                  <a:chExt cx="447676" cy="482385"/>
                </a:xfrm>
              </p:grpSpPr>
              <p:cxnSp>
                <p:nvCxnSpPr>
                  <p:cNvPr id="11" name="직선 연결선 10">
                    <a:extLst>
                      <a:ext uri="{FF2B5EF4-FFF2-40B4-BE49-F238E27FC236}">
                        <a16:creationId xmlns:a16="http://schemas.microsoft.com/office/drawing/2014/main" id="{B6027B9B-553D-5A06-39F5-702D8A886311}"/>
                      </a:ext>
                    </a:extLst>
                  </p:cNvPr>
                  <p:cNvCxnSpPr/>
                  <p:nvPr/>
                </p:nvCxnSpPr>
                <p:spPr>
                  <a:xfrm>
                    <a:off x="5391150" y="3429000"/>
                    <a:ext cx="0" cy="336177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" name="직선 연결선 11">
                    <a:extLst>
                      <a:ext uri="{FF2B5EF4-FFF2-40B4-BE49-F238E27FC236}">
                        <a16:creationId xmlns:a16="http://schemas.microsoft.com/office/drawing/2014/main" id="{04029A63-7A75-2397-2514-D16C6C41486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391150" y="3429000"/>
                    <a:ext cx="323850" cy="0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" name="직선 연결선 12">
                    <a:extLst>
                      <a:ext uri="{FF2B5EF4-FFF2-40B4-BE49-F238E27FC236}">
                        <a16:creationId xmlns:a16="http://schemas.microsoft.com/office/drawing/2014/main" id="{47F9A95F-C83E-972E-269A-647E13D39C0B}"/>
                      </a:ext>
                    </a:extLst>
                  </p:cNvPr>
                  <p:cNvCxnSpPr/>
                  <p:nvPr/>
                </p:nvCxnSpPr>
                <p:spPr>
                  <a:xfrm>
                    <a:off x="5715000" y="3429000"/>
                    <a:ext cx="0" cy="336177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" name="직선 연결선 13">
                    <a:extLst>
                      <a:ext uri="{FF2B5EF4-FFF2-40B4-BE49-F238E27FC236}">
                        <a16:creationId xmlns:a16="http://schemas.microsoft.com/office/drawing/2014/main" id="{AAEA24DD-C955-3A61-0453-8583F5343F6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391150" y="3765177"/>
                    <a:ext cx="323850" cy="0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" name="직선 연결선 14">
                    <a:extLst>
                      <a:ext uri="{FF2B5EF4-FFF2-40B4-BE49-F238E27FC236}">
                        <a16:creationId xmlns:a16="http://schemas.microsoft.com/office/drawing/2014/main" id="{5A9F2329-BB8E-3A3D-B1C3-282D9764E25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514975" y="3282792"/>
                    <a:ext cx="323850" cy="0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6" name="직선 연결선 15">
                    <a:extLst>
                      <a:ext uri="{FF2B5EF4-FFF2-40B4-BE49-F238E27FC236}">
                        <a16:creationId xmlns:a16="http://schemas.microsoft.com/office/drawing/2014/main" id="{3BE7A028-560A-E4DC-5DAA-A5FF5CC43229}"/>
                      </a:ext>
                    </a:extLst>
                  </p:cNvPr>
                  <p:cNvCxnSpPr/>
                  <p:nvPr/>
                </p:nvCxnSpPr>
                <p:spPr>
                  <a:xfrm>
                    <a:off x="5838825" y="3282792"/>
                    <a:ext cx="0" cy="336177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7" name="직선 연결선 16">
                    <a:extLst>
                      <a:ext uri="{FF2B5EF4-FFF2-40B4-BE49-F238E27FC236}">
                        <a16:creationId xmlns:a16="http://schemas.microsoft.com/office/drawing/2014/main" id="{16450FC4-CF8A-086D-DFBD-67C3DA6893E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5715000" y="3618969"/>
                    <a:ext cx="123825" cy="146208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8" name="직선 연결선 17">
                    <a:extLst>
                      <a:ext uri="{FF2B5EF4-FFF2-40B4-BE49-F238E27FC236}">
                        <a16:creationId xmlns:a16="http://schemas.microsoft.com/office/drawing/2014/main" id="{E0019AE6-4D6C-D70A-EF6D-48167C54A34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5715000" y="3286534"/>
                    <a:ext cx="123825" cy="146208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9" name="직선 연결선 18">
                    <a:extLst>
                      <a:ext uri="{FF2B5EF4-FFF2-40B4-BE49-F238E27FC236}">
                        <a16:creationId xmlns:a16="http://schemas.microsoft.com/office/drawing/2014/main" id="{8437D5ED-9B29-A806-6BA3-DA191F23731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5391149" y="3286534"/>
                    <a:ext cx="123825" cy="146208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pic>
              <p:nvPicPr>
                <p:cNvPr id="9" name="그림 8">
                  <a:extLst>
                    <a:ext uri="{FF2B5EF4-FFF2-40B4-BE49-F238E27FC236}">
                      <a16:creationId xmlns:a16="http://schemas.microsoft.com/office/drawing/2014/main" id="{8068F03C-6B89-D276-56E6-519E126DD0E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5506692" y="3342097"/>
                  <a:ext cx="219518" cy="219518"/>
                </a:xfrm>
                <a:prstGeom prst="rect">
                  <a:avLst/>
                </a:prstGeom>
              </p:spPr>
            </p:pic>
            <p:sp>
              <p:nvSpPr>
                <p:cNvPr id="10" name="평행 사변형 9">
                  <a:extLst>
                    <a:ext uri="{FF2B5EF4-FFF2-40B4-BE49-F238E27FC236}">
                      <a16:creationId xmlns:a16="http://schemas.microsoft.com/office/drawing/2014/main" id="{A790C632-7D4E-EE3D-E44A-A0BCFD80067A}"/>
                    </a:ext>
                  </a:extLst>
                </p:cNvPr>
                <p:cNvSpPr/>
                <p:nvPr/>
              </p:nvSpPr>
              <p:spPr>
                <a:xfrm rot="5400000" flipV="1">
                  <a:off x="5566310" y="3355018"/>
                  <a:ext cx="475452" cy="120921"/>
                </a:xfrm>
                <a:prstGeom prst="parallelogram">
                  <a:avLst>
                    <a:gd name="adj" fmla="val 119524"/>
                  </a:avLst>
                </a:prstGeom>
                <a:solidFill>
                  <a:schemeClr val="accent1">
                    <a:alpha val="50000"/>
                  </a:schemeClr>
                </a:solidFill>
                <a:ln>
                  <a:solidFill>
                    <a:schemeClr val="accent1">
                      <a:shade val="20000"/>
                      <a:alpha val="39000"/>
                    </a:schemeClr>
                  </a:solidFill>
                </a:ln>
              </p:spPr>
              <p:style>
                <a:lnRef idx="2">
                  <a:schemeClr val="accent1">
                    <a:shade val="2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b="1"/>
                </a:p>
              </p:txBody>
            </p:sp>
          </p:grpSp>
          <p:cxnSp>
            <p:nvCxnSpPr>
              <p:cNvPr id="20" name="직선 화살표 연결선 19">
                <a:extLst>
                  <a:ext uri="{FF2B5EF4-FFF2-40B4-BE49-F238E27FC236}">
                    <a16:creationId xmlns:a16="http://schemas.microsoft.com/office/drawing/2014/main" id="{7742271E-E54E-A8A3-CF35-CA49F5BC4935}"/>
                  </a:ext>
                </a:extLst>
              </p:cNvPr>
              <p:cNvCxnSpPr/>
              <p:nvPr/>
            </p:nvCxnSpPr>
            <p:spPr>
              <a:xfrm flipV="1">
                <a:off x="7577612" y="2735693"/>
                <a:ext cx="265579" cy="6893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직선 화살표 연결선 20">
                <a:extLst>
                  <a:ext uri="{FF2B5EF4-FFF2-40B4-BE49-F238E27FC236}">
                    <a16:creationId xmlns:a16="http://schemas.microsoft.com/office/drawing/2014/main" id="{8FF52F19-A7BB-5795-71C4-1C3DBBED921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164139" y="2735693"/>
                <a:ext cx="267086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2" name="TextBox 21">
                    <a:extLst>
                      <a:ext uri="{FF2B5EF4-FFF2-40B4-BE49-F238E27FC236}">
                        <a16:creationId xmlns:a16="http://schemas.microsoft.com/office/drawing/2014/main" id="{DFCD66DD-F60F-A695-F683-248DF091F4CE}"/>
                      </a:ext>
                    </a:extLst>
                  </p:cNvPr>
                  <p:cNvSpPr txBox="1"/>
                  <p:nvPr/>
                </p:nvSpPr>
                <p:spPr>
                  <a:xfrm>
                    <a:off x="7865946" y="2457750"/>
                    <a:ext cx="314445" cy="307777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ko-KR" sz="200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</m:ctrlPr>
                            </m:sSubPr>
                            <m:e>
                              <m:r>
                                <a:rPr lang="en-US" altLang="ko-KR" sz="200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altLang="ko-KR" sz="200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𝑒</m:t>
                              </m:r>
                            </m:sub>
                          </m:sSub>
                        </m:oMath>
                      </m:oMathPara>
                    </a14:m>
                    <a:endParaRPr lang="ko-KR" altLang="en-US" sz="2000" dirty="0">
                      <a:ln w="9525">
                        <a:solidFill>
                          <a:schemeClr val="tx1">
                            <a:alpha val="29000"/>
                          </a:schemeClr>
                        </a:solidFill>
                      </a:ln>
                      <a:latin typeface="Times New Roman"/>
                      <a:ea typeface="맑은 고딕"/>
                      <a:cs typeface="Times New Roman"/>
                    </a:endParaRPr>
                  </a:p>
                </p:txBody>
              </p:sp>
            </mc:Choice>
            <mc:Fallback xmlns="">
              <p:sp>
                <p:nvSpPr>
                  <p:cNvPr id="22" name="TextBox 21">
                    <a:extLst>
                      <a:ext uri="{FF2B5EF4-FFF2-40B4-BE49-F238E27FC236}">
                        <a16:creationId xmlns:a16="http://schemas.microsoft.com/office/drawing/2014/main" id="{DFCD66DD-F60F-A695-F683-248DF091F4C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865946" y="2457750"/>
                    <a:ext cx="314445" cy="307777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DF86CF05-A752-0A57-DC09-46C6D0262D1E}"/>
                  </a:ext>
                </a:extLst>
              </p:cNvPr>
              <p:cNvSpPr txBox="1"/>
              <p:nvPr/>
            </p:nvSpPr>
            <p:spPr>
              <a:xfrm>
                <a:off x="8023168" y="2413620"/>
                <a:ext cx="610598" cy="2539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05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~0.1</a:t>
                </a:r>
                <a:r>
                  <a:rPr lang="en-US" altLang="ko-KR" sz="105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맑은 고딕" panose="020B0503020000020004" pitchFamily="50" charset="-127"/>
                    <a:ea typeface="맑은 고딕" panose="020B0503020000020004" pitchFamily="50" charset="-127"/>
                    <a:cs typeface="Times New Roman"/>
                  </a:rPr>
                  <a:t>Å</a:t>
                </a:r>
                <a:endParaRPr lang="ko-KR" altLang="en-US" sz="105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endParaRPr>
              </a:p>
            </p:txBody>
          </p:sp>
        </p:grpSp>
      </p:grpSp>
      <p:grpSp>
        <p:nvGrpSpPr>
          <p:cNvPr id="113" name="그룹 112">
            <a:extLst>
              <a:ext uri="{FF2B5EF4-FFF2-40B4-BE49-F238E27FC236}">
                <a16:creationId xmlns:a16="http://schemas.microsoft.com/office/drawing/2014/main" id="{7DAB89E7-E4FD-E981-B132-406022F30389}"/>
              </a:ext>
            </a:extLst>
          </p:cNvPr>
          <p:cNvGrpSpPr/>
          <p:nvPr/>
        </p:nvGrpSpPr>
        <p:grpSpPr>
          <a:xfrm>
            <a:off x="6409603" y="3475803"/>
            <a:ext cx="2694732" cy="2897930"/>
            <a:chOff x="6278515" y="3519761"/>
            <a:chExt cx="2694732" cy="2897930"/>
          </a:xfrm>
        </p:grpSpPr>
        <p:grpSp>
          <p:nvGrpSpPr>
            <p:cNvPr id="59" name="그룹 58">
              <a:extLst>
                <a:ext uri="{FF2B5EF4-FFF2-40B4-BE49-F238E27FC236}">
                  <a16:creationId xmlns:a16="http://schemas.microsoft.com/office/drawing/2014/main" id="{00E52AF1-0B57-EBD2-D025-AEA563B088BE}"/>
                </a:ext>
              </a:extLst>
            </p:cNvPr>
            <p:cNvGrpSpPr/>
            <p:nvPr/>
          </p:nvGrpSpPr>
          <p:grpSpPr>
            <a:xfrm>
              <a:off x="6278515" y="3519761"/>
              <a:ext cx="2694732" cy="2897930"/>
              <a:chOff x="2865875" y="1944299"/>
              <a:chExt cx="2694732" cy="2897930"/>
            </a:xfrm>
          </p:grpSpPr>
          <p:cxnSp>
            <p:nvCxnSpPr>
              <p:cNvPr id="60" name="직선 연결선 59">
                <a:extLst>
                  <a:ext uri="{FF2B5EF4-FFF2-40B4-BE49-F238E27FC236}">
                    <a16:creationId xmlns:a16="http://schemas.microsoft.com/office/drawing/2014/main" id="{35CAC336-A73F-2C4C-E09D-5D2CA4B2608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670879" y="2624883"/>
                <a:ext cx="708996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직선 연결선 60">
                <a:extLst>
                  <a:ext uri="{FF2B5EF4-FFF2-40B4-BE49-F238E27FC236}">
                    <a16:creationId xmlns:a16="http://schemas.microsoft.com/office/drawing/2014/main" id="{7BDA892D-CF1E-FDC4-4B50-E19C819B00C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670879" y="4066333"/>
                <a:ext cx="708996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직선 연결선 61">
                <a:extLst>
                  <a:ext uri="{FF2B5EF4-FFF2-40B4-BE49-F238E27FC236}">
                    <a16:creationId xmlns:a16="http://schemas.microsoft.com/office/drawing/2014/main" id="{3C3B68A1-2FBB-07DD-34C7-718A442961C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670879" y="2931043"/>
                <a:ext cx="708996" cy="0"/>
              </a:xfrm>
              <a:prstGeom prst="line">
                <a:avLst/>
              </a:prstGeom>
              <a:ln w="9525">
                <a:solidFill>
                  <a:srgbClr val="FF3505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63" name="그림 62">
                <a:extLst>
                  <a:ext uri="{FF2B5EF4-FFF2-40B4-BE49-F238E27FC236}">
                    <a16:creationId xmlns:a16="http://schemas.microsoft.com/office/drawing/2014/main" id="{D1C580A6-AC07-CB8A-C04A-2F3A43AB8E4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757025" y="2809596"/>
                <a:ext cx="242894" cy="242894"/>
              </a:xfrm>
              <a:prstGeom prst="rect">
                <a:avLst/>
              </a:prstGeom>
            </p:spPr>
          </p:pic>
          <p:cxnSp>
            <p:nvCxnSpPr>
              <p:cNvPr id="64" name="직선 연결선 63">
                <a:extLst>
                  <a:ext uri="{FF2B5EF4-FFF2-40B4-BE49-F238E27FC236}">
                    <a16:creationId xmlns:a16="http://schemas.microsoft.com/office/drawing/2014/main" id="{8A167A47-A5A6-36A1-467D-0D9811EBF03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670879" y="1951783"/>
                <a:ext cx="0" cy="67310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직선 연결선 64">
                <a:extLst>
                  <a:ext uri="{FF2B5EF4-FFF2-40B4-BE49-F238E27FC236}">
                    <a16:creationId xmlns:a16="http://schemas.microsoft.com/office/drawing/2014/main" id="{3A8BCE02-98AF-FD9A-1CC0-10BD1288706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53329" y="1944299"/>
                <a:ext cx="0" cy="1315247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직선 연결선 65">
                <a:extLst>
                  <a:ext uri="{FF2B5EF4-FFF2-40B4-BE49-F238E27FC236}">
                    <a16:creationId xmlns:a16="http://schemas.microsoft.com/office/drawing/2014/main" id="{7EF5D540-3C1D-F39B-CA60-29B77BFABA8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953329" y="1951782"/>
                <a:ext cx="717549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직선 연결선 66">
                <a:extLst>
                  <a:ext uri="{FF2B5EF4-FFF2-40B4-BE49-F238E27FC236}">
                    <a16:creationId xmlns:a16="http://schemas.microsoft.com/office/drawing/2014/main" id="{EEC47F8C-DFD2-8697-F754-F37D69F7750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953329" y="4842229"/>
                <a:ext cx="717549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직선 연결선 67">
                <a:extLst>
                  <a:ext uri="{FF2B5EF4-FFF2-40B4-BE49-F238E27FC236}">
                    <a16:creationId xmlns:a16="http://schemas.microsoft.com/office/drawing/2014/main" id="{6C55CE01-B6B2-E8CD-F1FD-9E4CBFE8C13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53329" y="4059646"/>
                <a:ext cx="0" cy="782583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" name="직선 연결선 68">
                <a:extLst>
                  <a:ext uri="{FF2B5EF4-FFF2-40B4-BE49-F238E27FC236}">
                    <a16:creationId xmlns:a16="http://schemas.microsoft.com/office/drawing/2014/main" id="{389492DD-99AC-6741-C5CA-B898B71B941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86554" y="3253196"/>
                <a:ext cx="866775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직선 연결선 69">
                <a:extLst>
                  <a:ext uri="{FF2B5EF4-FFF2-40B4-BE49-F238E27FC236}">
                    <a16:creationId xmlns:a16="http://schemas.microsoft.com/office/drawing/2014/main" id="{EE15D2F8-6991-A96B-B559-80A5A34B86C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86554" y="4059646"/>
                <a:ext cx="866775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직선 연결선 70">
                <a:extLst>
                  <a:ext uri="{FF2B5EF4-FFF2-40B4-BE49-F238E27FC236}">
                    <a16:creationId xmlns:a16="http://schemas.microsoft.com/office/drawing/2014/main" id="{C3988FA1-F0AF-596C-3C2C-A779D40EC78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670879" y="4066333"/>
                <a:ext cx="0" cy="775896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10A0F8B1-82D5-DA8B-D323-29CD39EC9F05}"/>
                  </a:ext>
                </a:extLst>
              </p:cNvPr>
              <p:cNvSpPr txBox="1"/>
              <p:nvPr/>
            </p:nvSpPr>
            <p:spPr>
              <a:xfrm>
                <a:off x="2865875" y="2793549"/>
                <a:ext cx="1206961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1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(reservoir)</a:t>
                </a:r>
                <a:endParaRPr lang="ko-KR" altLang="en-US" sz="11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endParaRPr>
              </a:p>
            </p:txBody>
          </p:sp>
          <p:cxnSp>
            <p:nvCxnSpPr>
              <p:cNvPr id="85" name="직선 연결선 84">
                <a:extLst>
                  <a:ext uri="{FF2B5EF4-FFF2-40B4-BE49-F238E27FC236}">
                    <a16:creationId xmlns:a16="http://schemas.microsoft.com/office/drawing/2014/main" id="{B6595EED-8DED-6FB4-B2D5-9495CAD1A3C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86554" y="3448661"/>
                <a:ext cx="865188" cy="0"/>
              </a:xfrm>
              <a:prstGeom prst="line">
                <a:avLst/>
              </a:prstGeom>
              <a:ln w="9525">
                <a:solidFill>
                  <a:srgbClr val="00B0F0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77433530-CA24-D919-7B6C-639117887B66}"/>
                  </a:ext>
                </a:extLst>
              </p:cNvPr>
              <p:cNvSpPr txBox="1"/>
              <p:nvPr/>
            </p:nvSpPr>
            <p:spPr>
              <a:xfrm>
                <a:off x="3266677" y="3395094"/>
                <a:ext cx="504941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200" dirty="0" err="1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E</a:t>
                </a:r>
                <a:r>
                  <a:rPr lang="en-US" altLang="ko-KR" sz="1200" baseline="-25000" dirty="0" err="1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F,r</a:t>
                </a:r>
                <a:endParaRPr lang="ko-KR" altLang="en-US" sz="1200" baseline="-250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endParaRPr>
              </a:p>
            </p:txBody>
          </p:sp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409154F7-3A04-A21D-CA00-CA0F6EF1DD7F}"/>
                  </a:ext>
                </a:extLst>
              </p:cNvPr>
              <p:cNvSpPr txBox="1"/>
              <p:nvPr/>
            </p:nvSpPr>
            <p:spPr>
              <a:xfrm>
                <a:off x="2972765" y="3011028"/>
                <a:ext cx="504941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200" dirty="0" err="1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E</a:t>
                </a:r>
                <a:r>
                  <a:rPr lang="en-US" altLang="ko-KR" sz="1200" baseline="-25000" dirty="0" err="1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C,r</a:t>
                </a:r>
                <a:endParaRPr lang="ko-KR" altLang="en-US" sz="1200" baseline="-250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endParaRPr>
              </a:p>
            </p:txBody>
          </p:sp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8AE2E25B-36A5-9085-5E88-1C6F623A7E63}"/>
                  </a:ext>
                </a:extLst>
              </p:cNvPr>
              <p:cNvSpPr txBox="1"/>
              <p:nvPr/>
            </p:nvSpPr>
            <p:spPr>
              <a:xfrm>
                <a:off x="2972765" y="3800233"/>
                <a:ext cx="504941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200" dirty="0" err="1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E</a:t>
                </a:r>
                <a:r>
                  <a:rPr lang="en-US" altLang="ko-KR" sz="1200" baseline="-25000" dirty="0" err="1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V,r</a:t>
                </a:r>
                <a:endParaRPr lang="ko-KR" altLang="en-US" sz="1200" baseline="-250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endParaRPr>
              </a:p>
            </p:txBody>
          </p:sp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C28B5EAE-FA75-034E-DBBC-1D57E6D1C08D}"/>
                  </a:ext>
                </a:extLst>
              </p:cNvPr>
              <p:cNvSpPr txBox="1"/>
              <p:nvPr/>
            </p:nvSpPr>
            <p:spPr>
              <a:xfrm>
                <a:off x="5037174" y="2366135"/>
                <a:ext cx="504941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2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E</a:t>
                </a:r>
                <a:r>
                  <a:rPr lang="en-US" altLang="ko-KR" sz="1200" baseline="-25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C</a:t>
                </a:r>
                <a:endParaRPr lang="ko-KR" altLang="en-US" sz="1200" baseline="-250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endParaRPr>
              </a:p>
            </p:txBody>
          </p:sp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8EEB076D-41E3-8F42-E880-B41E48161731}"/>
                  </a:ext>
                </a:extLst>
              </p:cNvPr>
              <p:cNvSpPr txBox="1"/>
              <p:nvPr/>
            </p:nvSpPr>
            <p:spPr>
              <a:xfrm>
                <a:off x="5037174" y="3823340"/>
                <a:ext cx="504941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2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E</a:t>
                </a:r>
                <a:r>
                  <a:rPr lang="en-US" altLang="ko-KR" sz="1200" baseline="-25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V</a:t>
                </a:r>
                <a:endParaRPr lang="ko-KR" altLang="en-US" sz="1200" baseline="-250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endParaRPr>
              </a:p>
            </p:txBody>
          </p:sp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5AB7F9C7-EBED-5CAD-18AB-C6EBEC6DF423}"/>
                  </a:ext>
                </a:extLst>
              </p:cNvPr>
              <p:cNvSpPr txBox="1"/>
              <p:nvPr/>
            </p:nvSpPr>
            <p:spPr>
              <a:xfrm>
                <a:off x="5055666" y="2671509"/>
                <a:ext cx="504941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200" dirty="0" err="1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E</a:t>
                </a:r>
                <a:r>
                  <a:rPr lang="en-US" altLang="ko-KR" sz="1200" baseline="-25000" dirty="0" err="1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trap</a:t>
                </a:r>
                <a:endParaRPr lang="ko-KR" altLang="en-US" sz="1200" baseline="-250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endParaRPr>
              </a:p>
            </p:txBody>
          </p:sp>
          <p:cxnSp>
            <p:nvCxnSpPr>
              <p:cNvPr id="106" name="직선 연결선 105">
                <a:extLst>
                  <a:ext uri="{FF2B5EF4-FFF2-40B4-BE49-F238E27FC236}">
                    <a16:creationId xmlns:a16="http://schemas.microsoft.com/office/drawing/2014/main" id="{2BF970D0-18E8-67E4-D2A1-69AB7E02273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53329" y="3257579"/>
                <a:ext cx="865188" cy="0"/>
              </a:xfrm>
              <a:prstGeom prst="line">
                <a:avLst/>
              </a:prstGeom>
              <a:ln w="9525"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077CD3E5-B295-185A-AC75-DDB60A57D93D}"/>
                  </a:ext>
                </a:extLst>
              </p:cNvPr>
              <p:cNvSpPr txBox="1"/>
              <p:nvPr/>
            </p:nvSpPr>
            <p:spPr>
              <a:xfrm>
                <a:off x="4243215" y="2620173"/>
                <a:ext cx="44046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ko-KR" sz="12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highlight>
                      <a:srgbClr val="FFFF00"/>
                    </a:highlight>
                    <a:latin typeface="Times New Roman"/>
                    <a:ea typeface="맑은 고딕"/>
                    <a:cs typeface="Times New Roman"/>
                  </a:rPr>
                  <a:t>|E</a:t>
                </a:r>
                <a:r>
                  <a:rPr lang="en-US" altLang="ko-KR" sz="1200" baseline="-25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highlight>
                      <a:srgbClr val="FFFF00"/>
                    </a:highlight>
                    <a:latin typeface="Times New Roman"/>
                    <a:ea typeface="맑은 고딕"/>
                    <a:cs typeface="Times New Roman"/>
                  </a:rPr>
                  <a:t>T</a:t>
                </a:r>
                <a:r>
                  <a:rPr lang="en-US" altLang="ko-KR" sz="12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highlight>
                      <a:srgbClr val="FFFF00"/>
                    </a:highlight>
                    <a:latin typeface="Times New Roman"/>
                    <a:ea typeface="맑은 고딕"/>
                    <a:cs typeface="Times New Roman"/>
                  </a:rPr>
                  <a:t>|</a:t>
                </a:r>
                <a:endParaRPr lang="ko-KR" altLang="en-US" sz="1200" baseline="-250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highlight>
                    <a:srgbClr val="FFFF00"/>
                  </a:highlight>
                  <a:latin typeface="Times New Roman"/>
                  <a:ea typeface="맑은 고딕"/>
                  <a:cs typeface="Times New Roman"/>
                </a:endParaRPr>
              </a:p>
            </p:txBody>
          </p:sp>
          <p:sp>
            <p:nvSpPr>
              <p:cNvPr id="112" name="TextBox 111">
                <a:extLst>
                  <a:ext uri="{FF2B5EF4-FFF2-40B4-BE49-F238E27FC236}">
                    <a16:creationId xmlns:a16="http://schemas.microsoft.com/office/drawing/2014/main" id="{92CC9ADD-0102-8BD1-B2E5-33DB520C0D21}"/>
                  </a:ext>
                </a:extLst>
              </p:cNvPr>
              <p:cNvSpPr txBox="1"/>
              <p:nvPr/>
            </p:nvSpPr>
            <p:spPr>
              <a:xfrm>
                <a:off x="3818495" y="2938573"/>
                <a:ext cx="865188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ko-KR" sz="1100" dirty="0" err="1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highlight>
                      <a:srgbClr val="FFFF00"/>
                    </a:highlight>
                    <a:latin typeface="Times New Roman"/>
                    <a:ea typeface="맑은 고딕"/>
                    <a:cs typeface="Times New Roman"/>
                  </a:rPr>
                  <a:t>E</a:t>
                </a:r>
                <a:r>
                  <a:rPr lang="en-US" altLang="ko-KR" sz="1100" baseline="-25000" dirty="0" err="1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highlight>
                      <a:srgbClr val="FFFF00"/>
                    </a:highlight>
                    <a:latin typeface="Times New Roman"/>
                    <a:ea typeface="맑은 고딕"/>
                    <a:cs typeface="Times New Roman"/>
                  </a:rPr>
                  <a:t>trap</a:t>
                </a:r>
                <a:r>
                  <a:rPr lang="en-US" altLang="ko-KR" sz="11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highlight>
                      <a:srgbClr val="FFFF00"/>
                    </a:highlight>
                    <a:latin typeface="Times New Roman"/>
                    <a:ea typeface="맑은 고딕"/>
                    <a:cs typeface="Times New Roman"/>
                  </a:rPr>
                  <a:t> – </a:t>
                </a:r>
                <a:r>
                  <a:rPr lang="en-US" altLang="ko-KR" sz="1100" dirty="0" err="1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highlight>
                      <a:srgbClr val="FFFF00"/>
                    </a:highlight>
                    <a:latin typeface="Times New Roman"/>
                    <a:ea typeface="맑은 고딕"/>
                    <a:cs typeface="Times New Roman"/>
                  </a:rPr>
                  <a:t>E</a:t>
                </a:r>
                <a:r>
                  <a:rPr lang="en-US" altLang="ko-KR" sz="1100" baseline="-25000" dirty="0" err="1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highlight>
                      <a:srgbClr val="FFFF00"/>
                    </a:highlight>
                    <a:latin typeface="Times New Roman"/>
                    <a:ea typeface="맑은 고딕"/>
                    <a:cs typeface="Times New Roman"/>
                  </a:rPr>
                  <a:t>C,</a:t>
                </a:r>
                <a:r>
                  <a:rPr lang="en-US" altLang="ko-KR" sz="1100" i="1" baseline="-25000" dirty="0" err="1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highlight>
                      <a:srgbClr val="FFFF00"/>
                    </a:highlight>
                    <a:latin typeface="Times New Roman"/>
                    <a:ea typeface="맑은 고딕"/>
                    <a:cs typeface="Times New Roman"/>
                  </a:rPr>
                  <a:t>r</a:t>
                </a:r>
                <a:endParaRPr lang="ko-KR" altLang="en-US" sz="1100" i="1" baseline="-250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highlight>
                    <a:srgbClr val="FFFF00"/>
                  </a:highlight>
                  <a:latin typeface="Times New Roman"/>
                  <a:ea typeface="맑은 고딕"/>
                  <a:cs typeface="Times New Roman"/>
                </a:endParaRPr>
              </a:p>
            </p:txBody>
          </p:sp>
        </p:grpSp>
        <p:cxnSp>
          <p:nvCxnSpPr>
            <p:cNvPr id="108" name="직선 화살표 연결선 107">
              <a:extLst>
                <a:ext uri="{FF2B5EF4-FFF2-40B4-BE49-F238E27FC236}">
                  <a16:creationId xmlns:a16="http://schemas.microsoft.com/office/drawing/2014/main" id="{1BECE385-5D09-F129-A5BB-160D925E80E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83518" y="4523970"/>
              <a:ext cx="0" cy="304688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직선 화살표 연결선 109">
              <a:extLst>
                <a:ext uri="{FF2B5EF4-FFF2-40B4-BE49-F238E27FC236}">
                  <a16:creationId xmlns:a16="http://schemas.microsoft.com/office/drawing/2014/main" id="{A8494540-9910-44C9-67D3-7D2B17AD0EF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83518" y="4200345"/>
              <a:ext cx="0" cy="304688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402258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02CD2D-1062-76B4-AE12-9A13014BB3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Simulation Method</a:t>
            </a:r>
            <a:endParaRPr lang="ko-KR" altLang="en-US" dirty="0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1320267C-03D0-0242-9152-13169CE76B93}"/>
              </a:ext>
            </a:extLst>
          </p:cNvPr>
          <p:cNvGrpSpPr/>
          <p:nvPr/>
        </p:nvGrpSpPr>
        <p:grpSpPr>
          <a:xfrm>
            <a:off x="364865" y="874582"/>
            <a:ext cx="2847062" cy="3871825"/>
            <a:chOff x="745871" y="908182"/>
            <a:chExt cx="2847062" cy="3871825"/>
          </a:xfrm>
        </p:grpSpPr>
        <p:sp>
          <p:nvSpPr>
            <p:cNvPr id="4" name="자유형: 도형 3">
              <a:extLst>
                <a:ext uri="{FF2B5EF4-FFF2-40B4-BE49-F238E27FC236}">
                  <a16:creationId xmlns:a16="http://schemas.microsoft.com/office/drawing/2014/main" id="{E272CDEA-C233-00A3-B135-A8C7FB9A6B1D}"/>
                </a:ext>
              </a:extLst>
            </p:cNvPr>
            <p:cNvSpPr/>
            <p:nvPr/>
          </p:nvSpPr>
          <p:spPr>
            <a:xfrm>
              <a:off x="968051" y="1271039"/>
              <a:ext cx="2546350" cy="2952750"/>
            </a:xfrm>
            <a:custGeom>
              <a:avLst/>
              <a:gdLst>
                <a:gd name="connsiteX0" fmla="*/ 0 w 2546350"/>
                <a:gd name="connsiteY0" fmla="*/ 2952750 h 2952750"/>
                <a:gd name="connsiteX1" fmla="*/ 457200 w 2546350"/>
                <a:gd name="connsiteY1" fmla="*/ 2946400 h 2952750"/>
                <a:gd name="connsiteX2" fmla="*/ 457200 w 2546350"/>
                <a:gd name="connsiteY2" fmla="*/ 1854200 h 2952750"/>
                <a:gd name="connsiteX3" fmla="*/ 984250 w 2546350"/>
                <a:gd name="connsiteY3" fmla="*/ 1073150 h 2952750"/>
                <a:gd name="connsiteX4" fmla="*/ 977900 w 2546350"/>
                <a:gd name="connsiteY4" fmla="*/ 1606550 h 2952750"/>
                <a:gd name="connsiteX5" fmla="*/ 1587500 w 2546350"/>
                <a:gd name="connsiteY5" fmla="*/ 1295400 h 2952750"/>
                <a:gd name="connsiteX6" fmla="*/ 1568450 w 2546350"/>
                <a:gd name="connsiteY6" fmla="*/ 755650 h 2952750"/>
                <a:gd name="connsiteX7" fmla="*/ 2070100 w 2546350"/>
                <a:gd name="connsiteY7" fmla="*/ 0 h 2952750"/>
                <a:gd name="connsiteX8" fmla="*/ 2089150 w 2546350"/>
                <a:gd name="connsiteY8" fmla="*/ 1079500 h 2952750"/>
                <a:gd name="connsiteX9" fmla="*/ 2190750 w 2546350"/>
                <a:gd name="connsiteY9" fmla="*/ 958850 h 2952750"/>
                <a:gd name="connsiteX10" fmla="*/ 2241550 w 2546350"/>
                <a:gd name="connsiteY10" fmla="*/ 908050 h 2952750"/>
                <a:gd name="connsiteX11" fmla="*/ 2266950 w 2546350"/>
                <a:gd name="connsiteY11" fmla="*/ 901700 h 2952750"/>
                <a:gd name="connsiteX12" fmla="*/ 2298700 w 2546350"/>
                <a:gd name="connsiteY12" fmla="*/ 882650 h 2952750"/>
                <a:gd name="connsiteX13" fmla="*/ 2324100 w 2546350"/>
                <a:gd name="connsiteY13" fmla="*/ 876300 h 2952750"/>
                <a:gd name="connsiteX14" fmla="*/ 2343150 w 2546350"/>
                <a:gd name="connsiteY14" fmla="*/ 869950 h 2952750"/>
                <a:gd name="connsiteX15" fmla="*/ 2393950 w 2546350"/>
                <a:gd name="connsiteY15" fmla="*/ 857250 h 2952750"/>
                <a:gd name="connsiteX16" fmla="*/ 2546350 w 2546350"/>
                <a:gd name="connsiteY16" fmla="*/ 838200 h 2952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46350" h="2952750">
                  <a:moveTo>
                    <a:pt x="0" y="2952750"/>
                  </a:moveTo>
                  <a:lnTo>
                    <a:pt x="457200" y="2946400"/>
                  </a:lnTo>
                  <a:lnTo>
                    <a:pt x="457200" y="1854200"/>
                  </a:lnTo>
                  <a:lnTo>
                    <a:pt x="984250" y="1073150"/>
                  </a:lnTo>
                  <a:cubicBezTo>
                    <a:pt x="982133" y="1250950"/>
                    <a:pt x="980017" y="1428750"/>
                    <a:pt x="977900" y="1606550"/>
                  </a:cubicBezTo>
                  <a:lnTo>
                    <a:pt x="1587500" y="1295400"/>
                  </a:lnTo>
                  <a:lnTo>
                    <a:pt x="1568450" y="755650"/>
                  </a:lnTo>
                  <a:lnTo>
                    <a:pt x="2070100" y="0"/>
                  </a:lnTo>
                  <a:lnTo>
                    <a:pt x="2089150" y="1079500"/>
                  </a:lnTo>
                  <a:lnTo>
                    <a:pt x="2190750" y="958850"/>
                  </a:lnTo>
                  <a:cubicBezTo>
                    <a:pt x="2207683" y="941917"/>
                    <a:pt x="2222392" y="922418"/>
                    <a:pt x="2241550" y="908050"/>
                  </a:cubicBezTo>
                  <a:cubicBezTo>
                    <a:pt x="2248532" y="902814"/>
                    <a:pt x="2258975" y="905244"/>
                    <a:pt x="2266950" y="901700"/>
                  </a:cubicBezTo>
                  <a:cubicBezTo>
                    <a:pt x="2278228" y="896687"/>
                    <a:pt x="2287422" y="887663"/>
                    <a:pt x="2298700" y="882650"/>
                  </a:cubicBezTo>
                  <a:cubicBezTo>
                    <a:pt x="2306675" y="879106"/>
                    <a:pt x="2315709" y="878698"/>
                    <a:pt x="2324100" y="876300"/>
                  </a:cubicBezTo>
                  <a:cubicBezTo>
                    <a:pt x="2330536" y="874461"/>
                    <a:pt x="2336616" y="871402"/>
                    <a:pt x="2343150" y="869950"/>
                  </a:cubicBezTo>
                  <a:cubicBezTo>
                    <a:pt x="2394472" y="858545"/>
                    <a:pt x="2366590" y="870930"/>
                    <a:pt x="2393950" y="857250"/>
                  </a:cubicBezTo>
                  <a:lnTo>
                    <a:pt x="2546350" y="838200"/>
                  </a:lnTo>
                </a:path>
              </a:pathLst>
            </a:custGeom>
            <a:noFill/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cxnSp>
          <p:nvCxnSpPr>
            <p:cNvPr id="5" name="직선 연결선 4">
              <a:extLst>
                <a:ext uri="{FF2B5EF4-FFF2-40B4-BE49-F238E27FC236}">
                  <a16:creationId xmlns:a16="http://schemas.microsoft.com/office/drawing/2014/main" id="{99150754-4235-6C55-86C0-DE1DD919ACC2}"/>
                </a:ext>
              </a:extLst>
            </p:cNvPr>
            <p:cNvCxnSpPr/>
            <p:nvPr/>
          </p:nvCxnSpPr>
          <p:spPr>
            <a:xfrm>
              <a:off x="2272182" y="1548058"/>
              <a:ext cx="0" cy="2250281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999ADBBB-0DFC-C4E3-E103-A6403128369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945951" y="3276842"/>
              <a:ext cx="609600" cy="31115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3D1C5C12-D59C-4C58-1F1E-67F0FF56A69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160257" y="3310970"/>
              <a:ext cx="242894" cy="242894"/>
            </a:xfrm>
            <a:prstGeom prst="rect">
              <a:avLst/>
            </a:prstGeom>
          </p:spPr>
        </p:pic>
        <p:cxnSp>
          <p:nvCxnSpPr>
            <p:cNvPr id="8" name="직선 화살표 연결선 7">
              <a:extLst>
                <a:ext uri="{FF2B5EF4-FFF2-40B4-BE49-F238E27FC236}">
                  <a16:creationId xmlns:a16="http://schemas.microsoft.com/office/drawing/2014/main" id="{5A2AAED0-98C9-4066-2C31-0FD64AED81B6}"/>
                </a:ext>
              </a:extLst>
            </p:cNvPr>
            <p:cNvCxnSpPr>
              <a:cxnSpLocks/>
              <a:stCxn id="7" idx="1"/>
            </p:cNvCxnSpPr>
            <p:nvPr/>
          </p:nvCxnSpPr>
          <p:spPr>
            <a:xfrm flipH="1">
              <a:off x="1193699" y="3432417"/>
              <a:ext cx="966558" cy="0"/>
            </a:xfrm>
            <a:prstGeom prst="straightConnector1">
              <a:avLst/>
            </a:prstGeom>
            <a:ln w="28575">
              <a:solidFill>
                <a:srgbClr val="FF350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9C2C4299-7BC5-7CC3-A9F9-1C1A45AADE5D}"/>
                </a:ext>
              </a:extLst>
            </p:cNvPr>
            <p:cNvSpPr txBox="1"/>
            <p:nvPr/>
          </p:nvSpPr>
          <p:spPr>
            <a:xfrm>
              <a:off x="1193699" y="2038290"/>
              <a:ext cx="894184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4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rPr>
                <a:t>ox1 layer </a:t>
              </a:r>
              <a:endParaRPr lang="ko-KR" altLang="en-US" sz="1400" dirty="0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53453635-C7B9-D678-1220-7A8F9F9B2BB4}"/>
                </a:ext>
              </a:extLst>
            </p:cNvPr>
            <p:cNvSpPr txBox="1"/>
            <p:nvPr/>
          </p:nvSpPr>
          <p:spPr>
            <a:xfrm>
              <a:off x="1935584" y="2285780"/>
              <a:ext cx="661216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1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rPr>
                <a:t>n1 layer </a:t>
              </a:r>
              <a:endParaRPr lang="ko-KR" altLang="en-US" sz="1100" dirty="0"/>
            </a:p>
          </p:txBody>
        </p:sp>
        <p:sp>
          <p:nvSpPr>
            <p:cNvPr id="11" name="자유형: 도형 10">
              <a:extLst>
                <a:ext uri="{FF2B5EF4-FFF2-40B4-BE49-F238E27FC236}">
                  <a16:creationId xmlns:a16="http://schemas.microsoft.com/office/drawing/2014/main" id="{0EE15FB9-20A1-0813-8C29-10B3487B78E5}"/>
                </a:ext>
              </a:extLst>
            </p:cNvPr>
            <p:cNvSpPr/>
            <p:nvPr/>
          </p:nvSpPr>
          <p:spPr>
            <a:xfrm>
              <a:off x="1424473" y="2376198"/>
              <a:ext cx="522515" cy="1063690"/>
            </a:xfrm>
            <a:custGeom>
              <a:avLst/>
              <a:gdLst>
                <a:gd name="connsiteX0" fmla="*/ 6221 w 522515"/>
                <a:gd name="connsiteY0" fmla="*/ 740229 h 1063690"/>
                <a:gd name="connsiteX1" fmla="*/ 0 w 522515"/>
                <a:gd name="connsiteY1" fmla="*/ 1063690 h 1063690"/>
                <a:gd name="connsiteX2" fmla="*/ 516294 w 522515"/>
                <a:gd name="connsiteY2" fmla="*/ 1051249 h 1063690"/>
                <a:gd name="connsiteX3" fmla="*/ 522515 w 522515"/>
                <a:gd name="connsiteY3" fmla="*/ 0 h 1063690"/>
                <a:gd name="connsiteX4" fmla="*/ 6221 w 522515"/>
                <a:gd name="connsiteY4" fmla="*/ 740229 h 1063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2515" h="1063690">
                  <a:moveTo>
                    <a:pt x="6221" y="740229"/>
                  </a:moveTo>
                  <a:lnTo>
                    <a:pt x="0" y="1063690"/>
                  </a:lnTo>
                  <a:lnTo>
                    <a:pt x="516294" y="1051249"/>
                  </a:lnTo>
                  <a:cubicBezTo>
                    <a:pt x="518368" y="700833"/>
                    <a:pt x="520441" y="350416"/>
                    <a:pt x="522515" y="0"/>
                  </a:cubicBezTo>
                  <a:lnTo>
                    <a:pt x="6221" y="740229"/>
                  </a:lnTo>
                  <a:close/>
                </a:path>
              </a:pathLst>
            </a:custGeom>
            <a:solidFill>
              <a:srgbClr val="7DB4D9">
                <a:alpha val="38000"/>
              </a:srgbClr>
            </a:solidFill>
            <a:ln>
              <a:noFill/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자유형: 도형 11">
              <a:extLst>
                <a:ext uri="{FF2B5EF4-FFF2-40B4-BE49-F238E27FC236}">
                  <a16:creationId xmlns:a16="http://schemas.microsoft.com/office/drawing/2014/main" id="{DC8A7AB0-4D9F-A9D0-6D40-109DA79F3D86}"/>
                </a:ext>
              </a:extLst>
            </p:cNvPr>
            <p:cNvSpPr/>
            <p:nvPr/>
          </p:nvSpPr>
          <p:spPr>
            <a:xfrm>
              <a:off x="1945433" y="2712100"/>
              <a:ext cx="337457" cy="715347"/>
            </a:xfrm>
            <a:custGeom>
              <a:avLst/>
              <a:gdLst>
                <a:gd name="connsiteX0" fmla="*/ 0 w 323461"/>
                <a:gd name="connsiteY0" fmla="*/ 715347 h 715347"/>
                <a:gd name="connsiteX1" fmla="*/ 0 w 323461"/>
                <a:gd name="connsiteY1" fmla="*/ 149290 h 715347"/>
                <a:gd name="connsiteX2" fmla="*/ 323461 w 323461"/>
                <a:gd name="connsiteY2" fmla="*/ 0 h 715347"/>
                <a:gd name="connsiteX3" fmla="*/ 311020 w 323461"/>
                <a:gd name="connsiteY3" fmla="*/ 709127 h 715347"/>
                <a:gd name="connsiteX4" fmla="*/ 0 w 323461"/>
                <a:gd name="connsiteY4" fmla="*/ 715347 h 7153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3461" h="715347">
                  <a:moveTo>
                    <a:pt x="0" y="715347"/>
                  </a:moveTo>
                  <a:lnTo>
                    <a:pt x="0" y="149290"/>
                  </a:lnTo>
                  <a:lnTo>
                    <a:pt x="323461" y="0"/>
                  </a:lnTo>
                  <a:lnTo>
                    <a:pt x="311020" y="709127"/>
                  </a:lnTo>
                  <a:lnTo>
                    <a:pt x="0" y="715347"/>
                  </a:lnTo>
                  <a:close/>
                </a:path>
              </a:pathLst>
            </a:custGeom>
            <a:solidFill>
              <a:schemeClr val="accent1">
                <a:alpha val="56000"/>
              </a:schemeClr>
            </a:solidFill>
            <a:ln>
              <a:noFill/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08C4844-BE10-0211-E5B4-CF7ABAEB3933}"/>
                </a:ext>
              </a:extLst>
            </p:cNvPr>
            <p:cNvSpPr txBox="1"/>
            <p:nvPr/>
          </p:nvSpPr>
          <p:spPr>
            <a:xfrm>
              <a:off x="2477586" y="2037956"/>
              <a:ext cx="629558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9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rPr>
                <a:t>ox2 layer </a:t>
              </a:r>
              <a:endParaRPr lang="ko-KR" altLang="en-US" sz="900" dirty="0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70E83537-0D07-CE4C-B2B6-613CA156694A}"/>
                </a:ext>
              </a:extLst>
            </p:cNvPr>
            <p:cNvSpPr txBox="1"/>
            <p:nvPr/>
          </p:nvSpPr>
          <p:spPr>
            <a:xfrm>
              <a:off x="3046380" y="1634863"/>
              <a:ext cx="546553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4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rPr>
                <a:t>CTN</a:t>
              </a:r>
              <a:endParaRPr lang="ko-KR" altLang="en-US" sz="1400" dirty="0"/>
            </a:p>
          </p:txBody>
        </p:sp>
        <p:cxnSp>
          <p:nvCxnSpPr>
            <p:cNvPr id="15" name="직선 화살표 연결선 14">
              <a:extLst>
                <a:ext uri="{FF2B5EF4-FFF2-40B4-BE49-F238E27FC236}">
                  <a16:creationId xmlns:a16="http://schemas.microsoft.com/office/drawing/2014/main" id="{7D835BA9-93AB-EA13-2B28-26CB648C8F1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24473" y="1178768"/>
              <a:ext cx="1642188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69E7446C-EB68-4E9E-66F3-ADC659998210}"/>
                </a:ext>
              </a:extLst>
            </p:cNvPr>
            <p:cNvSpPr txBox="1"/>
            <p:nvPr/>
          </p:nvSpPr>
          <p:spPr>
            <a:xfrm>
              <a:off x="1536441" y="908182"/>
              <a:ext cx="144162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rPr>
                <a:t>BE-TOX (ONO)</a:t>
              </a:r>
              <a:endParaRPr lang="ko-KR" altLang="en-US" sz="1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endParaRPr>
            </a:p>
          </p:txBody>
        </p:sp>
        <p:cxnSp>
          <p:nvCxnSpPr>
            <p:cNvPr id="17" name="직선 화살표 연결선 16">
              <a:extLst>
                <a:ext uri="{FF2B5EF4-FFF2-40B4-BE49-F238E27FC236}">
                  <a16:creationId xmlns:a16="http://schemas.microsoft.com/office/drawing/2014/main" id="{B293BB8A-952C-EE0A-8908-A8FE7BCB9F5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93699" y="3546394"/>
              <a:ext cx="966558" cy="0"/>
            </a:xfrm>
            <a:prstGeom prst="straightConnector1">
              <a:avLst/>
            </a:prstGeom>
            <a:ln w="28575">
              <a:solidFill>
                <a:srgbClr val="FF3505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E4994B43-98F4-33B5-782E-2A239B1F1E8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68051" y="4357038"/>
              <a:ext cx="456422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885F89AE-705D-A542-A6E4-AFDE1F9EE382}"/>
                </a:ext>
              </a:extLst>
            </p:cNvPr>
            <p:cNvCxnSpPr>
              <a:cxnSpLocks/>
              <a:endCxn id="21" idx="2"/>
            </p:cNvCxnSpPr>
            <p:nvPr/>
          </p:nvCxnSpPr>
          <p:spPr>
            <a:xfrm flipH="1">
              <a:off x="1081774" y="3415638"/>
              <a:ext cx="1586781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C0CEA44E-453C-9A7B-03B8-2CCB8BBAC7A8}"/>
                    </a:ext>
                  </a:extLst>
                </p:cNvPr>
                <p:cNvSpPr txBox="1"/>
                <p:nvPr/>
              </p:nvSpPr>
              <p:spPr>
                <a:xfrm>
                  <a:off x="745871" y="3487498"/>
                  <a:ext cx="671805" cy="26898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ko-KR" sz="11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</m:ctrlPr>
                        </m:sSubPr>
                        <m:e>
                          <m:r>
                            <a:rPr lang="en-US" altLang="ko-KR" sz="11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𝑐</m:t>
                          </m:r>
                        </m:e>
                        <m:sub>
                          <m:r>
                            <a:rPr lang="en-US" altLang="ko-KR" sz="11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𝑛</m:t>
                          </m:r>
                          <m:r>
                            <a:rPr lang="en-US" altLang="ko-KR" sz="11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, </m:t>
                          </m:r>
                          <m:r>
                            <a:rPr lang="en-US" altLang="ko-KR" sz="11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𝑒𝑙𝑎𝑠𝑡𝑖𝑐</m:t>
                          </m:r>
                        </m:sub>
                      </m:sSub>
                    </m:oMath>
                  </a14:m>
                  <a:r>
                    <a:rPr lang="ko-KR" altLang="en-US" sz="1100" dirty="0">
                      <a:ln w="9525">
                        <a:solidFill>
                          <a:schemeClr val="tx1">
                            <a:alpha val="29000"/>
                          </a:schemeClr>
                        </a:solidFill>
                      </a:ln>
                      <a:latin typeface="Times New Roman"/>
                      <a:ea typeface="맑은 고딕"/>
                      <a:cs typeface="Times New Roman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C0CEA44E-453C-9A7B-03B8-2CCB8BBAC7A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5871" y="3487498"/>
                  <a:ext cx="671805" cy="268984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D77B540D-CB1C-DF0B-04A8-84CFB7166690}"/>
                    </a:ext>
                  </a:extLst>
                </p:cNvPr>
                <p:cNvSpPr txBox="1"/>
                <p:nvPr/>
              </p:nvSpPr>
              <p:spPr>
                <a:xfrm>
                  <a:off x="745871" y="3146654"/>
                  <a:ext cx="671805" cy="26898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ko-KR" sz="11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</m:ctrlPr>
                        </m:sSubPr>
                        <m:e>
                          <m:r>
                            <a:rPr lang="en-US" altLang="ko-KR" sz="11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𝑒</m:t>
                          </m:r>
                        </m:e>
                        <m:sub>
                          <m:r>
                            <a:rPr lang="en-US" altLang="ko-KR" sz="11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𝑛</m:t>
                          </m:r>
                          <m:r>
                            <a:rPr lang="en-US" altLang="ko-KR" sz="11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, </m:t>
                          </m:r>
                          <m:r>
                            <a:rPr lang="en-US" altLang="ko-KR" sz="11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𝑒𝑙𝑎𝑠𝑡𝑖𝑐</m:t>
                          </m:r>
                        </m:sub>
                      </m:sSub>
                    </m:oMath>
                  </a14:m>
                  <a:r>
                    <a:rPr lang="ko-KR" altLang="en-US" sz="1100" dirty="0">
                      <a:ln w="9525">
                        <a:solidFill>
                          <a:schemeClr val="tx1">
                            <a:alpha val="29000"/>
                          </a:schemeClr>
                        </a:solidFill>
                      </a:ln>
                      <a:latin typeface="Times New Roman"/>
                      <a:ea typeface="맑은 고딕"/>
                      <a:cs typeface="Times New Roman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D77B540D-CB1C-DF0B-04A8-84CFB716669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5871" y="3146654"/>
                  <a:ext cx="671805" cy="268984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6165C76C-F5D3-BCB3-A67E-E92D4B370A12}"/>
                    </a:ext>
                  </a:extLst>
                </p:cNvPr>
                <p:cNvSpPr txBox="1"/>
                <p:nvPr/>
              </p:nvSpPr>
              <p:spPr>
                <a:xfrm>
                  <a:off x="1416078" y="4222546"/>
                  <a:ext cx="671805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ko-KR" sz="11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sz="1100" b="0" i="0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E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ko-KR" sz="1100" b="0" i="0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F</m:t>
                          </m:r>
                          <m:r>
                            <a:rPr lang="en-US" altLang="ko-KR" sz="11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𝑖</m:t>
                          </m:r>
                        </m:sub>
                      </m:sSub>
                    </m:oMath>
                  </a14:m>
                  <a:r>
                    <a:rPr lang="ko-KR" altLang="en-US" sz="1100" dirty="0">
                      <a:ln w="9525">
                        <a:solidFill>
                          <a:schemeClr val="tx1">
                            <a:alpha val="29000"/>
                          </a:schemeClr>
                        </a:solidFill>
                      </a:ln>
                      <a:latin typeface="Times New Roman"/>
                      <a:ea typeface="맑은 고딕"/>
                      <a:cs typeface="Times New Roman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6165C76C-F5D3-BCB3-A67E-E92D4B370A1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16078" y="4222546"/>
                  <a:ext cx="671805" cy="26161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CF1A78C5-E930-5099-27A5-A37CC5875875}"/>
                    </a:ext>
                  </a:extLst>
                </p:cNvPr>
                <p:cNvSpPr txBox="1"/>
                <p:nvPr/>
              </p:nvSpPr>
              <p:spPr>
                <a:xfrm>
                  <a:off x="2322350" y="3419661"/>
                  <a:ext cx="671805" cy="27661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ko-KR" sz="11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sz="1100" b="0" i="0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E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ko-KR" sz="1100" b="0" i="0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trap</m:t>
                          </m:r>
                        </m:sub>
                      </m:sSub>
                    </m:oMath>
                  </a14:m>
                  <a:r>
                    <a:rPr lang="ko-KR" altLang="en-US" sz="1100" dirty="0">
                      <a:ln w="9525">
                        <a:solidFill>
                          <a:schemeClr val="tx1">
                            <a:alpha val="29000"/>
                          </a:schemeClr>
                        </a:solidFill>
                      </a:ln>
                      <a:latin typeface="Times New Roman"/>
                      <a:ea typeface="맑은 고딕"/>
                      <a:cs typeface="Times New Roman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CF1A78C5-E930-5099-27A5-A37CC587587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22350" y="3419661"/>
                  <a:ext cx="671805" cy="276614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69F9FE9E-4C41-4F3E-9364-D0324B90B1F2}"/>
                </a:ext>
              </a:extLst>
            </p:cNvPr>
            <p:cNvCxnSpPr/>
            <p:nvPr/>
          </p:nvCxnSpPr>
          <p:spPr>
            <a:xfrm>
              <a:off x="1665845" y="2529726"/>
              <a:ext cx="0" cy="2250281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AF1B3344-309F-168A-4A7D-A4BBD0E67876}"/>
              </a:ext>
            </a:extLst>
          </p:cNvPr>
          <p:cNvCxnSpPr>
            <a:cxnSpLocks/>
          </p:cNvCxnSpPr>
          <p:nvPr/>
        </p:nvCxnSpPr>
        <p:spPr>
          <a:xfrm flipV="1">
            <a:off x="2483523" y="1717762"/>
            <a:ext cx="2150983" cy="12822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타원 25">
            <a:extLst>
              <a:ext uri="{FF2B5EF4-FFF2-40B4-BE49-F238E27FC236}">
                <a16:creationId xmlns:a16="http://schemas.microsoft.com/office/drawing/2014/main" id="{89A05783-3EDE-8685-8452-EC2D7E3C8C92}"/>
              </a:ext>
            </a:extLst>
          </p:cNvPr>
          <p:cNvSpPr/>
          <p:nvPr/>
        </p:nvSpPr>
        <p:spPr>
          <a:xfrm>
            <a:off x="1559866" y="2573227"/>
            <a:ext cx="762955" cy="1149655"/>
          </a:xfrm>
          <a:prstGeom prst="ellipse">
            <a:avLst/>
          </a:prstGeom>
          <a:noFill/>
          <a:ln>
            <a:solidFill>
              <a:srgbClr val="FF3505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BBFDEB7C-F347-6B13-2FFE-C918CB81F2DA}"/>
              </a:ext>
            </a:extLst>
          </p:cNvPr>
          <p:cNvCxnSpPr>
            <a:cxnSpLocks/>
          </p:cNvCxnSpPr>
          <p:nvPr/>
        </p:nvCxnSpPr>
        <p:spPr>
          <a:xfrm flipV="1">
            <a:off x="2550325" y="3262724"/>
            <a:ext cx="3110039" cy="497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9805E007-6701-A986-91E9-741BAE6FE009}"/>
              </a:ext>
            </a:extLst>
          </p:cNvPr>
          <p:cNvSpPr txBox="1"/>
          <p:nvPr/>
        </p:nvSpPr>
        <p:spPr>
          <a:xfrm>
            <a:off x="8029725" y="1220165"/>
            <a:ext cx="11142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BE-TOX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DF6CA3E-300D-E1D0-6864-F145773EC1B6}"/>
              </a:ext>
            </a:extLst>
          </p:cNvPr>
          <p:cNvSpPr txBox="1"/>
          <p:nvPr/>
        </p:nvSpPr>
        <p:spPr>
          <a:xfrm>
            <a:off x="2041837" y="4195917"/>
            <a:ext cx="31425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“Centered balance point”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FA0F4380-00E2-FE3D-22CA-224B05AB3084}"/>
              </a:ext>
            </a:extLst>
          </p:cNvPr>
          <p:cNvGrpSpPr/>
          <p:nvPr/>
        </p:nvGrpSpPr>
        <p:grpSpPr>
          <a:xfrm>
            <a:off x="4795441" y="1085807"/>
            <a:ext cx="3225292" cy="1069614"/>
            <a:chOff x="4795441" y="3361408"/>
            <a:chExt cx="3225292" cy="1069614"/>
          </a:xfrm>
        </p:grpSpPr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5A260D2B-C4CF-CBB1-A5A2-46683FC2F4EB}"/>
                </a:ext>
              </a:extLst>
            </p:cNvPr>
            <p:cNvSpPr/>
            <p:nvPr/>
          </p:nvSpPr>
          <p:spPr>
            <a:xfrm>
              <a:off x="4795441" y="3361408"/>
              <a:ext cx="3225292" cy="708077"/>
            </a:xfrm>
            <a:prstGeom prst="rect">
              <a:avLst/>
            </a:prstGeom>
            <a:noFill/>
            <a:ln>
              <a:solidFill>
                <a:srgbClr val="284866"/>
              </a:solidFill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2" name="직사각형 31">
              <a:extLst>
                <a:ext uri="{FF2B5EF4-FFF2-40B4-BE49-F238E27FC236}">
                  <a16:creationId xmlns:a16="http://schemas.microsoft.com/office/drawing/2014/main" id="{2689DDD8-2F04-B9DE-1501-11BA2197FE21}"/>
                </a:ext>
              </a:extLst>
            </p:cNvPr>
            <p:cNvSpPr/>
            <p:nvPr/>
          </p:nvSpPr>
          <p:spPr>
            <a:xfrm>
              <a:off x="4819937" y="3864311"/>
              <a:ext cx="3181064" cy="183814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3" name="직사각형 32">
              <a:extLst>
                <a:ext uri="{FF2B5EF4-FFF2-40B4-BE49-F238E27FC236}">
                  <a16:creationId xmlns:a16="http://schemas.microsoft.com/office/drawing/2014/main" id="{D0D1D7B4-D8A9-E46D-99AB-867F8FA74A1F}"/>
                </a:ext>
              </a:extLst>
            </p:cNvPr>
            <p:cNvSpPr/>
            <p:nvPr/>
          </p:nvSpPr>
          <p:spPr>
            <a:xfrm>
              <a:off x="4819937" y="3625147"/>
              <a:ext cx="3181064" cy="183814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" name="직사각형 33">
              <a:extLst>
                <a:ext uri="{FF2B5EF4-FFF2-40B4-BE49-F238E27FC236}">
                  <a16:creationId xmlns:a16="http://schemas.microsoft.com/office/drawing/2014/main" id="{4D43395D-3FF0-BF2C-1893-95999C82E610}"/>
                </a:ext>
              </a:extLst>
            </p:cNvPr>
            <p:cNvSpPr/>
            <p:nvPr/>
          </p:nvSpPr>
          <p:spPr>
            <a:xfrm>
              <a:off x="4819937" y="3395687"/>
              <a:ext cx="3181064" cy="183814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35" name="직선 화살표 연결선 34">
              <a:extLst>
                <a:ext uri="{FF2B5EF4-FFF2-40B4-BE49-F238E27FC236}">
                  <a16:creationId xmlns:a16="http://schemas.microsoft.com/office/drawing/2014/main" id="{B5700651-A196-350F-D8F7-55BD276E73A2}"/>
                </a:ext>
              </a:extLst>
            </p:cNvPr>
            <p:cNvCxnSpPr>
              <a:cxnSpLocks/>
            </p:cNvCxnSpPr>
            <p:nvPr/>
          </p:nvCxnSpPr>
          <p:spPr>
            <a:xfrm>
              <a:off x="6045308" y="3956218"/>
              <a:ext cx="0" cy="474804"/>
            </a:xfrm>
            <a:prstGeom prst="straightConnector1">
              <a:avLst/>
            </a:prstGeom>
            <a:ln w="28575">
              <a:solidFill>
                <a:srgbClr val="FF350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직선 화살표 연결선 35">
              <a:extLst>
                <a:ext uri="{FF2B5EF4-FFF2-40B4-BE49-F238E27FC236}">
                  <a16:creationId xmlns:a16="http://schemas.microsoft.com/office/drawing/2014/main" id="{9E31399B-68C8-5A79-2677-D8BBAFE976DF}"/>
                </a:ext>
              </a:extLst>
            </p:cNvPr>
            <p:cNvCxnSpPr>
              <a:cxnSpLocks/>
            </p:cNvCxnSpPr>
            <p:nvPr/>
          </p:nvCxnSpPr>
          <p:spPr>
            <a:xfrm>
              <a:off x="5825996" y="3715446"/>
              <a:ext cx="0" cy="715576"/>
            </a:xfrm>
            <a:prstGeom prst="straightConnector1">
              <a:avLst/>
            </a:prstGeom>
            <a:ln w="28575">
              <a:solidFill>
                <a:srgbClr val="FF350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직선 화살표 연결선 36">
              <a:extLst>
                <a:ext uri="{FF2B5EF4-FFF2-40B4-BE49-F238E27FC236}">
                  <a16:creationId xmlns:a16="http://schemas.microsoft.com/office/drawing/2014/main" id="{74B57305-1018-B438-068E-8937FD3DCC8C}"/>
                </a:ext>
              </a:extLst>
            </p:cNvPr>
            <p:cNvCxnSpPr>
              <a:cxnSpLocks/>
            </p:cNvCxnSpPr>
            <p:nvPr/>
          </p:nvCxnSpPr>
          <p:spPr>
            <a:xfrm>
              <a:off x="6256644" y="3715446"/>
              <a:ext cx="0" cy="715576"/>
            </a:xfrm>
            <a:prstGeom prst="straightConnector1">
              <a:avLst/>
            </a:prstGeom>
            <a:ln w="28575">
              <a:solidFill>
                <a:srgbClr val="FF350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직선 화살표 연결선 37">
              <a:extLst>
                <a:ext uri="{FF2B5EF4-FFF2-40B4-BE49-F238E27FC236}">
                  <a16:creationId xmlns:a16="http://schemas.microsoft.com/office/drawing/2014/main" id="{E93823E4-F3CE-50E6-79B1-260DA2B8C89E}"/>
                </a:ext>
              </a:extLst>
            </p:cNvPr>
            <p:cNvCxnSpPr>
              <a:cxnSpLocks/>
            </p:cNvCxnSpPr>
            <p:nvPr/>
          </p:nvCxnSpPr>
          <p:spPr>
            <a:xfrm>
              <a:off x="6437036" y="3495766"/>
              <a:ext cx="0" cy="935256"/>
            </a:xfrm>
            <a:prstGeom prst="straightConnector1">
              <a:avLst/>
            </a:prstGeom>
            <a:ln w="28575">
              <a:solidFill>
                <a:srgbClr val="FF350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직선 화살표 연결선 38">
              <a:extLst>
                <a:ext uri="{FF2B5EF4-FFF2-40B4-BE49-F238E27FC236}">
                  <a16:creationId xmlns:a16="http://schemas.microsoft.com/office/drawing/2014/main" id="{A8A900C6-C4BC-FD7E-F87A-96724ED77C84}"/>
                </a:ext>
              </a:extLst>
            </p:cNvPr>
            <p:cNvCxnSpPr>
              <a:cxnSpLocks/>
            </p:cNvCxnSpPr>
            <p:nvPr/>
          </p:nvCxnSpPr>
          <p:spPr>
            <a:xfrm>
              <a:off x="5660364" y="3495766"/>
              <a:ext cx="0" cy="935256"/>
            </a:xfrm>
            <a:prstGeom prst="straightConnector1">
              <a:avLst/>
            </a:prstGeom>
            <a:ln w="28575">
              <a:solidFill>
                <a:srgbClr val="FF350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직선 화살표 연결선 39">
              <a:extLst>
                <a:ext uri="{FF2B5EF4-FFF2-40B4-BE49-F238E27FC236}">
                  <a16:creationId xmlns:a16="http://schemas.microsoft.com/office/drawing/2014/main" id="{F6BD75BE-B6B1-CD97-864A-79BEAB173630}"/>
                </a:ext>
              </a:extLst>
            </p:cNvPr>
            <p:cNvCxnSpPr>
              <a:cxnSpLocks/>
            </p:cNvCxnSpPr>
            <p:nvPr/>
          </p:nvCxnSpPr>
          <p:spPr>
            <a:xfrm>
              <a:off x="5268636" y="3956218"/>
              <a:ext cx="0" cy="474804"/>
            </a:xfrm>
            <a:prstGeom prst="straightConnector1">
              <a:avLst/>
            </a:prstGeom>
            <a:ln w="28575">
              <a:solidFill>
                <a:srgbClr val="FF350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직선 화살표 연결선 40">
              <a:extLst>
                <a:ext uri="{FF2B5EF4-FFF2-40B4-BE49-F238E27FC236}">
                  <a16:creationId xmlns:a16="http://schemas.microsoft.com/office/drawing/2014/main" id="{CF69C047-13D3-5A78-38BD-8055386158CC}"/>
                </a:ext>
              </a:extLst>
            </p:cNvPr>
            <p:cNvCxnSpPr>
              <a:cxnSpLocks/>
            </p:cNvCxnSpPr>
            <p:nvPr/>
          </p:nvCxnSpPr>
          <p:spPr>
            <a:xfrm>
              <a:off x="5479972" y="3715446"/>
              <a:ext cx="0" cy="715576"/>
            </a:xfrm>
            <a:prstGeom prst="straightConnector1">
              <a:avLst/>
            </a:prstGeom>
            <a:ln w="28575">
              <a:solidFill>
                <a:srgbClr val="FF350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직선 화살표 연결선 41">
              <a:extLst>
                <a:ext uri="{FF2B5EF4-FFF2-40B4-BE49-F238E27FC236}">
                  <a16:creationId xmlns:a16="http://schemas.microsoft.com/office/drawing/2014/main" id="{8C0EA451-CA3D-1BF3-8DEE-CA3C12802A79}"/>
                </a:ext>
              </a:extLst>
            </p:cNvPr>
            <p:cNvCxnSpPr>
              <a:cxnSpLocks/>
            </p:cNvCxnSpPr>
            <p:nvPr/>
          </p:nvCxnSpPr>
          <p:spPr>
            <a:xfrm>
              <a:off x="6835300" y="3956218"/>
              <a:ext cx="0" cy="474804"/>
            </a:xfrm>
            <a:prstGeom prst="straightConnector1">
              <a:avLst/>
            </a:prstGeom>
            <a:ln w="28575">
              <a:solidFill>
                <a:srgbClr val="FF350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직선 화살표 연결선 42">
              <a:extLst>
                <a:ext uri="{FF2B5EF4-FFF2-40B4-BE49-F238E27FC236}">
                  <a16:creationId xmlns:a16="http://schemas.microsoft.com/office/drawing/2014/main" id="{64756744-BE89-95DE-1BE4-BB849C488A31}"/>
                </a:ext>
              </a:extLst>
            </p:cNvPr>
            <p:cNvCxnSpPr>
              <a:cxnSpLocks/>
            </p:cNvCxnSpPr>
            <p:nvPr/>
          </p:nvCxnSpPr>
          <p:spPr>
            <a:xfrm>
              <a:off x="6615988" y="3715446"/>
              <a:ext cx="0" cy="715576"/>
            </a:xfrm>
            <a:prstGeom prst="straightConnector1">
              <a:avLst/>
            </a:prstGeom>
            <a:ln w="28575">
              <a:solidFill>
                <a:srgbClr val="FF350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직선 화살표 연결선 43">
              <a:extLst>
                <a:ext uri="{FF2B5EF4-FFF2-40B4-BE49-F238E27FC236}">
                  <a16:creationId xmlns:a16="http://schemas.microsoft.com/office/drawing/2014/main" id="{5CB08F8F-8FB7-ED4C-B01E-33255F3DCA2E}"/>
                </a:ext>
              </a:extLst>
            </p:cNvPr>
            <p:cNvCxnSpPr>
              <a:cxnSpLocks/>
            </p:cNvCxnSpPr>
            <p:nvPr/>
          </p:nvCxnSpPr>
          <p:spPr>
            <a:xfrm>
              <a:off x="7046636" y="3715446"/>
              <a:ext cx="0" cy="715576"/>
            </a:xfrm>
            <a:prstGeom prst="straightConnector1">
              <a:avLst/>
            </a:prstGeom>
            <a:ln w="28575">
              <a:solidFill>
                <a:srgbClr val="FF350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직선 화살표 연결선 44">
              <a:extLst>
                <a:ext uri="{FF2B5EF4-FFF2-40B4-BE49-F238E27FC236}">
                  <a16:creationId xmlns:a16="http://schemas.microsoft.com/office/drawing/2014/main" id="{FF6199A4-2D67-7717-1A51-AD16D7829D7F}"/>
                </a:ext>
              </a:extLst>
            </p:cNvPr>
            <p:cNvCxnSpPr>
              <a:cxnSpLocks/>
            </p:cNvCxnSpPr>
            <p:nvPr/>
          </p:nvCxnSpPr>
          <p:spPr>
            <a:xfrm>
              <a:off x="7227028" y="3495766"/>
              <a:ext cx="0" cy="935256"/>
            </a:xfrm>
            <a:prstGeom prst="straightConnector1">
              <a:avLst/>
            </a:prstGeom>
            <a:ln w="28575">
              <a:solidFill>
                <a:srgbClr val="FF350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직선 화살표 연결선 45">
              <a:extLst>
                <a:ext uri="{FF2B5EF4-FFF2-40B4-BE49-F238E27FC236}">
                  <a16:creationId xmlns:a16="http://schemas.microsoft.com/office/drawing/2014/main" id="{18D10106-D8DA-2016-A30A-F80FC925F034}"/>
                </a:ext>
              </a:extLst>
            </p:cNvPr>
            <p:cNvCxnSpPr>
              <a:cxnSpLocks/>
            </p:cNvCxnSpPr>
            <p:nvPr/>
          </p:nvCxnSpPr>
          <p:spPr>
            <a:xfrm>
              <a:off x="7633068" y="3956218"/>
              <a:ext cx="0" cy="474804"/>
            </a:xfrm>
            <a:prstGeom prst="straightConnector1">
              <a:avLst/>
            </a:prstGeom>
            <a:ln w="28575">
              <a:solidFill>
                <a:srgbClr val="FF350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직선 화살표 연결선 46">
              <a:extLst>
                <a:ext uri="{FF2B5EF4-FFF2-40B4-BE49-F238E27FC236}">
                  <a16:creationId xmlns:a16="http://schemas.microsoft.com/office/drawing/2014/main" id="{8B16D146-45BF-2364-B50D-03C738A5DC25}"/>
                </a:ext>
              </a:extLst>
            </p:cNvPr>
            <p:cNvCxnSpPr>
              <a:cxnSpLocks/>
            </p:cNvCxnSpPr>
            <p:nvPr/>
          </p:nvCxnSpPr>
          <p:spPr>
            <a:xfrm>
              <a:off x="7413756" y="3715446"/>
              <a:ext cx="0" cy="715576"/>
            </a:xfrm>
            <a:prstGeom prst="straightConnector1">
              <a:avLst/>
            </a:prstGeom>
            <a:ln w="28575">
              <a:solidFill>
                <a:srgbClr val="FF350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직선 연결선 47">
              <a:extLst>
                <a:ext uri="{FF2B5EF4-FFF2-40B4-BE49-F238E27FC236}">
                  <a16:creationId xmlns:a16="http://schemas.microsoft.com/office/drawing/2014/main" id="{263A0CEB-C90D-C33D-6FC3-CDB2D8AC92B9}"/>
                </a:ext>
              </a:extLst>
            </p:cNvPr>
            <p:cNvCxnSpPr>
              <a:stCxn id="32" idx="1"/>
              <a:endCxn id="32" idx="3"/>
            </p:cNvCxnSpPr>
            <p:nvPr/>
          </p:nvCxnSpPr>
          <p:spPr>
            <a:xfrm>
              <a:off x="4819937" y="3956218"/>
              <a:ext cx="3181064" cy="0"/>
            </a:xfrm>
            <a:prstGeom prst="line">
              <a:avLst/>
            </a:prstGeom>
            <a:ln w="285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직선 연결선 48">
              <a:extLst>
                <a:ext uri="{FF2B5EF4-FFF2-40B4-BE49-F238E27FC236}">
                  <a16:creationId xmlns:a16="http://schemas.microsoft.com/office/drawing/2014/main" id="{EF846621-8C99-668A-F148-95150ABB4320}"/>
                </a:ext>
              </a:extLst>
            </p:cNvPr>
            <p:cNvCxnSpPr/>
            <p:nvPr/>
          </p:nvCxnSpPr>
          <p:spPr>
            <a:xfrm>
              <a:off x="4819937" y="3715446"/>
              <a:ext cx="3181064" cy="0"/>
            </a:xfrm>
            <a:prstGeom prst="line">
              <a:avLst/>
            </a:prstGeom>
            <a:ln w="285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직선 연결선 49">
              <a:extLst>
                <a:ext uri="{FF2B5EF4-FFF2-40B4-BE49-F238E27FC236}">
                  <a16:creationId xmlns:a16="http://schemas.microsoft.com/office/drawing/2014/main" id="{4A14D49F-9469-A376-D832-A76AE8A25A69}"/>
                </a:ext>
              </a:extLst>
            </p:cNvPr>
            <p:cNvCxnSpPr/>
            <p:nvPr/>
          </p:nvCxnSpPr>
          <p:spPr>
            <a:xfrm>
              <a:off x="4819937" y="3509614"/>
              <a:ext cx="3181064" cy="0"/>
            </a:xfrm>
            <a:prstGeom prst="line">
              <a:avLst/>
            </a:prstGeom>
            <a:ln w="285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73DBB7C1-EA05-5DD0-1AB6-6A6AD11F2F58}"/>
              </a:ext>
            </a:extLst>
          </p:cNvPr>
          <p:cNvGrpSpPr/>
          <p:nvPr/>
        </p:nvGrpSpPr>
        <p:grpSpPr>
          <a:xfrm>
            <a:off x="5945396" y="2319849"/>
            <a:ext cx="1635085" cy="1311448"/>
            <a:chOff x="4963681" y="1139278"/>
            <a:chExt cx="1635085" cy="1311448"/>
          </a:xfrm>
        </p:grpSpPr>
        <p:grpSp>
          <p:nvGrpSpPr>
            <p:cNvPr id="52" name="그룹 51">
              <a:extLst>
                <a:ext uri="{FF2B5EF4-FFF2-40B4-BE49-F238E27FC236}">
                  <a16:creationId xmlns:a16="http://schemas.microsoft.com/office/drawing/2014/main" id="{9E829C82-3912-41AE-F05F-D685F28B8C19}"/>
                </a:ext>
              </a:extLst>
            </p:cNvPr>
            <p:cNvGrpSpPr/>
            <p:nvPr/>
          </p:nvGrpSpPr>
          <p:grpSpPr>
            <a:xfrm>
              <a:off x="5517604" y="1139278"/>
              <a:ext cx="1081162" cy="1134839"/>
              <a:chOff x="4136975" y="1526434"/>
              <a:chExt cx="1081162" cy="1134839"/>
            </a:xfrm>
          </p:grpSpPr>
          <p:cxnSp>
            <p:nvCxnSpPr>
              <p:cNvPr id="62" name="직선 연결선 61">
                <a:extLst>
                  <a:ext uri="{FF2B5EF4-FFF2-40B4-BE49-F238E27FC236}">
                    <a16:creationId xmlns:a16="http://schemas.microsoft.com/office/drawing/2014/main" id="{F6653045-0314-EB74-9823-5189BE919B8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183994" y="2206535"/>
                <a:ext cx="1034143" cy="448684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직선 연결선 62">
                <a:extLst>
                  <a:ext uri="{FF2B5EF4-FFF2-40B4-BE49-F238E27FC236}">
                    <a16:creationId xmlns:a16="http://schemas.microsoft.com/office/drawing/2014/main" id="{B56FFFBA-3F37-9ABE-045A-CF1862F1BB5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136975" y="1526434"/>
                <a:ext cx="1021702" cy="448684"/>
              </a:xfrm>
              <a:prstGeom prst="line">
                <a:avLst/>
              </a:prstGeom>
              <a:ln w="19050">
                <a:solidFill>
                  <a:srgbClr val="28486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4" name="자유형: 도형 63">
                <a:extLst>
                  <a:ext uri="{FF2B5EF4-FFF2-40B4-BE49-F238E27FC236}">
                    <a16:creationId xmlns:a16="http://schemas.microsoft.com/office/drawing/2014/main" id="{C84F13D8-B775-7BFB-3CC3-893DC7C11EE6}"/>
                  </a:ext>
                </a:extLst>
              </p:cNvPr>
              <p:cNvSpPr/>
              <p:nvPr/>
            </p:nvSpPr>
            <p:spPr>
              <a:xfrm>
                <a:off x="4136975" y="1869154"/>
                <a:ext cx="318344" cy="792119"/>
              </a:xfrm>
              <a:custGeom>
                <a:avLst/>
                <a:gdLst>
                  <a:gd name="connsiteX0" fmla="*/ 0 w 323461"/>
                  <a:gd name="connsiteY0" fmla="*/ 143069 h 833535"/>
                  <a:gd name="connsiteX1" fmla="*/ 0 w 323461"/>
                  <a:gd name="connsiteY1" fmla="*/ 833535 h 833535"/>
                  <a:gd name="connsiteX2" fmla="*/ 323461 w 323461"/>
                  <a:gd name="connsiteY2" fmla="*/ 671804 h 833535"/>
                  <a:gd name="connsiteX3" fmla="*/ 323461 w 323461"/>
                  <a:gd name="connsiteY3" fmla="*/ 0 h 833535"/>
                  <a:gd name="connsiteX4" fmla="*/ 0 w 323461"/>
                  <a:gd name="connsiteY4" fmla="*/ 143069 h 8335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461" h="833535">
                    <a:moveTo>
                      <a:pt x="0" y="143069"/>
                    </a:moveTo>
                    <a:lnTo>
                      <a:pt x="0" y="833535"/>
                    </a:lnTo>
                    <a:lnTo>
                      <a:pt x="323461" y="671804"/>
                    </a:lnTo>
                    <a:lnTo>
                      <a:pt x="323461" y="0"/>
                    </a:lnTo>
                    <a:lnTo>
                      <a:pt x="0" y="143069"/>
                    </a:lnTo>
                    <a:close/>
                  </a:path>
                </a:pathLst>
              </a:custGeom>
              <a:ln>
                <a:noFill/>
              </a:ln>
            </p:spPr>
            <p:style>
              <a:lnRef idx="2">
                <a:schemeClr val="accent1">
                  <a:shade val="2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5" name="자유형: 도형 64">
                <a:extLst>
                  <a:ext uri="{FF2B5EF4-FFF2-40B4-BE49-F238E27FC236}">
                    <a16:creationId xmlns:a16="http://schemas.microsoft.com/office/drawing/2014/main" id="{5A3A335B-024A-5487-FE26-3740FFFCEEE3}"/>
                  </a:ext>
                </a:extLst>
              </p:cNvPr>
              <p:cNvSpPr/>
              <p:nvPr/>
            </p:nvSpPr>
            <p:spPr>
              <a:xfrm>
                <a:off x="4488654" y="1725142"/>
                <a:ext cx="318344" cy="792119"/>
              </a:xfrm>
              <a:custGeom>
                <a:avLst/>
                <a:gdLst>
                  <a:gd name="connsiteX0" fmla="*/ 0 w 323461"/>
                  <a:gd name="connsiteY0" fmla="*/ 143069 h 833535"/>
                  <a:gd name="connsiteX1" fmla="*/ 0 w 323461"/>
                  <a:gd name="connsiteY1" fmla="*/ 833535 h 833535"/>
                  <a:gd name="connsiteX2" fmla="*/ 323461 w 323461"/>
                  <a:gd name="connsiteY2" fmla="*/ 671804 h 833535"/>
                  <a:gd name="connsiteX3" fmla="*/ 323461 w 323461"/>
                  <a:gd name="connsiteY3" fmla="*/ 0 h 833535"/>
                  <a:gd name="connsiteX4" fmla="*/ 0 w 323461"/>
                  <a:gd name="connsiteY4" fmla="*/ 143069 h 8335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461" h="833535">
                    <a:moveTo>
                      <a:pt x="0" y="143069"/>
                    </a:moveTo>
                    <a:lnTo>
                      <a:pt x="0" y="833535"/>
                    </a:lnTo>
                    <a:lnTo>
                      <a:pt x="323461" y="671804"/>
                    </a:lnTo>
                    <a:lnTo>
                      <a:pt x="323461" y="0"/>
                    </a:lnTo>
                    <a:lnTo>
                      <a:pt x="0" y="143069"/>
                    </a:lnTo>
                    <a:close/>
                  </a:path>
                </a:pathLst>
              </a:cu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2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6" name="자유형: 도형 65">
                <a:extLst>
                  <a:ext uri="{FF2B5EF4-FFF2-40B4-BE49-F238E27FC236}">
                    <a16:creationId xmlns:a16="http://schemas.microsoft.com/office/drawing/2014/main" id="{BB1F0D97-C5A5-C988-4132-A342DA334418}"/>
                  </a:ext>
                </a:extLst>
              </p:cNvPr>
              <p:cNvSpPr/>
              <p:nvPr/>
            </p:nvSpPr>
            <p:spPr>
              <a:xfrm>
                <a:off x="4838430" y="1560836"/>
                <a:ext cx="318344" cy="792119"/>
              </a:xfrm>
              <a:custGeom>
                <a:avLst/>
                <a:gdLst>
                  <a:gd name="connsiteX0" fmla="*/ 0 w 323461"/>
                  <a:gd name="connsiteY0" fmla="*/ 143069 h 833535"/>
                  <a:gd name="connsiteX1" fmla="*/ 0 w 323461"/>
                  <a:gd name="connsiteY1" fmla="*/ 833535 h 833535"/>
                  <a:gd name="connsiteX2" fmla="*/ 323461 w 323461"/>
                  <a:gd name="connsiteY2" fmla="*/ 671804 h 833535"/>
                  <a:gd name="connsiteX3" fmla="*/ 323461 w 323461"/>
                  <a:gd name="connsiteY3" fmla="*/ 0 h 833535"/>
                  <a:gd name="connsiteX4" fmla="*/ 0 w 323461"/>
                  <a:gd name="connsiteY4" fmla="*/ 143069 h 8335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461" h="833535">
                    <a:moveTo>
                      <a:pt x="0" y="143069"/>
                    </a:moveTo>
                    <a:lnTo>
                      <a:pt x="0" y="833535"/>
                    </a:lnTo>
                    <a:lnTo>
                      <a:pt x="323461" y="671804"/>
                    </a:lnTo>
                    <a:lnTo>
                      <a:pt x="323461" y="0"/>
                    </a:lnTo>
                    <a:lnTo>
                      <a:pt x="0" y="143069"/>
                    </a:lnTo>
                    <a:close/>
                  </a:path>
                </a:pathLst>
              </a:custGeom>
              <a:solidFill>
                <a:srgbClr val="92D050"/>
              </a:solidFill>
              <a:ln>
                <a:noFill/>
              </a:ln>
            </p:spPr>
            <p:style>
              <a:lnRef idx="2">
                <a:schemeClr val="accent1">
                  <a:shade val="2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pic>
          <p:nvPicPr>
            <p:cNvPr id="53" name="그림 52">
              <a:extLst>
                <a:ext uri="{FF2B5EF4-FFF2-40B4-BE49-F238E27FC236}">
                  <a16:creationId xmlns:a16="http://schemas.microsoft.com/office/drawing/2014/main" id="{93BC03A0-2211-6D23-B556-69AB00F9BC2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574474" y="2071278"/>
              <a:ext cx="242894" cy="242894"/>
            </a:xfrm>
            <a:prstGeom prst="rect">
              <a:avLst/>
            </a:prstGeom>
          </p:spPr>
        </p:pic>
        <p:pic>
          <p:nvPicPr>
            <p:cNvPr id="54" name="그림 53">
              <a:extLst>
                <a:ext uri="{FF2B5EF4-FFF2-40B4-BE49-F238E27FC236}">
                  <a16:creationId xmlns:a16="http://schemas.microsoft.com/office/drawing/2014/main" id="{1ED55075-CE3B-AC9B-073C-A8303D85D63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926153" y="1925171"/>
              <a:ext cx="242894" cy="242894"/>
            </a:xfrm>
            <a:prstGeom prst="rect">
              <a:avLst/>
            </a:prstGeom>
          </p:spPr>
        </p:pic>
        <p:pic>
          <p:nvPicPr>
            <p:cNvPr id="55" name="그림 54">
              <a:extLst>
                <a:ext uri="{FF2B5EF4-FFF2-40B4-BE49-F238E27FC236}">
                  <a16:creationId xmlns:a16="http://schemas.microsoft.com/office/drawing/2014/main" id="{3224BF4B-817A-B117-98A5-2699D5D1B96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286640" y="1792763"/>
              <a:ext cx="242894" cy="242894"/>
            </a:xfrm>
            <a:prstGeom prst="rect">
              <a:avLst/>
            </a:prstGeom>
          </p:spPr>
        </p:pic>
        <p:cxnSp>
          <p:nvCxnSpPr>
            <p:cNvPr id="56" name="직선 화살표 연결선 55">
              <a:extLst>
                <a:ext uri="{FF2B5EF4-FFF2-40B4-BE49-F238E27FC236}">
                  <a16:creationId xmlns:a16="http://schemas.microsoft.com/office/drawing/2014/main" id="{3656FFFE-F89E-2887-D620-1E618F9F36B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63681" y="2192725"/>
              <a:ext cx="580763" cy="0"/>
            </a:xfrm>
            <a:prstGeom prst="straightConnector1">
              <a:avLst/>
            </a:prstGeom>
            <a:ln w="28575">
              <a:solidFill>
                <a:srgbClr val="FF350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직선 화살표 연결선 56">
              <a:extLst>
                <a:ext uri="{FF2B5EF4-FFF2-40B4-BE49-F238E27FC236}">
                  <a16:creationId xmlns:a16="http://schemas.microsoft.com/office/drawing/2014/main" id="{B8E3077B-5185-097A-41E5-C03E587B071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63681" y="2035657"/>
              <a:ext cx="962472" cy="0"/>
            </a:xfrm>
            <a:prstGeom prst="straightConnector1">
              <a:avLst/>
            </a:prstGeom>
            <a:ln w="28575">
              <a:solidFill>
                <a:srgbClr val="FF350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직선 화살표 연결선 57">
              <a:extLst>
                <a:ext uri="{FF2B5EF4-FFF2-40B4-BE49-F238E27FC236}">
                  <a16:creationId xmlns:a16="http://schemas.microsoft.com/office/drawing/2014/main" id="{7E321EEE-D16D-4A98-AC7A-D322BF7E420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63681" y="1878057"/>
              <a:ext cx="1322959" cy="0"/>
            </a:xfrm>
            <a:prstGeom prst="straightConnector1">
              <a:avLst/>
            </a:prstGeom>
            <a:ln w="28575">
              <a:solidFill>
                <a:srgbClr val="FF350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직선 연결선 58">
              <a:extLst>
                <a:ext uri="{FF2B5EF4-FFF2-40B4-BE49-F238E27FC236}">
                  <a16:creationId xmlns:a16="http://schemas.microsoft.com/office/drawing/2014/main" id="{072CF5F6-FF91-7EEC-A3B5-7EDECC1019B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76776" y="1569739"/>
              <a:ext cx="0" cy="880987"/>
            </a:xfrm>
            <a:prstGeom prst="line">
              <a:avLst/>
            </a:prstGeom>
            <a:ln w="285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직선 연결선 59">
              <a:extLst>
                <a:ext uri="{FF2B5EF4-FFF2-40B4-BE49-F238E27FC236}">
                  <a16:creationId xmlns:a16="http://schemas.microsoft.com/office/drawing/2014/main" id="{27CCCD89-5B19-2C9A-A059-EE558A22ACE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32219" y="1419020"/>
              <a:ext cx="0" cy="880987"/>
            </a:xfrm>
            <a:prstGeom prst="line">
              <a:avLst/>
            </a:prstGeom>
            <a:ln w="285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직선 연결선 60">
              <a:extLst>
                <a:ext uri="{FF2B5EF4-FFF2-40B4-BE49-F238E27FC236}">
                  <a16:creationId xmlns:a16="http://schemas.microsoft.com/office/drawing/2014/main" id="{8C547A62-865B-F7B7-D202-879AF446B50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82874" y="1249118"/>
              <a:ext cx="0" cy="880987"/>
            </a:xfrm>
            <a:prstGeom prst="line">
              <a:avLst/>
            </a:prstGeom>
            <a:ln w="285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7" name="TextBox 66">
            <a:extLst>
              <a:ext uri="{FF2B5EF4-FFF2-40B4-BE49-F238E27FC236}">
                <a16:creationId xmlns:a16="http://schemas.microsoft.com/office/drawing/2014/main" id="{618315A4-2EAC-7F0F-EDC2-904D4725731E}"/>
              </a:ext>
            </a:extLst>
          </p:cNvPr>
          <p:cNvSpPr txBox="1"/>
          <p:nvPr/>
        </p:nvSpPr>
        <p:spPr>
          <a:xfrm>
            <a:off x="1843070" y="4713378"/>
            <a:ext cx="304721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l-GR" altLang="ko-KR" sz="18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λ</a:t>
            </a:r>
            <a:r>
              <a:rPr lang="en-US" altLang="ko-KR" sz="18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used as a fitting parameter</a:t>
            </a:r>
          </a:p>
          <a:p>
            <a:pPr algn="ctr"/>
            <a:r>
              <a:rPr lang="en-US" altLang="ko-KR" sz="18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(0&lt;</a:t>
            </a:r>
            <a:r>
              <a:rPr lang="el-GR" altLang="ko-KR" sz="18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λ</a:t>
            </a:r>
            <a:r>
              <a:rPr lang="en-US" altLang="ko-KR" sz="18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&lt;1)</a:t>
            </a:r>
            <a:endParaRPr lang="ko-KR" altLang="en-US" dirty="0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97EE95A7-0A5B-D9AE-ACA7-26794C715500}"/>
              </a:ext>
            </a:extLst>
          </p:cNvPr>
          <p:cNvSpPr txBox="1"/>
          <p:nvPr/>
        </p:nvSpPr>
        <p:spPr>
          <a:xfrm>
            <a:off x="5491494" y="3736690"/>
            <a:ext cx="10341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Symbol" panose="05050102010706020507" pitchFamily="18" charset="2"/>
              <a:buChar char="Þ"/>
            </a:pPr>
            <a:r>
              <a:rPr lang="en-US" altLang="ko-KR" sz="16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F</a:t>
            </a:r>
            <a:r>
              <a:rPr lang="en-US" altLang="ko-KR" sz="1600" baseline="-25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n</a:t>
            </a:r>
            <a:r>
              <a:rPr lang="en-US" altLang="ko-KR" sz="1600" baseline="-25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, j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0FF72F47-9895-F3EE-B622-CED839843D25}"/>
              </a:ext>
            </a:extLst>
          </p:cNvPr>
          <p:cNvSpPr txBox="1"/>
          <p:nvPr/>
        </p:nvSpPr>
        <p:spPr>
          <a:xfrm>
            <a:off x="470951" y="5031998"/>
            <a:ext cx="12359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Symbol" panose="05050102010706020507" pitchFamily="18" charset="2"/>
              <a:buChar char="Þ"/>
            </a:pPr>
            <a:r>
              <a:rPr lang="en-US" altLang="ko-KR" sz="1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F</a:t>
            </a:r>
            <a:r>
              <a:rPr lang="en-US" altLang="ko-KR" sz="1400" baseline="-25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ox</a:t>
            </a:r>
            <a:r>
              <a:rPr lang="en-US" altLang="ko-KR" sz="1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</a:t>
            </a:r>
          </a:p>
          <a:p>
            <a:r>
              <a:rPr lang="en-US" altLang="ko-KR" sz="1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(</a:t>
            </a:r>
            <a:r>
              <a:rPr lang="en-US" altLang="ko-KR" sz="14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r</a:t>
            </a:r>
            <a:r>
              <a:rPr lang="en-US" altLang="ko-KR" sz="1400" baseline="-25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tox</a:t>
            </a:r>
            <a:r>
              <a:rPr lang="en-US" altLang="ko-KR" sz="14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,center</a:t>
            </a:r>
            <a:r>
              <a:rPr lang="en-US" altLang="ko-KR" sz="1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)</a:t>
            </a:r>
            <a:endParaRPr lang="en-US" altLang="ko-KR" sz="1400" baseline="-25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70" name="자유형: 도형 69">
            <a:extLst>
              <a:ext uri="{FF2B5EF4-FFF2-40B4-BE49-F238E27FC236}">
                <a16:creationId xmlns:a16="http://schemas.microsoft.com/office/drawing/2014/main" id="{9955CD0D-1DB5-D07D-5A3E-13392CD7977D}"/>
              </a:ext>
            </a:extLst>
          </p:cNvPr>
          <p:cNvSpPr/>
          <p:nvPr/>
        </p:nvSpPr>
        <p:spPr>
          <a:xfrm>
            <a:off x="1070387" y="4743235"/>
            <a:ext cx="230155" cy="391885"/>
          </a:xfrm>
          <a:custGeom>
            <a:avLst/>
            <a:gdLst>
              <a:gd name="connsiteX0" fmla="*/ 230155 w 230155"/>
              <a:gd name="connsiteY0" fmla="*/ 0 h 391885"/>
              <a:gd name="connsiteX1" fmla="*/ 149290 w 230155"/>
              <a:gd name="connsiteY1" fmla="*/ 261257 h 391885"/>
              <a:gd name="connsiteX2" fmla="*/ 0 w 230155"/>
              <a:gd name="connsiteY2" fmla="*/ 391885 h 3918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0155" h="391885">
                <a:moveTo>
                  <a:pt x="230155" y="0"/>
                </a:moveTo>
                <a:cubicBezTo>
                  <a:pt x="208902" y="97971"/>
                  <a:pt x="187649" y="195943"/>
                  <a:pt x="149290" y="261257"/>
                </a:cubicBezTo>
                <a:cubicBezTo>
                  <a:pt x="110931" y="326571"/>
                  <a:pt x="55465" y="359228"/>
                  <a:pt x="0" y="391885"/>
                </a:cubicBezTo>
              </a:path>
            </a:pathLst>
          </a:custGeom>
          <a:noFill/>
          <a:ln>
            <a:headEnd type="none" w="med" len="med"/>
            <a:tailEnd type="triangle" w="med" len="med"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2BB31DC6-432D-DCF9-CBAA-1398AF955773}"/>
              </a:ext>
            </a:extLst>
          </p:cNvPr>
          <p:cNvSpPr txBox="1"/>
          <p:nvPr/>
        </p:nvSpPr>
        <p:spPr>
          <a:xfrm rot="19755395">
            <a:off x="3149125" y="2076092"/>
            <a:ext cx="86593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coordinate</a:t>
            </a:r>
            <a:endParaRPr lang="ko-KR" altLang="en-US" sz="11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58F48681-98F4-FFBE-F615-E25922590C50}"/>
              </a:ext>
            </a:extLst>
          </p:cNvPr>
          <p:cNvSpPr txBox="1"/>
          <p:nvPr/>
        </p:nvSpPr>
        <p:spPr>
          <a:xfrm>
            <a:off x="3617500" y="3026039"/>
            <a:ext cx="10132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Energy Band</a:t>
            </a:r>
            <a:endParaRPr lang="ko-KR" altLang="en-US" sz="11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grpSp>
        <p:nvGrpSpPr>
          <p:cNvPr id="85" name="그룹 84">
            <a:extLst>
              <a:ext uri="{FF2B5EF4-FFF2-40B4-BE49-F238E27FC236}">
                <a16:creationId xmlns:a16="http://schemas.microsoft.com/office/drawing/2014/main" id="{930A18BC-1357-7617-4673-622548107E50}"/>
              </a:ext>
            </a:extLst>
          </p:cNvPr>
          <p:cNvGrpSpPr/>
          <p:nvPr/>
        </p:nvGrpSpPr>
        <p:grpSpPr>
          <a:xfrm>
            <a:off x="4529602" y="3927651"/>
            <a:ext cx="1650257" cy="2507066"/>
            <a:chOff x="5480942" y="3884785"/>
            <a:chExt cx="1650257" cy="2507066"/>
          </a:xfrm>
        </p:grpSpPr>
        <p:grpSp>
          <p:nvGrpSpPr>
            <p:cNvPr id="73" name="그룹 72">
              <a:extLst>
                <a:ext uri="{FF2B5EF4-FFF2-40B4-BE49-F238E27FC236}">
                  <a16:creationId xmlns:a16="http://schemas.microsoft.com/office/drawing/2014/main" id="{0D7C2BC0-692E-EC2F-4ABF-930E570978E5}"/>
                </a:ext>
              </a:extLst>
            </p:cNvPr>
            <p:cNvGrpSpPr/>
            <p:nvPr/>
          </p:nvGrpSpPr>
          <p:grpSpPr>
            <a:xfrm>
              <a:off x="5480942" y="3884785"/>
              <a:ext cx="1650257" cy="2507066"/>
              <a:chOff x="1415571" y="4016036"/>
              <a:chExt cx="1650257" cy="2507066"/>
            </a:xfrm>
          </p:grpSpPr>
          <p:grpSp>
            <p:nvGrpSpPr>
              <p:cNvPr id="74" name="그룹 73">
                <a:extLst>
                  <a:ext uri="{FF2B5EF4-FFF2-40B4-BE49-F238E27FC236}">
                    <a16:creationId xmlns:a16="http://schemas.microsoft.com/office/drawing/2014/main" id="{22EC56BF-BA61-1C65-B2C8-74D5EF82E60C}"/>
                  </a:ext>
                </a:extLst>
              </p:cNvPr>
              <p:cNvGrpSpPr/>
              <p:nvPr/>
            </p:nvGrpSpPr>
            <p:grpSpPr>
              <a:xfrm>
                <a:off x="1415571" y="4016036"/>
                <a:ext cx="1594870" cy="2317530"/>
                <a:chOff x="1415571" y="4016036"/>
                <a:chExt cx="1594870" cy="2317530"/>
              </a:xfrm>
            </p:grpSpPr>
            <p:sp>
              <p:nvSpPr>
                <p:cNvPr id="79" name="자유형: 도형 78">
                  <a:extLst>
                    <a:ext uri="{FF2B5EF4-FFF2-40B4-BE49-F238E27FC236}">
                      <a16:creationId xmlns:a16="http://schemas.microsoft.com/office/drawing/2014/main" id="{25A737AA-E9AF-138E-17A4-3C8C835B6B69}"/>
                    </a:ext>
                  </a:extLst>
                </p:cNvPr>
                <p:cNvSpPr/>
                <p:nvPr/>
              </p:nvSpPr>
              <p:spPr>
                <a:xfrm>
                  <a:off x="2284220" y="4228513"/>
                  <a:ext cx="726221" cy="1807018"/>
                </a:xfrm>
                <a:custGeom>
                  <a:avLst/>
                  <a:gdLst>
                    <a:gd name="connsiteX0" fmla="*/ 0 w 323461"/>
                    <a:gd name="connsiteY0" fmla="*/ 143069 h 833535"/>
                    <a:gd name="connsiteX1" fmla="*/ 0 w 323461"/>
                    <a:gd name="connsiteY1" fmla="*/ 833535 h 833535"/>
                    <a:gd name="connsiteX2" fmla="*/ 323461 w 323461"/>
                    <a:gd name="connsiteY2" fmla="*/ 671804 h 833535"/>
                    <a:gd name="connsiteX3" fmla="*/ 323461 w 323461"/>
                    <a:gd name="connsiteY3" fmla="*/ 0 h 833535"/>
                    <a:gd name="connsiteX4" fmla="*/ 0 w 323461"/>
                    <a:gd name="connsiteY4" fmla="*/ 143069 h 83353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461" h="833535">
                      <a:moveTo>
                        <a:pt x="0" y="143069"/>
                      </a:moveTo>
                      <a:lnTo>
                        <a:pt x="0" y="833535"/>
                      </a:lnTo>
                      <a:lnTo>
                        <a:pt x="323461" y="671804"/>
                      </a:lnTo>
                      <a:lnTo>
                        <a:pt x="323461" y="0"/>
                      </a:lnTo>
                      <a:lnTo>
                        <a:pt x="0" y="143069"/>
                      </a:lnTo>
                      <a:close/>
                    </a:path>
                  </a:pathLst>
                </a:custGeom>
                <a:ln>
                  <a:noFill/>
                </a:ln>
              </p:spPr>
              <p:style>
                <a:lnRef idx="2">
                  <a:schemeClr val="accent1">
                    <a:shade val="2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/>
                </a:p>
              </p:txBody>
            </p:sp>
            <p:cxnSp>
              <p:nvCxnSpPr>
                <p:cNvPr id="80" name="직선 연결선 79">
                  <a:extLst>
                    <a:ext uri="{FF2B5EF4-FFF2-40B4-BE49-F238E27FC236}">
                      <a16:creationId xmlns:a16="http://schemas.microsoft.com/office/drawing/2014/main" id="{86315AC4-94F9-DDBC-1726-627E6DA0F01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665975" y="4429379"/>
                  <a:ext cx="0" cy="1904187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81" name="자유형: 도형 80">
                  <a:extLst>
                    <a:ext uri="{FF2B5EF4-FFF2-40B4-BE49-F238E27FC236}">
                      <a16:creationId xmlns:a16="http://schemas.microsoft.com/office/drawing/2014/main" id="{C39F799B-8942-7CD7-1B67-099AA8B8D7C7}"/>
                    </a:ext>
                  </a:extLst>
                </p:cNvPr>
                <p:cNvSpPr/>
                <p:nvPr/>
              </p:nvSpPr>
              <p:spPr>
                <a:xfrm flipH="1">
                  <a:off x="1415571" y="4016036"/>
                  <a:ext cx="1250302" cy="401645"/>
                </a:xfrm>
                <a:custGeom>
                  <a:avLst/>
                  <a:gdLst>
                    <a:gd name="connsiteX0" fmla="*/ 0 w 1250302"/>
                    <a:gd name="connsiteY0" fmla="*/ 401645 h 401645"/>
                    <a:gd name="connsiteX1" fmla="*/ 385665 w 1250302"/>
                    <a:gd name="connsiteY1" fmla="*/ 3539 h 401645"/>
                    <a:gd name="connsiteX2" fmla="*/ 1250302 w 1250302"/>
                    <a:gd name="connsiteY2" fmla="*/ 239914 h 40164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250302" h="401645">
                      <a:moveTo>
                        <a:pt x="0" y="401645"/>
                      </a:moveTo>
                      <a:cubicBezTo>
                        <a:pt x="88640" y="216069"/>
                        <a:pt x="177281" y="30494"/>
                        <a:pt x="385665" y="3539"/>
                      </a:cubicBezTo>
                      <a:cubicBezTo>
                        <a:pt x="594049" y="-23416"/>
                        <a:pt x="922175" y="108249"/>
                        <a:pt x="1250302" y="239914"/>
                      </a:cubicBezTo>
                    </a:path>
                  </a:pathLst>
                </a:custGeom>
                <a:noFill/>
                <a:ln>
                  <a:headEnd type="none" w="med" len="med"/>
                  <a:tailEnd type="triangle" w="med" len="med"/>
                </a:ln>
              </p:spPr>
              <p:style>
                <a:lnRef idx="2">
                  <a:schemeClr val="accent1">
                    <a:shade val="2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cxnSp>
              <p:nvCxnSpPr>
                <p:cNvPr id="82" name="직선 연결선 81">
                  <a:extLst>
                    <a:ext uri="{FF2B5EF4-FFF2-40B4-BE49-F238E27FC236}">
                      <a16:creationId xmlns:a16="http://schemas.microsoft.com/office/drawing/2014/main" id="{4DB5CCC0-4BBF-626B-ED74-6D84F07F4575}"/>
                    </a:ext>
                  </a:extLst>
                </p:cNvPr>
                <p:cNvCxnSpPr>
                  <a:cxnSpLocks/>
                  <a:stCxn id="79" idx="1"/>
                </p:cNvCxnSpPr>
                <p:nvPr/>
              </p:nvCxnSpPr>
              <p:spPr>
                <a:xfrm>
                  <a:off x="2284220" y="6035531"/>
                  <a:ext cx="0" cy="298035"/>
                </a:xfrm>
                <a:prstGeom prst="line">
                  <a:avLst/>
                </a:prstGeom>
                <a:ln w="19050"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3" name="직선 연결선 82">
                  <a:extLst>
                    <a:ext uri="{FF2B5EF4-FFF2-40B4-BE49-F238E27FC236}">
                      <a16:creationId xmlns:a16="http://schemas.microsoft.com/office/drawing/2014/main" id="{81EA3159-191A-6E3A-0FA0-D64BABE98B24}"/>
                    </a:ext>
                  </a:extLst>
                </p:cNvPr>
                <p:cNvCxnSpPr>
                  <a:cxnSpLocks/>
                  <a:stCxn id="79" idx="2"/>
                </p:cNvCxnSpPr>
                <p:nvPr/>
              </p:nvCxnSpPr>
              <p:spPr>
                <a:xfrm>
                  <a:off x="3010441" y="5684915"/>
                  <a:ext cx="0" cy="648651"/>
                </a:xfrm>
                <a:prstGeom prst="line">
                  <a:avLst/>
                </a:prstGeom>
                <a:ln w="19050"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75" name="직선 화살표 연결선 74">
                <a:extLst>
                  <a:ext uri="{FF2B5EF4-FFF2-40B4-BE49-F238E27FC236}">
                    <a16:creationId xmlns:a16="http://schemas.microsoft.com/office/drawing/2014/main" id="{6120C30B-4A36-580B-A5F7-EBA038C679BE}"/>
                  </a:ext>
                </a:extLst>
              </p:cNvPr>
              <p:cNvCxnSpPr/>
              <p:nvPr/>
            </p:nvCxnSpPr>
            <p:spPr>
              <a:xfrm>
                <a:off x="2284220" y="6220408"/>
                <a:ext cx="381154" cy="0"/>
              </a:xfrm>
              <a:prstGeom prst="straightConnector1">
                <a:avLst/>
              </a:prstGeom>
              <a:ln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직선 화살표 연결선 75">
                <a:extLst>
                  <a:ext uri="{FF2B5EF4-FFF2-40B4-BE49-F238E27FC236}">
                    <a16:creationId xmlns:a16="http://schemas.microsoft.com/office/drawing/2014/main" id="{63D8F1A7-03A9-7D72-52A3-7CF125585BD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85655" y="6220408"/>
                <a:ext cx="345067" cy="0"/>
              </a:xfrm>
              <a:prstGeom prst="straightConnector1">
                <a:avLst/>
              </a:prstGeom>
              <a:ln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D5AE8846-8770-5032-514E-D0FD3BCA82E2}"/>
                  </a:ext>
                </a:extLst>
              </p:cNvPr>
              <p:cNvSpPr txBox="1"/>
              <p:nvPr/>
            </p:nvSpPr>
            <p:spPr>
              <a:xfrm>
                <a:off x="2697568" y="6184548"/>
                <a:ext cx="368260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l-GR" altLang="ko-KR" sz="16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λ</a:t>
                </a:r>
                <a:endParaRPr lang="ko-KR" altLang="en-US" sz="1600" dirty="0"/>
              </a:p>
            </p:txBody>
          </p:sp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AE000F2C-4D7B-CD0C-AE0D-5FC553F3DCBB}"/>
                  </a:ext>
                </a:extLst>
              </p:cNvPr>
              <p:cNvSpPr txBox="1"/>
              <p:nvPr/>
            </p:nvSpPr>
            <p:spPr>
              <a:xfrm>
                <a:off x="2246146" y="6184548"/>
                <a:ext cx="473596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ko-KR" sz="16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1-</a:t>
                </a:r>
                <a:r>
                  <a:rPr lang="el-GR" altLang="ko-KR" sz="16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λ</a:t>
                </a:r>
                <a:endParaRPr lang="ko-KR" altLang="en-US" sz="1600" dirty="0"/>
              </a:p>
            </p:txBody>
          </p:sp>
        </p:grpSp>
        <p:sp>
          <p:nvSpPr>
            <p:cNvPr id="84" name="직각 삼각형 83">
              <a:extLst>
                <a:ext uri="{FF2B5EF4-FFF2-40B4-BE49-F238E27FC236}">
                  <a16:creationId xmlns:a16="http://schemas.microsoft.com/office/drawing/2014/main" id="{AD299031-1B40-85E3-810D-69CC8FFC3E9A}"/>
                </a:ext>
              </a:extLst>
            </p:cNvPr>
            <p:cNvSpPr/>
            <p:nvPr/>
          </p:nvSpPr>
          <p:spPr>
            <a:xfrm rot="5400000">
              <a:off x="6458860" y="5626435"/>
              <a:ext cx="176122" cy="367647"/>
            </a:xfrm>
            <a:prstGeom prst="rtTriangle">
              <a:avLst/>
            </a:prstGeom>
            <a:solidFill>
              <a:schemeClr val="bg1"/>
            </a:solidFill>
            <a:ln>
              <a:prstDash val="sysDash"/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cxnSp>
        <p:nvCxnSpPr>
          <p:cNvPr id="87" name="직선 화살표 연결선 86">
            <a:extLst>
              <a:ext uri="{FF2B5EF4-FFF2-40B4-BE49-F238E27FC236}">
                <a16:creationId xmlns:a16="http://schemas.microsoft.com/office/drawing/2014/main" id="{FC132192-2E43-5EB8-E7CD-E2F30972733B}"/>
              </a:ext>
            </a:extLst>
          </p:cNvPr>
          <p:cNvCxnSpPr>
            <a:cxnSpLocks/>
          </p:cNvCxnSpPr>
          <p:nvPr/>
        </p:nvCxnSpPr>
        <p:spPr>
          <a:xfrm>
            <a:off x="5184398" y="4464453"/>
            <a:ext cx="0" cy="130061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직선 화살표 연결선 92">
            <a:extLst>
              <a:ext uri="{FF2B5EF4-FFF2-40B4-BE49-F238E27FC236}">
                <a16:creationId xmlns:a16="http://schemas.microsoft.com/office/drawing/2014/main" id="{06D65CB1-1B1C-8935-F1C2-DE1302A4F297}"/>
              </a:ext>
            </a:extLst>
          </p:cNvPr>
          <p:cNvCxnSpPr>
            <a:cxnSpLocks/>
          </p:cNvCxnSpPr>
          <p:nvPr/>
        </p:nvCxnSpPr>
        <p:spPr>
          <a:xfrm>
            <a:off x="6408606" y="4280303"/>
            <a:ext cx="0" cy="148476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TextBox 105">
            <a:extLst>
              <a:ext uri="{FF2B5EF4-FFF2-40B4-BE49-F238E27FC236}">
                <a16:creationId xmlns:a16="http://schemas.microsoft.com/office/drawing/2014/main" id="{00264766-0496-F1F2-4AB8-5AFED55682A6}"/>
              </a:ext>
            </a:extLst>
          </p:cNvPr>
          <p:cNvSpPr txBox="1"/>
          <p:nvPr/>
        </p:nvSpPr>
        <p:spPr>
          <a:xfrm>
            <a:off x="6429267" y="4941651"/>
            <a:ext cx="6173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Φ</a:t>
            </a:r>
            <a:r>
              <a:rPr lang="en-US" altLang="ko-KR" sz="2000" baseline="-25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H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D6ABE3F8-8E04-7F87-28F7-0C5F1536D7F6}"/>
              </a:ext>
            </a:extLst>
          </p:cNvPr>
          <p:cNvSpPr txBox="1"/>
          <p:nvPr/>
        </p:nvSpPr>
        <p:spPr>
          <a:xfrm>
            <a:off x="4739339" y="4941651"/>
            <a:ext cx="6173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Φ</a:t>
            </a:r>
            <a:r>
              <a:rPr lang="en-US" altLang="ko-KR" sz="2000" baseline="-25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L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112" name="자유형: 도형 111">
            <a:extLst>
              <a:ext uri="{FF2B5EF4-FFF2-40B4-BE49-F238E27FC236}">
                <a16:creationId xmlns:a16="http://schemas.microsoft.com/office/drawing/2014/main" id="{3F2967EC-DE22-1CAD-2910-63AFCB66735F}"/>
              </a:ext>
            </a:extLst>
          </p:cNvPr>
          <p:cNvSpPr/>
          <p:nvPr/>
        </p:nvSpPr>
        <p:spPr>
          <a:xfrm>
            <a:off x="5417710" y="4309358"/>
            <a:ext cx="361694" cy="1429458"/>
          </a:xfrm>
          <a:custGeom>
            <a:avLst/>
            <a:gdLst>
              <a:gd name="connsiteX0" fmla="*/ 0 w 349250"/>
              <a:gd name="connsiteY0" fmla="*/ 127000 h 1397000"/>
              <a:gd name="connsiteX1" fmla="*/ 0 w 349250"/>
              <a:gd name="connsiteY1" fmla="*/ 1397000 h 1397000"/>
              <a:gd name="connsiteX2" fmla="*/ 349250 w 349250"/>
              <a:gd name="connsiteY2" fmla="*/ 1397000 h 1397000"/>
              <a:gd name="connsiteX3" fmla="*/ 349250 w 349250"/>
              <a:gd name="connsiteY3" fmla="*/ 0 h 1397000"/>
              <a:gd name="connsiteX4" fmla="*/ 0 w 349250"/>
              <a:gd name="connsiteY4" fmla="*/ 127000 h 1397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9250" h="1397000">
                <a:moveTo>
                  <a:pt x="0" y="127000"/>
                </a:moveTo>
                <a:lnTo>
                  <a:pt x="0" y="1397000"/>
                </a:lnTo>
                <a:lnTo>
                  <a:pt x="349250" y="1397000"/>
                </a:lnTo>
                <a:lnTo>
                  <a:pt x="349250" y="0"/>
                </a:lnTo>
                <a:lnTo>
                  <a:pt x="0" y="127000"/>
                </a:lnTo>
                <a:close/>
              </a:path>
            </a:pathLst>
          </a:custGeom>
          <a:ln w="28575">
            <a:solidFill>
              <a:srgbClr val="002060"/>
            </a:solidFill>
            <a:prstDash val="sysDash"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95" name="직선 연결선 94">
            <a:extLst>
              <a:ext uri="{FF2B5EF4-FFF2-40B4-BE49-F238E27FC236}">
                <a16:creationId xmlns:a16="http://schemas.microsoft.com/office/drawing/2014/main" id="{77E60C0E-264E-6B4F-FB6A-5EA3372E3AF3}"/>
              </a:ext>
            </a:extLst>
          </p:cNvPr>
          <p:cNvCxnSpPr>
            <a:cxnSpLocks/>
          </p:cNvCxnSpPr>
          <p:nvPr/>
        </p:nvCxnSpPr>
        <p:spPr>
          <a:xfrm flipH="1">
            <a:off x="5074211" y="4464453"/>
            <a:ext cx="420451" cy="0"/>
          </a:xfrm>
          <a:prstGeom prst="line">
            <a:avLst/>
          </a:prstGeom>
          <a:ln w="19050">
            <a:solidFill>
              <a:srgbClr val="92D05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직선 연결선 95">
            <a:extLst>
              <a:ext uri="{FF2B5EF4-FFF2-40B4-BE49-F238E27FC236}">
                <a16:creationId xmlns:a16="http://schemas.microsoft.com/office/drawing/2014/main" id="{F7EDC807-FC25-C7CC-E94D-1EF5A8A970CF}"/>
              </a:ext>
            </a:extLst>
          </p:cNvPr>
          <p:cNvCxnSpPr>
            <a:cxnSpLocks/>
          </p:cNvCxnSpPr>
          <p:nvPr/>
        </p:nvCxnSpPr>
        <p:spPr>
          <a:xfrm flipH="1">
            <a:off x="5074211" y="5765063"/>
            <a:ext cx="1451427" cy="0"/>
          </a:xfrm>
          <a:prstGeom prst="line">
            <a:avLst/>
          </a:prstGeom>
          <a:ln w="19050">
            <a:solidFill>
              <a:srgbClr val="92D05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직선 연결선 97">
            <a:extLst>
              <a:ext uri="{FF2B5EF4-FFF2-40B4-BE49-F238E27FC236}">
                <a16:creationId xmlns:a16="http://schemas.microsoft.com/office/drawing/2014/main" id="{9DD89A2A-80DF-B798-21C1-F27DE502C325}"/>
              </a:ext>
            </a:extLst>
          </p:cNvPr>
          <p:cNvCxnSpPr>
            <a:cxnSpLocks/>
          </p:cNvCxnSpPr>
          <p:nvPr/>
        </p:nvCxnSpPr>
        <p:spPr>
          <a:xfrm flipH="1">
            <a:off x="5799686" y="4280303"/>
            <a:ext cx="725952" cy="0"/>
          </a:xfrm>
          <a:prstGeom prst="line">
            <a:avLst/>
          </a:prstGeom>
          <a:ln w="19050">
            <a:solidFill>
              <a:srgbClr val="92D05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7" name="그룹 116">
            <a:extLst>
              <a:ext uri="{FF2B5EF4-FFF2-40B4-BE49-F238E27FC236}">
                <a16:creationId xmlns:a16="http://schemas.microsoft.com/office/drawing/2014/main" id="{030DA98C-8127-9ED3-129C-8E39C8722EEA}"/>
              </a:ext>
            </a:extLst>
          </p:cNvPr>
          <p:cNvGrpSpPr/>
          <p:nvPr/>
        </p:nvGrpSpPr>
        <p:grpSpPr>
          <a:xfrm>
            <a:off x="7124059" y="4654980"/>
            <a:ext cx="1899108" cy="973452"/>
            <a:chOff x="7184849" y="4853148"/>
            <a:chExt cx="1899108" cy="973452"/>
          </a:xfrm>
        </p:grpSpPr>
        <p:sp>
          <p:nvSpPr>
            <p:cNvPr id="115" name="TextBox 114">
              <a:extLst>
                <a:ext uri="{FF2B5EF4-FFF2-40B4-BE49-F238E27FC236}">
                  <a16:creationId xmlns:a16="http://schemas.microsoft.com/office/drawing/2014/main" id="{CC119508-8CD3-91AF-102F-72DF4B89FD66}"/>
                </a:ext>
              </a:extLst>
            </p:cNvPr>
            <p:cNvSpPr txBox="1"/>
            <p:nvPr/>
          </p:nvSpPr>
          <p:spPr>
            <a:xfrm>
              <a:off x="7184849" y="4853148"/>
              <a:ext cx="1899108" cy="88742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342900" indent="-342900">
                <a:spcAft>
                  <a:spcPts val="600"/>
                </a:spcAft>
                <a:buFont typeface="Symbol" panose="05050102010706020507" pitchFamily="18" charset="2"/>
                <a:buChar char="Þ"/>
              </a:pPr>
              <a:r>
                <a:rPr lang="en-US" altLang="ko-KR" sz="2800" i="1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rPr>
                <a:t> </a:t>
              </a:r>
              <a:r>
                <a:rPr lang="en-US" altLang="ko-KR" sz="2800" i="1" dirty="0" err="1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rPr>
                <a:t>e</a:t>
              </a:r>
              <a:r>
                <a:rPr lang="en-US" altLang="ko-KR" sz="2800" baseline="-25000" dirty="0" err="1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rPr>
                <a:t>TBT</a:t>
              </a:r>
              <a:r>
                <a:rPr lang="en-US" altLang="ko-KR" sz="2800" baseline="-250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rPr>
                <a:t>, j</a:t>
              </a:r>
              <a:r>
                <a:rPr lang="en-US" altLang="ko-KR" sz="28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rPr>
                <a:t> </a:t>
              </a:r>
            </a:p>
            <a:p>
              <a:pPr>
                <a:spcAft>
                  <a:spcPts val="600"/>
                </a:spcAft>
              </a:pPr>
              <a:r>
                <a:rPr lang="en-US" altLang="ko-KR" sz="2800" baseline="-250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rPr>
                <a:t>(for all j segments)</a:t>
              </a:r>
            </a:p>
          </p:txBody>
        </p:sp>
        <p:sp>
          <p:nvSpPr>
            <p:cNvPr id="116" name="직사각형 115">
              <a:extLst>
                <a:ext uri="{FF2B5EF4-FFF2-40B4-BE49-F238E27FC236}">
                  <a16:creationId xmlns:a16="http://schemas.microsoft.com/office/drawing/2014/main" id="{5CCC5004-A370-06E1-B35E-5AC815B24FAC}"/>
                </a:ext>
              </a:extLst>
            </p:cNvPr>
            <p:cNvSpPr/>
            <p:nvPr/>
          </p:nvSpPr>
          <p:spPr>
            <a:xfrm>
              <a:off x="7227028" y="4939178"/>
              <a:ext cx="1856929" cy="887422"/>
            </a:xfrm>
            <a:prstGeom prst="rect">
              <a:avLst/>
            </a:prstGeom>
            <a:noFill/>
            <a:ln>
              <a:solidFill>
                <a:srgbClr val="FF3505"/>
              </a:solidFill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cxnSp>
        <p:nvCxnSpPr>
          <p:cNvPr id="119" name="직선 화살표 연결선 118">
            <a:extLst>
              <a:ext uri="{FF2B5EF4-FFF2-40B4-BE49-F238E27FC236}">
                <a16:creationId xmlns:a16="http://schemas.microsoft.com/office/drawing/2014/main" id="{BEA5ECF3-97A6-ABD5-CE4E-068B93BF9EF9}"/>
              </a:ext>
            </a:extLst>
          </p:cNvPr>
          <p:cNvCxnSpPr>
            <a:cxnSpLocks/>
          </p:cNvCxnSpPr>
          <p:nvPr/>
        </p:nvCxnSpPr>
        <p:spPr>
          <a:xfrm flipV="1">
            <a:off x="5779404" y="3858136"/>
            <a:ext cx="1230342" cy="685252"/>
          </a:xfrm>
          <a:prstGeom prst="straightConnector1">
            <a:avLst/>
          </a:prstGeom>
          <a:ln w="19050">
            <a:solidFill>
              <a:srgbClr val="2848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TextBox 119">
            <a:extLst>
              <a:ext uri="{FF2B5EF4-FFF2-40B4-BE49-F238E27FC236}">
                <a16:creationId xmlns:a16="http://schemas.microsoft.com/office/drawing/2014/main" id="{C1560723-816C-89C5-BA17-96AA64F8C8B8}"/>
              </a:ext>
            </a:extLst>
          </p:cNvPr>
          <p:cNvSpPr txBox="1"/>
          <p:nvPr/>
        </p:nvSpPr>
        <p:spPr>
          <a:xfrm>
            <a:off x="7009746" y="3674069"/>
            <a:ext cx="20208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TC</a:t>
            </a:r>
            <a:r>
              <a:rPr lang="en-US" altLang="ko-KR" sz="1600" baseline="-25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j</a:t>
            </a:r>
            <a:r>
              <a:rPr lang="en-US" altLang="ko-KR" sz="16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 </a:t>
            </a:r>
          </a:p>
          <a:p>
            <a:r>
              <a:rPr lang="en-US" altLang="ko-KR" sz="16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… </a:t>
            </a:r>
            <a:r>
              <a:rPr lang="en-US" altLang="ko-KR" sz="1600" i="1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e</a:t>
            </a:r>
            <a:r>
              <a:rPr lang="en-US" altLang="ko-KR" sz="1600" baseline="-25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TBT</a:t>
            </a:r>
            <a:r>
              <a:rPr lang="en-US" altLang="ko-KR" sz="1600" baseline="-25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, j</a:t>
            </a:r>
            <a:r>
              <a:rPr lang="en-US" altLang="ko-KR" sz="16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= </a:t>
            </a:r>
            <a:r>
              <a:rPr lang="el-GR" altLang="ko-KR" sz="16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ν</a:t>
            </a:r>
            <a:r>
              <a:rPr lang="en-US" altLang="ko-KR" sz="1600" baseline="-25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TBT</a:t>
            </a:r>
            <a:r>
              <a:rPr lang="en-US" altLang="ko-KR" sz="16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x </a:t>
            </a:r>
            <a:r>
              <a:rPr lang="en-US" altLang="ko-KR" sz="16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TC</a:t>
            </a:r>
            <a:r>
              <a:rPr lang="en-US" altLang="ko-KR" sz="1600" baseline="-25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j</a:t>
            </a:r>
            <a:endParaRPr lang="ko-KR" altLang="en-US" sz="1600" baseline="-25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1544019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D202BFF-CE13-C1E4-3A9E-2E43E82BB4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Simulation Method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7689680-C409-6B1F-9D08-7E5D6C352FB1}"/>
                  </a:ext>
                </a:extLst>
              </p:cNvPr>
              <p:cNvSpPr txBox="1"/>
              <p:nvPr/>
            </p:nvSpPr>
            <p:spPr>
              <a:xfrm>
                <a:off x="704850" y="922823"/>
                <a:ext cx="2932744" cy="17079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600"/>
                  </a:spcBef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d</m:t>
                        </m:r>
                        <m:sSub>
                          <m:sSub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n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t</m:t>
                            </m:r>
                          </m:sub>
                        </m:sSub>
                      </m:num>
                      <m:den>
                        <m:r>
                          <m:rPr>
                            <m:sty m:val="p"/>
                          </m:rP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dt</m:t>
                        </m:r>
                      </m:den>
                    </m:f>
                    <m:r>
                      <a:rPr lang="en-US" altLang="ko-KR" sz="20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=−</m:t>
                    </m:r>
                    <m:sSub>
                      <m:sSub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𝑒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TBT</m:t>
                        </m:r>
                      </m:sub>
                    </m:sSub>
                    <m:sSub>
                      <m:sSub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n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t</m:t>
                        </m:r>
                      </m:sub>
                    </m:sSub>
                    <m:r>
                      <a:rPr lang="en-US" altLang="ko-KR" sz="20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</m:oMath>
                </a14:m>
                <a:r>
                  <a:rPr lang="en-US" altLang="ko-KR" sz="2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</a:p>
              <a:p>
                <a:pPr>
                  <a:spcBef>
                    <a:spcPts val="600"/>
                  </a:spcBef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n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t</m:t>
                        </m:r>
                      </m:sub>
                    </m:sSub>
                    <m:r>
                      <a:rPr lang="en-US" altLang="ko-KR" sz="20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sSub>
                      <m:sSub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N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t</m:t>
                        </m:r>
                        <m: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0</m:t>
                        </m:r>
                      </m:sub>
                    </m:sSub>
                    <m:func>
                      <m:func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exp</m:t>
                        </m:r>
                      </m:fName>
                      <m:e>
                        <m:d>
                          <m:d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dPr>
                          <m:e>
                            <m: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sz="2000" b="0" i="0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τ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ko-KR" sz="2000" b="0" i="0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TBT</m:t>
                                </m:r>
                              </m:sub>
                            </m:sSub>
                            <m: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t</m:t>
                            </m:r>
                          </m:e>
                        </m:d>
                      </m:e>
                    </m:func>
                  </m:oMath>
                </a14:m>
                <a:r>
                  <a:rPr lang="ko-KR" altLang="en-US" sz="2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  <a:endParaRPr lang="en-US" altLang="ko-KR" sz="20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endParaRPr>
              </a:p>
              <a:p>
                <a:pPr>
                  <a:spcBef>
                    <a:spcPts val="600"/>
                  </a:spcBef>
                </a:pPr>
                <a:r>
                  <a:rPr lang="en-US" altLang="ko-KR" sz="2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…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τ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TBT</m:t>
                        </m:r>
                      </m:sub>
                    </m:sSub>
                    <m:r>
                      <a:rPr lang="en-US" altLang="ko-KR" sz="20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sSubSup>
                      <m:sSubSup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SupPr>
                      <m:e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𝑒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TBT</m:t>
                        </m:r>
                      </m:sub>
                      <m:sup>
                        <m: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−1</m:t>
                        </m:r>
                      </m:sup>
                    </m:sSubSup>
                  </m:oMath>
                </a14:m>
                <a:endParaRPr lang="en-US" altLang="ko-KR" sz="20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endParaRPr>
              </a:p>
              <a:p>
                <a:pPr>
                  <a:spcBef>
                    <a:spcPts val="600"/>
                  </a:spcBef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𝑒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TBT</m:t>
                        </m:r>
                      </m:sub>
                    </m:sSub>
                    <m:r>
                      <a:rPr lang="en-US" altLang="ko-KR" sz="20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sSub>
                      <m:sSub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ν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TBT</m:t>
                        </m:r>
                      </m:sub>
                    </m:sSub>
                    <m:r>
                      <a:rPr lang="en-US" altLang="ko-KR" sz="20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×</m:t>
                    </m:r>
                    <m:r>
                      <m:rPr>
                        <m:sty m:val="p"/>
                      </m:rPr>
                      <a:rPr lang="en-US" altLang="ko-KR" sz="20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TC</m:t>
                    </m:r>
                  </m:oMath>
                </a14:m>
                <a:r>
                  <a:rPr lang="ko-KR" altLang="en-US" sz="2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7689680-C409-6B1F-9D08-7E5D6C352F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4850" y="922823"/>
                <a:ext cx="2932744" cy="170796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" name="그룹 9">
            <a:extLst>
              <a:ext uri="{FF2B5EF4-FFF2-40B4-BE49-F238E27FC236}">
                <a16:creationId xmlns:a16="http://schemas.microsoft.com/office/drawing/2014/main" id="{B9398306-B8CA-F2DA-531F-370F860ADB0B}"/>
              </a:ext>
            </a:extLst>
          </p:cNvPr>
          <p:cNvGrpSpPr/>
          <p:nvPr/>
        </p:nvGrpSpPr>
        <p:grpSpPr>
          <a:xfrm>
            <a:off x="6249358" y="1214949"/>
            <a:ext cx="1635085" cy="1311448"/>
            <a:chOff x="4963681" y="1139278"/>
            <a:chExt cx="1635085" cy="1311448"/>
          </a:xfrm>
        </p:grpSpPr>
        <p:grpSp>
          <p:nvGrpSpPr>
            <p:cNvPr id="11" name="그룹 10">
              <a:extLst>
                <a:ext uri="{FF2B5EF4-FFF2-40B4-BE49-F238E27FC236}">
                  <a16:creationId xmlns:a16="http://schemas.microsoft.com/office/drawing/2014/main" id="{734D5D83-28DC-BA5F-A6D9-2BD9A77EF37C}"/>
                </a:ext>
              </a:extLst>
            </p:cNvPr>
            <p:cNvGrpSpPr/>
            <p:nvPr/>
          </p:nvGrpSpPr>
          <p:grpSpPr>
            <a:xfrm>
              <a:off x="5517604" y="1139278"/>
              <a:ext cx="1081162" cy="1134839"/>
              <a:chOff x="4136975" y="1526434"/>
              <a:chExt cx="1081162" cy="1134839"/>
            </a:xfrm>
          </p:grpSpPr>
          <p:cxnSp>
            <p:nvCxnSpPr>
              <p:cNvPr id="21" name="직선 연결선 20">
                <a:extLst>
                  <a:ext uri="{FF2B5EF4-FFF2-40B4-BE49-F238E27FC236}">
                    <a16:creationId xmlns:a16="http://schemas.microsoft.com/office/drawing/2014/main" id="{3BB2B2D9-A1CC-FFBD-9BE4-1271F128515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183994" y="2206535"/>
                <a:ext cx="1034143" cy="448684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직선 연결선 21">
                <a:extLst>
                  <a:ext uri="{FF2B5EF4-FFF2-40B4-BE49-F238E27FC236}">
                    <a16:creationId xmlns:a16="http://schemas.microsoft.com/office/drawing/2014/main" id="{98CC2413-6DE9-3E02-5C13-521B991C7DF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136975" y="1526434"/>
                <a:ext cx="1021702" cy="448684"/>
              </a:xfrm>
              <a:prstGeom prst="line">
                <a:avLst/>
              </a:prstGeom>
              <a:ln w="19050">
                <a:solidFill>
                  <a:srgbClr val="28486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3" name="자유형: 도형 22">
                <a:extLst>
                  <a:ext uri="{FF2B5EF4-FFF2-40B4-BE49-F238E27FC236}">
                    <a16:creationId xmlns:a16="http://schemas.microsoft.com/office/drawing/2014/main" id="{415CA761-B281-6877-14CC-4B13F1EA3252}"/>
                  </a:ext>
                </a:extLst>
              </p:cNvPr>
              <p:cNvSpPr/>
              <p:nvPr/>
            </p:nvSpPr>
            <p:spPr>
              <a:xfrm>
                <a:off x="4136975" y="1869154"/>
                <a:ext cx="318344" cy="792119"/>
              </a:xfrm>
              <a:custGeom>
                <a:avLst/>
                <a:gdLst>
                  <a:gd name="connsiteX0" fmla="*/ 0 w 323461"/>
                  <a:gd name="connsiteY0" fmla="*/ 143069 h 833535"/>
                  <a:gd name="connsiteX1" fmla="*/ 0 w 323461"/>
                  <a:gd name="connsiteY1" fmla="*/ 833535 h 833535"/>
                  <a:gd name="connsiteX2" fmla="*/ 323461 w 323461"/>
                  <a:gd name="connsiteY2" fmla="*/ 671804 h 833535"/>
                  <a:gd name="connsiteX3" fmla="*/ 323461 w 323461"/>
                  <a:gd name="connsiteY3" fmla="*/ 0 h 833535"/>
                  <a:gd name="connsiteX4" fmla="*/ 0 w 323461"/>
                  <a:gd name="connsiteY4" fmla="*/ 143069 h 8335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461" h="833535">
                    <a:moveTo>
                      <a:pt x="0" y="143069"/>
                    </a:moveTo>
                    <a:lnTo>
                      <a:pt x="0" y="833535"/>
                    </a:lnTo>
                    <a:lnTo>
                      <a:pt x="323461" y="671804"/>
                    </a:lnTo>
                    <a:lnTo>
                      <a:pt x="323461" y="0"/>
                    </a:lnTo>
                    <a:lnTo>
                      <a:pt x="0" y="143069"/>
                    </a:lnTo>
                    <a:close/>
                  </a:path>
                </a:pathLst>
              </a:custGeom>
              <a:ln>
                <a:noFill/>
              </a:ln>
            </p:spPr>
            <p:style>
              <a:lnRef idx="2">
                <a:schemeClr val="accent1">
                  <a:shade val="2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4" name="자유형: 도형 23">
                <a:extLst>
                  <a:ext uri="{FF2B5EF4-FFF2-40B4-BE49-F238E27FC236}">
                    <a16:creationId xmlns:a16="http://schemas.microsoft.com/office/drawing/2014/main" id="{72DBAAB6-571F-C638-6774-C8860E4FED32}"/>
                  </a:ext>
                </a:extLst>
              </p:cNvPr>
              <p:cNvSpPr/>
              <p:nvPr/>
            </p:nvSpPr>
            <p:spPr>
              <a:xfrm>
                <a:off x="4488654" y="1725142"/>
                <a:ext cx="318344" cy="792119"/>
              </a:xfrm>
              <a:custGeom>
                <a:avLst/>
                <a:gdLst>
                  <a:gd name="connsiteX0" fmla="*/ 0 w 323461"/>
                  <a:gd name="connsiteY0" fmla="*/ 143069 h 833535"/>
                  <a:gd name="connsiteX1" fmla="*/ 0 w 323461"/>
                  <a:gd name="connsiteY1" fmla="*/ 833535 h 833535"/>
                  <a:gd name="connsiteX2" fmla="*/ 323461 w 323461"/>
                  <a:gd name="connsiteY2" fmla="*/ 671804 h 833535"/>
                  <a:gd name="connsiteX3" fmla="*/ 323461 w 323461"/>
                  <a:gd name="connsiteY3" fmla="*/ 0 h 833535"/>
                  <a:gd name="connsiteX4" fmla="*/ 0 w 323461"/>
                  <a:gd name="connsiteY4" fmla="*/ 143069 h 8335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461" h="833535">
                    <a:moveTo>
                      <a:pt x="0" y="143069"/>
                    </a:moveTo>
                    <a:lnTo>
                      <a:pt x="0" y="833535"/>
                    </a:lnTo>
                    <a:lnTo>
                      <a:pt x="323461" y="671804"/>
                    </a:lnTo>
                    <a:lnTo>
                      <a:pt x="323461" y="0"/>
                    </a:lnTo>
                    <a:lnTo>
                      <a:pt x="0" y="143069"/>
                    </a:lnTo>
                    <a:close/>
                  </a:path>
                </a:pathLst>
              </a:cu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2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5" name="자유형: 도형 24">
                <a:extLst>
                  <a:ext uri="{FF2B5EF4-FFF2-40B4-BE49-F238E27FC236}">
                    <a16:creationId xmlns:a16="http://schemas.microsoft.com/office/drawing/2014/main" id="{AAA4D311-C60F-739C-3F22-B7CE53D75A25}"/>
                  </a:ext>
                </a:extLst>
              </p:cNvPr>
              <p:cNvSpPr/>
              <p:nvPr/>
            </p:nvSpPr>
            <p:spPr>
              <a:xfrm>
                <a:off x="4838430" y="1560836"/>
                <a:ext cx="318344" cy="792119"/>
              </a:xfrm>
              <a:custGeom>
                <a:avLst/>
                <a:gdLst>
                  <a:gd name="connsiteX0" fmla="*/ 0 w 323461"/>
                  <a:gd name="connsiteY0" fmla="*/ 143069 h 833535"/>
                  <a:gd name="connsiteX1" fmla="*/ 0 w 323461"/>
                  <a:gd name="connsiteY1" fmla="*/ 833535 h 833535"/>
                  <a:gd name="connsiteX2" fmla="*/ 323461 w 323461"/>
                  <a:gd name="connsiteY2" fmla="*/ 671804 h 833535"/>
                  <a:gd name="connsiteX3" fmla="*/ 323461 w 323461"/>
                  <a:gd name="connsiteY3" fmla="*/ 0 h 833535"/>
                  <a:gd name="connsiteX4" fmla="*/ 0 w 323461"/>
                  <a:gd name="connsiteY4" fmla="*/ 143069 h 8335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461" h="833535">
                    <a:moveTo>
                      <a:pt x="0" y="143069"/>
                    </a:moveTo>
                    <a:lnTo>
                      <a:pt x="0" y="833535"/>
                    </a:lnTo>
                    <a:lnTo>
                      <a:pt x="323461" y="671804"/>
                    </a:lnTo>
                    <a:lnTo>
                      <a:pt x="323461" y="0"/>
                    </a:lnTo>
                    <a:lnTo>
                      <a:pt x="0" y="143069"/>
                    </a:lnTo>
                    <a:close/>
                  </a:path>
                </a:pathLst>
              </a:custGeom>
              <a:solidFill>
                <a:srgbClr val="92D050"/>
              </a:solidFill>
              <a:ln>
                <a:noFill/>
              </a:ln>
            </p:spPr>
            <p:style>
              <a:lnRef idx="2">
                <a:schemeClr val="accent1">
                  <a:shade val="2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DD705142-791D-D27E-0DBC-DD4FF8E810A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574474" y="2071278"/>
              <a:ext cx="242894" cy="242894"/>
            </a:xfrm>
            <a:prstGeom prst="rect">
              <a:avLst/>
            </a:prstGeom>
          </p:spPr>
        </p:pic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E1F909FB-A0AB-0F39-14BB-8C3478E5F89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926153" y="1925171"/>
              <a:ext cx="242894" cy="242894"/>
            </a:xfrm>
            <a:prstGeom prst="rect">
              <a:avLst/>
            </a:prstGeom>
          </p:spPr>
        </p:pic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E8F7D2BE-7387-A8BD-A7BE-926C91E46DF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286640" y="1792763"/>
              <a:ext cx="242894" cy="242894"/>
            </a:xfrm>
            <a:prstGeom prst="rect">
              <a:avLst/>
            </a:prstGeom>
          </p:spPr>
        </p:pic>
        <p:cxnSp>
          <p:nvCxnSpPr>
            <p:cNvPr id="15" name="직선 화살표 연결선 14">
              <a:extLst>
                <a:ext uri="{FF2B5EF4-FFF2-40B4-BE49-F238E27FC236}">
                  <a16:creationId xmlns:a16="http://schemas.microsoft.com/office/drawing/2014/main" id="{8CD2FFC6-D8F5-17E0-D4C1-85C0F816108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63681" y="2192725"/>
              <a:ext cx="580763" cy="0"/>
            </a:xfrm>
            <a:prstGeom prst="straightConnector1">
              <a:avLst/>
            </a:prstGeom>
            <a:ln w="28575">
              <a:solidFill>
                <a:srgbClr val="FF350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화살표 연결선 15">
              <a:extLst>
                <a:ext uri="{FF2B5EF4-FFF2-40B4-BE49-F238E27FC236}">
                  <a16:creationId xmlns:a16="http://schemas.microsoft.com/office/drawing/2014/main" id="{36594431-48A4-4D19-0849-2BB7B44D640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63681" y="2035657"/>
              <a:ext cx="962472" cy="0"/>
            </a:xfrm>
            <a:prstGeom prst="straightConnector1">
              <a:avLst/>
            </a:prstGeom>
            <a:ln w="28575">
              <a:solidFill>
                <a:srgbClr val="FF350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화살표 연결선 16">
              <a:extLst>
                <a:ext uri="{FF2B5EF4-FFF2-40B4-BE49-F238E27FC236}">
                  <a16:creationId xmlns:a16="http://schemas.microsoft.com/office/drawing/2014/main" id="{8D5B3A5B-8990-02CA-ED2C-24BCD012A73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63681" y="1878057"/>
              <a:ext cx="1322959" cy="0"/>
            </a:xfrm>
            <a:prstGeom prst="straightConnector1">
              <a:avLst/>
            </a:prstGeom>
            <a:ln w="28575">
              <a:solidFill>
                <a:srgbClr val="FF350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C73563A2-755C-AF7B-23F4-63C05B6C32C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76776" y="1569739"/>
              <a:ext cx="0" cy="880987"/>
            </a:xfrm>
            <a:prstGeom prst="line">
              <a:avLst/>
            </a:prstGeom>
            <a:ln w="285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DC487424-0340-4F41-CA88-3E4A6CE144E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32219" y="1419020"/>
              <a:ext cx="0" cy="880987"/>
            </a:xfrm>
            <a:prstGeom prst="line">
              <a:avLst/>
            </a:prstGeom>
            <a:ln w="285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DFB07B85-5475-A781-764D-BFDCCB8B5E0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82874" y="1249118"/>
              <a:ext cx="0" cy="880987"/>
            </a:xfrm>
            <a:prstGeom prst="line">
              <a:avLst/>
            </a:prstGeom>
            <a:ln w="285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" name="더하기 기호 25">
            <a:extLst>
              <a:ext uri="{FF2B5EF4-FFF2-40B4-BE49-F238E27FC236}">
                <a16:creationId xmlns:a16="http://schemas.microsoft.com/office/drawing/2014/main" id="{5784EC9A-7F2D-915D-D371-E6014FF96617}"/>
              </a:ext>
            </a:extLst>
          </p:cNvPr>
          <p:cNvSpPr/>
          <p:nvPr/>
        </p:nvSpPr>
        <p:spPr>
          <a:xfrm>
            <a:off x="4016375" y="1398103"/>
            <a:ext cx="1111250" cy="1111250"/>
          </a:xfrm>
          <a:prstGeom prst="mathPlus">
            <a:avLst>
              <a:gd name="adj1" fmla="val 14377"/>
            </a:avLst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6FB49DD-874D-E074-26B0-880A631B05FC}"/>
              </a:ext>
            </a:extLst>
          </p:cNvPr>
          <p:cNvSpPr txBox="1"/>
          <p:nvPr/>
        </p:nvSpPr>
        <p:spPr>
          <a:xfrm>
            <a:off x="5666016" y="4345324"/>
            <a:ext cx="287405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More segments,</a:t>
            </a:r>
          </a:p>
          <a:p>
            <a:r>
              <a:rPr lang="en-US" altLang="ko-KR" sz="2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More precise result</a:t>
            </a:r>
            <a:endParaRPr lang="ko-KR" altLang="en-US" sz="24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80AB7E8-A4E6-B122-099F-DE8DB6EDCCA9}"/>
              </a:ext>
            </a:extLst>
          </p:cNvPr>
          <p:cNvSpPr txBox="1"/>
          <p:nvPr/>
        </p:nvSpPr>
        <p:spPr>
          <a:xfrm>
            <a:off x="6646634" y="2797127"/>
            <a:ext cx="13229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n segments</a:t>
            </a:r>
            <a:endParaRPr lang="ko-KR" altLang="en-US" sz="16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30" name="왼쪽 중괄호 29">
            <a:extLst>
              <a:ext uri="{FF2B5EF4-FFF2-40B4-BE49-F238E27FC236}">
                <a16:creationId xmlns:a16="http://schemas.microsoft.com/office/drawing/2014/main" id="{C7C54523-FD52-2B7B-6515-DAE4DD8FF908}"/>
              </a:ext>
            </a:extLst>
          </p:cNvPr>
          <p:cNvSpPr/>
          <p:nvPr/>
        </p:nvSpPr>
        <p:spPr>
          <a:xfrm rot="16200000">
            <a:off x="7196989" y="2212478"/>
            <a:ext cx="222250" cy="1014193"/>
          </a:xfrm>
          <a:prstGeom prst="leftBrace">
            <a:avLst>
              <a:gd name="adj1" fmla="val 39762"/>
              <a:gd name="adj2" fmla="val 50000"/>
            </a:avLst>
          </a:prstGeom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32" name="개체 31">
            <a:extLst>
              <a:ext uri="{FF2B5EF4-FFF2-40B4-BE49-F238E27FC236}">
                <a16:creationId xmlns:a16="http://schemas.microsoft.com/office/drawing/2014/main" id="{B845A072-2C46-0F98-DEFE-457E76FDF7A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77079390"/>
              </p:ext>
            </p:extLst>
          </p:nvPr>
        </p:nvGraphicFramePr>
        <p:xfrm>
          <a:off x="770996" y="2797127"/>
          <a:ext cx="5314479" cy="37335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4" imgW="4722409" imgH="3317966" progId="Origin50.Graph">
                  <p:embed/>
                </p:oleObj>
              </mc:Choice>
              <mc:Fallback>
                <p:oleObj name="Graph" r:id="rId4" imgW="4722409" imgH="3317966" progId="Origin50.Graph">
                  <p:embed/>
                  <p:pic>
                    <p:nvPicPr>
                      <p:cNvPr id="32" name="개체 31">
                        <a:extLst>
                          <a:ext uri="{FF2B5EF4-FFF2-40B4-BE49-F238E27FC236}">
                            <a16:creationId xmlns:a16="http://schemas.microsoft.com/office/drawing/2014/main" id="{B845A072-2C46-0F98-DEFE-457E76FDF7A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770996" y="2797127"/>
                        <a:ext cx="5314479" cy="373353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167608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C80A78D-B47C-70B8-7C01-0757D1D01B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Final Result of Retention Transient</a:t>
            </a:r>
            <a:endParaRPr lang="ko-KR" altLang="en-US" dirty="0"/>
          </a:p>
        </p:txBody>
      </p:sp>
      <p:graphicFrame>
        <p:nvGraphicFramePr>
          <p:cNvPr id="4" name="개체 3">
            <a:extLst>
              <a:ext uri="{FF2B5EF4-FFF2-40B4-BE49-F238E27FC236}">
                <a16:creationId xmlns:a16="http://schemas.microsoft.com/office/drawing/2014/main" id="{CF21C3E9-5774-06C9-F662-17362679227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63976460"/>
              </p:ext>
            </p:extLst>
          </p:nvPr>
        </p:nvGraphicFramePr>
        <p:xfrm>
          <a:off x="0" y="1083466"/>
          <a:ext cx="3282335" cy="22917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2" imgW="4712606" imgH="3290207" progId="Origin50.Graph">
                  <p:embed/>
                </p:oleObj>
              </mc:Choice>
              <mc:Fallback>
                <p:oleObj name="Graph" r:id="rId2" imgW="4712606" imgH="3290207" progId="Origin50.Graph">
                  <p:embed/>
                  <p:pic>
                    <p:nvPicPr>
                      <p:cNvPr id="4" name="개체 3">
                        <a:extLst>
                          <a:ext uri="{FF2B5EF4-FFF2-40B4-BE49-F238E27FC236}">
                            <a16:creationId xmlns:a16="http://schemas.microsoft.com/office/drawing/2014/main" id="{CF21C3E9-5774-06C9-F662-17362679227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0" y="1083466"/>
                        <a:ext cx="3282335" cy="229177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개체 6">
            <a:extLst>
              <a:ext uri="{FF2B5EF4-FFF2-40B4-BE49-F238E27FC236}">
                <a16:creationId xmlns:a16="http://schemas.microsoft.com/office/drawing/2014/main" id="{0B133B54-8FB7-B98B-AB14-5433FF961A3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60120394"/>
              </p:ext>
            </p:extLst>
          </p:nvPr>
        </p:nvGraphicFramePr>
        <p:xfrm>
          <a:off x="2995878" y="1083470"/>
          <a:ext cx="3282328" cy="22917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4" imgW="4712606" imgH="3290207" progId="Origin50.Graph">
                  <p:embed/>
                </p:oleObj>
              </mc:Choice>
              <mc:Fallback>
                <p:oleObj name="Graph" r:id="rId4" imgW="4712606" imgH="3290207" progId="Origin50.Graph">
                  <p:embed/>
                  <p:pic>
                    <p:nvPicPr>
                      <p:cNvPr id="7" name="개체 6">
                        <a:extLst>
                          <a:ext uri="{FF2B5EF4-FFF2-40B4-BE49-F238E27FC236}">
                            <a16:creationId xmlns:a16="http://schemas.microsoft.com/office/drawing/2014/main" id="{0B133B54-8FB7-B98B-AB14-5433FF961A3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995878" y="1083470"/>
                        <a:ext cx="3282328" cy="229177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개체 9">
            <a:extLst>
              <a:ext uri="{FF2B5EF4-FFF2-40B4-BE49-F238E27FC236}">
                <a16:creationId xmlns:a16="http://schemas.microsoft.com/office/drawing/2014/main" id="{D7544CFC-7F1B-015C-9E5C-B999D0E864E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49820714"/>
              </p:ext>
            </p:extLst>
          </p:nvPr>
        </p:nvGraphicFramePr>
        <p:xfrm>
          <a:off x="5991750" y="1083465"/>
          <a:ext cx="3282332" cy="2291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6" imgW="4712606" imgH="3290207" progId="Origin50.Graph">
                  <p:embed/>
                </p:oleObj>
              </mc:Choice>
              <mc:Fallback>
                <p:oleObj name="Graph" r:id="rId6" imgW="4712606" imgH="3290207" progId="Origin50.Graph">
                  <p:embed/>
                  <p:pic>
                    <p:nvPicPr>
                      <p:cNvPr id="10" name="개체 9">
                        <a:extLst>
                          <a:ext uri="{FF2B5EF4-FFF2-40B4-BE49-F238E27FC236}">
                            <a16:creationId xmlns:a16="http://schemas.microsoft.com/office/drawing/2014/main" id="{D7544CFC-7F1B-015C-9E5C-B999D0E864E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5991750" y="1083465"/>
                        <a:ext cx="3282332" cy="22917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개체 12">
            <a:extLst>
              <a:ext uri="{FF2B5EF4-FFF2-40B4-BE49-F238E27FC236}">
                <a16:creationId xmlns:a16="http://schemas.microsoft.com/office/drawing/2014/main" id="{63C5411F-D4D8-E261-84AD-2AD58103DC5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20268952"/>
              </p:ext>
            </p:extLst>
          </p:nvPr>
        </p:nvGraphicFramePr>
        <p:xfrm>
          <a:off x="482600" y="3819481"/>
          <a:ext cx="3770895" cy="26644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8" imgW="4852293" imgH="3429000" progId="Origin50.Graph">
                  <p:embed/>
                </p:oleObj>
              </mc:Choice>
              <mc:Fallback>
                <p:oleObj name="Graph" r:id="rId8" imgW="4852293" imgH="3429000" progId="Origin50.Graph">
                  <p:embed/>
                  <p:pic>
                    <p:nvPicPr>
                      <p:cNvPr id="13" name="개체 12">
                        <a:extLst>
                          <a:ext uri="{FF2B5EF4-FFF2-40B4-BE49-F238E27FC236}">
                            <a16:creationId xmlns:a16="http://schemas.microsoft.com/office/drawing/2014/main" id="{63C5411F-D4D8-E261-84AD-2AD58103DC5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482600" y="3819481"/>
                        <a:ext cx="3770895" cy="266442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8D73F107-C424-5752-832F-469946062947}"/>
              </a:ext>
            </a:extLst>
          </p:cNvPr>
          <p:cNvSpPr txBox="1"/>
          <p:nvPr/>
        </p:nvSpPr>
        <p:spPr>
          <a:xfrm>
            <a:off x="424774" y="3535673"/>
            <a:ext cx="37708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Gaussian distribution trap profile fit</a:t>
            </a:r>
            <a:endParaRPr lang="ko-KR" altLang="en-US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0B20E4C-6944-B530-931D-B1371FD52F40}"/>
              </a:ext>
            </a:extLst>
          </p:cNvPr>
          <p:cNvSpPr txBox="1"/>
          <p:nvPr/>
        </p:nvSpPr>
        <p:spPr>
          <a:xfrm>
            <a:off x="384023" y="853332"/>
            <a:ext cx="32175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Single level trap profile fit</a:t>
            </a:r>
            <a:endParaRPr lang="ko-KR" altLang="en-US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D4DBDB9-DD9C-E98D-021D-6526999C6ABB}"/>
              </a:ext>
            </a:extLst>
          </p:cNvPr>
          <p:cNvSpPr txBox="1"/>
          <p:nvPr/>
        </p:nvSpPr>
        <p:spPr>
          <a:xfrm>
            <a:off x="5163557" y="4516631"/>
            <a:ext cx="3612143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Can be adopted to various</a:t>
            </a:r>
          </a:p>
          <a:p>
            <a:pPr>
              <a:spcAft>
                <a:spcPts val="1200"/>
              </a:spcAft>
            </a:pP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highlight>
                  <a:srgbClr val="FFFF00"/>
                </a:highlight>
                <a:latin typeface="Times New Roman"/>
                <a:ea typeface="맑은 고딕"/>
                <a:cs typeface="Times New Roman"/>
              </a:rPr>
              <a:t>trap profile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&amp;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highlight>
                  <a:srgbClr val="FFFF00"/>
                </a:highlight>
                <a:latin typeface="Times New Roman"/>
                <a:ea typeface="맑은 고딕"/>
                <a:cs typeface="Times New Roman"/>
              </a:rPr>
              <a:t>PV levels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!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1410444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CA30FD6-304E-73AB-64C6-C78E5892AF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Simulation Time Reduction</a:t>
            </a:r>
            <a:endParaRPr lang="ko-KR" altLang="en-US" dirty="0"/>
          </a:p>
        </p:txBody>
      </p:sp>
      <p:graphicFrame>
        <p:nvGraphicFramePr>
          <p:cNvPr id="5" name="차트 4">
            <a:extLst>
              <a:ext uri="{FF2B5EF4-FFF2-40B4-BE49-F238E27FC236}">
                <a16:creationId xmlns:a16="http://schemas.microsoft.com/office/drawing/2014/main" id="{F6D3B26D-93EF-9D03-A405-61A43931408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20547405"/>
              </p:ext>
            </p:extLst>
          </p:nvPr>
        </p:nvGraphicFramePr>
        <p:xfrm>
          <a:off x="478972" y="1262614"/>
          <a:ext cx="6096000" cy="406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03F591EB-F78A-8077-83FD-A592CAF874AC}"/>
              </a:ext>
            </a:extLst>
          </p:cNvPr>
          <p:cNvSpPr txBox="1"/>
          <p:nvPr/>
        </p:nvSpPr>
        <p:spPr>
          <a:xfrm>
            <a:off x="802434" y="1170643"/>
            <a:ext cx="172927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~ 20,000-40,000 s</a:t>
            </a:r>
            <a:endParaRPr lang="ko-KR" altLang="en-US" sz="16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204C916-4EB2-427C-A738-F97CD38BD68F}"/>
              </a:ext>
            </a:extLst>
          </p:cNvPr>
          <p:cNvSpPr txBox="1"/>
          <p:nvPr/>
        </p:nvSpPr>
        <p:spPr>
          <a:xfrm>
            <a:off x="2942255" y="2707244"/>
            <a:ext cx="100770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~ 10-30 s</a:t>
            </a:r>
            <a:endParaRPr lang="ko-KR" altLang="en-US" sz="16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9F9681F-C966-6B7F-03EB-DFE5452732CD}"/>
              </a:ext>
            </a:extLst>
          </p:cNvPr>
          <p:cNvSpPr txBox="1"/>
          <p:nvPr/>
        </p:nvSpPr>
        <p:spPr>
          <a:xfrm>
            <a:off x="4730621" y="3987964"/>
            <a:ext cx="8646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~ 0.02 s</a:t>
            </a:r>
            <a:endParaRPr lang="ko-KR" altLang="en-US" sz="16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9" name="폭발: 8pt 8">
            <a:extLst>
              <a:ext uri="{FF2B5EF4-FFF2-40B4-BE49-F238E27FC236}">
                <a16:creationId xmlns:a16="http://schemas.microsoft.com/office/drawing/2014/main" id="{B6BD6794-B169-C6D0-A90E-88154CA35E33}"/>
              </a:ext>
            </a:extLst>
          </p:cNvPr>
          <p:cNvSpPr/>
          <p:nvPr/>
        </p:nvSpPr>
        <p:spPr>
          <a:xfrm>
            <a:off x="3078869" y="960364"/>
            <a:ext cx="3041779" cy="2021558"/>
          </a:xfrm>
          <a:prstGeom prst="irregularSeal1">
            <a:avLst/>
          </a:prstGeom>
          <a:solidFill>
            <a:srgbClr val="FFC000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rgbClr val="C00000"/>
                </a:solidFill>
              </a:rPr>
              <a:t>Simulation Time Reduction</a:t>
            </a:r>
            <a:endParaRPr lang="ko-KR" altLang="en-US" dirty="0">
              <a:solidFill>
                <a:srgbClr val="C00000"/>
              </a:solidFill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08C310C0-F14E-787B-4A25-567F89C6A1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539" y="5566747"/>
            <a:ext cx="4030220" cy="727348"/>
          </a:xfrm>
          <a:prstGeom prst="rect">
            <a:avLst/>
          </a:prstGeom>
        </p:spPr>
      </p:pic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A8B8E03A-4ECE-C92E-D52E-C4FC245AE460}"/>
              </a:ext>
            </a:extLst>
          </p:cNvPr>
          <p:cNvCxnSpPr>
            <a:cxnSpLocks/>
          </p:cNvCxnSpPr>
          <p:nvPr/>
        </p:nvCxnSpPr>
        <p:spPr>
          <a:xfrm flipH="1">
            <a:off x="2525486" y="5088016"/>
            <a:ext cx="43544" cy="4108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F5D864A3-E21B-5701-E39E-9543DFBA1228}"/>
              </a:ext>
            </a:extLst>
          </p:cNvPr>
          <p:cNvCxnSpPr>
            <a:cxnSpLocks/>
          </p:cNvCxnSpPr>
          <p:nvPr/>
        </p:nvCxnSpPr>
        <p:spPr>
          <a:xfrm>
            <a:off x="3788229" y="5053434"/>
            <a:ext cx="1731611" cy="7445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그림 21">
            <a:extLst>
              <a:ext uri="{FF2B5EF4-FFF2-40B4-BE49-F238E27FC236}">
                <a16:creationId xmlns:a16="http://schemas.microsoft.com/office/drawing/2014/main" id="{DE35E87E-EEEC-6AAA-B759-C4462A8DA6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19840" y="5797976"/>
            <a:ext cx="2206568" cy="523978"/>
          </a:xfrm>
          <a:prstGeom prst="rect">
            <a:avLst/>
          </a:prstGeom>
        </p:spPr>
      </p:pic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AB04EF15-EBEF-9E2A-E31B-21CF6C434D3C}"/>
              </a:ext>
            </a:extLst>
          </p:cNvPr>
          <p:cNvCxnSpPr>
            <a:cxnSpLocks/>
          </p:cNvCxnSpPr>
          <p:nvPr/>
        </p:nvCxnSpPr>
        <p:spPr>
          <a:xfrm>
            <a:off x="5379933" y="5074807"/>
            <a:ext cx="463579" cy="2020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436918FF-669C-90DB-E2F9-29F16D75DC9D}"/>
              </a:ext>
            </a:extLst>
          </p:cNvPr>
          <p:cNvGrpSpPr/>
          <p:nvPr/>
        </p:nvGrpSpPr>
        <p:grpSpPr>
          <a:xfrm>
            <a:off x="6419463" y="1918981"/>
            <a:ext cx="2528595" cy="2195376"/>
            <a:chOff x="6574972" y="2082139"/>
            <a:chExt cx="2528595" cy="2195376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62243440-F8C4-557C-B2AF-BCF98B357A81}"/>
                </a:ext>
              </a:extLst>
            </p:cNvPr>
            <p:cNvSpPr txBox="1"/>
            <p:nvPr/>
          </p:nvSpPr>
          <p:spPr>
            <a:xfrm>
              <a:off x="6988629" y="3415741"/>
              <a:ext cx="2046514" cy="8617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6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rPr>
                <a:t>General Solution</a:t>
              </a:r>
            </a:p>
            <a:p>
              <a:r>
                <a:rPr lang="en-US" altLang="ko-KR" sz="16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rPr>
                <a:t>Simulation</a:t>
              </a:r>
            </a:p>
            <a:p>
              <a:r>
                <a:rPr lang="ko-KR" altLang="en-US" sz="16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rPr>
                <a:t>→ </a:t>
              </a:r>
              <a:r>
                <a:rPr lang="en-US" altLang="ko-KR" sz="16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rPr>
                <a:t>no ODE Solving</a:t>
              </a:r>
              <a:endParaRPr lang="ko-KR" altLang="en-US" sz="16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endParaRP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AC22BD5B-FF89-B134-3D8D-2AAB4C7989D7}"/>
                </a:ext>
              </a:extLst>
            </p:cNvPr>
            <p:cNvSpPr txBox="1"/>
            <p:nvPr/>
          </p:nvSpPr>
          <p:spPr>
            <a:xfrm>
              <a:off x="6988628" y="2635683"/>
              <a:ext cx="2114939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6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rPr>
                <a:t>ODE</a:t>
              </a:r>
              <a:r>
                <a:rPr lang="ko-KR" altLang="en-US" sz="16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rPr>
                <a:t> </a:t>
              </a:r>
              <a:r>
                <a:rPr lang="en-US" altLang="ko-KR" sz="16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rPr>
                <a:t>Simulation</a:t>
              </a:r>
            </a:p>
            <a:p>
              <a:r>
                <a:rPr lang="ko-KR" altLang="en-US" sz="16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rPr>
                <a:t>→ </a:t>
              </a:r>
              <a:r>
                <a:rPr lang="en-US" altLang="ko-KR" sz="16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rPr>
                <a:t>operation oriented</a:t>
              </a:r>
              <a:endParaRPr lang="ko-KR" altLang="en-US" sz="16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543909C2-9FAD-99B4-C7BB-01747C472E32}"/>
                </a:ext>
              </a:extLst>
            </p:cNvPr>
            <p:cNvSpPr txBox="1"/>
            <p:nvPr/>
          </p:nvSpPr>
          <p:spPr>
            <a:xfrm>
              <a:off x="6574972" y="2082139"/>
              <a:ext cx="236375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altLang="ko-KR" sz="20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rPr>
                <a:t>Time Reduction</a:t>
              </a:r>
              <a:endPara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endParaRPr>
            </a:p>
          </p:txBody>
        </p:sp>
      </p:grp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75BA5C3F-B0FD-1F6E-6510-A9E412967392}"/>
              </a:ext>
            </a:extLst>
          </p:cNvPr>
          <p:cNvGrpSpPr/>
          <p:nvPr/>
        </p:nvGrpSpPr>
        <p:grpSpPr>
          <a:xfrm>
            <a:off x="5911726" y="5276852"/>
            <a:ext cx="2854852" cy="318533"/>
            <a:chOff x="5911726" y="5276852"/>
            <a:chExt cx="2854852" cy="318533"/>
          </a:xfrm>
        </p:grpSpPr>
        <p:pic>
          <p:nvPicPr>
            <p:cNvPr id="24" name="그림 23">
              <a:extLst>
                <a:ext uri="{FF2B5EF4-FFF2-40B4-BE49-F238E27FC236}">
                  <a16:creationId xmlns:a16="http://schemas.microsoft.com/office/drawing/2014/main" id="{C67A886F-3429-71C4-CEFC-D786169712D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911726" y="5276852"/>
              <a:ext cx="2854852" cy="318533"/>
            </a:xfrm>
            <a:prstGeom prst="rect">
              <a:avLst/>
            </a:prstGeom>
          </p:spPr>
        </p:pic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F08CEE49-850F-AC0E-6BCA-1C346898231C}"/>
                </a:ext>
              </a:extLst>
            </p:cNvPr>
            <p:cNvSpPr/>
            <p:nvPr/>
          </p:nvSpPr>
          <p:spPr>
            <a:xfrm>
              <a:off x="8265320" y="5326614"/>
              <a:ext cx="159544" cy="11930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4031959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/>
      <a:lstStyle/>
      <a:style>
        <a:lnRef idx="2">
          <a:schemeClr val="accent1">
            <a:shade val="2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2000" dirty="0" smtClean="0">
            <a:ln w="9525">
              <a:solidFill>
                <a:schemeClr val="tx1">
                  <a:alpha val="29000"/>
                </a:schemeClr>
              </a:solidFill>
            </a:ln>
            <a:latin typeface="Times New Roman"/>
            <a:ea typeface="맑은 고딕"/>
            <a:cs typeface="Times New Roman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845</TotalTime>
  <Words>840</Words>
  <Application>Microsoft Office PowerPoint</Application>
  <PresentationFormat>화면 슬라이드 쇼(4:3)</PresentationFormat>
  <Paragraphs>198</Paragraphs>
  <Slides>16</Slides>
  <Notes>0</Notes>
  <HiddenSlides>0</HiddenSlides>
  <MMClips>0</MMClips>
  <ScaleCrop>false</ScaleCrop>
  <HeadingPairs>
    <vt:vector size="8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포함된 OLE 서버</vt:lpstr>
      </vt:variant>
      <vt:variant>
        <vt:i4>2</vt:i4>
      </vt:variant>
      <vt:variant>
        <vt:lpstr>슬라이드 제목</vt:lpstr>
      </vt:variant>
      <vt:variant>
        <vt:i4>16</vt:i4>
      </vt:variant>
    </vt:vector>
  </HeadingPairs>
  <TitlesOfParts>
    <vt:vector size="25" baseType="lpstr">
      <vt:lpstr>맑은 고딕</vt:lpstr>
      <vt:lpstr>Arial</vt:lpstr>
      <vt:lpstr>Calibri</vt:lpstr>
      <vt:lpstr>Cambria Math</vt:lpstr>
      <vt:lpstr>Symbol</vt:lpstr>
      <vt:lpstr>Times New Roman</vt:lpstr>
      <vt:lpstr>Office 테마</vt:lpstr>
      <vt:lpstr>Graph</vt:lpstr>
      <vt:lpstr>Origin Graph</vt:lpstr>
      <vt:lpstr>Transient Simulation of Detrap Failure under Retention Operation of BETOX 3D NAND Flash Cell  진명</vt:lpstr>
      <vt:lpstr>Research Flow</vt:lpstr>
      <vt:lpstr>Previous Studies</vt:lpstr>
      <vt:lpstr>Freezing CTN  (TCAD Know-how)</vt:lpstr>
      <vt:lpstr>Simplifying the Detrap Model</vt:lpstr>
      <vt:lpstr>Tunneling through Trapezoidal Barrier (TC)</vt:lpstr>
      <vt:lpstr>Tunneling through Trapezoidal Barrier (TC)</vt:lpstr>
      <vt:lpstr>Trap-to-Band Tunneling Current Modeling (νTBT)</vt:lpstr>
      <vt:lpstr>Trap-to-Band Tunneling Current Modeling (νTBT)</vt:lpstr>
      <vt:lpstr>Trap-to-Band Tunneling Current Modeling (νTBT)</vt:lpstr>
      <vt:lpstr>Trap-to-Band Tunneling Current Modeling (νTBT)</vt:lpstr>
      <vt:lpstr>Trap-to-Band Tunneling Current Modeling (νTBT)</vt:lpstr>
      <vt:lpstr>Simulation Method</vt:lpstr>
      <vt:lpstr>Simulation Method</vt:lpstr>
      <vt:lpstr>Final Result of Retention Transient</vt:lpstr>
      <vt:lpstr>Simulation Time Reduction</vt:lpstr>
    </vt:vector>
  </TitlesOfParts>
  <Manager/>
  <Company>Microsoft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Microsoft</dc:creator>
  <cp:lastModifiedBy>MYUNG JIN</cp:lastModifiedBy>
  <cp:revision>964</cp:revision>
  <dcterms:created xsi:type="dcterms:W3CDTF">2016-06-02T05:19:04Z</dcterms:created>
  <dcterms:modified xsi:type="dcterms:W3CDTF">2024-12-24T06:00:16Z</dcterms:modified>
  <cp:version/>
</cp:coreProperties>
</file>