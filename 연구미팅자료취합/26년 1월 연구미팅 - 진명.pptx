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7"/>
  </p:notesMasterIdLst>
  <p:sldIdLst>
    <p:sldId id="314" r:id="rId2"/>
    <p:sldId id="315" r:id="rId3"/>
    <p:sldId id="317" r:id="rId4"/>
    <p:sldId id="320" r:id="rId5"/>
    <p:sldId id="316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CF1CEE-BFEB-4131-935A-124587C368A1}" v="22" dt="2026-01-29T17:55:28.202"/>
    <p1510:client id="{9A39EB45-3B1F-49AE-A0A0-5A43990BCF9B}" v="1" dt="2026-01-29T13:28:49.3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97" d="100"/>
          <a:sy n="97" d="100"/>
        </p:scale>
        <p:origin x="102" y="1278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delSld modSld modMainMaster">
      <pc:chgData name="MYUNG JIN" userId="89f3fa32ababedc4" providerId="LiveId" clId="{1442CAFF-C376-405E-80FE-32277BA9AD5E}" dt="2026-01-29T17:57:06.587" v="659" actId="20577"/>
      <pc:docMkLst>
        <pc:docMk/>
      </pc:docMkLst>
      <pc:sldChg chg="modSp mod">
        <pc:chgData name="MYUNG JIN" userId="89f3fa32ababedc4" providerId="LiveId" clId="{1442CAFF-C376-405E-80FE-32277BA9AD5E}" dt="2026-01-29T17:56:56.462" v="657" actId="20577"/>
        <pc:sldMkLst>
          <pc:docMk/>
          <pc:sldMk cId="2415824652" sldId="314"/>
        </pc:sldMkLst>
        <pc:spChg chg="mod">
          <ac:chgData name="MYUNG JIN" userId="89f3fa32ababedc4" providerId="LiveId" clId="{1442CAFF-C376-405E-80FE-32277BA9AD5E}" dt="2026-01-29T17:56:56.462" v="657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delSp modSp mod">
        <pc:chgData name="MYUNG JIN" userId="89f3fa32ababedc4" providerId="LiveId" clId="{1442CAFF-C376-405E-80FE-32277BA9AD5E}" dt="2026-01-29T17:54:27.834" v="484" actId="1076"/>
        <pc:sldMkLst>
          <pc:docMk/>
          <pc:sldMk cId="2899342611" sldId="315"/>
        </pc:sldMkLst>
        <pc:spChg chg="add mod">
          <ac:chgData name="MYUNG JIN" userId="89f3fa32ababedc4" providerId="LiveId" clId="{1442CAFF-C376-405E-80FE-32277BA9AD5E}" dt="2026-01-29T17:53:11.104" v="432" actId="20577"/>
          <ac:spMkLst>
            <pc:docMk/>
            <pc:sldMk cId="2899342611" sldId="315"/>
            <ac:spMk id="5" creationId="{72B9E240-0629-BB38-4F1A-31651C51E6ED}"/>
          </ac:spMkLst>
        </pc:spChg>
        <pc:spChg chg="add del mod">
          <ac:chgData name="MYUNG JIN" userId="89f3fa32ababedc4" providerId="LiveId" clId="{1442CAFF-C376-405E-80FE-32277BA9AD5E}" dt="2026-01-29T17:45:09.707" v="35" actId="478"/>
          <ac:spMkLst>
            <pc:docMk/>
            <pc:sldMk cId="2899342611" sldId="315"/>
            <ac:spMk id="6" creationId="{B08A5C19-E02F-0B03-EA08-F8F14E48A079}"/>
          </ac:spMkLst>
        </pc:spChg>
        <pc:spChg chg="add mod">
          <ac:chgData name="MYUNG JIN" userId="89f3fa32ababedc4" providerId="LiveId" clId="{1442CAFF-C376-405E-80FE-32277BA9AD5E}" dt="2026-01-29T17:53:35.889" v="463" actId="1076"/>
          <ac:spMkLst>
            <pc:docMk/>
            <pc:sldMk cId="2899342611" sldId="315"/>
            <ac:spMk id="13" creationId="{1E8D1F3B-22D4-E4A9-9940-9ACEFFA2A103}"/>
          </ac:spMkLst>
        </pc:spChg>
        <pc:spChg chg="add mod">
          <ac:chgData name="MYUNG JIN" userId="89f3fa32ababedc4" providerId="LiveId" clId="{1442CAFF-C376-405E-80FE-32277BA9AD5E}" dt="2026-01-29T17:54:01.992" v="478" actId="403"/>
          <ac:spMkLst>
            <pc:docMk/>
            <pc:sldMk cId="2899342611" sldId="315"/>
            <ac:spMk id="14" creationId="{D5615ADC-A943-7868-73AE-F3A6F75CFDC0}"/>
          </ac:spMkLst>
        </pc:spChg>
        <pc:spChg chg="add mod">
          <ac:chgData name="MYUNG JIN" userId="89f3fa32ababedc4" providerId="LiveId" clId="{1442CAFF-C376-405E-80FE-32277BA9AD5E}" dt="2026-01-29T17:54:25.784" v="483" actId="14100"/>
          <ac:spMkLst>
            <pc:docMk/>
            <pc:sldMk cId="2899342611" sldId="315"/>
            <ac:spMk id="15" creationId="{9DE84A4D-FA64-C446-F2F2-C9AFF8A348AD}"/>
          </ac:spMkLst>
        </pc:spChg>
        <pc:picChg chg="add mod">
          <ac:chgData name="MYUNG JIN" userId="89f3fa32ababedc4" providerId="LiveId" clId="{1442CAFF-C376-405E-80FE-32277BA9AD5E}" dt="2026-01-29T17:54:27.834" v="484" actId="1076"/>
          <ac:picMkLst>
            <pc:docMk/>
            <pc:sldMk cId="2899342611" sldId="315"/>
            <ac:picMk id="4" creationId="{50D68C67-112F-D59D-798A-61F8EF6A504B}"/>
          </ac:picMkLst>
        </pc:picChg>
        <pc:picChg chg="add mod">
          <ac:chgData name="MYUNG JIN" userId="89f3fa32ababedc4" providerId="LiveId" clId="{1442CAFF-C376-405E-80FE-32277BA9AD5E}" dt="2026-01-29T17:54:00.429" v="477" actId="1076"/>
          <ac:picMkLst>
            <pc:docMk/>
            <pc:sldMk cId="2899342611" sldId="315"/>
            <ac:picMk id="8" creationId="{E9269352-53A1-F43B-BC43-3E1D24378CB0}"/>
          </ac:picMkLst>
        </pc:picChg>
        <pc:picChg chg="add mod">
          <ac:chgData name="MYUNG JIN" userId="89f3fa32ababedc4" providerId="LiveId" clId="{1442CAFF-C376-405E-80FE-32277BA9AD5E}" dt="2026-01-29T17:54:04.419" v="479" actId="1076"/>
          <ac:picMkLst>
            <pc:docMk/>
            <pc:sldMk cId="2899342611" sldId="315"/>
            <ac:picMk id="10" creationId="{3132E6C7-A2AF-6132-94DB-8B32FB60157A}"/>
          </ac:picMkLst>
        </pc:picChg>
        <pc:picChg chg="add mod">
          <ac:chgData name="MYUNG JIN" userId="89f3fa32ababedc4" providerId="LiveId" clId="{1442CAFF-C376-405E-80FE-32277BA9AD5E}" dt="2026-01-29T17:53:23.543" v="437" actId="1076"/>
          <ac:picMkLst>
            <pc:docMk/>
            <pc:sldMk cId="2899342611" sldId="315"/>
            <ac:picMk id="12" creationId="{CD1A7A15-DD41-20BB-F2BE-2717748BB1B4}"/>
          </ac:picMkLst>
        </pc:picChg>
      </pc:sldChg>
      <pc:sldChg chg="addSp delSp modSp mod">
        <pc:chgData name="MYUNG JIN" userId="89f3fa32ababedc4" providerId="LiveId" clId="{1442CAFF-C376-405E-80FE-32277BA9AD5E}" dt="2026-01-29T17:56:16.352" v="593" actId="20577"/>
        <pc:sldMkLst>
          <pc:docMk/>
          <pc:sldMk cId="1624971276" sldId="316"/>
        </pc:sldMkLst>
        <pc:spChg chg="mod">
          <ac:chgData name="MYUNG JIN" userId="89f3fa32ababedc4" providerId="LiveId" clId="{1442CAFF-C376-405E-80FE-32277BA9AD5E}" dt="2026-01-29T17:56:16.352" v="593" actId="20577"/>
          <ac:spMkLst>
            <pc:docMk/>
            <pc:sldMk cId="1624971276" sldId="316"/>
            <ac:spMk id="2" creationId="{A7642C85-FA90-1B7C-C966-29DDDE759A69}"/>
          </ac:spMkLst>
        </pc:spChg>
        <pc:spChg chg="mod">
          <ac:chgData name="MYUNG JIN" userId="89f3fa32ababedc4" providerId="LiveId" clId="{1442CAFF-C376-405E-80FE-32277BA9AD5E}" dt="2026-01-29T17:51:01.656" v="247"/>
          <ac:spMkLst>
            <pc:docMk/>
            <pc:sldMk cId="1624971276" sldId="316"/>
            <ac:spMk id="5" creationId="{9F1FDA10-4169-C2C9-5E63-4CAF24205D17}"/>
          </ac:spMkLst>
        </pc:spChg>
        <pc:spChg chg="mod">
          <ac:chgData name="MYUNG JIN" userId="89f3fa32ababedc4" providerId="LiveId" clId="{1442CAFF-C376-405E-80FE-32277BA9AD5E}" dt="2026-01-29T17:51:01.656" v="247"/>
          <ac:spMkLst>
            <pc:docMk/>
            <pc:sldMk cId="1624971276" sldId="316"/>
            <ac:spMk id="7" creationId="{D9FA5933-54EA-CDFD-C48F-60880678CAE0}"/>
          </ac:spMkLst>
        </pc:spChg>
        <pc:spChg chg="mod">
          <ac:chgData name="MYUNG JIN" userId="89f3fa32ababedc4" providerId="LiveId" clId="{1442CAFF-C376-405E-80FE-32277BA9AD5E}" dt="2026-01-29T17:51:01.656" v="247"/>
          <ac:spMkLst>
            <pc:docMk/>
            <pc:sldMk cId="1624971276" sldId="316"/>
            <ac:spMk id="8" creationId="{E5A2F41F-C30A-E8AE-27FB-601438032BC9}"/>
          </ac:spMkLst>
        </pc:spChg>
        <pc:spChg chg="mod">
          <ac:chgData name="MYUNG JIN" userId="89f3fa32ababedc4" providerId="LiveId" clId="{1442CAFF-C376-405E-80FE-32277BA9AD5E}" dt="2026-01-29T17:51:01.656" v="247"/>
          <ac:spMkLst>
            <pc:docMk/>
            <pc:sldMk cId="1624971276" sldId="316"/>
            <ac:spMk id="9" creationId="{77DDCCDC-E043-8D74-4B16-F566B0B95705}"/>
          </ac:spMkLst>
        </pc:spChg>
        <pc:spChg chg="mod">
          <ac:chgData name="MYUNG JIN" userId="89f3fa32ababedc4" providerId="LiveId" clId="{1442CAFF-C376-405E-80FE-32277BA9AD5E}" dt="2026-01-29T17:51:01.656" v="247"/>
          <ac:spMkLst>
            <pc:docMk/>
            <pc:sldMk cId="1624971276" sldId="316"/>
            <ac:spMk id="10" creationId="{D2E6DF76-DBA6-57A9-7B08-9F174E658940}"/>
          </ac:spMkLst>
        </pc:spChg>
        <pc:spChg chg="mod">
          <ac:chgData name="MYUNG JIN" userId="89f3fa32ababedc4" providerId="LiveId" clId="{1442CAFF-C376-405E-80FE-32277BA9AD5E}" dt="2026-01-29T17:51:01.656" v="247"/>
          <ac:spMkLst>
            <pc:docMk/>
            <pc:sldMk cId="1624971276" sldId="316"/>
            <ac:spMk id="12" creationId="{F6D9789C-3AEF-0EE2-5D3E-35F9FFDF34F3}"/>
          </ac:spMkLst>
        </pc:spChg>
        <pc:spChg chg="mod">
          <ac:chgData name="MYUNG JIN" userId="89f3fa32ababedc4" providerId="LiveId" clId="{1442CAFF-C376-405E-80FE-32277BA9AD5E}" dt="2026-01-29T17:51:01.656" v="247"/>
          <ac:spMkLst>
            <pc:docMk/>
            <pc:sldMk cId="1624971276" sldId="316"/>
            <ac:spMk id="15" creationId="{3CEA77BF-B497-5FED-9078-AAD9DC5FBC1F}"/>
          </ac:spMkLst>
        </pc:spChg>
        <pc:spChg chg="add mod">
          <ac:chgData name="MYUNG JIN" userId="89f3fa32ababedc4" providerId="LiveId" clId="{1442CAFF-C376-405E-80FE-32277BA9AD5E}" dt="2026-01-29T17:51:07.651" v="251"/>
          <ac:spMkLst>
            <pc:docMk/>
            <pc:sldMk cId="1624971276" sldId="316"/>
            <ac:spMk id="17" creationId="{631D4DF1-15EA-3BB5-D5E0-02E89699A32D}"/>
          </ac:spMkLst>
        </pc:spChg>
        <pc:spChg chg="add mod">
          <ac:chgData name="MYUNG JIN" userId="89f3fa32ababedc4" providerId="LiveId" clId="{1442CAFF-C376-405E-80FE-32277BA9AD5E}" dt="2026-01-29T17:51:15.546" v="256" actId="20577"/>
          <ac:spMkLst>
            <pc:docMk/>
            <pc:sldMk cId="1624971276" sldId="316"/>
            <ac:spMk id="18" creationId="{841C1A8C-1171-49F9-4C21-338354B6FC54}"/>
          </ac:spMkLst>
        </pc:spChg>
        <pc:spChg chg="mod">
          <ac:chgData name="MYUNG JIN" userId="89f3fa32ababedc4" providerId="LiveId" clId="{1442CAFF-C376-405E-80FE-32277BA9AD5E}" dt="2026-01-29T17:51:19.821" v="257"/>
          <ac:spMkLst>
            <pc:docMk/>
            <pc:sldMk cId="1624971276" sldId="316"/>
            <ac:spMk id="21" creationId="{B95FE6F4-FBD4-1ADE-2E03-F053012A1BF3}"/>
          </ac:spMkLst>
        </pc:spChg>
        <pc:spChg chg="mod">
          <ac:chgData name="MYUNG JIN" userId="89f3fa32ababedc4" providerId="LiveId" clId="{1442CAFF-C376-405E-80FE-32277BA9AD5E}" dt="2026-01-29T17:51:19.821" v="257"/>
          <ac:spMkLst>
            <pc:docMk/>
            <pc:sldMk cId="1624971276" sldId="316"/>
            <ac:spMk id="23" creationId="{7087914E-0A93-844F-1E51-DC68EB5653FB}"/>
          </ac:spMkLst>
        </pc:spChg>
        <pc:spChg chg="mod">
          <ac:chgData name="MYUNG JIN" userId="89f3fa32ababedc4" providerId="LiveId" clId="{1442CAFF-C376-405E-80FE-32277BA9AD5E}" dt="2026-01-29T17:51:19.821" v="257"/>
          <ac:spMkLst>
            <pc:docMk/>
            <pc:sldMk cId="1624971276" sldId="316"/>
            <ac:spMk id="24" creationId="{B47AAA25-5E70-C195-76B2-9B907C521B23}"/>
          </ac:spMkLst>
        </pc:spChg>
        <pc:spChg chg="mod">
          <ac:chgData name="MYUNG JIN" userId="89f3fa32ababedc4" providerId="LiveId" clId="{1442CAFF-C376-405E-80FE-32277BA9AD5E}" dt="2026-01-29T17:51:19.821" v="257"/>
          <ac:spMkLst>
            <pc:docMk/>
            <pc:sldMk cId="1624971276" sldId="316"/>
            <ac:spMk id="25" creationId="{169D1466-2643-A762-AF20-A1F93D1BF62A}"/>
          </ac:spMkLst>
        </pc:spChg>
        <pc:spChg chg="mod">
          <ac:chgData name="MYUNG JIN" userId="89f3fa32ababedc4" providerId="LiveId" clId="{1442CAFF-C376-405E-80FE-32277BA9AD5E}" dt="2026-01-29T17:51:19.821" v="257"/>
          <ac:spMkLst>
            <pc:docMk/>
            <pc:sldMk cId="1624971276" sldId="316"/>
            <ac:spMk id="26" creationId="{DFAD4B5B-05A2-D35C-F21E-7EACC9518268}"/>
          </ac:spMkLst>
        </pc:spChg>
        <pc:spChg chg="mod">
          <ac:chgData name="MYUNG JIN" userId="89f3fa32ababedc4" providerId="LiveId" clId="{1442CAFF-C376-405E-80FE-32277BA9AD5E}" dt="2026-01-29T17:51:19.821" v="257"/>
          <ac:spMkLst>
            <pc:docMk/>
            <pc:sldMk cId="1624971276" sldId="316"/>
            <ac:spMk id="28" creationId="{BA1778AD-F320-161C-235C-543D35472092}"/>
          </ac:spMkLst>
        </pc:spChg>
        <pc:spChg chg="mod">
          <ac:chgData name="MYUNG JIN" userId="89f3fa32ababedc4" providerId="LiveId" clId="{1442CAFF-C376-405E-80FE-32277BA9AD5E}" dt="2026-01-29T17:51:19.821" v="257"/>
          <ac:spMkLst>
            <pc:docMk/>
            <pc:sldMk cId="1624971276" sldId="316"/>
            <ac:spMk id="31" creationId="{62D2A67F-3801-7F02-6D13-60D7BCE87F0F}"/>
          </ac:spMkLst>
        </pc:spChg>
        <pc:spChg chg="mod">
          <ac:chgData name="MYUNG JIN" userId="89f3fa32ababedc4" providerId="LiveId" clId="{1442CAFF-C376-405E-80FE-32277BA9AD5E}" dt="2026-01-29T17:51:45.380" v="260"/>
          <ac:spMkLst>
            <pc:docMk/>
            <pc:sldMk cId="1624971276" sldId="316"/>
            <ac:spMk id="36" creationId="{5B78CFC9-66E8-7697-E358-8232118A930C}"/>
          </ac:spMkLst>
        </pc:spChg>
        <pc:spChg chg="mod">
          <ac:chgData name="MYUNG JIN" userId="89f3fa32ababedc4" providerId="LiveId" clId="{1442CAFF-C376-405E-80FE-32277BA9AD5E}" dt="2026-01-29T17:51:45.380" v="260"/>
          <ac:spMkLst>
            <pc:docMk/>
            <pc:sldMk cId="1624971276" sldId="316"/>
            <ac:spMk id="38" creationId="{03DCA7CD-6ECA-BE5E-DE9D-81877501F7C1}"/>
          </ac:spMkLst>
        </pc:spChg>
        <pc:spChg chg="mod">
          <ac:chgData name="MYUNG JIN" userId="89f3fa32ababedc4" providerId="LiveId" clId="{1442CAFF-C376-405E-80FE-32277BA9AD5E}" dt="2026-01-29T17:51:45.380" v="260"/>
          <ac:spMkLst>
            <pc:docMk/>
            <pc:sldMk cId="1624971276" sldId="316"/>
            <ac:spMk id="39" creationId="{8CCFB875-0C54-9FA4-460C-12A85697E6E5}"/>
          </ac:spMkLst>
        </pc:spChg>
        <pc:spChg chg="mod">
          <ac:chgData name="MYUNG JIN" userId="89f3fa32ababedc4" providerId="LiveId" clId="{1442CAFF-C376-405E-80FE-32277BA9AD5E}" dt="2026-01-29T17:51:45.380" v="260"/>
          <ac:spMkLst>
            <pc:docMk/>
            <pc:sldMk cId="1624971276" sldId="316"/>
            <ac:spMk id="40" creationId="{71841101-FAAB-8C28-AA56-A8D82423FCDE}"/>
          </ac:spMkLst>
        </pc:spChg>
        <pc:spChg chg="mod">
          <ac:chgData name="MYUNG JIN" userId="89f3fa32ababedc4" providerId="LiveId" clId="{1442CAFF-C376-405E-80FE-32277BA9AD5E}" dt="2026-01-29T17:51:45.380" v="260"/>
          <ac:spMkLst>
            <pc:docMk/>
            <pc:sldMk cId="1624971276" sldId="316"/>
            <ac:spMk id="41" creationId="{B36308EB-E2DD-0BD8-35D9-92C9AB2B25A5}"/>
          </ac:spMkLst>
        </pc:spChg>
        <pc:spChg chg="mod">
          <ac:chgData name="MYUNG JIN" userId="89f3fa32ababedc4" providerId="LiveId" clId="{1442CAFF-C376-405E-80FE-32277BA9AD5E}" dt="2026-01-29T17:51:45.380" v="260"/>
          <ac:spMkLst>
            <pc:docMk/>
            <pc:sldMk cId="1624971276" sldId="316"/>
            <ac:spMk id="43" creationId="{A6F16E21-C600-FDA9-EA96-D5FCFF1404A4}"/>
          </ac:spMkLst>
        </pc:spChg>
        <pc:spChg chg="mod">
          <ac:chgData name="MYUNG JIN" userId="89f3fa32ababedc4" providerId="LiveId" clId="{1442CAFF-C376-405E-80FE-32277BA9AD5E}" dt="2026-01-29T17:51:45.380" v="260"/>
          <ac:spMkLst>
            <pc:docMk/>
            <pc:sldMk cId="1624971276" sldId="316"/>
            <ac:spMk id="46" creationId="{9F31BB17-DB28-20D8-005E-8688A233563F}"/>
          </ac:spMkLst>
        </pc:spChg>
        <pc:spChg chg="add mod">
          <ac:chgData name="MYUNG JIN" userId="89f3fa32ababedc4" providerId="LiveId" clId="{1442CAFF-C376-405E-80FE-32277BA9AD5E}" dt="2026-01-29T17:52:34.491" v="369" actId="1076"/>
          <ac:spMkLst>
            <pc:docMk/>
            <pc:sldMk cId="1624971276" sldId="316"/>
            <ac:spMk id="50" creationId="{83F10DBE-1D15-2A8D-C106-210900E457DE}"/>
          </ac:spMkLst>
        </pc:spChg>
        <pc:grpChg chg="mod">
          <ac:chgData name="MYUNG JIN" userId="89f3fa32ababedc4" providerId="LiveId" clId="{1442CAFF-C376-405E-80FE-32277BA9AD5E}" dt="2026-01-29T17:51:11.097" v="254" actId="1076"/>
          <ac:grpSpMkLst>
            <pc:docMk/>
            <pc:sldMk cId="1624971276" sldId="316"/>
            <ac:grpSpMk id="3" creationId="{D24CD917-B038-1090-BF42-A0EE6E0B540A}"/>
          </ac:grpSpMkLst>
        </pc:grpChg>
        <pc:grpChg chg="mod">
          <ac:chgData name="MYUNG JIN" userId="89f3fa32ababedc4" providerId="LiveId" clId="{1442CAFF-C376-405E-80FE-32277BA9AD5E}" dt="2026-01-29T17:51:01.656" v="247"/>
          <ac:grpSpMkLst>
            <pc:docMk/>
            <pc:sldMk cId="1624971276" sldId="316"/>
            <ac:grpSpMk id="6" creationId="{EC922659-91C8-A830-EAFC-41DA1BA83FB3}"/>
          </ac:grpSpMkLst>
        </pc:grpChg>
        <pc:grpChg chg="del mod">
          <ac:chgData name="MYUNG JIN" userId="89f3fa32ababedc4" providerId="LiveId" clId="{1442CAFF-C376-405E-80FE-32277BA9AD5E}" dt="2026-01-29T17:51:48.057" v="262" actId="478"/>
          <ac:grpSpMkLst>
            <pc:docMk/>
            <pc:sldMk cId="1624971276" sldId="316"/>
            <ac:grpSpMk id="19" creationId="{A086F0CB-7F2E-742E-22AD-7595B74C95B8}"/>
          </ac:grpSpMkLst>
        </pc:grpChg>
        <pc:grpChg chg="mod">
          <ac:chgData name="MYUNG JIN" userId="89f3fa32ababedc4" providerId="LiveId" clId="{1442CAFF-C376-405E-80FE-32277BA9AD5E}" dt="2026-01-29T17:51:19.821" v="257"/>
          <ac:grpSpMkLst>
            <pc:docMk/>
            <pc:sldMk cId="1624971276" sldId="316"/>
            <ac:grpSpMk id="22" creationId="{E349F47C-139E-3FD0-4884-24293D3CECEB}"/>
          </ac:grpSpMkLst>
        </pc:grpChg>
        <pc:graphicFrameChg chg="mod">
          <ac:chgData name="MYUNG JIN" userId="89f3fa32ababedc4" providerId="LiveId" clId="{1442CAFF-C376-405E-80FE-32277BA9AD5E}" dt="2026-01-29T17:51:01.656" v="247"/>
          <ac:graphicFrameMkLst>
            <pc:docMk/>
            <pc:sldMk cId="1624971276" sldId="316"/>
            <ac:graphicFrameMk id="11" creationId="{E504EB96-D059-B75A-32C6-CB53647D0ECC}"/>
          </ac:graphicFrameMkLst>
        </pc:graphicFrameChg>
        <pc:graphicFrameChg chg="mod">
          <ac:chgData name="MYUNG JIN" userId="89f3fa32ababedc4" providerId="LiveId" clId="{1442CAFF-C376-405E-80FE-32277BA9AD5E}" dt="2026-01-29T17:51:03.473" v="249" actId="1076"/>
          <ac:graphicFrameMkLst>
            <pc:docMk/>
            <pc:sldMk cId="1624971276" sldId="316"/>
            <ac:graphicFrameMk id="16" creationId="{C0A80603-EB61-ABDA-38BD-CA0E2873A77F}"/>
          </ac:graphicFrameMkLst>
        </pc:graphicFrameChg>
        <pc:graphicFrameChg chg="mod">
          <ac:chgData name="MYUNG JIN" userId="89f3fa32ababedc4" providerId="LiveId" clId="{1442CAFF-C376-405E-80FE-32277BA9AD5E}" dt="2026-01-29T17:51:19.821" v="257"/>
          <ac:graphicFrameMkLst>
            <pc:docMk/>
            <pc:sldMk cId="1624971276" sldId="316"/>
            <ac:graphicFrameMk id="27" creationId="{322EB75A-1A23-F9CF-7C4D-471D676DDD52}"/>
          </ac:graphicFrameMkLst>
        </pc:graphicFrameChg>
        <pc:graphicFrameChg chg="mod">
          <ac:chgData name="MYUNG JIN" userId="89f3fa32ababedc4" providerId="LiveId" clId="{1442CAFF-C376-405E-80FE-32277BA9AD5E}" dt="2026-01-29T17:51:19.821" v="257"/>
          <ac:graphicFrameMkLst>
            <pc:docMk/>
            <pc:sldMk cId="1624971276" sldId="316"/>
            <ac:graphicFrameMk id="32" creationId="{8B140A44-BC2D-CFBE-BE2B-364FDE0E15A9}"/>
          </ac:graphicFrameMkLst>
        </pc:graphicFrameChg>
        <pc:graphicFrameChg chg="add del mod">
          <ac:chgData name="MYUNG JIN" userId="89f3fa32ababedc4" providerId="LiveId" clId="{1442CAFF-C376-405E-80FE-32277BA9AD5E}" dt="2026-01-29T17:51:49.375" v="263" actId="478"/>
          <ac:graphicFrameMkLst>
            <pc:docMk/>
            <pc:sldMk cId="1624971276" sldId="316"/>
            <ac:graphicFrameMk id="33" creationId="{5D7689EC-8BF2-FD55-41A6-5C8065B4EDEA}"/>
          </ac:graphicFrameMkLst>
        </pc:graphicFrameChg>
        <pc:graphicFrameChg chg="mod">
          <ac:chgData name="MYUNG JIN" userId="89f3fa32ababedc4" providerId="LiveId" clId="{1442CAFF-C376-405E-80FE-32277BA9AD5E}" dt="2026-01-29T17:51:45.380" v="260"/>
          <ac:graphicFrameMkLst>
            <pc:docMk/>
            <pc:sldMk cId="1624971276" sldId="316"/>
            <ac:graphicFrameMk id="42" creationId="{843BD07E-AD7D-A2AA-972A-140E821EDA42}"/>
          </ac:graphicFrameMkLst>
        </pc:graphicFrameChg>
        <pc:graphicFrameChg chg="mod">
          <ac:chgData name="MYUNG JIN" userId="89f3fa32ababedc4" providerId="LiveId" clId="{1442CAFF-C376-405E-80FE-32277BA9AD5E}" dt="2026-01-29T17:51:45.380" v="260"/>
          <ac:graphicFrameMkLst>
            <pc:docMk/>
            <pc:sldMk cId="1624971276" sldId="316"/>
            <ac:graphicFrameMk id="47" creationId="{1EE257CF-E36A-8A26-13FB-4277D64F63EF}"/>
          </ac:graphicFrameMkLst>
        </pc:graphicFrameChg>
        <pc:graphicFrameChg chg="add mod">
          <ac:chgData name="MYUNG JIN" userId="89f3fa32ababedc4" providerId="LiveId" clId="{1442CAFF-C376-405E-80FE-32277BA9AD5E}" dt="2026-01-29T17:51:45.380" v="260"/>
          <ac:graphicFrameMkLst>
            <pc:docMk/>
            <pc:sldMk cId="1624971276" sldId="316"/>
            <ac:graphicFrameMk id="48" creationId="{9A1EE7E9-07F9-87D4-D282-3A053FAEEEE8}"/>
          </ac:graphicFrameMkLst>
        </pc:graphicFrameChg>
        <pc:picChg chg="add mod">
          <ac:chgData name="MYUNG JIN" userId="89f3fa32ababedc4" providerId="LiveId" clId="{1442CAFF-C376-405E-80FE-32277BA9AD5E}" dt="2026-01-29T17:51:54.279" v="266" actId="1076"/>
          <ac:picMkLst>
            <pc:docMk/>
            <pc:sldMk cId="1624971276" sldId="316"/>
            <ac:picMk id="49" creationId="{56FBEACC-873D-44D5-DB31-CBD7DA0E059E}"/>
          </ac:picMkLst>
        </pc:picChg>
      </pc:sldChg>
      <pc:sldChg chg="addSp delSp modSp mod">
        <pc:chgData name="MYUNG JIN" userId="89f3fa32ababedc4" providerId="LiveId" clId="{1442CAFF-C376-405E-80FE-32277BA9AD5E}" dt="2026-01-29T17:49:17.377" v="216" actId="1076"/>
        <pc:sldMkLst>
          <pc:docMk/>
          <pc:sldMk cId="3591593916" sldId="317"/>
        </pc:sldMkLst>
        <pc:spChg chg="mod">
          <ac:chgData name="MYUNG JIN" userId="89f3fa32ababedc4" providerId="LiveId" clId="{1442CAFF-C376-405E-80FE-32277BA9AD5E}" dt="2026-01-29T17:46:34.938" v="57"/>
          <ac:spMkLst>
            <pc:docMk/>
            <pc:sldMk cId="3591593916" sldId="317"/>
            <ac:spMk id="2" creationId="{947BE312-6386-465A-D1AE-E5EAF428450C}"/>
          </ac:spMkLst>
        </pc:spChg>
        <pc:spChg chg="mod">
          <ac:chgData name="MYUNG JIN" userId="89f3fa32ababedc4" providerId="LiveId" clId="{1442CAFF-C376-405E-80FE-32277BA9AD5E}" dt="2026-01-29T17:46:56.283" v="66" actId="1076"/>
          <ac:spMkLst>
            <pc:docMk/>
            <pc:sldMk cId="3591593916" sldId="317"/>
            <ac:spMk id="3" creationId="{C092DA78-4783-E785-5DB5-EAB4D6267B85}"/>
          </ac:spMkLst>
        </pc:spChg>
        <pc:spChg chg="add mod">
          <ac:chgData name="MYUNG JIN" userId="89f3fa32ababedc4" providerId="LiveId" clId="{1442CAFF-C376-405E-80FE-32277BA9AD5E}" dt="2026-01-29T17:49:15.151" v="214" actId="1076"/>
          <ac:spMkLst>
            <pc:docMk/>
            <pc:sldMk cId="3591593916" sldId="317"/>
            <ac:spMk id="8" creationId="{6664C935-86B6-CF81-2414-2841B66374B7}"/>
          </ac:spMkLst>
        </pc:spChg>
        <pc:picChg chg="add del mod">
          <ac:chgData name="MYUNG JIN" userId="89f3fa32ababedc4" providerId="LiveId" clId="{1442CAFF-C376-405E-80FE-32277BA9AD5E}" dt="2026-01-29T17:46:47.942" v="62" actId="478"/>
          <ac:picMkLst>
            <pc:docMk/>
            <pc:sldMk cId="3591593916" sldId="317"/>
            <ac:picMk id="5" creationId="{51C15A2E-30FB-378E-C6E5-F0AF6C8B99B5}"/>
          </ac:picMkLst>
        </pc:picChg>
        <pc:picChg chg="add mod">
          <ac:chgData name="MYUNG JIN" userId="89f3fa32ababedc4" providerId="LiveId" clId="{1442CAFF-C376-405E-80FE-32277BA9AD5E}" dt="2026-01-29T17:49:17.377" v="216" actId="1076"/>
          <ac:picMkLst>
            <pc:docMk/>
            <pc:sldMk cId="3591593916" sldId="317"/>
            <ac:picMk id="7" creationId="{12C39145-6581-8C94-89C4-1B18C8DCFA7B}"/>
          </ac:picMkLst>
        </pc:picChg>
      </pc:sldChg>
      <pc:sldChg chg="del">
        <pc:chgData name="MYUNG JIN" userId="89f3fa32ababedc4" providerId="LiveId" clId="{1442CAFF-C376-405E-80FE-32277BA9AD5E}" dt="2026-01-29T17:52:37.908" v="370" actId="47"/>
        <pc:sldMkLst>
          <pc:docMk/>
          <pc:sldMk cId="3273097900" sldId="318"/>
        </pc:sldMkLst>
      </pc:sldChg>
      <pc:sldChg chg="addSp delSp modSp del mod">
        <pc:chgData name="MYUNG JIN" userId="89f3fa32ababedc4" providerId="LiveId" clId="{1442CAFF-C376-405E-80FE-32277BA9AD5E}" dt="2026-01-29T17:52:56.170" v="389" actId="47"/>
        <pc:sldMkLst>
          <pc:docMk/>
          <pc:sldMk cId="2323834739" sldId="319"/>
        </pc:sldMkLst>
        <pc:spChg chg="add del mod">
          <ac:chgData name="MYUNG JIN" userId="89f3fa32ababedc4" providerId="LiveId" clId="{1442CAFF-C376-405E-80FE-32277BA9AD5E}" dt="2026-01-29T17:52:55.445" v="388" actId="478"/>
          <ac:spMkLst>
            <pc:docMk/>
            <pc:sldMk cId="2323834739" sldId="319"/>
            <ac:spMk id="3" creationId="{045432F6-0930-3C63-FC50-72B4414F6F95}"/>
          </ac:spMkLst>
        </pc:spChg>
      </pc:sldChg>
      <pc:sldChg chg="addSp delSp modSp add mod">
        <pc:chgData name="MYUNG JIN" userId="89f3fa32ababedc4" providerId="LiveId" clId="{1442CAFF-C376-405E-80FE-32277BA9AD5E}" dt="2026-01-29T17:56:04.313" v="583" actId="1036"/>
        <pc:sldMkLst>
          <pc:docMk/>
          <pc:sldMk cId="3807241808" sldId="320"/>
        </pc:sldMkLst>
        <pc:spChg chg="del">
          <ac:chgData name="MYUNG JIN" userId="89f3fa32ababedc4" providerId="LiveId" clId="{1442CAFF-C376-405E-80FE-32277BA9AD5E}" dt="2026-01-29T17:49:27.285" v="218" actId="478"/>
          <ac:spMkLst>
            <pc:docMk/>
            <pc:sldMk cId="3807241808" sldId="320"/>
            <ac:spMk id="3" creationId="{5542224C-85A4-6B3E-48F5-35B909C92135}"/>
          </ac:spMkLst>
        </pc:spChg>
        <pc:spChg chg="add mod">
          <ac:chgData name="MYUNG JIN" userId="89f3fa32ababedc4" providerId="LiveId" clId="{1442CAFF-C376-405E-80FE-32277BA9AD5E}" dt="2026-01-29T17:55:18.790" v="547" actId="14100"/>
          <ac:spMkLst>
            <pc:docMk/>
            <pc:sldMk cId="3807241808" sldId="320"/>
            <ac:spMk id="13" creationId="{9B0153A1-F69A-C98F-D4B9-96EA751DAB8F}"/>
          </ac:spMkLst>
        </pc:spChg>
        <pc:spChg chg="add mod">
          <ac:chgData name="MYUNG JIN" userId="89f3fa32ababedc4" providerId="LiveId" clId="{1442CAFF-C376-405E-80FE-32277BA9AD5E}" dt="2026-01-29T17:55:41.061" v="571" actId="1076"/>
          <ac:spMkLst>
            <pc:docMk/>
            <pc:sldMk cId="3807241808" sldId="320"/>
            <ac:spMk id="14" creationId="{53B7EB8B-F728-D4C4-2DBF-EC64979A3A84}"/>
          </ac:spMkLst>
        </pc:spChg>
        <pc:picChg chg="mod">
          <ac:chgData name="MYUNG JIN" userId="89f3fa32ababedc4" providerId="LiveId" clId="{1442CAFF-C376-405E-80FE-32277BA9AD5E}" dt="2026-01-29T17:55:21.506" v="548" actId="1076"/>
          <ac:picMkLst>
            <pc:docMk/>
            <pc:sldMk cId="3807241808" sldId="320"/>
            <ac:picMk id="5" creationId="{8A08BDE1-8A43-FEC0-E8C1-EE714D441E00}"/>
          </ac:picMkLst>
        </pc:picChg>
        <pc:picChg chg="add mod">
          <ac:chgData name="MYUNG JIN" userId="89f3fa32ababedc4" providerId="LiveId" clId="{1442CAFF-C376-405E-80FE-32277BA9AD5E}" dt="2026-01-29T17:55:43.638" v="572" actId="14100"/>
          <ac:picMkLst>
            <pc:docMk/>
            <pc:sldMk cId="3807241808" sldId="320"/>
            <ac:picMk id="6" creationId="{55F27606-0963-B914-E944-35FAE9B57F25}"/>
          </ac:picMkLst>
        </pc:picChg>
        <pc:picChg chg="add del mod">
          <ac:chgData name="MYUNG JIN" userId="89f3fa32ababedc4" providerId="LiveId" clId="{1442CAFF-C376-405E-80FE-32277BA9AD5E}" dt="2026-01-29T17:49:53.710" v="229" actId="478"/>
          <ac:picMkLst>
            <pc:docMk/>
            <pc:sldMk cId="3807241808" sldId="320"/>
            <ac:picMk id="8" creationId="{5A3F194D-AC35-E988-B9CA-BE8B3E4186B3}"/>
          </ac:picMkLst>
        </pc:picChg>
        <pc:picChg chg="add mod">
          <ac:chgData name="MYUNG JIN" userId="89f3fa32ababedc4" providerId="LiveId" clId="{1442CAFF-C376-405E-80FE-32277BA9AD5E}" dt="2026-01-29T17:56:04.313" v="583" actId="1036"/>
          <ac:picMkLst>
            <pc:docMk/>
            <pc:sldMk cId="3807241808" sldId="320"/>
            <ac:picMk id="10" creationId="{50CEA32D-CC1D-4CEB-E725-A5295A65ED52}"/>
          </ac:picMkLst>
        </pc:picChg>
        <pc:picChg chg="add mod">
          <ac:chgData name="MYUNG JIN" userId="89f3fa32ababedc4" providerId="LiveId" clId="{1442CAFF-C376-405E-80FE-32277BA9AD5E}" dt="2026-01-29T17:55:56.123" v="580" actId="1037"/>
          <ac:picMkLst>
            <pc:docMk/>
            <pc:sldMk cId="3807241808" sldId="320"/>
            <ac:picMk id="12" creationId="{2290E4FD-57D2-E219-C7E8-D9662129D64E}"/>
          </ac:picMkLst>
        </pc:picChg>
      </pc:sldChg>
      <pc:sldMasterChg chg="modSldLayout">
        <pc:chgData name="MYUNG JIN" userId="89f3fa32ababedc4" providerId="LiveId" clId="{1442CAFF-C376-405E-80FE-32277BA9AD5E}" dt="2026-01-29T17:57:06.587" v="659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1442CAFF-C376-405E-80FE-32277BA9AD5E}" dt="2026-01-29T17:57:06.587" v="659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1442CAFF-C376-405E-80FE-32277BA9AD5E}" dt="2026-01-29T17:57:06.587" v="659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  <pc:docChgLst>
    <pc:chgData name="MYUNG JIN" userId="89f3fa32ababedc4" providerId="LiveId" clId="{257976FD-A396-44BB-8996-B76C1F246971}"/>
    <pc:docChg chg="addSld delSld modSld sldOrd">
      <pc:chgData name="MYUNG JIN" userId="89f3fa32ababedc4" providerId="LiveId" clId="{257976FD-A396-44BB-8996-B76C1F246971}" dt="2026-01-29T13:30:04.375" v="268" actId="20577"/>
      <pc:docMkLst>
        <pc:docMk/>
      </pc:docMkLst>
      <pc:sldChg chg="modSp mod">
        <pc:chgData name="MYUNG JIN" userId="89f3fa32ababedc4" providerId="LiveId" clId="{257976FD-A396-44BB-8996-B76C1F246971}" dt="2026-01-29T13:23:52.780" v="94" actId="20577"/>
        <pc:sldMkLst>
          <pc:docMk/>
          <pc:sldMk cId="2415824652" sldId="314"/>
        </pc:sldMkLst>
        <pc:spChg chg="mod">
          <ac:chgData name="MYUNG JIN" userId="89f3fa32ababedc4" providerId="LiveId" clId="{257976FD-A396-44BB-8996-B76C1F246971}" dt="2026-01-29T13:23:52.780" v="94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modSp mod">
        <pc:chgData name="MYUNG JIN" userId="89f3fa32ababedc4" providerId="LiveId" clId="{257976FD-A396-44BB-8996-B76C1F246971}" dt="2026-01-29T13:24:03.794" v="123" actId="20577"/>
        <pc:sldMkLst>
          <pc:docMk/>
          <pc:sldMk cId="2899342611" sldId="315"/>
        </pc:sldMkLst>
        <pc:spChg chg="mod">
          <ac:chgData name="MYUNG JIN" userId="89f3fa32ababedc4" providerId="LiveId" clId="{257976FD-A396-44BB-8996-B76C1F246971}" dt="2026-01-29T13:24:03.794" v="123" actId="20577"/>
          <ac:spMkLst>
            <pc:docMk/>
            <pc:sldMk cId="2899342611" sldId="315"/>
            <ac:spMk id="2" creationId="{6B80B26E-D7EF-B0B7-2CB8-5143E660972A}"/>
          </ac:spMkLst>
        </pc:spChg>
      </pc:sldChg>
      <pc:sldChg chg="modSp new mod">
        <pc:chgData name="MYUNG JIN" userId="89f3fa32ababedc4" providerId="LiveId" clId="{257976FD-A396-44BB-8996-B76C1F246971}" dt="2026-01-29T13:29:27.634" v="189" actId="20577"/>
        <pc:sldMkLst>
          <pc:docMk/>
          <pc:sldMk cId="1624971276" sldId="316"/>
        </pc:sldMkLst>
        <pc:spChg chg="mod">
          <ac:chgData name="MYUNG JIN" userId="89f3fa32ababedc4" providerId="LiveId" clId="{257976FD-A396-44BB-8996-B76C1F246971}" dt="2026-01-29T13:29:27.634" v="189" actId="20577"/>
          <ac:spMkLst>
            <pc:docMk/>
            <pc:sldMk cId="1624971276" sldId="316"/>
            <ac:spMk id="2" creationId="{A7642C85-FA90-1B7C-C966-29DDDE759A69}"/>
          </ac:spMkLst>
        </pc:spChg>
      </pc:sldChg>
      <pc:sldChg chg="del">
        <pc:chgData name="MYUNG JIN" userId="89f3fa32ababedc4" providerId="LiveId" clId="{257976FD-A396-44BB-8996-B76C1F246971}" dt="2026-01-29T13:23:55.907" v="95" actId="47"/>
        <pc:sldMkLst>
          <pc:docMk/>
          <pc:sldMk cId="3739363777" sldId="316"/>
        </pc:sldMkLst>
      </pc:sldChg>
      <pc:sldChg chg="del">
        <pc:chgData name="MYUNG JIN" userId="89f3fa32ababedc4" providerId="LiveId" clId="{257976FD-A396-44BB-8996-B76C1F246971}" dt="2026-01-29T13:23:56.048" v="96" actId="47"/>
        <pc:sldMkLst>
          <pc:docMk/>
          <pc:sldMk cId="2174781645" sldId="317"/>
        </pc:sldMkLst>
      </pc:sldChg>
      <pc:sldChg chg="addSp modSp new mod ord">
        <pc:chgData name="MYUNG JIN" userId="89f3fa32ababedc4" providerId="LiveId" clId="{257976FD-A396-44BB-8996-B76C1F246971}" dt="2026-01-29T13:29:22.078" v="159"/>
        <pc:sldMkLst>
          <pc:docMk/>
          <pc:sldMk cId="3591593916" sldId="317"/>
        </pc:sldMkLst>
        <pc:spChg chg="mod">
          <ac:chgData name="MYUNG JIN" userId="89f3fa32ababedc4" providerId="LiveId" clId="{257976FD-A396-44BB-8996-B76C1F246971}" dt="2026-01-29T13:29:14.474" v="155" actId="58"/>
          <ac:spMkLst>
            <pc:docMk/>
            <pc:sldMk cId="3591593916" sldId="317"/>
            <ac:spMk id="2" creationId="{947BE312-6386-465A-D1AE-E5EAF428450C}"/>
          </ac:spMkLst>
        </pc:spChg>
        <pc:spChg chg="add mod">
          <ac:chgData name="MYUNG JIN" userId="89f3fa32ababedc4" providerId="LiveId" clId="{257976FD-A396-44BB-8996-B76C1F246971}" dt="2026-01-29T13:28:52.513" v="136" actId="20577"/>
          <ac:spMkLst>
            <pc:docMk/>
            <pc:sldMk cId="3591593916" sldId="317"/>
            <ac:spMk id="3" creationId="{C092DA78-4783-E785-5DB5-EAB4D6267B85}"/>
          </ac:spMkLst>
        </pc:spChg>
      </pc:sldChg>
      <pc:sldChg chg="modSp new mod">
        <pc:chgData name="MYUNG JIN" userId="89f3fa32ababedc4" providerId="LiveId" clId="{257976FD-A396-44BB-8996-B76C1F246971}" dt="2026-01-29T13:29:46.666" v="235" actId="20577"/>
        <pc:sldMkLst>
          <pc:docMk/>
          <pc:sldMk cId="3273097900" sldId="318"/>
        </pc:sldMkLst>
        <pc:spChg chg="mod">
          <ac:chgData name="MYUNG JIN" userId="89f3fa32ababedc4" providerId="LiveId" clId="{257976FD-A396-44BB-8996-B76C1F246971}" dt="2026-01-29T13:29:46.666" v="235" actId="20577"/>
          <ac:spMkLst>
            <pc:docMk/>
            <pc:sldMk cId="3273097900" sldId="318"/>
            <ac:spMk id="2" creationId="{6A9D3494-70F2-C8A1-D618-E1783DD6424C}"/>
          </ac:spMkLst>
        </pc:spChg>
      </pc:sldChg>
      <pc:sldChg chg="modSp new mod">
        <pc:chgData name="MYUNG JIN" userId="89f3fa32ababedc4" providerId="LiveId" clId="{257976FD-A396-44BB-8996-B76C1F246971}" dt="2026-01-29T13:30:04.375" v="268" actId="20577"/>
        <pc:sldMkLst>
          <pc:docMk/>
          <pc:sldMk cId="2323834739" sldId="319"/>
        </pc:sldMkLst>
        <pc:spChg chg="mod">
          <ac:chgData name="MYUNG JIN" userId="89f3fa32ababedc4" providerId="LiveId" clId="{257976FD-A396-44BB-8996-B76C1F246971}" dt="2026-01-29T13:30:04.375" v="268" actId="20577"/>
          <ac:spMkLst>
            <pc:docMk/>
            <pc:sldMk cId="2323834739" sldId="319"/>
            <ac:spMk id="2" creationId="{E990FAD6-125C-3207-0770-9F5DE0C150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4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86231"/>
            <a:ext cx="7886700" cy="3485538"/>
          </a:xfrm>
        </p:spPr>
        <p:txBody>
          <a:bodyPr/>
          <a:lstStyle/>
          <a:p>
            <a:r>
              <a:rPr lang="en-US" altLang="ko-KR" dirty="0"/>
              <a:t>Autonomous Physics-Based Modeling of Retention Loss in 3-D NAND Flash Memory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EDL Manuscript Summary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Myung Jin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pic>
        <p:nvPicPr>
          <p:cNvPr id="4" name="그림 3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D68C67-112F-D59D-798A-61F8EF6A5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05" y="1362634"/>
            <a:ext cx="4309835" cy="165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B9E240-0629-BB38-4F1A-31651C51E6ED}"/>
              </a:ext>
            </a:extLst>
          </p:cNvPr>
          <p:cNvSpPr txBox="1"/>
          <p:nvPr/>
        </p:nvSpPr>
        <p:spPr>
          <a:xfrm>
            <a:off x="580103" y="963561"/>
            <a:ext cx="5781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Potential Solution: Poisson equation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9269352-53A1-F43B-BC43-3E1D24378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016" y="4327871"/>
            <a:ext cx="1495634" cy="4667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32E6C7-A2AF-6132-94DB-8B32FB601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" y="5069227"/>
            <a:ext cx="3755923" cy="380809"/>
          </a:xfrm>
          <a:prstGeom prst="rect">
            <a:avLst/>
          </a:prstGeom>
        </p:spPr>
      </p:pic>
      <p:pic>
        <p:nvPicPr>
          <p:cNvPr id="12" name="그림 11" descr="텍스트, 도표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1A7A15-DD41-20BB-F2BE-2717748BB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15" y="2560218"/>
            <a:ext cx="3755923" cy="31464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E8D1F3B-22D4-E4A9-9940-9ACEFFA2A103}"/>
              </a:ext>
            </a:extLst>
          </p:cNvPr>
          <p:cNvSpPr txBox="1"/>
          <p:nvPr/>
        </p:nvSpPr>
        <p:spPr>
          <a:xfrm>
            <a:off x="5879689" y="1953034"/>
            <a:ext cx="2517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Boundary conditions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15ADC-A943-7868-73AE-F3A6F75CFDC0}"/>
              </a:ext>
            </a:extLst>
          </p:cNvPr>
          <p:cNvSpPr txBox="1"/>
          <p:nvPr/>
        </p:nvSpPr>
        <p:spPr>
          <a:xfrm>
            <a:off x="1405304" y="3770993"/>
            <a:ext cx="25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Solution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9DE84A4D-FA64-C446-F2F2-C9AFF8A348AD}"/>
              </a:ext>
            </a:extLst>
          </p:cNvPr>
          <p:cNvSpPr/>
          <p:nvPr/>
        </p:nvSpPr>
        <p:spPr>
          <a:xfrm>
            <a:off x="4864932" y="2353144"/>
            <a:ext cx="356707" cy="3447888"/>
          </a:xfrm>
          <a:prstGeom prst="leftBrace">
            <a:avLst>
              <a:gd name="adj1" fmla="val 80279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BE312-6386-465A-D1AE-E5EAF428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2DA78-4783-E785-5DB5-EAB4D6267B85}"/>
              </a:ext>
            </a:extLst>
          </p:cNvPr>
          <p:cNvSpPr txBox="1"/>
          <p:nvPr/>
        </p:nvSpPr>
        <p:spPr>
          <a:xfrm>
            <a:off x="516294" y="1128903"/>
            <a:ext cx="309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Fig. 1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7" name="그림 6" descr="텍스트, 스크린샷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C39145-6581-8C94-89C4-1B18C8DCF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579" y="1003582"/>
            <a:ext cx="3984418" cy="52116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64C935-86B6-CF81-2414-2841B66374B7}"/>
              </a:ext>
            </a:extLst>
          </p:cNvPr>
          <p:cNvSpPr txBox="1"/>
          <p:nvPr/>
        </p:nvSpPr>
        <p:spPr>
          <a:xfrm>
            <a:off x="5673213" y="2793810"/>
            <a:ext cx="32151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Radial Slice</a:t>
            </a:r>
          </a:p>
          <a:p>
            <a:pPr marL="457200" indent="-457200">
              <a:buAutoNum type="alphaLcParenBoth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pgm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charge</a:t>
            </a:r>
          </a:p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cylinder capacitance</a:t>
            </a:r>
          </a:p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charge component</a:t>
            </a:r>
          </a:p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Compatibility to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1593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C4F5-1BC0-444C-80AE-9E166FBE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13666-3AEC-DBB1-B987-49885C8D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Q-ΔV</a:t>
            </a:r>
            <a:r>
              <a:rPr lang="en-US" altLang="ko-KR" baseline="-25000"/>
              <a:t>th</a:t>
            </a:r>
            <a:r>
              <a:rPr lang="en-US" altLang="ko-KR"/>
              <a:t> Relation</a:t>
            </a:r>
            <a:endParaRPr lang="ko-KR" altLang="en-US"/>
          </a:p>
        </p:txBody>
      </p:sp>
      <p:pic>
        <p:nvPicPr>
          <p:cNvPr id="5" name="그림 4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8BDE1-8A43-FEC0-E8C1-EE714D44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276" y="1050177"/>
            <a:ext cx="2410161" cy="733527"/>
          </a:xfrm>
          <a:prstGeom prst="rect">
            <a:avLst/>
          </a:prstGeom>
        </p:spPr>
      </p:pic>
      <p:pic>
        <p:nvPicPr>
          <p:cNvPr id="6" name="그림 5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F27606-0963-B914-E944-35FAE9B5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505" y="1743261"/>
            <a:ext cx="2370953" cy="5869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CEA32D-CC1D-4CEB-E725-A5295A65E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345" y="2721821"/>
            <a:ext cx="3813982" cy="433598"/>
          </a:xfrm>
          <a:prstGeom prst="rect">
            <a:avLst/>
          </a:prstGeom>
        </p:spPr>
      </p:pic>
      <p:pic>
        <p:nvPicPr>
          <p:cNvPr id="12" name="그림 11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90E4FD-57D2-E219-C7E8-D9662129D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514" y="3405680"/>
            <a:ext cx="5613595" cy="24306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0153A1-F69A-C98F-D4B9-96EA751DAB8F}"/>
              </a:ext>
            </a:extLst>
          </p:cNvPr>
          <p:cNvSpPr txBox="1"/>
          <p:nvPr/>
        </p:nvSpPr>
        <p:spPr>
          <a:xfrm>
            <a:off x="530941" y="1196664"/>
            <a:ext cx="4552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Equivalent channel field intensity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7EB8B-F728-D4C4-2DBF-EC64979A3A84}"/>
              </a:ext>
            </a:extLst>
          </p:cNvPr>
          <p:cNvSpPr txBox="1"/>
          <p:nvPr/>
        </p:nvSpPr>
        <p:spPr>
          <a:xfrm>
            <a:off x="530941" y="1836896"/>
            <a:ext cx="350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By Cramer’s rule,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724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642C85-FA90-1B7C-C966-29DDDE75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Autonomous Modeling &amp; Result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1C1A8C-1171-49F9-4C21-338354B6FC54}"/>
              </a:ext>
            </a:extLst>
          </p:cNvPr>
          <p:cNvSpPr txBox="1"/>
          <p:nvPr/>
        </p:nvSpPr>
        <p:spPr>
          <a:xfrm>
            <a:off x="516294" y="1128903"/>
            <a:ext cx="309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Fig. 2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56FBEACC-873D-44D5-DB31-CBD7DA0E0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94" y="1901429"/>
            <a:ext cx="4138873" cy="372803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3F10DBE-1D15-2A8D-C106-210900E457DE}"/>
              </a:ext>
            </a:extLst>
          </p:cNvPr>
          <p:cNvSpPr txBox="1"/>
          <p:nvPr/>
        </p:nvSpPr>
        <p:spPr>
          <a:xfrm>
            <a:off x="5279923" y="2767280"/>
            <a:ext cx="32053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Initial information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&amp;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mechanism</a:t>
            </a:r>
          </a:p>
          <a:p>
            <a:pPr marL="457200" indent="-457200">
              <a:buAutoNum type="alphaLcParenBoth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457200" indent="-457200">
              <a:buAutoNum type="alphaLcParenBoth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model-TCAD match</a:t>
            </a:r>
          </a:p>
        </p:txBody>
      </p:sp>
    </p:spTree>
    <p:extLst>
      <p:ext uri="{BB962C8B-B14F-4D97-AF65-F5344CB8AC3E}">
        <p14:creationId xmlns:p14="http://schemas.microsoft.com/office/powerpoint/2010/main" val="1624971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75</Words>
  <Application>Microsoft Office PowerPoint</Application>
  <PresentationFormat>화면 슬라이드 쇼(4:3)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Times New Roman</vt:lpstr>
      <vt:lpstr>Office 테마</vt:lpstr>
      <vt:lpstr>Autonomous Physics-Based Modeling of Retention Loss in 3-D NAND Flash Memory  EDL Manuscript Summary  Myung Jin</vt:lpstr>
      <vt:lpstr>Detailed Poisson Solution</vt:lpstr>
      <vt:lpstr>Detailed Poisson Solution</vt:lpstr>
      <vt:lpstr>Q-ΔVth Relation</vt:lpstr>
      <vt:lpstr>Autonomous Modeling &amp; Result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2026-01-29T17:57:14Z</dcterms:modified>
  <cp:version/>
</cp:coreProperties>
</file>