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0"/>
  </p:notesMasterIdLst>
  <p:sldIdLst>
    <p:sldId id="314" r:id="rId2"/>
    <p:sldId id="315" r:id="rId3"/>
    <p:sldId id="318" r:id="rId4"/>
    <p:sldId id="319" r:id="rId5"/>
    <p:sldId id="320" r:id="rId6"/>
    <p:sldId id="321" r:id="rId7"/>
    <p:sldId id="316" r:id="rId8"/>
    <p:sldId id="317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C5B53-3708-4E9E-8B85-7A691B8BA616}" v="8" dt="2025-08-29T00:48:53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BABC5B53-3708-4E9E-8B85-7A691B8BA616}"/>
    <pc:docChg chg="addSld modSld">
      <pc:chgData name="MYUNG JIN" userId="89f3fa32ababedc4" providerId="LiveId" clId="{BABC5B53-3708-4E9E-8B85-7A691B8BA616}" dt="2025-08-29T00:53:19.655" v="237" actId="20577"/>
      <pc:docMkLst>
        <pc:docMk/>
      </pc:docMkLst>
      <pc:sldChg chg="modSp mod">
        <pc:chgData name="MYUNG JIN" userId="89f3fa32ababedc4" providerId="LiveId" clId="{BABC5B53-3708-4E9E-8B85-7A691B8BA616}" dt="2025-08-29T00:47:26.362" v="35" actId="20577"/>
        <pc:sldMkLst>
          <pc:docMk/>
          <pc:sldMk cId="2415824652" sldId="314"/>
        </pc:sldMkLst>
        <pc:spChg chg="mod">
          <ac:chgData name="MYUNG JIN" userId="89f3fa32ababedc4" providerId="LiveId" clId="{BABC5B53-3708-4E9E-8B85-7A691B8BA616}" dt="2025-08-29T00:47:26.362" v="35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BABC5B53-3708-4E9E-8B85-7A691B8BA616}" dt="2025-08-29T00:52:19.650" v="119" actId="20577"/>
        <pc:sldMkLst>
          <pc:docMk/>
          <pc:sldMk cId="2899342611" sldId="315"/>
        </pc:sldMkLst>
        <pc:spChg chg="mod">
          <ac:chgData name="MYUNG JIN" userId="89f3fa32ababedc4" providerId="LiveId" clId="{BABC5B53-3708-4E9E-8B85-7A691B8BA616}" dt="2025-08-29T00:52:19.650" v="119" actId="20577"/>
          <ac:spMkLst>
            <pc:docMk/>
            <pc:sldMk cId="2899342611" sldId="315"/>
            <ac:spMk id="2" creationId="{6B80B26E-D7EF-B0B7-2CB8-5143E660972A}"/>
          </ac:spMkLst>
        </pc:spChg>
        <pc:spChg chg="add">
          <ac:chgData name="MYUNG JIN" userId="89f3fa32ababedc4" providerId="LiveId" clId="{BABC5B53-3708-4E9E-8B85-7A691B8BA616}" dt="2025-08-29T00:47:46.384" v="36"/>
          <ac:spMkLst>
            <pc:docMk/>
            <pc:sldMk cId="2899342611" sldId="315"/>
            <ac:spMk id="3" creationId="{DEF9A094-E609-C652-869D-867AE54A0AFB}"/>
          </ac:spMkLst>
        </pc:spChg>
        <pc:spChg chg="add">
          <ac:chgData name="MYUNG JIN" userId="89f3fa32ababedc4" providerId="LiveId" clId="{BABC5B53-3708-4E9E-8B85-7A691B8BA616}" dt="2025-08-29T00:47:54.316" v="37"/>
          <ac:spMkLst>
            <pc:docMk/>
            <pc:sldMk cId="2899342611" sldId="315"/>
            <ac:spMk id="4" creationId="{558A3D0D-DE2B-A11A-4A8E-93532057FC70}"/>
          </ac:spMkLst>
        </pc:spChg>
        <pc:picChg chg="add mod">
          <ac:chgData name="MYUNG JIN" userId="89f3fa32ababedc4" providerId="LiveId" clId="{BABC5B53-3708-4E9E-8B85-7A691B8BA616}" dt="2025-08-29T00:48:17.630" v="56" actId="1076"/>
          <ac:picMkLst>
            <pc:docMk/>
            <pc:sldMk cId="2899342611" sldId="315"/>
            <ac:picMk id="5" creationId="{C1E244C9-B7C9-16BD-D572-AE96B1885FA1}"/>
          </ac:picMkLst>
        </pc:picChg>
      </pc:sldChg>
      <pc:sldChg chg="modSp mod">
        <pc:chgData name="MYUNG JIN" userId="89f3fa32ababedc4" providerId="LiveId" clId="{BABC5B53-3708-4E9E-8B85-7A691B8BA616}" dt="2025-08-29T00:51:54.761" v="113" actId="1036"/>
        <pc:sldMkLst>
          <pc:docMk/>
          <pc:sldMk cId="3739363777" sldId="316"/>
        </pc:sldMkLst>
        <pc:spChg chg="mod">
          <ac:chgData name="MYUNG JIN" userId="89f3fa32ababedc4" providerId="LiveId" clId="{BABC5B53-3708-4E9E-8B85-7A691B8BA616}" dt="2025-08-29T00:51:54.761" v="113" actId="1036"/>
          <ac:spMkLst>
            <pc:docMk/>
            <pc:sldMk cId="3739363777" sldId="316"/>
            <ac:spMk id="2" creationId="{4952C499-1157-FBF3-105A-65FDA7964E9E}"/>
          </ac:spMkLst>
        </pc:spChg>
      </pc:sldChg>
      <pc:sldChg chg="addSp delSp modSp mod">
        <pc:chgData name="MYUNG JIN" userId="89f3fa32ababedc4" providerId="LiveId" clId="{BABC5B53-3708-4E9E-8B85-7A691B8BA616}" dt="2025-08-29T00:48:57.908" v="78"/>
        <pc:sldMkLst>
          <pc:docMk/>
          <pc:sldMk cId="2174781645" sldId="317"/>
        </pc:sldMkLst>
        <pc:spChg chg="add del mod">
          <ac:chgData name="MYUNG JIN" userId="89f3fa32ababedc4" providerId="LiveId" clId="{BABC5B53-3708-4E9E-8B85-7A691B8BA616}" dt="2025-08-29T00:48:57.908" v="78"/>
          <ac:spMkLst>
            <pc:docMk/>
            <pc:sldMk cId="2174781645" sldId="317"/>
            <ac:spMk id="3" creationId="{5A106937-E6B1-4F3E-364C-DE8018C58727}"/>
          </ac:spMkLst>
        </pc:spChg>
      </pc:sldChg>
      <pc:sldChg chg="modSp new mod">
        <pc:chgData name="MYUNG JIN" userId="89f3fa32ababedc4" providerId="LiveId" clId="{BABC5B53-3708-4E9E-8B85-7A691B8BA616}" dt="2025-08-29T00:52:30.731" v="150" actId="20577"/>
        <pc:sldMkLst>
          <pc:docMk/>
          <pc:sldMk cId="3455968441" sldId="318"/>
        </pc:sldMkLst>
        <pc:spChg chg="mod">
          <ac:chgData name="MYUNG JIN" userId="89f3fa32ababedc4" providerId="LiveId" clId="{BABC5B53-3708-4E9E-8B85-7A691B8BA616}" dt="2025-08-29T00:52:30.731" v="150" actId="20577"/>
          <ac:spMkLst>
            <pc:docMk/>
            <pc:sldMk cId="3455968441" sldId="318"/>
            <ac:spMk id="2" creationId="{223E39B7-6614-5D6A-0CF8-AA43E2BF0A2D}"/>
          </ac:spMkLst>
        </pc:spChg>
      </pc:sldChg>
      <pc:sldChg chg="modSp new mod">
        <pc:chgData name="MYUNG JIN" userId="89f3fa32ababedc4" providerId="LiveId" clId="{BABC5B53-3708-4E9E-8B85-7A691B8BA616}" dt="2025-08-29T00:52:49.661" v="172" actId="20577"/>
        <pc:sldMkLst>
          <pc:docMk/>
          <pc:sldMk cId="942750049" sldId="319"/>
        </pc:sldMkLst>
        <pc:spChg chg="mod">
          <ac:chgData name="MYUNG JIN" userId="89f3fa32ababedc4" providerId="LiveId" clId="{BABC5B53-3708-4E9E-8B85-7A691B8BA616}" dt="2025-08-29T00:52:49.661" v="172" actId="20577"/>
          <ac:spMkLst>
            <pc:docMk/>
            <pc:sldMk cId="942750049" sldId="319"/>
            <ac:spMk id="2" creationId="{719CFBA4-D359-7B73-5D7F-C08F13F291DB}"/>
          </ac:spMkLst>
        </pc:spChg>
      </pc:sldChg>
      <pc:sldChg chg="modSp new mod">
        <pc:chgData name="MYUNG JIN" userId="89f3fa32ababedc4" providerId="LiveId" clId="{BABC5B53-3708-4E9E-8B85-7A691B8BA616}" dt="2025-08-29T00:53:09.478" v="223" actId="404"/>
        <pc:sldMkLst>
          <pc:docMk/>
          <pc:sldMk cId="1083235087" sldId="320"/>
        </pc:sldMkLst>
        <pc:spChg chg="mod">
          <ac:chgData name="MYUNG JIN" userId="89f3fa32ababedc4" providerId="LiveId" clId="{BABC5B53-3708-4E9E-8B85-7A691B8BA616}" dt="2025-08-29T00:53:09.478" v="223" actId="404"/>
          <ac:spMkLst>
            <pc:docMk/>
            <pc:sldMk cId="1083235087" sldId="320"/>
            <ac:spMk id="2" creationId="{551AE1AF-9FA2-7820-4056-B009A3F6E895}"/>
          </ac:spMkLst>
        </pc:spChg>
      </pc:sldChg>
      <pc:sldChg chg="modSp new mod">
        <pc:chgData name="MYUNG JIN" userId="89f3fa32ababedc4" providerId="LiveId" clId="{BABC5B53-3708-4E9E-8B85-7A691B8BA616}" dt="2025-08-29T00:53:19.655" v="237" actId="20577"/>
        <pc:sldMkLst>
          <pc:docMk/>
          <pc:sldMk cId="3809107449" sldId="321"/>
        </pc:sldMkLst>
        <pc:spChg chg="mod">
          <ac:chgData name="MYUNG JIN" userId="89f3fa32ababedc4" providerId="LiveId" clId="{BABC5B53-3708-4E9E-8B85-7A691B8BA616}" dt="2025-08-29T00:53:19.655" v="237" actId="20577"/>
          <ac:spMkLst>
            <pc:docMk/>
            <pc:sldMk cId="3809107449" sldId="321"/>
            <ac:spMk id="2" creationId="{A74289D0-1703-EFBB-38B8-E60B5BB3DD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X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Attempt-to-Escape Frequency: Tunneling Emission of Trapped Electrons in Tunneling Oxides of 3-D NAND Flash Memory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Myung</a:t>
            </a:r>
            <a:r>
              <a:rPr lang="ko-KR" altLang="en-US"/>
              <a:t> </a:t>
            </a:r>
            <a:r>
              <a:rPr lang="en-US" altLang="ko-KR"/>
              <a:t>Jin</a:t>
            </a:r>
            <a:r>
              <a:rPr lang="ko-KR" altLang="en-US"/>
              <a:t> </a:t>
            </a:r>
            <a:r>
              <a:rPr lang="en-US" altLang="ko-KR"/>
              <a:t>and</a:t>
            </a:r>
            <a:r>
              <a:rPr lang="ko-KR" altLang="en-US"/>
              <a:t> </a:t>
            </a:r>
            <a:r>
              <a:rPr lang="en-US" altLang="ko-KR"/>
              <a:t>Hyungcheol</a:t>
            </a:r>
            <a:r>
              <a:rPr lang="ko-KR" altLang="en-US"/>
              <a:t> </a:t>
            </a:r>
            <a:r>
              <a:rPr lang="en-US" altLang="ko-KR"/>
              <a:t>Shin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I. Introduction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E244C9-B7C9-16BD-D572-AE96B188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242" y="957943"/>
            <a:ext cx="4498293" cy="540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E39B7-6614-5D6A-0CF8-AA43E2BF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II. Setup and Device Parameters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96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CFBA4-D359-7B73-5D7F-C08F13F2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III. Model Description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75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AE1AF-9FA2-7820-4056-B009A3F6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/>
              <a:t>IV. Simulation Result and Validation of the Model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108323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289D0-1703-EFBB-38B8-E60B5BB3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V. Conclusion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10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2C499-1157-FBF3-105A-65FDA796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24360"/>
            <a:ext cx="7886700" cy="2199687"/>
          </a:xfrm>
        </p:spPr>
        <p:txBody>
          <a:bodyPr/>
          <a:lstStyle/>
          <a:p>
            <a:r>
              <a:rPr lang="en-US" altLang="ko-KR"/>
              <a:t>Appendix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36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52C4E-E3D0-1652-9DFC-07F0D513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8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50</Words>
  <Application>Microsoft Office PowerPoint</Application>
  <PresentationFormat>화면 슬라이드 쇼(4:3)</PresentationFormat>
  <Paragraphs>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Times New Roman</vt:lpstr>
      <vt:lpstr>Office 테마</vt:lpstr>
      <vt:lpstr>Modeling Attempt-to-Escape Frequency: Tunneling Emission of Trapped Electrons in Tunneling Oxides of 3-D NAND Flash Memory  Myung Jin and Hyungcheol Shin</vt:lpstr>
      <vt:lpstr>I. Introduction</vt:lpstr>
      <vt:lpstr>II. Setup and Device Parameters</vt:lpstr>
      <vt:lpstr>III. Model Description</vt:lpstr>
      <vt:lpstr>IV. Simulation Result and Validation of the Model</vt:lpstr>
      <vt:lpstr>V. Conclusion</vt:lpstr>
      <vt:lpstr>Appendix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2025-08-29T00:53:21Z</dcterms:modified>
  <cp:version/>
</cp:coreProperties>
</file>