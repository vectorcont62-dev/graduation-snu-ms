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72" r:id="rId1"/>
  </p:sldMasterIdLst>
  <p:notesMasterIdLst>
    <p:notesMasterId r:id="rId11"/>
  </p:notesMasterIdLst>
  <p:sldIdLst>
    <p:sldId id="257" r:id="rId2"/>
    <p:sldId id="308" r:id="rId3"/>
    <p:sldId id="316" r:id="rId4"/>
    <p:sldId id="311" r:id="rId5"/>
    <p:sldId id="315" r:id="rId6"/>
    <p:sldId id="313" r:id="rId7"/>
    <p:sldId id="314" r:id="rId8"/>
    <p:sldId id="312" r:id="rId9"/>
    <p:sldId id="317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59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BFFC4D9-CCFE-4616-BBA2-2056E5356F1E}" v="973" dt="2024-03-28T12:27:35.55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TxStyle/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TxStyle/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353" autoAdjust="0"/>
    <p:restoredTop sz="96279" autoAdjust="0"/>
  </p:normalViewPr>
  <p:slideViewPr>
    <p:cSldViewPr snapToGrid="0">
      <p:cViewPr varScale="1">
        <p:scale>
          <a:sx n="109" d="100"/>
          <a:sy n="109" d="100"/>
        </p:scale>
        <p:origin x="1632" y="84"/>
      </p:cViewPr>
      <p:guideLst>
        <p:guide orient="horz" pos="2159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microsoft.com/office/2016/11/relationships/changesInfo" Target="changesInfos/changesInfo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YUNG JIN" userId="89f3fa32ababedc4" providerId="LiveId" clId="{2BFFC4D9-CCFE-4616-BBA2-2056E5356F1E}"/>
    <pc:docChg chg="undo custSel addSld delSld modSld sldOrd">
      <pc:chgData name="MYUNG JIN" userId="89f3fa32ababedc4" providerId="LiveId" clId="{2BFFC4D9-CCFE-4616-BBA2-2056E5356F1E}" dt="2024-04-05T05:41:37.100" v="2812" actId="1076"/>
      <pc:docMkLst>
        <pc:docMk/>
      </pc:docMkLst>
      <pc:sldChg chg="modSp mod">
        <pc:chgData name="MYUNG JIN" userId="89f3fa32ababedc4" providerId="LiveId" clId="{2BFFC4D9-CCFE-4616-BBA2-2056E5356F1E}" dt="2024-03-28T12:09:35.896" v="2775" actId="20577"/>
        <pc:sldMkLst>
          <pc:docMk/>
          <pc:sldMk cId="0" sldId="257"/>
        </pc:sldMkLst>
        <pc:spChg chg="mod">
          <ac:chgData name="MYUNG JIN" userId="89f3fa32ababedc4" providerId="LiveId" clId="{2BFFC4D9-CCFE-4616-BBA2-2056E5356F1E}" dt="2024-03-28T12:06:05.961" v="2675" actId="20577"/>
          <ac:spMkLst>
            <pc:docMk/>
            <pc:sldMk cId="0" sldId="257"/>
            <ac:spMk id="8" creationId="{00000000-0000-0000-0000-000000000000}"/>
          </ac:spMkLst>
        </pc:spChg>
        <pc:spChg chg="mod">
          <ac:chgData name="MYUNG JIN" userId="89f3fa32ababedc4" providerId="LiveId" clId="{2BFFC4D9-CCFE-4616-BBA2-2056E5356F1E}" dt="2024-03-28T12:09:35.896" v="2775" actId="20577"/>
          <ac:spMkLst>
            <pc:docMk/>
            <pc:sldMk cId="0" sldId="257"/>
            <ac:spMk id="15" creationId="{00000000-0000-0000-0000-000000000000}"/>
          </ac:spMkLst>
        </pc:spChg>
      </pc:sldChg>
      <pc:sldChg chg="addSp delSp modSp mod">
        <pc:chgData name="MYUNG JIN" userId="89f3fa32ababedc4" providerId="LiveId" clId="{2BFFC4D9-CCFE-4616-BBA2-2056E5356F1E}" dt="2024-03-28T12:25:19.969" v="2805" actId="1076"/>
        <pc:sldMkLst>
          <pc:docMk/>
          <pc:sldMk cId="1552810297" sldId="308"/>
        </pc:sldMkLst>
        <pc:spChg chg="mod">
          <ac:chgData name="MYUNG JIN" userId="89f3fa32ababedc4" providerId="LiveId" clId="{2BFFC4D9-CCFE-4616-BBA2-2056E5356F1E}" dt="2024-03-28T05:50:33.200" v="668" actId="20577"/>
          <ac:spMkLst>
            <pc:docMk/>
            <pc:sldMk cId="1552810297" sldId="308"/>
            <ac:spMk id="2" creationId="{00000000-0000-0000-0000-000000000000}"/>
          </ac:spMkLst>
        </pc:spChg>
        <pc:spChg chg="add mod">
          <ac:chgData name="MYUNG JIN" userId="89f3fa32ababedc4" providerId="LiveId" clId="{2BFFC4D9-CCFE-4616-BBA2-2056E5356F1E}" dt="2024-03-28T12:25:19.969" v="2805" actId="1076"/>
          <ac:spMkLst>
            <pc:docMk/>
            <pc:sldMk cId="1552810297" sldId="308"/>
            <ac:spMk id="3" creationId="{9AD50793-C36B-B4E0-9907-8B316CCE6269}"/>
          </ac:spMkLst>
        </pc:spChg>
        <pc:spChg chg="del">
          <ac:chgData name="MYUNG JIN" userId="89f3fa32ababedc4" providerId="LiveId" clId="{2BFFC4D9-CCFE-4616-BBA2-2056E5356F1E}" dt="2024-03-28T05:49:48.062" v="647" actId="478"/>
          <ac:spMkLst>
            <pc:docMk/>
            <pc:sldMk cId="1552810297" sldId="308"/>
            <ac:spMk id="4" creationId="{D7BB2DF7-DD1E-5D9D-6A15-9BD062A97496}"/>
          </ac:spMkLst>
        </pc:spChg>
        <pc:spChg chg="mod">
          <ac:chgData name="MYUNG JIN" userId="89f3fa32ababedc4" providerId="LiveId" clId="{2BFFC4D9-CCFE-4616-BBA2-2056E5356F1E}" dt="2024-03-28T12:06:11.534" v="2678" actId="20577"/>
          <ac:spMkLst>
            <pc:docMk/>
            <pc:sldMk cId="1552810297" sldId="308"/>
            <ac:spMk id="8" creationId="{00000000-0000-0000-0000-000000000000}"/>
          </ac:spMkLst>
        </pc:spChg>
        <pc:spChg chg="add mod">
          <ac:chgData name="MYUNG JIN" userId="89f3fa32ababedc4" providerId="LiveId" clId="{2BFFC4D9-CCFE-4616-BBA2-2056E5356F1E}" dt="2024-03-28T05:51:43.929" v="682" actId="1582"/>
          <ac:spMkLst>
            <pc:docMk/>
            <pc:sldMk cId="1552810297" sldId="308"/>
            <ac:spMk id="15" creationId="{8DED96B9-9F07-1C43-F9C5-C5D43F6F3E34}"/>
          </ac:spMkLst>
        </pc:spChg>
        <pc:spChg chg="add mod">
          <ac:chgData name="MYUNG JIN" userId="89f3fa32ababedc4" providerId="LiveId" clId="{2BFFC4D9-CCFE-4616-BBA2-2056E5356F1E}" dt="2024-03-28T05:52:10.136" v="688" actId="14100"/>
          <ac:spMkLst>
            <pc:docMk/>
            <pc:sldMk cId="1552810297" sldId="308"/>
            <ac:spMk id="18" creationId="{9021FBB3-034A-5BBC-7F4C-137591AED921}"/>
          </ac:spMkLst>
        </pc:spChg>
        <pc:spChg chg="add mod">
          <ac:chgData name="MYUNG JIN" userId="89f3fa32ababedc4" providerId="LiveId" clId="{2BFFC4D9-CCFE-4616-BBA2-2056E5356F1E}" dt="2024-03-28T05:53:14.896" v="696" actId="208"/>
          <ac:spMkLst>
            <pc:docMk/>
            <pc:sldMk cId="1552810297" sldId="308"/>
            <ac:spMk id="19" creationId="{EB86E119-0306-5C33-EA33-6F1BAC683078}"/>
          </ac:spMkLst>
        </pc:spChg>
        <pc:spChg chg="add mod">
          <ac:chgData name="MYUNG JIN" userId="89f3fa32ababedc4" providerId="LiveId" clId="{2BFFC4D9-CCFE-4616-BBA2-2056E5356F1E}" dt="2024-03-28T05:53:14.896" v="696" actId="208"/>
          <ac:spMkLst>
            <pc:docMk/>
            <pc:sldMk cId="1552810297" sldId="308"/>
            <ac:spMk id="20" creationId="{433F6C2E-B1E2-76E6-C7E4-5288DCB2292F}"/>
          </ac:spMkLst>
        </pc:spChg>
        <pc:spChg chg="add mod">
          <ac:chgData name="MYUNG JIN" userId="89f3fa32ababedc4" providerId="LiveId" clId="{2BFFC4D9-CCFE-4616-BBA2-2056E5356F1E}" dt="2024-03-28T09:55:40.917" v="1917" actId="1076"/>
          <ac:spMkLst>
            <pc:docMk/>
            <pc:sldMk cId="1552810297" sldId="308"/>
            <ac:spMk id="23" creationId="{C694020C-C73D-A37B-2FEC-74C1EFDDED62}"/>
          </ac:spMkLst>
        </pc:spChg>
        <pc:picChg chg="add mod">
          <ac:chgData name="MYUNG JIN" userId="89f3fa32ababedc4" providerId="LiveId" clId="{2BFFC4D9-CCFE-4616-BBA2-2056E5356F1E}" dt="2024-03-28T05:56:17.926" v="897" actId="1076"/>
          <ac:picMkLst>
            <pc:docMk/>
            <pc:sldMk cId="1552810297" sldId="308"/>
            <ac:picMk id="9" creationId="{D54F0559-1AA3-0011-F505-521097B707DC}"/>
          </ac:picMkLst>
        </pc:picChg>
        <pc:picChg chg="add mod">
          <ac:chgData name="MYUNG JIN" userId="89f3fa32ababedc4" providerId="LiveId" clId="{2BFFC4D9-CCFE-4616-BBA2-2056E5356F1E}" dt="2024-03-28T05:51:03.380" v="673" actId="1076"/>
          <ac:picMkLst>
            <pc:docMk/>
            <pc:sldMk cId="1552810297" sldId="308"/>
            <ac:picMk id="11" creationId="{883A9397-ED35-CE74-C08D-AECB8939B8BA}"/>
          </ac:picMkLst>
        </pc:picChg>
        <pc:picChg chg="add mod modCrop">
          <ac:chgData name="MYUNG JIN" userId="89f3fa32ababedc4" providerId="LiveId" clId="{2BFFC4D9-CCFE-4616-BBA2-2056E5356F1E}" dt="2024-03-28T05:51:29.882" v="678" actId="1076"/>
          <ac:picMkLst>
            <pc:docMk/>
            <pc:sldMk cId="1552810297" sldId="308"/>
            <ac:picMk id="14" creationId="{AAF94F12-7DCA-6738-C4DF-A27AF914D5A7}"/>
          </ac:picMkLst>
        </pc:picChg>
        <pc:cxnChg chg="add mod">
          <ac:chgData name="MYUNG JIN" userId="89f3fa32ababedc4" providerId="LiveId" clId="{2BFFC4D9-CCFE-4616-BBA2-2056E5356F1E}" dt="2024-03-28T05:53:24.541" v="698" actId="208"/>
          <ac:cxnSpMkLst>
            <pc:docMk/>
            <pc:sldMk cId="1552810297" sldId="308"/>
            <ac:cxnSpMk id="17" creationId="{692E5ADE-F9E0-2311-31DD-684BE75AAA9A}"/>
          </ac:cxnSpMkLst>
        </pc:cxnChg>
        <pc:cxnChg chg="add mod">
          <ac:chgData name="MYUNG JIN" userId="89f3fa32ababedc4" providerId="LiveId" clId="{2BFFC4D9-CCFE-4616-BBA2-2056E5356F1E}" dt="2024-03-28T05:53:20.911" v="697" actId="208"/>
          <ac:cxnSpMkLst>
            <pc:docMk/>
            <pc:sldMk cId="1552810297" sldId="308"/>
            <ac:cxnSpMk id="21" creationId="{A5703082-3397-687A-D7EB-375142A7ADCF}"/>
          </ac:cxnSpMkLst>
        </pc:cxnChg>
      </pc:sldChg>
      <pc:sldChg chg="del">
        <pc:chgData name="MYUNG JIN" userId="89f3fa32ababedc4" providerId="LiveId" clId="{2BFFC4D9-CCFE-4616-BBA2-2056E5356F1E}" dt="2024-03-28T05:50:36.955" v="669" actId="47"/>
        <pc:sldMkLst>
          <pc:docMk/>
          <pc:sldMk cId="3996259717" sldId="310"/>
        </pc:sldMkLst>
      </pc:sldChg>
      <pc:sldChg chg="addSp delSp modSp mod">
        <pc:chgData name="MYUNG JIN" userId="89f3fa32ababedc4" providerId="LiveId" clId="{2BFFC4D9-CCFE-4616-BBA2-2056E5356F1E}" dt="2024-03-28T12:10:19.998" v="2786" actId="20577"/>
        <pc:sldMkLst>
          <pc:docMk/>
          <pc:sldMk cId="1496575499" sldId="311"/>
        </pc:sldMkLst>
        <pc:spChg chg="mod">
          <ac:chgData name="MYUNG JIN" userId="89f3fa32ababedc4" providerId="LiveId" clId="{2BFFC4D9-CCFE-4616-BBA2-2056E5356F1E}" dt="2024-03-28T12:10:19.998" v="2786" actId="20577"/>
          <ac:spMkLst>
            <pc:docMk/>
            <pc:sldMk cId="1496575499" sldId="311"/>
            <ac:spMk id="2" creationId="{00000000-0000-0000-0000-000000000000}"/>
          </ac:spMkLst>
        </pc:spChg>
        <pc:spChg chg="del mod">
          <ac:chgData name="MYUNG JIN" userId="89f3fa32ababedc4" providerId="LiveId" clId="{2BFFC4D9-CCFE-4616-BBA2-2056E5356F1E}" dt="2024-03-28T08:30:19.598" v="1303" actId="478"/>
          <ac:spMkLst>
            <pc:docMk/>
            <pc:sldMk cId="1496575499" sldId="311"/>
            <ac:spMk id="3" creationId="{46F6D63E-32FB-767C-DBAE-7BB9F03576AA}"/>
          </ac:spMkLst>
        </pc:spChg>
        <pc:spChg chg="mod">
          <ac:chgData name="MYUNG JIN" userId="89f3fa32ababedc4" providerId="LiveId" clId="{2BFFC4D9-CCFE-4616-BBA2-2056E5356F1E}" dt="2024-03-28T12:06:18.235" v="2684" actId="20577"/>
          <ac:spMkLst>
            <pc:docMk/>
            <pc:sldMk cId="1496575499" sldId="311"/>
            <ac:spMk id="8" creationId="{00000000-0000-0000-0000-000000000000}"/>
          </ac:spMkLst>
        </pc:spChg>
        <pc:spChg chg="add mod">
          <ac:chgData name="MYUNG JIN" userId="89f3fa32ababedc4" providerId="LiveId" clId="{2BFFC4D9-CCFE-4616-BBA2-2056E5356F1E}" dt="2024-03-28T09:30:31.488" v="1731" actId="14100"/>
          <ac:spMkLst>
            <pc:docMk/>
            <pc:sldMk cId="1496575499" sldId="311"/>
            <ac:spMk id="15" creationId="{8637BC7E-5937-74E8-E826-123B6C84217A}"/>
          </ac:spMkLst>
        </pc:spChg>
        <pc:spChg chg="add mod">
          <ac:chgData name="MYUNG JIN" userId="89f3fa32ababedc4" providerId="LiveId" clId="{2BFFC4D9-CCFE-4616-BBA2-2056E5356F1E}" dt="2024-03-28T09:30:26.507" v="1727" actId="14100"/>
          <ac:spMkLst>
            <pc:docMk/>
            <pc:sldMk cId="1496575499" sldId="311"/>
            <ac:spMk id="16" creationId="{8E1AA2D7-FCDA-8E71-3878-B2A93B2C0F44}"/>
          </ac:spMkLst>
        </pc:spChg>
        <pc:spChg chg="add mod">
          <ac:chgData name="MYUNG JIN" userId="89f3fa32ababedc4" providerId="LiveId" clId="{2BFFC4D9-CCFE-4616-BBA2-2056E5356F1E}" dt="2024-03-28T09:30:45.973" v="1732" actId="1076"/>
          <ac:spMkLst>
            <pc:docMk/>
            <pc:sldMk cId="1496575499" sldId="311"/>
            <ac:spMk id="17" creationId="{BDEA6C65-0B1D-ED10-D184-A5F0F653DD92}"/>
          </ac:spMkLst>
        </pc:spChg>
        <pc:spChg chg="add mod">
          <ac:chgData name="MYUNG JIN" userId="89f3fa32ababedc4" providerId="LiveId" clId="{2BFFC4D9-CCFE-4616-BBA2-2056E5356F1E}" dt="2024-03-28T09:31:27.304" v="1739" actId="207"/>
          <ac:spMkLst>
            <pc:docMk/>
            <pc:sldMk cId="1496575499" sldId="311"/>
            <ac:spMk id="18" creationId="{AAC0F625-8159-1984-F86F-DFA6EF5EFCFA}"/>
          </ac:spMkLst>
        </pc:spChg>
        <pc:spChg chg="add mod">
          <ac:chgData name="MYUNG JIN" userId="89f3fa32ababedc4" providerId="LiveId" clId="{2BFFC4D9-CCFE-4616-BBA2-2056E5356F1E}" dt="2024-03-28T09:31:27.304" v="1739" actId="207"/>
          <ac:spMkLst>
            <pc:docMk/>
            <pc:sldMk cId="1496575499" sldId="311"/>
            <ac:spMk id="19" creationId="{B030FDB3-A11D-8CE9-BDA6-FD4E33FAF62D}"/>
          </ac:spMkLst>
        </pc:spChg>
        <pc:spChg chg="add mod">
          <ac:chgData name="MYUNG JIN" userId="89f3fa32ababedc4" providerId="LiveId" clId="{2BFFC4D9-CCFE-4616-BBA2-2056E5356F1E}" dt="2024-03-28T09:31:57.361" v="1744" actId="207"/>
          <ac:spMkLst>
            <pc:docMk/>
            <pc:sldMk cId="1496575499" sldId="311"/>
            <ac:spMk id="20" creationId="{37386F3D-EAE7-01C6-3668-45D1B8D3C269}"/>
          </ac:spMkLst>
        </pc:spChg>
        <pc:spChg chg="add mod">
          <ac:chgData name="MYUNG JIN" userId="89f3fa32ababedc4" providerId="LiveId" clId="{2BFFC4D9-CCFE-4616-BBA2-2056E5356F1E}" dt="2024-03-28T09:32:07.838" v="1749" actId="1076"/>
          <ac:spMkLst>
            <pc:docMk/>
            <pc:sldMk cId="1496575499" sldId="311"/>
            <ac:spMk id="21" creationId="{1DF00897-1A83-09F4-36FA-2591361FC4AB}"/>
          </ac:spMkLst>
        </pc:spChg>
        <pc:spChg chg="add mod">
          <ac:chgData name="MYUNG JIN" userId="89f3fa32ababedc4" providerId="LiveId" clId="{2BFFC4D9-CCFE-4616-BBA2-2056E5356F1E}" dt="2024-03-28T11:50:25.154" v="2435" actId="571"/>
          <ac:spMkLst>
            <pc:docMk/>
            <pc:sldMk cId="1496575499" sldId="311"/>
            <ac:spMk id="25" creationId="{A13A19CB-4A89-0258-D624-80F5D311891F}"/>
          </ac:spMkLst>
        </pc:spChg>
        <pc:spChg chg="add mod">
          <ac:chgData name="MYUNG JIN" userId="89f3fa32ababedc4" providerId="LiveId" clId="{2BFFC4D9-CCFE-4616-BBA2-2056E5356F1E}" dt="2024-03-28T11:50:25.154" v="2435" actId="571"/>
          <ac:spMkLst>
            <pc:docMk/>
            <pc:sldMk cId="1496575499" sldId="311"/>
            <ac:spMk id="26" creationId="{B0B4F8E5-1B2F-6736-CC69-55527E6DC611}"/>
          </ac:spMkLst>
        </pc:spChg>
        <pc:picChg chg="add mod modCrop">
          <ac:chgData name="MYUNG JIN" userId="89f3fa32ababedc4" providerId="LiveId" clId="{2BFFC4D9-CCFE-4616-BBA2-2056E5356F1E}" dt="2024-03-28T09:13:03.073" v="1347" actId="1076"/>
          <ac:picMkLst>
            <pc:docMk/>
            <pc:sldMk cId="1496575499" sldId="311"/>
            <ac:picMk id="9" creationId="{BC0E21B8-6082-669B-3257-2D8887490345}"/>
          </ac:picMkLst>
        </pc:picChg>
        <pc:picChg chg="add mod modCrop">
          <ac:chgData name="MYUNG JIN" userId="89f3fa32ababedc4" providerId="LiveId" clId="{2BFFC4D9-CCFE-4616-BBA2-2056E5356F1E}" dt="2024-03-28T09:32:03.499" v="1747" actId="1076"/>
          <ac:picMkLst>
            <pc:docMk/>
            <pc:sldMk cId="1496575499" sldId="311"/>
            <ac:picMk id="11" creationId="{5F2FA86F-8513-5084-8220-772AFC85933D}"/>
          </ac:picMkLst>
        </pc:picChg>
        <pc:picChg chg="add mod">
          <ac:chgData name="MYUNG JIN" userId="89f3fa32ababedc4" providerId="LiveId" clId="{2BFFC4D9-CCFE-4616-BBA2-2056E5356F1E}" dt="2024-03-28T09:13:03.073" v="1347" actId="1076"/>
          <ac:picMkLst>
            <pc:docMk/>
            <pc:sldMk cId="1496575499" sldId="311"/>
            <ac:picMk id="14" creationId="{3BFDF225-10E0-1BD4-040E-B04E6D4184C2}"/>
          </ac:picMkLst>
        </pc:picChg>
        <pc:picChg chg="add mod">
          <ac:chgData name="MYUNG JIN" userId="89f3fa32ababedc4" providerId="LiveId" clId="{2BFFC4D9-CCFE-4616-BBA2-2056E5356F1E}" dt="2024-03-28T11:50:25.154" v="2435" actId="571"/>
          <ac:picMkLst>
            <pc:docMk/>
            <pc:sldMk cId="1496575499" sldId="311"/>
            <ac:picMk id="22" creationId="{EE8D222F-1547-2F56-7A6B-07EA92C0B0E9}"/>
          </ac:picMkLst>
        </pc:picChg>
        <pc:picChg chg="add mod">
          <ac:chgData name="MYUNG JIN" userId="89f3fa32ababedc4" providerId="LiveId" clId="{2BFFC4D9-CCFE-4616-BBA2-2056E5356F1E}" dt="2024-03-28T11:50:25.154" v="2435" actId="571"/>
          <ac:picMkLst>
            <pc:docMk/>
            <pc:sldMk cId="1496575499" sldId="311"/>
            <ac:picMk id="23" creationId="{076FF053-0319-5E80-5A81-4A094EE76F9B}"/>
          </ac:picMkLst>
        </pc:picChg>
        <pc:picChg chg="add mod">
          <ac:chgData name="MYUNG JIN" userId="89f3fa32ababedc4" providerId="LiveId" clId="{2BFFC4D9-CCFE-4616-BBA2-2056E5356F1E}" dt="2024-03-28T11:50:25.154" v="2435" actId="571"/>
          <ac:picMkLst>
            <pc:docMk/>
            <pc:sldMk cId="1496575499" sldId="311"/>
            <ac:picMk id="24" creationId="{B9FC42CA-2BCD-041E-08E3-12A8051F8449}"/>
          </ac:picMkLst>
        </pc:picChg>
        <pc:picChg chg="add mod">
          <ac:chgData name="MYUNG JIN" userId="89f3fa32ababedc4" providerId="LiveId" clId="{2BFFC4D9-CCFE-4616-BBA2-2056E5356F1E}" dt="2024-03-28T11:59:46.676" v="2520" actId="1076"/>
          <ac:picMkLst>
            <pc:docMk/>
            <pc:sldMk cId="1496575499" sldId="311"/>
            <ac:picMk id="28" creationId="{B3B0FD45-1E60-49B5-896F-B6E714BE7871}"/>
          </ac:picMkLst>
        </pc:picChg>
      </pc:sldChg>
      <pc:sldChg chg="addSp delSp modSp mod modAnim">
        <pc:chgData name="MYUNG JIN" userId="89f3fa32ababedc4" providerId="LiveId" clId="{2BFFC4D9-CCFE-4616-BBA2-2056E5356F1E}" dt="2024-04-05T05:41:37.100" v="2812" actId="1076"/>
        <pc:sldMkLst>
          <pc:docMk/>
          <pc:sldMk cId="1679812937" sldId="312"/>
        </pc:sldMkLst>
        <pc:spChg chg="mod">
          <ac:chgData name="MYUNG JIN" userId="89f3fa32ababedc4" providerId="LiveId" clId="{2BFFC4D9-CCFE-4616-BBA2-2056E5356F1E}" dt="2024-03-28T11:49:27.679" v="2414" actId="20577"/>
          <ac:spMkLst>
            <pc:docMk/>
            <pc:sldMk cId="1679812937" sldId="312"/>
            <ac:spMk id="2" creationId="{00000000-0000-0000-0000-000000000000}"/>
          </ac:spMkLst>
        </pc:spChg>
        <pc:spChg chg="del">
          <ac:chgData name="MYUNG JIN" userId="89f3fa32ababedc4" providerId="LiveId" clId="{2BFFC4D9-CCFE-4616-BBA2-2056E5356F1E}" dt="2024-03-28T09:13:27.179" v="1352" actId="478"/>
          <ac:spMkLst>
            <pc:docMk/>
            <pc:sldMk cId="1679812937" sldId="312"/>
            <ac:spMk id="3" creationId="{0E2E6D44-CF10-A79A-20D0-53C62E57B097}"/>
          </ac:spMkLst>
        </pc:spChg>
        <pc:spChg chg="del">
          <ac:chgData name="MYUNG JIN" userId="89f3fa32ababedc4" providerId="LiveId" clId="{2BFFC4D9-CCFE-4616-BBA2-2056E5356F1E}" dt="2024-03-28T09:13:25.165" v="1351" actId="478"/>
          <ac:spMkLst>
            <pc:docMk/>
            <pc:sldMk cId="1679812937" sldId="312"/>
            <ac:spMk id="4" creationId="{294459D7-444D-D078-8139-A83B4F2D92CD}"/>
          </ac:spMkLst>
        </pc:spChg>
        <pc:spChg chg="mod">
          <ac:chgData name="MYUNG JIN" userId="89f3fa32ababedc4" providerId="LiveId" clId="{2BFFC4D9-CCFE-4616-BBA2-2056E5356F1E}" dt="2024-03-28T12:09:17.463" v="2767" actId="20577"/>
          <ac:spMkLst>
            <pc:docMk/>
            <pc:sldMk cId="1679812937" sldId="312"/>
            <ac:spMk id="8" creationId="{00000000-0000-0000-0000-000000000000}"/>
          </ac:spMkLst>
        </pc:spChg>
        <pc:spChg chg="add mod">
          <ac:chgData name="MYUNG JIN" userId="89f3fa32ababedc4" providerId="LiveId" clId="{2BFFC4D9-CCFE-4616-BBA2-2056E5356F1E}" dt="2024-04-05T05:41:37.100" v="2812" actId="1076"/>
          <ac:spMkLst>
            <pc:docMk/>
            <pc:sldMk cId="1679812937" sldId="312"/>
            <ac:spMk id="13" creationId="{959DEAC8-F144-EA42-5050-C3A0C581BDB5}"/>
          </ac:spMkLst>
        </pc:spChg>
        <pc:spChg chg="add mod">
          <ac:chgData name="MYUNG JIN" userId="89f3fa32ababedc4" providerId="LiveId" clId="{2BFFC4D9-CCFE-4616-BBA2-2056E5356F1E}" dt="2024-03-28T09:15:56.988" v="1420" actId="164"/>
          <ac:spMkLst>
            <pc:docMk/>
            <pc:sldMk cId="1679812937" sldId="312"/>
            <ac:spMk id="14" creationId="{BD115702-BB0F-D646-6200-CF95E6F65058}"/>
          </ac:spMkLst>
        </pc:spChg>
        <pc:spChg chg="add mod">
          <ac:chgData name="MYUNG JIN" userId="89f3fa32ababedc4" providerId="LiveId" clId="{2BFFC4D9-CCFE-4616-BBA2-2056E5356F1E}" dt="2024-03-28T10:18:32.316" v="2226" actId="14100"/>
          <ac:spMkLst>
            <pc:docMk/>
            <pc:sldMk cId="1679812937" sldId="312"/>
            <ac:spMk id="15" creationId="{D65D1521-875B-6A30-CE3A-AEFD07D093C3}"/>
          </ac:spMkLst>
        </pc:spChg>
        <pc:spChg chg="add mod">
          <ac:chgData name="MYUNG JIN" userId="89f3fa32ababedc4" providerId="LiveId" clId="{2BFFC4D9-CCFE-4616-BBA2-2056E5356F1E}" dt="2024-03-28T09:16:00.063" v="1421" actId="164"/>
          <ac:spMkLst>
            <pc:docMk/>
            <pc:sldMk cId="1679812937" sldId="312"/>
            <ac:spMk id="16" creationId="{348F08F6-6C42-CBDF-AA1F-AD5F479A277A}"/>
          </ac:spMkLst>
        </pc:spChg>
        <pc:spChg chg="add mod">
          <ac:chgData name="MYUNG JIN" userId="89f3fa32ababedc4" providerId="LiveId" clId="{2BFFC4D9-CCFE-4616-BBA2-2056E5356F1E}" dt="2024-03-28T10:03:32.196" v="1961" actId="1076"/>
          <ac:spMkLst>
            <pc:docMk/>
            <pc:sldMk cId="1679812937" sldId="312"/>
            <ac:spMk id="26" creationId="{3A97C8AA-16EE-11BB-41E9-C1E82FECFF11}"/>
          </ac:spMkLst>
        </pc:spChg>
        <pc:spChg chg="add mod">
          <ac:chgData name="MYUNG JIN" userId="89f3fa32ababedc4" providerId="LiveId" clId="{2BFFC4D9-CCFE-4616-BBA2-2056E5356F1E}" dt="2024-03-28T09:27:22.809" v="1650" actId="1076"/>
          <ac:spMkLst>
            <pc:docMk/>
            <pc:sldMk cId="1679812937" sldId="312"/>
            <ac:spMk id="27" creationId="{A8023112-9F23-7F76-8103-0AA67C8E16D7}"/>
          </ac:spMkLst>
        </pc:spChg>
        <pc:grpChg chg="add mod">
          <ac:chgData name="MYUNG JIN" userId="89f3fa32ababedc4" providerId="LiveId" clId="{2BFFC4D9-CCFE-4616-BBA2-2056E5356F1E}" dt="2024-03-28T09:26:59.056" v="1642" actId="1076"/>
          <ac:grpSpMkLst>
            <pc:docMk/>
            <pc:sldMk cId="1679812937" sldId="312"/>
            <ac:grpSpMk id="21" creationId="{3FF5CA27-BA2D-2967-0036-F4D79033BA0C}"/>
          </ac:grpSpMkLst>
        </pc:grpChg>
        <pc:grpChg chg="add mod">
          <ac:chgData name="MYUNG JIN" userId="89f3fa32ababedc4" providerId="LiveId" clId="{2BFFC4D9-CCFE-4616-BBA2-2056E5356F1E}" dt="2024-03-28T09:26:59.056" v="1642" actId="1076"/>
          <ac:grpSpMkLst>
            <pc:docMk/>
            <pc:sldMk cId="1679812937" sldId="312"/>
            <ac:grpSpMk id="22" creationId="{7A338130-19FD-8CD5-3C82-6E45016DF17C}"/>
          </ac:grpSpMkLst>
        </pc:grpChg>
        <pc:graphicFrameChg chg="add mod">
          <ac:chgData name="MYUNG JIN" userId="89f3fa32ababedc4" providerId="LiveId" clId="{2BFFC4D9-CCFE-4616-BBA2-2056E5356F1E}" dt="2024-03-28T09:27:14.927" v="1646" actId="1076"/>
          <ac:graphicFrameMkLst>
            <pc:docMk/>
            <pc:sldMk cId="1679812937" sldId="312"/>
            <ac:graphicFrameMk id="9" creationId="{4348684B-85B0-6673-23A5-95B113511983}"/>
          </ac:graphicFrameMkLst>
        </pc:graphicFrameChg>
        <pc:graphicFrameChg chg="add del mod">
          <ac:chgData name="MYUNG JIN" userId="89f3fa32ababedc4" providerId="LiveId" clId="{2BFFC4D9-CCFE-4616-BBA2-2056E5356F1E}" dt="2024-03-28T09:45:53.145" v="1758" actId="478"/>
          <ac:graphicFrameMkLst>
            <pc:docMk/>
            <pc:sldMk cId="1679812937" sldId="312"/>
            <ac:graphicFrameMk id="28" creationId="{9C0D44E7-1C81-1C02-B38B-B0739324ABF0}"/>
          </ac:graphicFrameMkLst>
        </pc:graphicFrameChg>
        <pc:graphicFrameChg chg="add del mod">
          <ac:chgData name="MYUNG JIN" userId="89f3fa32ababedc4" providerId="LiveId" clId="{2BFFC4D9-CCFE-4616-BBA2-2056E5356F1E}" dt="2024-03-28T09:46:20.307" v="1765" actId="478"/>
          <ac:graphicFrameMkLst>
            <pc:docMk/>
            <pc:sldMk cId="1679812937" sldId="312"/>
            <ac:graphicFrameMk id="29" creationId="{6FB4A576-FB85-DEA7-E555-D21707B7C20B}"/>
          </ac:graphicFrameMkLst>
        </pc:graphicFrameChg>
        <pc:graphicFrameChg chg="add del mod">
          <ac:chgData name="MYUNG JIN" userId="89f3fa32ababedc4" providerId="LiveId" clId="{2BFFC4D9-CCFE-4616-BBA2-2056E5356F1E}" dt="2024-03-28T09:48:40.505" v="1772" actId="21"/>
          <ac:graphicFrameMkLst>
            <pc:docMk/>
            <pc:sldMk cId="1679812937" sldId="312"/>
            <ac:graphicFrameMk id="30" creationId="{99EA8BB9-DB2A-613A-E8BC-9B1ECADCA847}"/>
          </ac:graphicFrameMkLst>
        </pc:graphicFrameChg>
        <pc:cxnChg chg="add mod">
          <ac:chgData name="MYUNG JIN" userId="89f3fa32ababedc4" providerId="LiveId" clId="{2BFFC4D9-CCFE-4616-BBA2-2056E5356F1E}" dt="2024-03-28T09:16:00.063" v="1421" actId="164"/>
          <ac:cxnSpMkLst>
            <pc:docMk/>
            <pc:sldMk cId="1679812937" sldId="312"/>
            <ac:cxnSpMk id="11" creationId="{E53C0C9E-A551-9258-24B1-8A9B51363074}"/>
          </ac:cxnSpMkLst>
        </pc:cxnChg>
        <pc:cxnChg chg="add mod">
          <ac:chgData name="MYUNG JIN" userId="89f3fa32ababedc4" providerId="LiveId" clId="{2BFFC4D9-CCFE-4616-BBA2-2056E5356F1E}" dt="2024-03-28T10:18:34.297" v="2227" actId="14100"/>
          <ac:cxnSpMkLst>
            <pc:docMk/>
            <pc:sldMk cId="1679812937" sldId="312"/>
            <ac:cxnSpMk id="18" creationId="{916A73C5-53A5-7244-AD93-C378F54F4B79}"/>
          </ac:cxnSpMkLst>
        </pc:cxnChg>
        <pc:cxnChg chg="add mod">
          <ac:chgData name="MYUNG JIN" userId="89f3fa32ababedc4" providerId="LiveId" clId="{2BFFC4D9-CCFE-4616-BBA2-2056E5356F1E}" dt="2024-03-28T09:27:54.949" v="1654" actId="1076"/>
          <ac:cxnSpMkLst>
            <pc:docMk/>
            <pc:sldMk cId="1679812937" sldId="312"/>
            <ac:cxnSpMk id="24" creationId="{D8B269B4-7760-05F9-39BE-CE6E3F29C14A}"/>
          </ac:cxnSpMkLst>
        </pc:cxnChg>
      </pc:sldChg>
      <pc:sldChg chg="addSp delSp modSp mod ord">
        <pc:chgData name="MYUNG JIN" userId="89f3fa32ababedc4" providerId="LiveId" clId="{2BFFC4D9-CCFE-4616-BBA2-2056E5356F1E}" dt="2024-03-28T12:06:23.918" v="2690" actId="20577"/>
        <pc:sldMkLst>
          <pc:docMk/>
          <pc:sldMk cId="674815858" sldId="313"/>
        </pc:sldMkLst>
        <pc:spChg chg="mod">
          <ac:chgData name="MYUNG JIN" userId="89f3fa32ababedc4" providerId="LiveId" clId="{2BFFC4D9-CCFE-4616-BBA2-2056E5356F1E}" dt="2024-03-28T10:05:16.154" v="2058"/>
          <ac:spMkLst>
            <pc:docMk/>
            <pc:sldMk cId="674815858" sldId="313"/>
            <ac:spMk id="2" creationId="{00000000-0000-0000-0000-000000000000}"/>
          </ac:spMkLst>
        </pc:spChg>
        <pc:spChg chg="mod">
          <ac:chgData name="MYUNG JIN" userId="89f3fa32ababedc4" providerId="LiveId" clId="{2BFFC4D9-CCFE-4616-BBA2-2056E5356F1E}" dt="2024-03-28T12:06:23.918" v="2690" actId="20577"/>
          <ac:spMkLst>
            <pc:docMk/>
            <pc:sldMk cId="674815858" sldId="313"/>
            <ac:spMk id="8" creationId="{00000000-0000-0000-0000-000000000000}"/>
          </ac:spMkLst>
        </pc:spChg>
        <pc:spChg chg="add del mod">
          <ac:chgData name="MYUNG JIN" userId="89f3fa32ababedc4" providerId="LiveId" clId="{2BFFC4D9-CCFE-4616-BBA2-2056E5356F1E}" dt="2024-03-28T09:28:58.333" v="1668" actId="403"/>
          <ac:spMkLst>
            <pc:docMk/>
            <pc:sldMk cId="674815858" sldId="313"/>
            <ac:spMk id="15" creationId="{C6E5CF50-4D7C-05BF-620B-F5E3D2FDD743}"/>
          </ac:spMkLst>
        </pc:spChg>
        <pc:spChg chg="add mod">
          <ac:chgData name="MYUNG JIN" userId="89f3fa32ababedc4" providerId="LiveId" clId="{2BFFC4D9-CCFE-4616-BBA2-2056E5356F1E}" dt="2024-03-28T09:29:02.427" v="1670" actId="403"/>
          <ac:spMkLst>
            <pc:docMk/>
            <pc:sldMk cId="674815858" sldId="313"/>
            <ac:spMk id="29" creationId="{47360B03-868F-ED37-3CF5-C7AAE1713BB6}"/>
          </ac:spMkLst>
        </pc:spChg>
        <pc:spChg chg="add mod">
          <ac:chgData name="MYUNG JIN" userId="89f3fa32ababedc4" providerId="LiveId" clId="{2BFFC4D9-CCFE-4616-BBA2-2056E5356F1E}" dt="2024-03-25T11:49:49.029" v="160" actId="20577"/>
          <ac:spMkLst>
            <pc:docMk/>
            <pc:sldMk cId="674815858" sldId="313"/>
            <ac:spMk id="33" creationId="{E922003D-A8B1-2013-F769-646CE0C18518}"/>
          </ac:spMkLst>
        </pc:spChg>
        <pc:spChg chg="add mod">
          <ac:chgData name="MYUNG JIN" userId="89f3fa32ababedc4" providerId="LiveId" clId="{2BFFC4D9-CCFE-4616-BBA2-2056E5356F1E}" dt="2024-03-25T11:49:54.283" v="163" actId="20577"/>
          <ac:spMkLst>
            <pc:docMk/>
            <pc:sldMk cId="674815858" sldId="313"/>
            <ac:spMk id="34" creationId="{BE59C350-0C5E-AB43-092C-3F1F6AC10F4F}"/>
          </ac:spMkLst>
        </pc:spChg>
        <pc:grpChg chg="add mod">
          <ac:chgData name="MYUNG JIN" userId="89f3fa32ababedc4" providerId="LiveId" clId="{2BFFC4D9-CCFE-4616-BBA2-2056E5356F1E}" dt="2024-03-25T11:49:40.424" v="128" actId="1076"/>
          <ac:grpSpMkLst>
            <pc:docMk/>
            <pc:sldMk cId="674815858" sldId="313"/>
            <ac:grpSpMk id="32" creationId="{3BF7ABCB-28D9-B345-0EB5-D305431B2AC2}"/>
          </ac:grpSpMkLst>
        </pc:grpChg>
        <pc:picChg chg="add del mod">
          <ac:chgData name="MYUNG JIN" userId="89f3fa32ababedc4" providerId="LiveId" clId="{2BFFC4D9-CCFE-4616-BBA2-2056E5356F1E}" dt="2024-03-25T11:49:38.306" v="127" actId="164"/>
          <ac:picMkLst>
            <pc:docMk/>
            <pc:sldMk cId="674815858" sldId="313"/>
            <ac:picMk id="4" creationId="{AF80E807-4828-8C88-00DC-87CEB62927FE}"/>
          </ac:picMkLst>
        </pc:picChg>
        <pc:picChg chg="add mod">
          <ac:chgData name="MYUNG JIN" userId="89f3fa32ababedc4" providerId="LiveId" clId="{2BFFC4D9-CCFE-4616-BBA2-2056E5356F1E}" dt="2024-03-25T11:49:38.306" v="127" actId="164"/>
          <ac:picMkLst>
            <pc:docMk/>
            <pc:sldMk cId="674815858" sldId="313"/>
            <ac:picMk id="26" creationId="{45AEEA19-4EDE-95C7-54FD-7C5B3111EA01}"/>
          </ac:picMkLst>
        </pc:picChg>
        <pc:cxnChg chg="add del mod">
          <ac:chgData name="MYUNG JIN" userId="89f3fa32ababedc4" providerId="LiveId" clId="{2BFFC4D9-CCFE-4616-BBA2-2056E5356F1E}" dt="2024-03-25T11:49:38.306" v="127" actId="164"/>
          <ac:cxnSpMkLst>
            <pc:docMk/>
            <pc:sldMk cId="674815858" sldId="313"/>
            <ac:cxnSpMk id="10" creationId="{2A9EB18F-3181-167D-94E5-01CB4B0C18C6}"/>
          </ac:cxnSpMkLst>
        </pc:cxnChg>
        <pc:cxnChg chg="add del mod">
          <ac:chgData name="MYUNG JIN" userId="89f3fa32ababedc4" providerId="LiveId" clId="{2BFFC4D9-CCFE-4616-BBA2-2056E5356F1E}" dt="2024-03-25T11:49:38.306" v="127" actId="164"/>
          <ac:cxnSpMkLst>
            <pc:docMk/>
            <pc:sldMk cId="674815858" sldId="313"/>
            <ac:cxnSpMk id="11" creationId="{AAED9B8F-08E3-FF5C-9B79-3238945BDFDC}"/>
          </ac:cxnSpMkLst>
        </pc:cxnChg>
        <pc:cxnChg chg="add del mod">
          <ac:chgData name="MYUNG JIN" userId="89f3fa32ababedc4" providerId="LiveId" clId="{2BFFC4D9-CCFE-4616-BBA2-2056E5356F1E}" dt="2024-03-25T11:42:51.493" v="93" actId="478"/>
          <ac:cxnSpMkLst>
            <pc:docMk/>
            <pc:sldMk cId="674815858" sldId="313"/>
            <ac:cxnSpMk id="14" creationId="{287DB9EB-F76F-E890-CE53-AAC190820D50}"/>
          </ac:cxnSpMkLst>
        </pc:cxnChg>
        <pc:cxnChg chg="add del mod">
          <ac:chgData name="MYUNG JIN" userId="89f3fa32ababedc4" providerId="LiveId" clId="{2BFFC4D9-CCFE-4616-BBA2-2056E5356F1E}" dt="2024-03-25T11:49:38.306" v="127" actId="164"/>
          <ac:cxnSpMkLst>
            <pc:docMk/>
            <pc:sldMk cId="674815858" sldId="313"/>
            <ac:cxnSpMk id="17" creationId="{18A3641C-1816-097C-EE6F-CB64BEF44A20}"/>
          </ac:cxnSpMkLst>
        </pc:cxnChg>
        <pc:cxnChg chg="add mod">
          <ac:chgData name="MYUNG JIN" userId="89f3fa32ababedc4" providerId="LiveId" clId="{2BFFC4D9-CCFE-4616-BBA2-2056E5356F1E}" dt="2024-03-25T11:49:38.306" v="127" actId="164"/>
          <ac:cxnSpMkLst>
            <pc:docMk/>
            <pc:sldMk cId="674815858" sldId="313"/>
            <ac:cxnSpMk id="27" creationId="{043A0903-6720-EAB8-FA54-B6C04E0A1D22}"/>
          </ac:cxnSpMkLst>
        </pc:cxnChg>
        <pc:cxnChg chg="add mod">
          <ac:chgData name="MYUNG JIN" userId="89f3fa32ababedc4" providerId="LiveId" clId="{2BFFC4D9-CCFE-4616-BBA2-2056E5356F1E}" dt="2024-03-25T11:49:38.306" v="127" actId="164"/>
          <ac:cxnSpMkLst>
            <pc:docMk/>
            <pc:sldMk cId="674815858" sldId="313"/>
            <ac:cxnSpMk id="28" creationId="{303221A6-7E68-E375-F63E-A0B66D8EECE7}"/>
          </ac:cxnSpMkLst>
        </pc:cxnChg>
        <pc:cxnChg chg="add mod">
          <ac:chgData name="MYUNG JIN" userId="89f3fa32ababedc4" providerId="LiveId" clId="{2BFFC4D9-CCFE-4616-BBA2-2056E5356F1E}" dt="2024-03-25T11:49:38.306" v="127" actId="164"/>
          <ac:cxnSpMkLst>
            <pc:docMk/>
            <pc:sldMk cId="674815858" sldId="313"/>
            <ac:cxnSpMk id="30" creationId="{1F8FF28C-2AE2-C59A-8438-7742CB5E4F8B}"/>
          </ac:cxnSpMkLst>
        </pc:cxnChg>
      </pc:sldChg>
      <pc:sldChg chg="addSp delSp modSp add mod ord">
        <pc:chgData name="MYUNG JIN" userId="89f3fa32ababedc4" providerId="LiveId" clId="{2BFFC4D9-CCFE-4616-BBA2-2056E5356F1E}" dt="2024-03-28T12:09:12.603" v="2760" actId="20577"/>
        <pc:sldMkLst>
          <pc:docMk/>
          <pc:sldMk cId="1401832953" sldId="314"/>
        </pc:sldMkLst>
        <pc:spChg chg="mod">
          <ac:chgData name="MYUNG JIN" userId="89f3fa32ababedc4" providerId="LiveId" clId="{2BFFC4D9-CCFE-4616-BBA2-2056E5356F1E}" dt="2024-03-25T11:50:14.697" v="218" actId="20577"/>
          <ac:spMkLst>
            <pc:docMk/>
            <pc:sldMk cId="1401832953" sldId="314"/>
            <ac:spMk id="2" creationId="{00000000-0000-0000-0000-000000000000}"/>
          </ac:spMkLst>
        </pc:spChg>
        <pc:spChg chg="add del mod">
          <ac:chgData name="MYUNG JIN" userId="89f3fa32ababedc4" providerId="LiveId" clId="{2BFFC4D9-CCFE-4616-BBA2-2056E5356F1E}" dt="2024-03-28T10:18:57.585" v="2228" actId="478"/>
          <ac:spMkLst>
            <pc:docMk/>
            <pc:sldMk cId="1401832953" sldId="314"/>
            <ac:spMk id="3" creationId="{CF4C0F0D-8EF0-8F84-6877-56C843B5E81A}"/>
          </ac:spMkLst>
        </pc:spChg>
        <pc:spChg chg="mod">
          <ac:chgData name="MYUNG JIN" userId="89f3fa32ababedc4" providerId="LiveId" clId="{2BFFC4D9-CCFE-4616-BBA2-2056E5356F1E}" dt="2024-03-28T12:09:12.603" v="2760" actId="20577"/>
          <ac:spMkLst>
            <pc:docMk/>
            <pc:sldMk cId="1401832953" sldId="314"/>
            <ac:spMk id="8" creationId="{00000000-0000-0000-0000-000000000000}"/>
          </ac:spMkLst>
        </pc:spChg>
        <pc:spChg chg="add mod">
          <ac:chgData name="MYUNG JIN" userId="89f3fa32ababedc4" providerId="LiveId" clId="{2BFFC4D9-CCFE-4616-BBA2-2056E5356F1E}" dt="2024-03-28T12:04:17.303" v="2566" actId="115"/>
          <ac:spMkLst>
            <pc:docMk/>
            <pc:sldMk cId="1401832953" sldId="314"/>
            <ac:spMk id="13" creationId="{7F11D0B8-5E66-B793-95B8-DD0501488AD9}"/>
          </ac:spMkLst>
        </pc:spChg>
        <pc:spChg chg="add mod">
          <ac:chgData name="MYUNG JIN" userId="89f3fa32ababedc4" providerId="LiveId" clId="{2BFFC4D9-CCFE-4616-BBA2-2056E5356F1E}" dt="2024-03-28T12:04:50.835" v="2583" actId="1076"/>
          <ac:spMkLst>
            <pc:docMk/>
            <pc:sldMk cId="1401832953" sldId="314"/>
            <ac:spMk id="14" creationId="{52A03B37-B45D-6E85-75C4-45062EBF70AC}"/>
          </ac:spMkLst>
        </pc:spChg>
        <pc:spChg chg="add mod">
          <ac:chgData name="MYUNG JIN" userId="89f3fa32ababedc4" providerId="LiveId" clId="{2BFFC4D9-CCFE-4616-BBA2-2056E5356F1E}" dt="2024-03-28T11:58:48.156" v="2515" actId="1076"/>
          <ac:spMkLst>
            <pc:docMk/>
            <pc:sldMk cId="1401832953" sldId="314"/>
            <ac:spMk id="15" creationId="{BF65CA5A-E506-C1C8-983A-BF9AED7857F9}"/>
          </ac:spMkLst>
        </pc:spChg>
        <pc:spChg chg="add mod">
          <ac:chgData name="MYUNG JIN" userId="89f3fa32ababedc4" providerId="LiveId" clId="{2BFFC4D9-CCFE-4616-BBA2-2056E5356F1E}" dt="2024-03-28T12:00:08.122" v="2522" actId="14100"/>
          <ac:spMkLst>
            <pc:docMk/>
            <pc:sldMk cId="1401832953" sldId="314"/>
            <ac:spMk id="16" creationId="{863DBF7A-BBBC-920F-F1BB-6E7FE79DE1BB}"/>
          </ac:spMkLst>
        </pc:spChg>
        <pc:spChg chg="add mod">
          <ac:chgData name="MYUNG JIN" userId="89f3fa32ababedc4" providerId="LiveId" clId="{2BFFC4D9-CCFE-4616-BBA2-2056E5356F1E}" dt="2024-03-28T11:58:55.583" v="2517" actId="14100"/>
          <ac:spMkLst>
            <pc:docMk/>
            <pc:sldMk cId="1401832953" sldId="314"/>
            <ac:spMk id="17" creationId="{EC6577CD-38AF-FC4A-A5B0-60799116F38E}"/>
          </ac:spMkLst>
        </pc:spChg>
        <pc:spChg chg="add del mod">
          <ac:chgData name="MYUNG JIN" userId="89f3fa32ababedc4" providerId="LiveId" clId="{2BFFC4D9-CCFE-4616-BBA2-2056E5356F1E}" dt="2024-03-28T10:40:40.799" v="2343" actId="478"/>
          <ac:spMkLst>
            <pc:docMk/>
            <pc:sldMk cId="1401832953" sldId="314"/>
            <ac:spMk id="18" creationId="{9396614E-F708-535A-0886-0A2820A24190}"/>
          </ac:spMkLst>
        </pc:spChg>
        <pc:spChg chg="add mod">
          <ac:chgData name="MYUNG JIN" userId="89f3fa32ababedc4" providerId="LiveId" clId="{2BFFC4D9-CCFE-4616-BBA2-2056E5356F1E}" dt="2024-03-28T10:42:04.855" v="2379" actId="1076"/>
          <ac:spMkLst>
            <pc:docMk/>
            <pc:sldMk cId="1401832953" sldId="314"/>
            <ac:spMk id="19" creationId="{B4F4EEDE-01BC-02AA-5ECA-C031C8262018}"/>
          </ac:spMkLst>
        </pc:spChg>
        <pc:spChg chg="add mod">
          <ac:chgData name="MYUNG JIN" userId="89f3fa32ababedc4" providerId="LiveId" clId="{2BFFC4D9-CCFE-4616-BBA2-2056E5356F1E}" dt="2024-03-28T11:58:33.510" v="2512" actId="1076"/>
          <ac:spMkLst>
            <pc:docMk/>
            <pc:sldMk cId="1401832953" sldId="314"/>
            <ac:spMk id="20" creationId="{8B50748E-0104-4D82-BE72-BF9752DCCDF5}"/>
          </ac:spMkLst>
        </pc:spChg>
        <pc:spChg chg="add mod">
          <ac:chgData name="MYUNG JIN" userId="89f3fa32ababedc4" providerId="LiveId" clId="{2BFFC4D9-CCFE-4616-BBA2-2056E5356F1E}" dt="2024-03-28T10:41:52.606" v="2372" actId="1076"/>
          <ac:spMkLst>
            <pc:docMk/>
            <pc:sldMk cId="1401832953" sldId="314"/>
            <ac:spMk id="21" creationId="{46AEAF96-CBCE-E018-B2A2-1D603C10C2AC}"/>
          </ac:spMkLst>
        </pc:spChg>
        <pc:spChg chg="add mod">
          <ac:chgData name="MYUNG JIN" userId="89f3fa32ababedc4" providerId="LiveId" clId="{2BFFC4D9-CCFE-4616-BBA2-2056E5356F1E}" dt="2024-03-28T10:42:07.196" v="2380" actId="1076"/>
          <ac:spMkLst>
            <pc:docMk/>
            <pc:sldMk cId="1401832953" sldId="314"/>
            <ac:spMk id="22" creationId="{ED1DB01D-128E-5642-2AC2-9D38ED5A70B7}"/>
          </ac:spMkLst>
        </pc:spChg>
        <pc:spChg chg="add mod">
          <ac:chgData name="MYUNG JIN" userId="89f3fa32ababedc4" providerId="LiveId" clId="{2BFFC4D9-CCFE-4616-BBA2-2056E5356F1E}" dt="2024-03-28T12:08:59.553" v="2756" actId="14100"/>
          <ac:spMkLst>
            <pc:docMk/>
            <pc:sldMk cId="1401832953" sldId="314"/>
            <ac:spMk id="23" creationId="{F46C8EE1-9D9B-4524-A374-70CF27841FD5}"/>
          </ac:spMkLst>
        </pc:spChg>
        <pc:spChg chg="add mod">
          <ac:chgData name="MYUNG JIN" userId="89f3fa32ababedc4" providerId="LiveId" clId="{2BFFC4D9-CCFE-4616-BBA2-2056E5356F1E}" dt="2024-03-28T12:09:02.413" v="2757" actId="1076"/>
          <ac:spMkLst>
            <pc:docMk/>
            <pc:sldMk cId="1401832953" sldId="314"/>
            <ac:spMk id="24" creationId="{C872A8DA-5E11-9DBD-75EA-03DED24F3F81}"/>
          </ac:spMkLst>
        </pc:spChg>
        <pc:spChg chg="add mod">
          <ac:chgData name="MYUNG JIN" userId="89f3fa32ababedc4" providerId="LiveId" clId="{2BFFC4D9-CCFE-4616-BBA2-2056E5356F1E}" dt="2024-03-28T12:08:54.642" v="2755" actId="1076"/>
          <ac:spMkLst>
            <pc:docMk/>
            <pc:sldMk cId="1401832953" sldId="314"/>
            <ac:spMk id="25" creationId="{A37CEDB3-CC9E-29F7-0866-CC318751F47B}"/>
          </ac:spMkLst>
        </pc:spChg>
        <pc:spChg chg="add mod">
          <ac:chgData name="MYUNG JIN" userId="89f3fa32ababedc4" providerId="LiveId" clId="{2BFFC4D9-CCFE-4616-BBA2-2056E5356F1E}" dt="2024-03-28T12:08:54.642" v="2755" actId="1076"/>
          <ac:spMkLst>
            <pc:docMk/>
            <pc:sldMk cId="1401832953" sldId="314"/>
            <ac:spMk id="26" creationId="{CA3B0C0B-FA98-721F-7E5D-721924C2AAE5}"/>
          </ac:spMkLst>
        </pc:spChg>
        <pc:spChg chg="add mod">
          <ac:chgData name="MYUNG JIN" userId="89f3fa32ababedc4" providerId="LiveId" clId="{2BFFC4D9-CCFE-4616-BBA2-2056E5356F1E}" dt="2024-03-28T12:07:16.930" v="2725" actId="1076"/>
          <ac:spMkLst>
            <pc:docMk/>
            <pc:sldMk cId="1401832953" sldId="314"/>
            <ac:spMk id="27" creationId="{4263331D-7DD9-7CDF-5313-C45455ED1DF6}"/>
          </ac:spMkLst>
        </pc:spChg>
        <pc:spChg chg="add mod">
          <ac:chgData name="MYUNG JIN" userId="89f3fa32ababedc4" providerId="LiveId" clId="{2BFFC4D9-CCFE-4616-BBA2-2056E5356F1E}" dt="2024-03-28T12:04:54.477" v="2585" actId="1076"/>
          <ac:spMkLst>
            <pc:docMk/>
            <pc:sldMk cId="1401832953" sldId="314"/>
            <ac:spMk id="28" creationId="{CF43A8C1-983C-BE4C-68E7-07330A3FB4B5}"/>
          </ac:spMkLst>
        </pc:spChg>
        <pc:spChg chg="add mod">
          <ac:chgData name="MYUNG JIN" userId="89f3fa32ababedc4" providerId="LiveId" clId="{2BFFC4D9-CCFE-4616-BBA2-2056E5356F1E}" dt="2024-03-28T12:01:01.634" v="2535" actId="164"/>
          <ac:spMkLst>
            <pc:docMk/>
            <pc:sldMk cId="1401832953" sldId="314"/>
            <ac:spMk id="29" creationId="{BC8AD0A7-B4DD-758B-C58E-009647190772}"/>
          </ac:spMkLst>
        </pc:spChg>
        <pc:spChg chg="add mod">
          <ac:chgData name="MYUNG JIN" userId="89f3fa32ababedc4" providerId="LiveId" clId="{2BFFC4D9-CCFE-4616-BBA2-2056E5356F1E}" dt="2024-03-28T12:01:01.634" v="2535" actId="164"/>
          <ac:spMkLst>
            <pc:docMk/>
            <pc:sldMk cId="1401832953" sldId="314"/>
            <ac:spMk id="31" creationId="{5821B080-C5EC-B882-D994-B9006CE52030}"/>
          </ac:spMkLst>
        </pc:spChg>
        <pc:spChg chg="mod">
          <ac:chgData name="MYUNG JIN" userId="89f3fa32ababedc4" providerId="LiveId" clId="{2BFFC4D9-CCFE-4616-BBA2-2056E5356F1E}" dt="2024-03-28T12:08:33.731" v="2752" actId="14100"/>
          <ac:spMkLst>
            <pc:docMk/>
            <pc:sldMk cId="1401832953" sldId="314"/>
            <ac:spMk id="34" creationId="{218EED9F-19B8-8ECB-9A8C-59FB4A971ACD}"/>
          </ac:spMkLst>
        </pc:spChg>
        <pc:spChg chg="mod">
          <ac:chgData name="MYUNG JIN" userId="89f3fa32ababedc4" providerId="LiveId" clId="{2BFFC4D9-CCFE-4616-BBA2-2056E5356F1E}" dt="2024-03-28T12:08:36.528" v="2753" actId="1076"/>
          <ac:spMkLst>
            <pc:docMk/>
            <pc:sldMk cId="1401832953" sldId="314"/>
            <ac:spMk id="35" creationId="{4FDF3F36-AF8C-48D3-9C39-1EC3295FFD55}"/>
          </ac:spMkLst>
        </pc:spChg>
        <pc:spChg chg="add mod">
          <ac:chgData name="MYUNG JIN" userId="89f3fa32ababedc4" providerId="LiveId" clId="{2BFFC4D9-CCFE-4616-BBA2-2056E5356F1E}" dt="2024-03-28T12:08:40.208" v="2754" actId="1076"/>
          <ac:spMkLst>
            <pc:docMk/>
            <pc:sldMk cId="1401832953" sldId="314"/>
            <ac:spMk id="36" creationId="{5E6132E3-81DB-C198-0B42-12EAD03D17DE}"/>
          </ac:spMkLst>
        </pc:spChg>
        <pc:spChg chg="add mod">
          <ac:chgData name="MYUNG JIN" userId="89f3fa32ababedc4" providerId="LiveId" clId="{2BFFC4D9-CCFE-4616-BBA2-2056E5356F1E}" dt="2024-03-28T12:08:03.298" v="2741" actId="20577"/>
          <ac:spMkLst>
            <pc:docMk/>
            <pc:sldMk cId="1401832953" sldId="314"/>
            <ac:spMk id="37" creationId="{2414B0B7-B00A-C529-C876-F37C98D95810}"/>
          </ac:spMkLst>
        </pc:spChg>
        <pc:spChg chg="add mod">
          <ac:chgData name="MYUNG JIN" userId="89f3fa32ababedc4" providerId="LiveId" clId="{2BFFC4D9-CCFE-4616-BBA2-2056E5356F1E}" dt="2024-03-28T12:08:00.588" v="2738" actId="1076"/>
          <ac:spMkLst>
            <pc:docMk/>
            <pc:sldMk cId="1401832953" sldId="314"/>
            <ac:spMk id="38" creationId="{C1114F96-3A04-BD2D-2542-75770B221417}"/>
          </ac:spMkLst>
        </pc:spChg>
        <pc:grpChg chg="add mod">
          <ac:chgData name="MYUNG JIN" userId="89f3fa32ababedc4" providerId="LiveId" clId="{2BFFC4D9-CCFE-4616-BBA2-2056E5356F1E}" dt="2024-03-28T12:02:36.968" v="2541" actId="1076"/>
          <ac:grpSpMkLst>
            <pc:docMk/>
            <pc:sldMk cId="1401832953" sldId="314"/>
            <ac:grpSpMk id="32" creationId="{85887208-32DB-21EC-7D6C-75D896BE6020}"/>
          </ac:grpSpMkLst>
        </pc:grpChg>
        <pc:grpChg chg="add mod">
          <ac:chgData name="MYUNG JIN" userId="89f3fa32ababedc4" providerId="LiveId" clId="{2BFFC4D9-CCFE-4616-BBA2-2056E5356F1E}" dt="2024-03-28T12:08:14.570" v="2742" actId="14100"/>
          <ac:grpSpMkLst>
            <pc:docMk/>
            <pc:sldMk cId="1401832953" sldId="314"/>
            <ac:grpSpMk id="33" creationId="{AA8D5B8F-D0F5-0BB5-0A90-8280FF0F228A}"/>
          </ac:grpSpMkLst>
        </pc:grpChg>
        <pc:graphicFrameChg chg="add del mod">
          <ac:chgData name="MYUNG JIN" userId="89f3fa32ababedc4" providerId="LiveId" clId="{2BFFC4D9-CCFE-4616-BBA2-2056E5356F1E}" dt="2024-03-28T09:13:30.255" v="1353" actId="21"/>
          <ac:graphicFrameMkLst>
            <pc:docMk/>
            <pc:sldMk cId="1401832953" sldId="314"/>
            <ac:graphicFrameMk id="4" creationId="{4348684B-85B0-6673-23A5-95B113511983}"/>
          </ac:graphicFrameMkLst>
        </pc:graphicFrameChg>
        <pc:picChg chg="add mod modCrop">
          <ac:chgData name="MYUNG JIN" userId="89f3fa32ababedc4" providerId="LiveId" clId="{2BFFC4D9-CCFE-4616-BBA2-2056E5356F1E}" dt="2024-03-28T11:58:24.902" v="2511" actId="1076"/>
          <ac:picMkLst>
            <pc:docMk/>
            <pc:sldMk cId="1401832953" sldId="314"/>
            <ac:picMk id="9" creationId="{BFB13F6A-6325-F56F-0C7A-BD0F761CFB06}"/>
          </ac:picMkLst>
        </pc:picChg>
        <pc:picChg chg="add mod modCrop">
          <ac:chgData name="MYUNG JIN" userId="89f3fa32ababedc4" providerId="LiveId" clId="{2BFFC4D9-CCFE-4616-BBA2-2056E5356F1E}" dt="2024-03-28T12:08:25.587" v="2748" actId="1076"/>
          <ac:picMkLst>
            <pc:docMk/>
            <pc:sldMk cId="1401832953" sldId="314"/>
            <ac:picMk id="11" creationId="{16D26865-6685-432A-7449-3C91F0EE0B8D}"/>
          </ac:picMkLst>
        </pc:picChg>
      </pc:sldChg>
      <pc:sldChg chg="addSp delSp modSp add mod ord">
        <pc:chgData name="MYUNG JIN" userId="89f3fa32ababedc4" providerId="LiveId" clId="{2BFFC4D9-CCFE-4616-BBA2-2056E5356F1E}" dt="2024-03-28T12:10:23.841" v="2787"/>
        <pc:sldMkLst>
          <pc:docMk/>
          <pc:sldMk cId="2945283829" sldId="315"/>
        </pc:sldMkLst>
        <pc:spChg chg="mod">
          <ac:chgData name="MYUNG JIN" userId="89f3fa32ababedc4" providerId="LiveId" clId="{2BFFC4D9-CCFE-4616-BBA2-2056E5356F1E}" dt="2024-03-28T12:10:23.841" v="2787"/>
          <ac:spMkLst>
            <pc:docMk/>
            <pc:sldMk cId="2945283829" sldId="315"/>
            <ac:spMk id="2" creationId="{00000000-0000-0000-0000-000000000000}"/>
          </ac:spMkLst>
        </pc:spChg>
        <pc:spChg chg="del mod">
          <ac:chgData name="MYUNG JIN" userId="89f3fa32ababedc4" providerId="LiveId" clId="{2BFFC4D9-CCFE-4616-BBA2-2056E5356F1E}" dt="2024-03-28T09:48:20.804" v="1769" actId="478"/>
          <ac:spMkLst>
            <pc:docMk/>
            <pc:sldMk cId="2945283829" sldId="315"/>
            <ac:spMk id="3" creationId="{B9338AE3-41B5-DA9C-00D1-49C138FD190E}"/>
          </ac:spMkLst>
        </pc:spChg>
        <pc:spChg chg="add mod">
          <ac:chgData name="MYUNG JIN" userId="89f3fa32ababedc4" providerId="LiveId" clId="{2BFFC4D9-CCFE-4616-BBA2-2056E5356F1E}" dt="2024-03-28T10:04:43.995" v="2054" actId="14100"/>
          <ac:spMkLst>
            <pc:docMk/>
            <pc:sldMk cId="2945283829" sldId="315"/>
            <ac:spMk id="4" creationId="{C9F320B2-1E84-EF44-3C88-EB1975881777}"/>
          </ac:spMkLst>
        </pc:spChg>
        <pc:spChg chg="mod">
          <ac:chgData name="MYUNG JIN" userId="89f3fa32ababedc4" providerId="LiveId" clId="{2BFFC4D9-CCFE-4616-BBA2-2056E5356F1E}" dt="2024-03-28T12:06:20.971" v="2687" actId="20577"/>
          <ac:spMkLst>
            <pc:docMk/>
            <pc:sldMk cId="2945283829" sldId="315"/>
            <ac:spMk id="8" creationId="{00000000-0000-0000-0000-000000000000}"/>
          </ac:spMkLst>
        </pc:spChg>
        <pc:spChg chg="add mod">
          <ac:chgData name="MYUNG JIN" userId="89f3fa32ababedc4" providerId="LiveId" clId="{2BFFC4D9-CCFE-4616-BBA2-2056E5356F1E}" dt="2024-03-28T11:50:31.303" v="2437" actId="164"/>
          <ac:spMkLst>
            <pc:docMk/>
            <pc:sldMk cId="2945283829" sldId="315"/>
            <ac:spMk id="13" creationId="{C90A9EEA-9062-F677-CF26-C52D0F5AFB4D}"/>
          </ac:spMkLst>
        </pc:spChg>
        <pc:spChg chg="add mod">
          <ac:chgData name="MYUNG JIN" userId="89f3fa32ababedc4" providerId="LiveId" clId="{2BFFC4D9-CCFE-4616-BBA2-2056E5356F1E}" dt="2024-03-28T11:50:31.303" v="2437" actId="164"/>
          <ac:spMkLst>
            <pc:docMk/>
            <pc:sldMk cId="2945283829" sldId="315"/>
            <ac:spMk id="14" creationId="{96A32054-420C-FC49-3F64-CCB5C2ECDE23}"/>
          </ac:spMkLst>
        </pc:spChg>
        <pc:spChg chg="add mod">
          <ac:chgData name="MYUNG JIN" userId="89f3fa32ababedc4" providerId="LiveId" clId="{2BFFC4D9-CCFE-4616-BBA2-2056E5356F1E}" dt="2024-03-28T11:50:31.303" v="2437" actId="164"/>
          <ac:spMkLst>
            <pc:docMk/>
            <pc:sldMk cId="2945283829" sldId="315"/>
            <ac:spMk id="15" creationId="{96837428-99AE-DBEF-5E66-0C9E60FA7117}"/>
          </ac:spMkLst>
        </pc:spChg>
        <pc:spChg chg="add mod">
          <ac:chgData name="MYUNG JIN" userId="89f3fa32ababedc4" providerId="LiveId" clId="{2BFFC4D9-CCFE-4616-BBA2-2056E5356F1E}" dt="2024-03-28T11:56:27.096" v="2476" actId="2085"/>
          <ac:spMkLst>
            <pc:docMk/>
            <pc:sldMk cId="2945283829" sldId="315"/>
            <ac:spMk id="18" creationId="{DE703D87-4479-8E05-28D7-8F0249BD9028}"/>
          </ac:spMkLst>
        </pc:spChg>
        <pc:grpChg chg="add del mod">
          <ac:chgData name="MYUNG JIN" userId="89f3fa32ababedc4" providerId="LiveId" clId="{2BFFC4D9-CCFE-4616-BBA2-2056E5356F1E}" dt="2024-03-28T11:50:41.653" v="2440" actId="21"/>
          <ac:grpSpMkLst>
            <pc:docMk/>
            <pc:sldMk cId="2945283829" sldId="315"/>
            <ac:grpSpMk id="16" creationId="{516AAA6D-D5B3-741E-5254-4D929B72AEB1}"/>
          </ac:grpSpMkLst>
        </pc:grpChg>
        <pc:graphicFrameChg chg="add mod">
          <ac:chgData name="MYUNG JIN" userId="89f3fa32ababedc4" providerId="LiveId" clId="{2BFFC4D9-CCFE-4616-BBA2-2056E5356F1E}" dt="2024-03-28T11:55:50.556" v="2467" actId="1076"/>
          <ac:graphicFrameMkLst>
            <pc:docMk/>
            <pc:sldMk cId="2945283829" sldId="315"/>
            <ac:graphicFrameMk id="30" creationId="{99EA8BB9-DB2A-613A-E8BC-9B1ECADCA847}"/>
          </ac:graphicFrameMkLst>
        </pc:graphicFrameChg>
        <pc:picChg chg="add mod">
          <ac:chgData name="MYUNG JIN" userId="89f3fa32ababedc4" providerId="LiveId" clId="{2BFFC4D9-CCFE-4616-BBA2-2056E5356F1E}" dt="2024-03-28T11:50:31.303" v="2437" actId="164"/>
          <ac:picMkLst>
            <pc:docMk/>
            <pc:sldMk cId="2945283829" sldId="315"/>
            <ac:picMk id="9" creationId="{53B87356-E058-E016-2861-C99A3F5D1792}"/>
          </ac:picMkLst>
        </pc:picChg>
        <pc:picChg chg="add mod">
          <ac:chgData name="MYUNG JIN" userId="89f3fa32ababedc4" providerId="LiveId" clId="{2BFFC4D9-CCFE-4616-BBA2-2056E5356F1E}" dt="2024-03-28T11:50:31.303" v="2437" actId="164"/>
          <ac:picMkLst>
            <pc:docMk/>
            <pc:sldMk cId="2945283829" sldId="315"/>
            <ac:picMk id="10" creationId="{28A13DE8-B8F9-0B03-A994-CD80BC722A4E}"/>
          </ac:picMkLst>
        </pc:picChg>
        <pc:picChg chg="add mod">
          <ac:chgData name="MYUNG JIN" userId="89f3fa32ababedc4" providerId="LiveId" clId="{2BFFC4D9-CCFE-4616-BBA2-2056E5356F1E}" dt="2024-03-28T11:50:31.303" v="2437" actId="164"/>
          <ac:picMkLst>
            <pc:docMk/>
            <pc:sldMk cId="2945283829" sldId="315"/>
            <ac:picMk id="11" creationId="{ABFEFB44-0E11-DF57-C2A0-ED0FB94D1A86}"/>
          </ac:picMkLst>
        </pc:picChg>
        <pc:picChg chg="add mod">
          <ac:chgData name="MYUNG JIN" userId="89f3fa32ababedc4" providerId="LiveId" clId="{2BFFC4D9-CCFE-4616-BBA2-2056E5356F1E}" dt="2024-03-28T11:55:56.888" v="2470" actId="1076"/>
          <ac:picMkLst>
            <pc:docMk/>
            <pc:sldMk cId="2945283829" sldId="315"/>
            <ac:picMk id="17" creationId="{972B934F-0F76-E9B6-35BE-96FAFB0DB53E}"/>
          </ac:picMkLst>
        </pc:picChg>
      </pc:sldChg>
      <pc:sldChg chg="addSp delSp modSp mod ord">
        <pc:chgData name="MYUNG JIN" userId="89f3fa32ababedc4" providerId="LiveId" clId="{2BFFC4D9-CCFE-4616-BBA2-2056E5356F1E}" dt="2024-03-28T12:25:55.065" v="2810" actId="1076"/>
        <pc:sldMkLst>
          <pc:docMk/>
          <pc:sldMk cId="2340532073" sldId="316"/>
        </pc:sldMkLst>
        <pc:spChg chg="mod">
          <ac:chgData name="MYUNG JIN" userId="89f3fa32ababedc4" providerId="LiveId" clId="{2BFFC4D9-CCFE-4616-BBA2-2056E5356F1E}" dt="2024-03-28T09:56:05.164" v="1948" actId="20577"/>
          <ac:spMkLst>
            <pc:docMk/>
            <pc:sldMk cId="2340532073" sldId="316"/>
            <ac:spMk id="2" creationId="{00000000-0000-0000-0000-000000000000}"/>
          </ac:spMkLst>
        </pc:spChg>
        <pc:spChg chg="mod">
          <ac:chgData name="MYUNG JIN" userId="89f3fa32ababedc4" providerId="LiveId" clId="{2BFFC4D9-CCFE-4616-BBA2-2056E5356F1E}" dt="2024-03-28T11:55:31.262" v="2454" actId="20577"/>
          <ac:spMkLst>
            <pc:docMk/>
            <pc:sldMk cId="2340532073" sldId="316"/>
            <ac:spMk id="5" creationId="{00000000-0000-0000-0000-000000000000}"/>
          </ac:spMkLst>
        </pc:spChg>
        <pc:spChg chg="mod">
          <ac:chgData name="MYUNG JIN" userId="89f3fa32ababedc4" providerId="LiveId" clId="{2BFFC4D9-CCFE-4616-BBA2-2056E5356F1E}" dt="2024-03-28T12:06:14.614" v="2681" actId="20577"/>
          <ac:spMkLst>
            <pc:docMk/>
            <pc:sldMk cId="2340532073" sldId="316"/>
            <ac:spMk id="8" creationId="{00000000-0000-0000-0000-000000000000}"/>
          </ac:spMkLst>
        </pc:spChg>
        <pc:spChg chg="add mod">
          <ac:chgData name="MYUNG JIN" userId="89f3fa32ababedc4" providerId="LiveId" clId="{2BFFC4D9-CCFE-4616-BBA2-2056E5356F1E}" dt="2024-03-28T12:25:47.101" v="2808" actId="1076"/>
          <ac:spMkLst>
            <pc:docMk/>
            <pc:sldMk cId="2340532073" sldId="316"/>
            <ac:spMk id="9" creationId="{41B87EFF-A1B7-EB4C-FFDB-BBE0B40C6256}"/>
          </ac:spMkLst>
        </pc:spChg>
        <pc:spChg chg="add mod">
          <ac:chgData name="MYUNG JIN" userId="89f3fa32ababedc4" providerId="LiveId" clId="{2BFFC4D9-CCFE-4616-BBA2-2056E5356F1E}" dt="2024-03-28T12:25:55.065" v="2810" actId="1076"/>
          <ac:spMkLst>
            <pc:docMk/>
            <pc:sldMk cId="2340532073" sldId="316"/>
            <ac:spMk id="10" creationId="{F1B9C2F0-03C9-B752-4C30-A1B35D6DBBA5}"/>
          </ac:spMkLst>
        </pc:spChg>
        <pc:graphicFrameChg chg="add mod">
          <ac:chgData name="MYUNG JIN" userId="89f3fa32ababedc4" providerId="LiveId" clId="{2BFFC4D9-CCFE-4616-BBA2-2056E5356F1E}" dt="2024-03-28T12:25:52.315" v="2809" actId="1076"/>
          <ac:graphicFrameMkLst>
            <pc:docMk/>
            <pc:sldMk cId="2340532073" sldId="316"/>
            <ac:graphicFrameMk id="3" creationId="{01784F33-AFA6-243B-8FBC-9A4CF93B944A}"/>
          </ac:graphicFrameMkLst>
        </pc:graphicFrameChg>
        <pc:picChg chg="add del mod">
          <ac:chgData name="MYUNG JIN" userId="89f3fa32ababedc4" providerId="LiveId" clId="{2BFFC4D9-CCFE-4616-BBA2-2056E5356F1E}" dt="2024-03-28T11:55:36.059" v="2459" actId="21"/>
          <ac:picMkLst>
            <pc:docMk/>
            <pc:sldMk cId="2340532073" sldId="316"/>
            <ac:picMk id="11" creationId="{972B934F-0F76-E9B6-35BE-96FAFB0DB53E}"/>
          </ac:picMkLst>
        </pc:picChg>
        <pc:cxnChg chg="add mod">
          <ac:chgData name="MYUNG JIN" userId="89f3fa32ababedc4" providerId="LiveId" clId="{2BFFC4D9-CCFE-4616-BBA2-2056E5356F1E}" dt="2024-03-28T12:25:47.101" v="2808" actId="1076"/>
          <ac:cxnSpMkLst>
            <pc:docMk/>
            <pc:sldMk cId="2340532073" sldId="316"/>
            <ac:cxnSpMk id="4" creationId="{13ACD293-6A1B-DF80-DD0D-37A0AFB8F863}"/>
          </ac:cxnSpMkLst>
        </pc:cxnChg>
      </pc:sldChg>
      <pc:sldChg chg="addSp modSp add mod">
        <pc:chgData name="MYUNG JIN" userId="89f3fa32ababedc4" providerId="LiveId" clId="{2BFFC4D9-CCFE-4616-BBA2-2056E5356F1E}" dt="2024-03-28T12:09:21.238" v="2772" actId="20577"/>
        <pc:sldMkLst>
          <pc:docMk/>
          <pc:sldMk cId="1264201859" sldId="317"/>
        </pc:sldMkLst>
        <pc:spChg chg="mod">
          <ac:chgData name="MYUNG JIN" userId="89f3fa32ababedc4" providerId="LiveId" clId="{2BFFC4D9-CCFE-4616-BBA2-2056E5356F1E}" dt="2024-03-28T10:05:25.527" v="2072" actId="20577"/>
          <ac:spMkLst>
            <pc:docMk/>
            <pc:sldMk cId="1264201859" sldId="317"/>
            <ac:spMk id="2" creationId="{00000000-0000-0000-0000-000000000000}"/>
          </ac:spMkLst>
        </pc:spChg>
        <pc:spChg chg="add mod">
          <ac:chgData name="MYUNG JIN" userId="89f3fa32ababedc4" providerId="LiveId" clId="{2BFFC4D9-CCFE-4616-BBA2-2056E5356F1E}" dt="2024-03-28T12:05:51.979" v="2672" actId="20577"/>
          <ac:spMkLst>
            <pc:docMk/>
            <pc:sldMk cId="1264201859" sldId="317"/>
            <ac:spMk id="3" creationId="{70EEEF17-403B-0487-69B4-EBB63AFCA7F0}"/>
          </ac:spMkLst>
        </pc:spChg>
        <pc:spChg chg="mod">
          <ac:chgData name="MYUNG JIN" userId="89f3fa32ababedc4" providerId="LiveId" clId="{2BFFC4D9-CCFE-4616-BBA2-2056E5356F1E}" dt="2024-03-28T12:09:21.238" v="2772" actId="20577"/>
          <ac:spMkLst>
            <pc:docMk/>
            <pc:sldMk cId="1264201859" sldId="317"/>
            <ac:spMk id="8" creationId="{00000000-0000-0000-0000-000000000000}"/>
          </ac:spMkLst>
        </pc:spChg>
      </pc:sldChg>
      <pc:sldChg chg="addSp delSp modSp add del mod">
        <pc:chgData name="MYUNG JIN" userId="89f3fa32ababedc4" providerId="LiveId" clId="{2BFFC4D9-CCFE-4616-BBA2-2056E5356F1E}" dt="2024-03-28T12:05:14.379" v="2586" actId="47"/>
        <pc:sldMkLst>
          <pc:docMk/>
          <pc:sldMk cId="271273879" sldId="318"/>
        </pc:sldMkLst>
        <pc:spChg chg="del">
          <ac:chgData name="MYUNG JIN" userId="89f3fa32ababedc4" providerId="LiveId" clId="{2BFFC4D9-CCFE-4616-BBA2-2056E5356F1E}" dt="2024-03-28T11:50:48.014" v="2443" actId="478"/>
          <ac:spMkLst>
            <pc:docMk/>
            <pc:sldMk cId="271273879" sldId="318"/>
            <ac:spMk id="3" creationId="{70EEEF17-403B-0487-69B4-EBB63AFCA7F0}"/>
          </ac:spMkLst>
        </pc:spChg>
        <pc:spChg chg="mod">
          <ac:chgData name="MYUNG JIN" userId="89f3fa32ababedc4" providerId="LiveId" clId="{2BFFC4D9-CCFE-4616-BBA2-2056E5356F1E}" dt="2024-03-28T11:50:43.987" v="2441"/>
          <ac:spMkLst>
            <pc:docMk/>
            <pc:sldMk cId="271273879" sldId="318"/>
            <ac:spMk id="13" creationId="{C90A9EEA-9062-F677-CF26-C52D0F5AFB4D}"/>
          </ac:spMkLst>
        </pc:spChg>
        <pc:spChg chg="mod">
          <ac:chgData name="MYUNG JIN" userId="89f3fa32ababedc4" providerId="LiveId" clId="{2BFFC4D9-CCFE-4616-BBA2-2056E5356F1E}" dt="2024-03-28T11:50:43.987" v="2441"/>
          <ac:spMkLst>
            <pc:docMk/>
            <pc:sldMk cId="271273879" sldId="318"/>
            <ac:spMk id="14" creationId="{96A32054-420C-FC49-3F64-CCB5C2ECDE23}"/>
          </ac:spMkLst>
        </pc:spChg>
        <pc:spChg chg="mod">
          <ac:chgData name="MYUNG JIN" userId="89f3fa32ababedc4" providerId="LiveId" clId="{2BFFC4D9-CCFE-4616-BBA2-2056E5356F1E}" dt="2024-03-28T11:50:43.987" v="2441"/>
          <ac:spMkLst>
            <pc:docMk/>
            <pc:sldMk cId="271273879" sldId="318"/>
            <ac:spMk id="15" creationId="{96837428-99AE-DBEF-5E66-0C9E60FA7117}"/>
          </ac:spMkLst>
        </pc:spChg>
        <pc:grpChg chg="add mod">
          <ac:chgData name="MYUNG JIN" userId="89f3fa32ababedc4" providerId="LiveId" clId="{2BFFC4D9-CCFE-4616-BBA2-2056E5356F1E}" dt="2024-03-28T11:50:49.875" v="2444" actId="1076"/>
          <ac:grpSpMkLst>
            <pc:docMk/>
            <pc:sldMk cId="271273879" sldId="318"/>
            <ac:grpSpMk id="16" creationId="{516AAA6D-D5B3-741E-5254-4D929B72AEB1}"/>
          </ac:grpSpMkLst>
        </pc:grpChg>
        <pc:picChg chg="mod">
          <ac:chgData name="MYUNG JIN" userId="89f3fa32ababedc4" providerId="LiveId" clId="{2BFFC4D9-CCFE-4616-BBA2-2056E5356F1E}" dt="2024-03-28T11:50:43.987" v="2441"/>
          <ac:picMkLst>
            <pc:docMk/>
            <pc:sldMk cId="271273879" sldId="318"/>
            <ac:picMk id="9" creationId="{53B87356-E058-E016-2861-C99A3F5D1792}"/>
          </ac:picMkLst>
        </pc:picChg>
        <pc:picChg chg="mod">
          <ac:chgData name="MYUNG JIN" userId="89f3fa32ababedc4" providerId="LiveId" clId="{2BFFC4D9-CCFE-4616-BBA2-2056E5356F1E}" dt="2024-03-28T11:50:43.987" v="2441"/>
          <ac:picMkLst>
            <pc:docMk/>
            <pc:sldMk cId="271273879" sldId="318"/>
            <ac:picMk id="10" creationId="{28A13DE8-B8F9-0B03-A994-CD80BC722A4E}"/>
          </ac:picMkLst>
        </pc:picChg>
        <pc:picChg chg="mod">
          <ac:chgData name="MYUNG JIN" userId="89f3fa32ababedc4" providerId="LiveId" clId="{2BFFC4D9-CCFE-4616-BBA2-2056E5356F1E}" dt="2024-03-28T11:50:43.987" v="2441"/>
          <ac:picMkLst>
            <pc:docMk/>
            <pc:sldMk cId="271273879" sldId="318"/>
            <ac:picMk id="11" creationId="{ABFEFB44-0E11-DF57-C2A0-ED0FB94D1A86}"/>
          </ac:picMkLst>
        </pc:picChg>
      </pc:sldChg>
    </pc:docChg>
  </pc:docChgLst>
  <pc:docChgLst>
    <pc:chgData name="MYUNG JIN" userId="89f3fa32ababedc4" providerId="LiveId" clId="{059A613C-A46B-4B80-98C5-0ACCB956B1B9}"/>
    <pc:docChg chg="custSel addSld delSld modSld">
      <pc:chgData name="MYUNG JIN" userId="89f3fa32ababedc4" providerId="LiveId" clId="{059A613C-A46B-4B80-98C5-0ACCB956B1B9}" dt="2024-03-26T17:10:44.208" v="1830" actId="20577"/>
      <pc:docMkLst>
        <pc:docMk/>
      </pc:docMkLst>
      <pc:sldChg chg="modSp mod">
        <pc:chgData name="MYUNG JIN" userId="89f3fa32ababedc4" providerId="LiveId" clId="{059A613C-A46B-4B80-98C5-0ACCB956B1B9}" dt="2024-03-24T15:26:55.294" v="93" actId="20577"/>
        <pc:sldMkLst>
          <pc:docMk/>
          <pc:sldMk cId="0" sldId="257"/>
        </pc:sldMkLst>
        <pc:spChg chg="mod">
          <ac:chgData name="MYUNG JIN" userId="89f3fa32ababedc4" providerId="LiveId" clId="{059A613C-A46B-4B80-98C5-0ACCB956B1B9}" dt="2024-03-24T15:26:55.294" v="93" actId="20577"/>
          <ac:spMkLst>
            <pc:docMk/>
            <pc:sldMk cId="0" sldId="257"/>
            <ac:spMk id="15" creationId="{00000000-0000-0000-0000-000000000000}"/>
          </ac:spMkLst>
        </pc:spChg>
      </pc:sldChg>
      <pc:sldChg chg="addSp delSp modSp mod">
        <pc:chgData name="MYUNG JIN" userId="89f3fa32ababedc4" providerId="LiveId" clId="{059A613C-A46B-4B80-98C5-0ACCB956B1B9}" dt="2024-03-24T15:27:42.526" v="212" actId="20577"/>
        <pc:sldMkLst>
          <pc:docMk/>
          <pc:sldMk cId="1552810297" sldId="308"/>
        </pc:sldMkLst>
        <pc:spChg chg="mod">
          <ac:chgData name="MYUNG JIN" userId="89f3fa32ababedc4" providerId="LiveId" clId="{059A613C-A46B-4B80-98C5-0ACCB956B1B9}" dt="2024-03-24T15:27:07.590" v="122" actId="20577"/>
          <ac:spMkLst>
            <pc:docMk/>
            <pc:sldMk cId="1552810297" sldId="308"/>
            <ac:spMk id="2" creationId="{00000000-0000-0000-0000-000000000000}"/>
          </ac:spMkLst>
        </pc:spChg>
        <pc:spChg chg="add del mod">
          <ac:chgData name="MYUNG JIN" userId="89f3fa32ababedc4" providerId="LiveId" clId="{059A613C-A46B-4B80-98C5-0ACCB956B1B9}" dt="2024-03-24T15:27:17.429" v="125" actId="478"/>
          <ac:spMkLst>
            <pc:docMk/>
            <pc:sldMk cId="1552810297" sldId="308"/>
            <ac:spMk id="3" creationId="{CE7BCA11-ED9E-C986-28C3-66AADED53059}"/>
          </ac:spMkLst>
        </pc:spChg>
        <pc:spChg chg="add mod">
          <ac:chgData name="MYUNG JIN" userId="89f3fa32ababedc4" providerId="LiveId" clId="{059A613C-A46B-4B80-98C5-0ACCB956B1B9}" dt="2024-03-24T15:27:42.526" v="212" actId="20577"/>
          <ac:spMkLst>
            <pc:docMk/>
            <pc:sldMk cId="1552810297" sldId="308"/>
            <ac:spMk id="4" creationId="{D7BB2DF7-DD1E-5D9D-6A15-9BD062A97496}"/>
          </ac:spMkLst>
        </pc:spChg>
      </pc:sldChg>
      <pc:sldChg chg="del">
        <pc:chgData name="MYUNG JIN" userId="89f3fa32ababedc4" providerId="LiveId" clId="{059A613C-A46B-4B80-98C5-0ACCB956B1B9}" dt="2024-03-24T15:27:45.064" v="213" actId="47"/>
        <pc:sldMkLst>
          <pc:docMk/>
          <pc:sldMk cId="3578895977" sldId="309"/>
        </pc:sldMkLst>
      </pc:sldChg>
      <pc:sldChg chg="modSp mod">
        <pc:chgData name="MYUNG JIN" userId="89f3fa32ababedc4" providerId="LiveId" clId="{059A613C-A46B-4B80-98C5-0ACCB956B1B9}" dt="2024-03-24T15:28:00.306" v="263" actId="20577"/>
        <pc:sldMkLst>
          <pc:docMk/>
          <pc:sldMk cId="3996259717" sldId="310"/>
        </pc:sldMkLst>
        <pc:spChg chg="mod">
          <ac:chgData name="MYUNG JIN" userId="89f3fa32ababedc4" providerId="LiveId" clId="{059A613C-A46B-4B80-98C5-0ACCB956B1B9}" dt="2024-03-24T15:28:00.306" v="263" actId="20577"/>
          <ac:spMkLst>
            <pc:docMk/>
            <pc:sldMk cId="3996259717" sldId="310"/>
            <ac:spMk id="2" creationId="{00000000-0000-0000-0000-000000000000}"/>
          </ac:spMkLst>
        </pc:spChg>
      </pc:sldChg>
      <pc:sldChg chg="addSp modSp mod">
        <pc:chgData name="MYUNG JIN" userId="89f3fa32ababedc4" providerId="LiveId" clId="{059A613C-A46B-4B80-98C5-0ACCB956B1B9}" dt="2024-03-24T15:28:46.085" v="428" actId="20577"/>
        <pc:sldMkLst>
          <pc:docMk/>
          <pc:sldMk cId="1496575499" sldId="311"/>
        </pc:sldMkLst>
        <pc:spChg chg="mod">
          <ac:chgData name="MYUNG JIN" userId="89f3fa32ababedc4" providerId="LiveId" clId="{059A613C-A46B-4B80-98C5-0ACCB956B1B9}" dt="2024-03-24T15:28:16.987" v="311" actId="20577"/>
          <ac:spMkLst>
            <pc:docMk/>
            <pc:sldMk cId="1496575499" sldId="311"/>
            <ac:spMk id="2" creationId="{00000000-0000-0000-0000-000000000000}"/>
          </ac:spMkLst>
        </pc:spChg>
        <pc:spChg chg="add mod">
          <ac:chgData name="MYUNG JIN" userId="89f3fa32ababedc4" providerId="LiveId" clId="{059A613C-A46B-4B80-98C5-0ACCB956B1B9}" dt="2024-03-24T15:28:46.085" v="428" actId="20577"/>
          <ac:spMkLst>
            <pc:docMk/>
            <pc:sldMk cId="1496575499" sldId="311"/>
            <ac:spMk id="3" creationId="{46F6D63E-32FB-767C-DBAE-7BB9F03576AA}"/>
          </ac:spMkLst>
        </pc:spChg>
      </pc:sldChg>
      <pc:sldChg chg="addSp modSp mod">
        <pc:chgData name="MYUNG JIN" userId="89f3fa32ababedc4" providerId="LiveId" clId="{059A613C-A46B-4B80-98C5-0ACCB956B1B9}" dt="2024-03-24T15:31:10.543" v="1348" actId="1076"/>
        <pc:sldMkLst>
          <pc:docMk/>
          <pc:sldMk cId="1679812937" sldId="312"/>
        </pc:sldMkLst>
        <pc:spChg chg="mod">
          <ac:chgData name="MYUNG JIN" userId="89f3fa32ababedc4" providerId="LiveId" clId="{059A613C-A46B-4B80-98C5-0ACCB956B1B9}" dt="2024-03-24T15:29:12.420" v="489" actId="20577"/>
          <ac:spMkLst>
            <pc:docMk/>
            <pc:sldMk cId="1679812937" sldId="312"/>
            <ac:spMk id="2" creationId="{00000000-0000-0000-0000-000000000000}"/>
          </ac:spMkLst>
        </pc:spChg>
        <pc:spChg chg="add mod">
          <ac:chgData name="MYUNG JIN" userId="89f3fa32ababedc4" providerId="LiveId" clId="{059A613C-A46B-4B80-98C5-0ACCB956B1B9}" dt="2024-03-24T15:29:38.324" v="689" actId="1076"/>
          <ac:spMkLst>
            <pc:docMk/>
            <pc:sldMk cId="1679812937" sldId="312"/>
            <ac:spMk id="3" creationId="{0E2E6D44-CF10-A79A-20D0-53C62E57B097}"/>
          </ac:spMkLst>
        </pc:spChg>
        <pc:spChg chg="add mod">
          <ac:chgData name="MYUNG JIN" userId="89f3fa32ababedc4" providerId="LiveId" clId="{059A613C-A46B-4B80-98C5-0ACCB956B1B9}" dt="2024-03-24T15:31:10.543" v="1348" actId="1076"/>
          <ac:spMkLst>
            <pc:docMk/>
            <pc:sldMk cId="1679812937" sldId="312"/>
            <ac:spMk id="4" creationId="{294459D7-444D-D078-8139-A83B4F2D92CD}"/>
          </ac:spMkLst>
        </pc:spChg>
      </pc:sldChg>
      <pc:sldChg chg="addSp modSp mod">
        <pc:chgData name="MYUNG JIN" userId="89f3fa32ababedc4" providerId="LiveId" clId="{059A613C-A46B-4B80-98C5-0ACCB956B1B9}" dt="2024-03-26T17:10:44.208" v="1830" actId="20577"/>
        <pc:sldMkLst>
          <pc:docMk/>
          <pc:sldMk cId="2945283829" sldId="315"/>
        </pc:sldMkLst>
        <pc:spChg chg="add mod">
          <ac:chgData name="MYUNG JIN" userId="89f3fa32ababedc4" providerId="LiveId" clId="{059A613C-A46B-4B80-98C5-0ACCB956B1B9}" dt="2024-03-26T17:10:44.208" v="1830" actId="20577"/>
          <ac:spMkLst>
            <pc:docMk/>
            <pc:sldMk cId="2945283829" sldId="315"/>
            <ac:spMk id="3" creationId="{B9338AE3-41B5-DA9C-00D1-49C138FD190E}"/>
          </ac:spMkLst>
        </pc:spChg>
      </pc:sldChg>
      <pc:sldChg chg="add">
        <pc:chgData name="MYUNG JIN" userId="89f3fa32ababedc4" providerId="LiveId" clId="{059A613C-A46B-4B80-98C5-0ACCB956B1B9}" dt="2024-03-26T17:09:21.107" v="1349"/>
        <pc:sldMkLst>
          <pc:docMk/>
          <pc:sldMk cId="2340532073" sldId="316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8180F2F1-247D-439A-AE1A-1AD18BF0EBC5}" type="datetime1">
              <a:rPr lang="ko-KR" altLang="en-US"/>
              <a:pPr lvl="0">
                <a:defRPr/>
              </a:pPr>
              <a:t>2024-04-05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/>
          <a:lstStyle/>
          <a:p>
            <a:pPr lvl="0">
              <a:defRPr/>
            </a:pPr>
            <a:r>
              <a:rPr lang="ko-KR" altLang="en-US"/>
              <a:t>마스터 텍스트 스타일 편집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969D8441-CF3E-4C34-A420-65ADD8A7BB05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969D8441-CF3E-4C34-A420-65ADD8A7BB05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122363"/>
            <a:ext cx="77724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327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2737108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80094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06779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463163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053281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5469231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616182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073934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6125900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187923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5E93E4E-B595-4996-A493-F707DD66EAFA}" type="datetimeFigureOut">
              <a:rPr lang="ko-KR" altLang="en-US" smtClean="0"/>
              <a:t>2024-04-05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89CB1-DA8A-44BB-A4A9-D7F9352F01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8227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9.png"/><Relationship Id="rId4" Type="http://schemas.openxmlformats.org/officeDocument/2006/relationships/image" Target="../media/image17.emf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w="med" len="med"/>
            <a:tailEnd w="med" len="med"/>
          </a:ln>
          <a:effectLst/>
        </p:spPr>
        <p:txBody>
          <a:bodyPr vert="horz" wrap="none" lIns="91440" tIns="45720" rIns="91440" bIns="45720" anchor="ctr" anchorCtr="0">
            <a:prstTxWarp prst="textNoShape">
              <a:avLst/>
            </a:prstTxWarp>
          </a:bodyPr>
          <a:lstStyle/>
          <a:p>
            <a:pPr marL="0" marR="0" lvl="0" indent="0" algn="ctr" defTabSz="914400" rtl="0" eaLnBrk="1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FontTx/>
              <a:buNone/>
              <a:defRPr/>
            </a:pPr>
            <a:endParaRPr kumimoji="1" lang="ko-KR" altLang="en-US" sz="1600" b="0" i="0" u="none" strike="noStrike" cap="none" normalizeH="0">
              <a:solidFill>
                <a:schemeClr val="tx1"/>
              </a:solidFill>
              <a:effectLst/>
              <a:latin typeface="Times New Roman"/>
              <a:ea typeface="맑은 고딕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School of Electrical Engineering, Seoul National University</a:t>
            </a:r>
            <a:endParaRPr lang="en-US" altLang="ko-KR" sz="1100" b="1" kern="0"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cxnSp>
        <p:nvCxnSpPr>
          <p:cNvPr id="12" name="직선 연결선 11"/>
          <p:cNvCxnSpPr/>
          <p:nvPr/>
        </p:nvCxnSpPr>
        <p:spPr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altLang="ko-KR" dirty="0">
                <a:solidFill>
                  <a:srgbClr val="FFFFFF"/>
                </a:solidFill>
              </a:rPr>
              <a:t>1/9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15" name="제목 1"/>
          <p:cNvSpPr txBox="1"/>
          <p:nvPr/>
        </p:nvSpPr>
        <p:spPr>
          <a:xfrm>
            <a:off x="251520" y="2672916"/>
            <a:ext cx="8712968" cy="1512168"/>
          </a:xfrm>
          <a:prstGeom prst="rect">
            <a:avLst/>
          </a:prstGeom>
          <a:noFill/>
          <a:ln w="9525">
            <a:noFill/>
            <a:miter/>
          </a:ln>
        </p:spPr>
        <p:txBody>
          <a:bodyPr lIns="91438" tIns="45719" rIns="91438" bIns="45719" anchor="ctr"/>
          <a:lstStyle>
            <a:lvl1pPr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/>
                <a:ea typeface="MS PGothic"/>
                <a:cs typeface="MS PGothic"/>
              </a:defRPr>
            </a:lvl9pPr>
          </a:lstStyle>
          <a:p>
            <a:pPr lvl="0" algn="ctr" latinLnBrk="1">
              <a:defRPr/>
            </a:pPr>
            <a:r>
              <a:rPr kumimoji="1" lang="en-US" altLang="ko-KR" sz="3200" b="1" dirty="0" err="1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Detrapping</a:t>
            </a:r>
            <a:r>
              <a:rPr kumimoji="1" lang="en-US" altLang="ko-KR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 of BE-TOX 3D NAND Flash</a:t>
            </a:r>
          </a:p>
          <a:p>
            <a:pPr lvl="0" algn="ctr" latinLnBrk="1">
              <a:defRPr/>
            </a:pPr>
            <a:r>
              <a:rPr kumimoji="1" lang="en-US" altLang="ko-KR" sz="3200" b="1" dirty="0">
                <a:solidFill>
                  <a:srgbClr val="0000FF"/>
                </a:solidFill>
                <a:latin typeface="Calibri"/>
                <a:ea typeface="굴림"/>
                <a:cs typeface="굴림"/>
              </a:rPr>
              <a:t>- Modeling &amp; TCAD simulation -</a:t>
            </a:r>
            <a:endParaRPr kumimoji="1" lang="en-US" altLang="ko-KR" sz="3200" b="1" dirty="0">
              <a:solidFill>
                <a:srgbClr val="0000FF"/>
              </a:solidFill>
              <a:effectLst/>
              <a:latin typeface="Calibri"/>
              <a:ea typeface="굴림"/>
              <a:cs typeface="굴림"/>
            </a:endParaRPr>
          </a:p>
          <a:p>
            <a:pPr lvl="0" algn="ctr" latinLnBrk="1">
              <a:defRPr/>
            </a:pPr>
            <a:endParaRPr kumimoji="1" lang="en-US" altLang="ko-KR" sz="3200" b="1" dirty="0">
              <a:solidFill>
                <a:srgbClr val="0000FF"/>
              </a:solidFill>
              <a:latin typeface="Calibri"/>
              <a:ea typeface="굴림"/>
              <a:cs typeface="굴림"/>
            </a:endParaRPr>
          </a:p>
          <a:p>
            <a:pPr lvl="0" algn="ctr" latinLnBrk="1">
              <a:defRPr/>
            </a:pPr>
            <a:r>
              <a:rPr kumimoji="1" lang="ko-KR" altLang="en-US" sz="3200" b="1" dirty="0">
                <a:solidFill>
                  <a:srgbClr val="0000FF"/>
                </a:solidFill>
                <a:effectLst/>
                <a:latin typeface="Calibri"/>
                <a:ea typeface="굴림"/>
                <a:cs typeface="굴림"/>
              </a:rPr>
              <a:t>진명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 err="1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Detrapping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Modeling &amp; Equations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2/9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D54F0559-1AA3-0011-F505-521097B707D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214" y="3859726"/>
            <a:ext cx="2708542" cy="228276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883A9397-ED35-CE74-C08D-AECB8939B8B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6475" y="1156405"/>
            <a:ext cx="3176983" cy="2333347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AAF94F12-7DCA-6738-C4DF-A27AF914D5A7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b="3382"/>
          <a:stretch/>
        </p:blipFill>
        <p:spPr>
          <a:xfrm>
            <a:off x="4069080" y="1605150"/>
            <a:ext cx="4686954" cy="1435856"/>
          </a:xfrm>
          <a:prstGeom prst="rect">
            <a:avLst/>
          </a:prstGeom>
        </p:spPr>
      </p:pic>
      <p:sp>
        <p:nvSpPr>
          <p:cNvPr id="15" name="직사각형 14">
            <a:extLst>
              <a:ext uri="{FF2B5EF4-FFF2-40B4-BE49-F238E27FC236}">
                <a16:creationId xmlns:a16="http://schemas.microsoft.com/office/drawing/2014/main" id="{8DED96B9-9F07-1C43-F9C5-C5D43F6F3E34}"/>
              </a:ext>
            </a:extLst>
          </p:cNvPr>
          <p:cNvSpPr/>
          <p:nvPr/>
        </p:nvSpPr>
        <p:spPr>
          <a:xfrm>
            <a:off x="1978269" y="2127738"/>
            <a:ext cx="501162" cy="26377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17" name="직선 화살표 연결선 16">
            <a:extLst>
              <a:ext uri="{FF2B5EF4-FFF2-40B4-BE49-F238E27FC236}">
                <a16:creationId xmlns:a16="http://schemas.microsoft.com/office/drawing/2014/main" id="{692E5ADE-F9E0-2311-31DD-684BE75AAA9A}"/>
              </a:ext>
            </a:extLst>
          </p:cNvPr>
          <p:cNvCxnSpPr>
            <a:stCxn id="15" idx="3"/>
          </p:cNvCxnSpPr>
          <p:nvPr/>
        </p:nvCxnSpPr>
        <p:spPr>
          <a:xfrm>
            <a:off x="2479431" y="2259623"/>
            <a:ext cx="1589649" cy="404446"/>
          </a:xfrm>
          <a:prstGeom prst="straightConnector1">
            <a:avLst/>
          </a:prstGeom>
          <a:ln>
            <a:solidFill>
              <a:srgbClr val="C0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9021FBB3-034A-5BBC-7F4C-137591AED921}"/>
              </a:ext>
            </a:extLst>
          </p:cNvPr>
          <p:cNvSpPr/>
          <p:nvPr/>
        </p:nvSpPr>
        <p:spPr>
          <a:xfrm>
            <a:off x="4069079" y="2391508"/>
            <a:ext cx="757897" cy="669279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EB86E119-0306-5C33-EA33-6F1BAC683078}"/>
              </a:ext>
            </a:extLst>
          </p:cNvPr>
          <p:cNvSpPr/>
          <p:nvPr/>
        </p:nvSpPr>
        <p:spPr>
          <a:xfrm>
            <a:off x="4069079" y="1661748"/>
            <a:ext cx="757897" cy="669280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433F6C2E-B1E2-76E6-C7E4-5288DCB2292F}"/>
              </a:ext>
            </a:extLst>
          </p:cNvPr>
          <p:cNvSpPr/>
          <p:nvPr/>
        </p:nvSpPr>
        <p:spPr>
          <a:xfrm>
            <a:off x="1978269" y="2670177"/>
            <a:ext cx="501163" cy="330704"/>
          </a:xfrm>
          <a:prstGeom prst="rect">
            <a:avLst/>
          </a:prstGeom>
          <a:noFill/>
          <a:ln w="381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1" name="직선 화살표 연결선 20">
            <a:extLst>
              <a:ext uri="{FF2B5EF4-FFF2-40B4-BE49-F238E27FC236}">
                <a16:creationId xmlns:a16="http://schemas.microsoft.com/office/drawing/2014/main" id="{A5703082-3397-687A-D7EB-375142A7ADCF}"/>
              </a:ext>
            </a:extLst>
          </p:cNvPr>
          <p:cNvCxnSpPr>
            <a:cxnSpLocks/>
          </p:cNvCxnSpPr>
          <p:nvPr/>
        </p:nvCxnSpPr>
        <p:spPr>
          <a:xfrm flipV="1">
            <a:off x="2479430" y="2057400"/>
            <a:ext cx="1589650" cy="775218"/>
          </a:xfrm>
          <a:prstGeom prst="straightConnector1">
            <a:avLst/>
          </a:prstGeom>
          <a:ln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94020C-C73D-A37B-2FEC-74C1EFDDED62}"/>
                  </a:ext>
                </a:extLst>
              </p:cNvPr>
              <p:cNvSpPr txBox="1"/>
              <p:nvPr/>
            </p:nvSpPr>
            <p:spPr>
              <a:xfrm>
                <a:off x="3923679" y="3897823"/>
                <a:ext cx="4690708" cy="2206566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𝑐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 </m:t>
                    </m:r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𝑣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𝑡h</m:t>
                        </m:r>
                      </m:sub>
                    </m:sSub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−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sub>
                        </m:sSub>
                      </m:e>
                    </m:d>
                  </m:oMath>
                </a14:m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endPara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=</m:t>
                    </m:r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𝑇𝐵𝑇</m:t>
                        </m:r>
                      </m:sub>
                    </m:sSub>
                    <m:func>
                      <m:func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sub>
                            </m:s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∙</m:t>
                    </m:r>
                    <m:f>
                      <m:f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Pr>
                      <m:num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func>
                          <m:func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ko-KR" sz="1200" b="0" i="0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exp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𝛼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,</m:t>
                                    </m:r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𝑇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 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𝑁</m:t>
                                    </m:r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1</m:t>
                                    </m:r>
                                  </m:sub>
                                </m:sSub>
                              </m:e>
                            </m:d>
                          </m:e>
                        </m:func>
                      </m:num>
                      <m:den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𝑡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𝑁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1</m:t>
                            </m:r>
                          </m:sub>
                        </m:sSub>
                      </m:den>
                    </m:f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en-US" altLang="ko-KR" sz="1100" b="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ea typeface="맑은 고딕"/>
                    <a:cs typeface="Times New Roman"/>
                  </a:rPr>
                  <a:t>	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ko-KR" sz="1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b>
                          <m:sSubPr>
                            <m:ctrlP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sub>
                        </m:sSub>
                        <m:r>
                          <a:rPr lang="en-US" altLang="ko-KR" sz="1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 ℏ</m:t>
                            </m:r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r>
                          <a:rPr lang="en-US" altLang="ko-KR" sz="1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r>
                                  <m:rPr>
                                    <m:sty m:val="p"/>
                                  </m:rPr>
                                  <a:rPr lang="en-US" altLang="ko-KR" sz="1000" b="0" i="0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0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  <m:sSubSup>
                          <m:sSubSupPr>
                            <m:ctrlP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SupPr>
                          <m:e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𝑇𝐵𝑇</m:t>
                            </m:r>
                          </m:sub>
                          <m:sup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′</m:t>
                            </m:r>
                          </m:sup>
                        </m:sSubSup>
                        <m:r>
                          <a:rPr lang="en-US" altLang="ko-KR" sz="1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,    </m:t>
                        </m:r>
                        <m:sSub>
                          <m:sSubPr>
                            <m:ctrlP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𝑛</m:t>
                            </m:r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 </m:t>
                            </m:r>
                          </m:sub>
                        </m:sSub>
                        <m:r>
                          <a:rPr lang="en-US" altLang="ko-KR" sz="1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0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0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0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ℏ</m:t>
                            </m:r>
                          </m:den>
                        </m:f>
                        <m:r>
                          <a:rPr lang="en-US" altLang="ko-KR" sz="10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</m:e>
                    </m:d>
                    <m:r>
                      <a:rPr lang="en-US" altLang="ko-KR" sz="1000" b="0" i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𝑃𝐹</m:t>
                        </m:r>
                      </m:sub>
                    </m:sSub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=2</m:t>
                    </m:r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𝜎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𝑛</m:t>
                        </m:r>
                      </m:sub>
                    </m:sSub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rad>
                      <m:radPr>
                        <m:degHide m:val="on"/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radPr>
                      <m:deg/>
                      <m:e>
                        <m:f>
                          <m:f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𝑘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𝐵</m:t>
                                </m:r>
                              </m:sub>
                            </m:s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𝑇</m:t>
                            </m:r>
                          </m:num>
                          <m:den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𝑚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</m:e>
                    </m:rad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sSup>
                      <m:sSup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𝜋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num>
                              <m:den>
                                <m:sSup>
                                  <m:sSup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p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h</m:t>
                                    </m:r>
                                  </m:e>
                                  <m:sup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2</m:t>
                                    </m:r>
                                  </m:sup>
                                </m:sSup>
                              </m:den>
                            </m:f>
                          </m:e>
                        </m:d>
                      </m:e>
                      <m:sup>
                        <m:f>
                          <m:f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</m:t>
                            </m:r>
                          </m:num>
                          <m:den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2</m:t>
                            </m:r>
                          </m:den>
                        </m:f>
                      </m:sup>
                    </m:sSup>
                    <m:func>
                      <m:func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𝑡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+</m:t>
                                </m:r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𝑛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2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200" b="0" i="1" smtClean="0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𝑛</m:t>
                                        </m:r>
                                      </m:sub>
                                    </m:sSub>
                                  </m:e>
                                </m:ra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𝐷𝑇</m:t>
                        </m:r>
                      </m:sub>
                    </m:sSub>
                    <m:func>
                      <m:func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𝛼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𝑜𝑥</m:t>
                                </m:r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,</m:t>
                                </m:r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𝐶</m:t>
                                </m:r>
                              </m:sub>
                            </m:sSub>
                            <m:sSub>
                              <m:sSub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sSubPr>
                              <m:e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𝑡</m:t>
                                </m:r>
                              </m:e>
                              <m: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𝑂</m:t>
                                </m:r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1</m:t>
                                </m:r>
                              </m:sub>
                            </m:sSub>
                          </m:e>
                        </m:d>
                      </m:e>
                    </m:func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 </m:t>
                    </m:r>
                    <m:d>
                      <m:d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b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𝛼</m:t>
                            </m:r>
                          </m:e>
                          <m:sub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𝑜𝑥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,</m:t>
                            </m:r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𝐶</m:t>
                            </m:r>
                          </m:sub>
                        </m:s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=</m:t>
                        </m:r>
                        <m:f>
                          <m:fPr>
                            <m:ctrlPr>
                              <a:rPr lang="en-US" altLang="ko-KR" sz="12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fPr>
                          <m:num>
                            <m:r>
                              <a:rPr lang="en-US" altLang="ko-KR" sz="12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4 </m:t>
                            </m:r>
                            <m:rad>
                              <m:radPr>
                                <m:degHide m:val="on"/>
                                <m:ctrlPr>
                                  <a:rPr lang="en-US" altLang="ko-KR" sz="12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US" altLang="ko-KR" sz="12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  <m:sSub>
                                  <m:sSubPr>
                                    <m:ctrlP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𝑚</m:t>
                                    </m:r>
                                  </m:e>
                                  <m:sub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</m:e>
                            </m:rad>
                          </m:num>
                          <m:den>
                            <m:r>
                              <a:rPr lang="en-US" altLang="ko-KR" sz="12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3 ℏ</m:t>
                            </m:r>
                            <m:r>
                              <a:rPr lang="en-US" altLang="ko-KR" sz="12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𝑞</m:t>
                            </m:r>
                          </m:den>
                        </m:f>
                        <m:r>
                          <a:rPr lang="en-US" altLang="ko-KR" sz="1200" i="1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</m:t>
                        </m:r>
                        <m:sSup>
                          <m:sSupPr>
                            <m:ctrlPr>
                              <a:rPr lang="en-US" altLang="ko-KR" sz="1200" i="1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ko-KR" sz="12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d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ko-KR" sz="12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2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2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2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e>
                            </m:d>
                          </m:e>
                          <m:sup>
                            <m:f>
                              <m:fPr>
                                <m:ctrlPr>
                                  <a:rPr lang="en-US" altLang="ko-KR" sz="12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a:rPr lang="en-US" altLang="ko-KR" sz="12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3</m:t>
                                </m:r>
                              </m:num>
                              <m:den>
                                <m:r>
                                  <a:rPr lang="en-US" altLang="ko-KR" sz="12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2</m:t>
                                </m:r>
                              </m:den>
                            </m:f>
                          </m:sup>
                        </m:sSup>
                      </m:e>
                    </m:d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14:m>
                  <m:oMath xmlns:m="http://schemas.openxmlformats.org/officeDocument/2006/math"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𝑒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𝑇𝐸</m:t>
                        </m:r>
                      </m:sub>
                    </m:sSub>
                    <m:r>
                      <a:rPr lang="en-US" altLang="ko-KR" sz="12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=</m:t>
                    </m:r>
                    <m:sSub>
                      <m:sSub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bPr>
                      <m:e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𝜈</m:t>
                        </m:r>
                      </m:e>
                      <m:sub>
                        <m: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𝑇𝐸</m:t>
                        </m:r>
                      </m:sub>
                    </m:sSub>
                    <m:func>
                      <m:funcPr>
                        <m:ctrlPr>
                          <a:rPr lang="en-US" altLang="ko-KR" sz="12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ko-KR" sz="1200" b="0" i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exp</m:t>
                        </m:r>
                      </m:fName>
                      <m:e>
                        <m:d>
                          <m:dPr>
                            <m:ctrlP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dPr>
                          <m:e>
                            <m:r>
                              <a:rPr lang="en-US" altLang="ko-KR" sz="12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</m:t>
                            </m:r>
                            <m:f>
                              <m:fPr>
                                <m:ctrlP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</m:ctrlPr>
                              </m:fPr>
                              <m:num>
                                <m:r>
                                  <m:rPr>
                                    <m:sty m:val="p"/>
                                  </m:rPr>
                                  <a:rPr lang="en-US" altLang="ko-KR" sz="120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Δ</m:t>
                                </m:r>
                                <m:sSub>
                                  <m:sSubPr>
                                    <m:ctrlP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𝐸</m:t>
                                    </m:r>
                                  </m:e>
                                  <m:sub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𝐶</m:t>
                                    </m:r>
                                  </m:sub>
                                </m:sSub>
                                <m:r>
                                  <a:rPr lang="en-US" altLang="ko-KR" sz="1200" i="1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−</m:t>
                                </m:r>
                                <m:sSub>
                                  <m:sSubPr>
                                    <m:ctrlP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𝛽</m:t>
                                    </m:r>
                                  </m:e>
                                  <m:sub>
                                    <m: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𝑜𝑥</m:t>
                                    </m:r>
                                  </m:sub>
                                </m:sSub>
                                <m:rad>
                                  <m:radPr>
                                    <m:degHide m:val="on"/>
                                    <m:ctrlPr>
                                      <a:rPr lang="en-US" altLang="ko-KR" sz="1200" i="1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radPr>
                                  <m:deg/>
                                  <m:e>
                                    <m:sSub>
                                      <m:sSubPr>
                                        <m:ctrlPr>
                                          <a:rPr lang="en-US" altLang="ko-KR" sz="12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</m:ctrlPr>
                                      </m:sSubPr>
                                      <m:e>
                                        <m:r>
                                          <a:rPr lang="en-US" altLang="ko-KR" sz="12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𝐹</m:t>
                                        </m:r>
                                      </m:e>
                                      <m:sub>
                                        <m:r>
                                          <a:rPr lang="en-US" altLang="ko-KR" sz="1200" i="1">
                                            <a:ln w="9525">
                                              <a:solidFill>
                                                <a:schemeClr val="tx1">
                                                  <a:alpha val="29000"/>
                                                </a:schemeClr>
                                              </a:solidFill>
                                            </a:ln>
                                            <a:latin typeface="Cambria Math" panose="02040503050406030204" pitchFamily="18" charset="0"/>
                                            <a:ea typeface="맑은 고딕"/>
                                            <a:cs typeface="Times New Roman"/>
                                          </a:rPr>
                                          <m:t>𝑜𝑥</m:t>
                                        </m:r>
                                      </m:sub>
                                    </m:sSub>
                                  </m:e>
                                </m:rad>
                              </m:num>
                              <m:den>
                                <m:sSub>
                                  <m:sSubPr>
                                    <m:ctrlP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</m:ctrlPr>
                                  </m:sSubPr>
                                  <m:e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𝑘</m:t>
                                    </m:r>
                                  </m:e>
                                  <m:sub>
                                    <m:r>
                                      <a:rPr lang="en-US" altLang="ko-KR" sz="1200" b="0" i="1" smtClean="0">
                                        <a:ln w="9525">
                                          <a:solidFill>
                                            <a:schemeClr val="tx1">
                                              <a:alpha val="29000"/>
                                            </a:schemeClr>
                                          </a:solidFill>
                                        </a:ln>
                                        <a:latin typeface="Cambria Math" panose="02040503050406030204" pitchFamily="18" charset="0"/>
                                        <a:ea typeface="맑은 고딕"/>
                                        <a:cs typeface="Times New Roman"/>
                                      </a:rPr>
                                      <m:t>𝐵</m:t>
                                    </m:r>
                                  </m:sub>
                                </m:sSub>
                                <m:r>
                                  <a:rPr lang="en-US" altLang="ko-KR" sz="1200" b="0" i="1" smtClean="0">
                                    <a:ln w="9525">
                                      <a:solidFill>
                                        <a:schemeClr val="tx1">
                                          <a:alpha val="29000"/>
                                        </a:schemeClr>
                                      </a:solidFill>
                                    </a:ln>
                                    <a:latin typeface="Cambria Math" panose="02040503050406030204" pitchFamily="18" charset="0"/>
                                    <a:ea typeface="맑은 고딕"/>
                                    <a:cs typeface="Times New Roman"/>
                                  </a:rPr>
                                  <m:t>𝑇</m:t>
                                </m:r>
                              </m:den>
                            </m:f>
                          </m:e>
                        </m:d>
                      </m:e>
                    </m:func>
                  </m:oMath>
                </a14:m>
                <a:r>
                  <a:rPr lang="en-US" altLang="ko-KR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  <a:p>
                <a:r>
                  <a:rPr lang="ko-KR" altLang="en-US" sz="12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</a:p>
            </p:txBody>
          </p:sp>
        </mc:Choice>
        <mc:Fallback xmlns=""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694020C-C73D-A37B-2FEC-74C1EFDDED6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923679" y="3897823"/>
                <a:ext cx="4690708" cy="2206566"/>
              </a:xfrm>
              <a:prstGeom prst="rect">
                <a:avLst/>
              </a:prstGeom>
              <a:blipFill>
                <a:blip r:embed="rId6"/>
                <a:stretch>
                  <a:fillRect l="-130"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9AD50793-C36B-B4E0-9907-8B316CCE6269}"/>
              </a:ext>
            </a:extLst>
          </p:cNvPr>
          <p:cNvSpPr txBox="1"/>
          <p:nvPr/>
        </p:nvSpPr>
        <p:spPr>
          <a:xfrm>
            <a:off x="6732760" y="5876510"/>
            <a:ext cx="2420118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Kim, Minsoo, and </a:t>
            </a:r>
            <a:r>
              <a:rPr lang="en-US" altLang="ko-KR" sz="1050" b="1" i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Hyungcheol</a:t>
            </a:r>
            <a:r>
              <a:rPr lang="en-US" altLang="ko-KR" sz="1050" b="1" i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chemeClr val="bg1">
                    <a:lumMod val="75000"/>
                  </a:schemeClr>
                </a:solidFill>
                <a:latin typeface="Times New Roman"/>
                <a:ea typeface="맑은 고딕"/>
                <a:cs typeface="Times New Roman"/>
              </a:rPr>
              <a:t> Shin. IEEE Transactions on Electron Devices 68.7 (2021): 3339-3345.</a:t>
            </a:r>
            <a:endParaRPr lang="ko-KR" altLang="en-US" sz="1050" b="1" i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chemeClr val="bg1">
                  <a:lumMod val="75000"/>
                </a:schemeClr>
              </a:solidFill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5528102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Modeling Result (Example)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3/9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aphicFrame>
        <p:nvGraphicFramePr>
          <p:cNvPr id="3" name="개체 2">
            <a:extLst>
              <a:ext uri="{FF2B5EF4-FFF2-40B4-BE49-F238E27FC236}">
                <a16:creationId xmlns:a16="http://schemas.microsoft.com/office/drawing/2014/main" id="{01784F33-AFA6-243B-8FBC-9A4CF93B944A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45507300"/>
              </p:ext>
            </p:extLst>
          </p:nvPr>
        </p:nvGraphicFramePr>
        <p:xfrm>
          <a:off x="1659788" y="1627793"/>
          <a:ext cx="5464541" cy="3819491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965500" imgH="2771641" progId="Origin50.Graph">
                  <p:embed/>
                </p:oleObj>
              </mc:Choice>
              <mc:Fallback>
                <p:oleObj name="Graph" r:id="rId3" imgW="3965500" imgH="2771641" progId="Origin50.Graph">
                  <p:embed/>
                  <p:pic>
                    <p:nvPicPr>
                      <p:cNvPr id="3" name="개체 2">
                        <a:extLst>
                          <a:ext uri="{FF2B5EF4-FFF2-40B4-BE49-F238E27FC236}">
                            <a16:creationId xmlns:a16="http://schemas.microsoft.com/office/drawing/2014/main" id="{01784F33-AFA6-243B-8FBC-9A4CF93B944A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659788" y="1627793"/>
                        <a:ext cx="5464541" cy="3819491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13ACD293-6A1B-DF80-DD0D-37A0AFB8F863}"/>
              </a:ext>
            </a:extLst>
          </p:cNvPr>
          <p:cNvCxnSpPr>
            <a:cxnSpLocks/>
          </p:cNvCxnSpPr>
          <p:nvPr/>
        </p:nvCxnSpPr>
        <p:spPr>
          <a:xfrm>
            <a:off x="3800897" y="2259729"/>
            <a:ext cx="0" cy="3438031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B87EFF-A1B7-EB4C-FFDB-BBE0B40C6256}"/>
                  </a:ext>
                </a:extLst>
              </p:cNvPr>
              <p:cNvSpPr txBox="1"/>
              <p:nvPr/>
            </p:nvSpPr>
            <p:spPr>
              <a:xfrm>
                <a:off x="3123888" y="5761900"/>
                <a:ext cx="5240215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𝜏</m:t>
                    </m:r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:</m:t>
                    </m:r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</a:t>
                </a:r>
                <a:r>
                  <a:rPr lang="en-US" altLang="ko-KR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(saturation voltage) </a:t>
                </a:r>
                <a14:m>
                  <m:oMath xmlns:m="http://schemas.openxmlformats.org/officeDocument/2006/math">
                    <m:r>
                      <a:rPr lang="en-US" altLang="ko-KR" sz="16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×</m:t>
                    </m:r>
                    <m:d>
                      <m:dPr>
                        <m:ctrlP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1−</m:t>
                        </m:r>
                        <m:sSup>
                          <m:sSupPr>
                            <m:ctrlP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</m:ctrlPr>
                          </m:sSupPr>
                          <m:e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𝑒</m:t>
                            </m:r>
                          </m:e>
                          <m:sup>
                            <m:r>
                              <a:rPr lang="en-US" altLang="ko-KR" sz="1600" b="0" i="1" smtClean="0">
                                <a:ln w="9525">
                                  <a:solidFill>
                                    <a:schemeClr val="tx1">
                                      <a:alpha val="29000"/>
                                    </a:schemeClr>
                                  </a:solidFill>
                                </a:ln>
                                <a:latin typeface="Cambria Math" panose="02040503050406030204" pitchFamily="18" charset="0"/>
                                <a:ea typeface="맑은 고딕"/>
                                <a:cs typeface="Times New Roman"/>
                              </a:rPr>
                              <m:t>−1</m:t>
                            </m:r>
                          </m:sup>
                        </m:sSup>
                        <m:r>
                          <a:rPr lang="en-US" altLang="ko-KR" sz="1600" b="0" i="1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 ≈63%</m:t>
                        </m:r>
                      </m:e>
                    </m:d>
                  </m:oMath>
                </a14:m>
                <a:r>
                  <a:rPr lang="ko-KR" altLang="en-US" sz="16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~ </m:t>
                    </m:r>
                    <m:sSup>
                      <m:sSup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e>
                      <m:sup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−3~4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𝑠</m:t>
                        </m: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:endParaRPr lang="ko-KR" altLang="en-US" sz="16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endParaRPr>
              </a:p>
            </p:txBody>
          </p:sp>
        </mc:Choice>
        <mc:Fallback xmlns="">
          <p:sp>
            <p:nvSpPr>
              <p:cNvPr id="9" name="TextBox 8">
                <a:extLst>
                  <a:ext uri="{FF2B5EF4-FFF2-40B4-BE49-F238E27FC236}">
                    <a16:creationId xmlns:a16="http://schemas.microsoft.com/office/drawing/2014/main" id="{41B87EFF-A1B7-EB4C-FFDB-BBE0B40C625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23888" y="5761900"/>
                <a:ext cx="5240215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Box 9">
            <a:extLst>
              <a:ext uri="{FF2B5EF4-FFF2-40B4-BE49-F238E27FC236}">
                <a16:creationId xmlns:a16="http://schemas.microsoft.com/office/drawing/2014/main" id="{F1B9C2F0-03C9-B752-4C30-A1B35D6DBBA5}"/>
              </a:ext>
            </a:extLst>
          </p:cNvPr>
          <p:cNvSpPr txBox="1"/>
          <p:nvPr/>
        </p:nvSpPr>
        <p:spPr>
          <a:xfrm>
            <a:off x="2322928" y="1268045"/>
            <a:ext cx="4014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 Parameters are not yet calibrated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3405320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Observation of </a:t>
            </a:r>
            <a:r>
              <a:rPr lang="en-US" altLang="ko-KR" sz="3600" dirty="0" err="1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Detrapping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in TCAD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4/9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C0E21B8-6082-669B-3257-2D8887490345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375" r="15503"/>
          <a:stretch/>
        </p:blipFill>
        <p:spPr>
          <a:xfrm>
            <a:off x="1289115" y="1334031"/>
            <a:ext cx="1726484" cy="3894991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5F2FA86F-8513-5084-8220-772AFC85933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1970"/>
          <a:stretch/>
        </p:blipFill>
        <p:spPr>
          <a:xfrm>
            <a:off x="3708758" y="1334031"/>
            <a:ext cx="1726484" cy="3818260"/>
          </a:xfrm>
          <a:prstGeom prst="rect">
            <a:avLst/>
          </a:prstGeom>
        </p:spPr>
      </p:pic>
      <p:pic>
        <p:nvPicPr>
          <p:cNvPr id="14" name="그림 13">
            <a:extLst>
              <a:ext uri="{FF2B5EF4-FFF2-40B4-BE49-F238E27FC236}">
                <a16:creationId xmlns:a16="http://schemas.microsoft.com/office/drawing/2014/main" id="{3BFDF225-10E0-1BD4-040E-B04E6D4184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8401" y="1334031"/>
            <a:ext cx="1661459" cy="3818260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8637BC7E-5937-74E8-E826-123B6C84217A}"/>
              </a:ext>
            </a:extLst>
          </p:cNvPr>
          <p:cNvSpPr txBox="1"/>
          <p:nvPr/>
        </p:nvSpPr>
        <p:spPr>
          <a:xfrm>
            <a:off x="1494692" y="5224686"/>
            <a:ext cx="152090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 [s] (initial)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E1AA2D7-FCDA-8E71-3878-B2A93B2C0F44}"/>
              </a:ext>
            </a:extLst>
          </p:cNvPr>
          <p:cNvSpPr txBox="1"/>
          <p:nvPr/>
        </p:nvSpPr>
        <p:spPr>
          <a:xfrm>
            <a:off x="4122548" y="5224686"/>
            <a:ext cx="11264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0.01 [s]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DEA6C65-0B1D-ED10-D184-A5F0F653DD92}"/>
              </a:ext>
            </a:extLst>
          </p:cNvPr>
          <p:cNvSpPr txBox="1"/>
          <p:nvPr/>
        </p:nvSpPr>
        <p:spPr>
          <a:xfrm>
            <a:off x="6486886" y="5224686"/>
            <a:ext cx="12748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0.5 [s]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8" name="화살표: 왼쪽 17">
            <a:extLst>
              <a:ext uri="{FF2B5EF4-FFF2-40B4-BE49-F238E27FC236}">
                <a16:creationId xmlns:a16="http://schemas.microsoft.com/office/drawing/2014/main" id="{AAC0F625-8159-1984-F86F-DFA6EF5EFCFA}"/>
              </a:ext>
            </a:extLst>
          </p:cNvPr>
          <p:cNvSpPr/>
          <p:nvPr/>
        </p:nvSpPr>
        <p:spPr>
          <a:xfrm>
            <a:off x="3807069" y="3438588"/>
            <a:ext cx="315479" cy="477185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왼쪽 18">
            <a:extLst>
              <a:ext uri="{FF2B5EF4-FFF2-40B4-BE49-F238E27FC236}">
                <a16:creationId xmlns:a16="http://schemas.microsoft.com/office/drawing/2014/main" id="{B030FDB3-A11D-8CE9-BDA6-FD4E33FAF62D}"/>
              </a:ext>
            </a:extLst>
          </p:cNvPr>
          <p:cNvSpPr/>
          <p:nvPr/>
        </p:nvSpPr>
        <p:spPr>
          <a:xfrm>
            <a:off x="3807069" y="2686613"/>
            <a:ext cx="315479" cy="477185"/>
          </a:xfrm>
          <a:prstGeom prst="leftArrow">
            <a:avLst/>
          </a:prstGeom>
          <a:solidFill>
            <a:srgbClr val="FFFF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화살표: 왼쪽 19">
            <a:extLst>
              <a:ext uri="{FF2B5EF4-FFF2-40B4-BE49-F238E27FC236}">
                <a16:creationId xmlns:a16="http://schemas.microsoft.com/office/drawing/2014/main" id="{37386F3D-EAE7-01C6-3668-45D1B8D3C269}"/>
              </a:ext>
            </a:extLst>
          </p:cNvPr>
          <p:cNvSpPr/>
          <p:nvPr/>
        </p:nvSpPr>
        <p:spPr>
          <a:xfrm rot="5400000">
            <a:off x="4528037" y="1648155"/>
            <a:ext cx="315479" cy="477185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1" name="화살표: 왼쪽 20">
            <a:extLst>
              <a:ext uri="{FF2B5EF4-FFF2-40B4-BE49-F238E27FC236}">
                <a16:creationId xmlns:a16="http://schemas.microsoft.com/office/drawing/2014/main" id="{1DF00897-1A83-09F4-36FA-2591361FC4AB}"/>
              </a:ext>
            </a:extLst>
          </p:cNvPr>
          <p:cNvSpPr/>
          <p:nvPr/>
        </p:nvSpPr>
        <p:spPr>
          <a:xfrm rot="16200000">
            <a:off x="4528037" y="4323926"/>
            <a:ext cx="315479" cy="477185"/>
          </a:xfrm>
          <a:prstGeom prst="leftArrow">
            <a:avLst/>
          </a:prstGeom>
          <a:solidFill>
            <a:schemeClr val="bg1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28" name="그림 27">
            <a:extLst>
              <a:ext uri="{FF2B5EF4-FFF2-40B4-BE49-F238E27FC236}">
                <a16:creationId xmlns:a16="http://schemas.microsoft.com/office/drawing/2014/main" id="{B3B0FD45-1E60-49B5-896F-B6E714BE7871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930361" y="3915773"/>
            <a:ext cx="952103" cy="10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657549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Observation of </a:t>
            </a:r>
            <a:r>
              <a:rPr lang="en-US" altLang="ko-KR" sz="3600" dirty="0" err="1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Detrapping</a:t>
            </a:r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 in TCAD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5/9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aphicFrame>
        <p:nvGraphicFramePr>
          <p:cNvPr id="30" name="개체 29">
            <a:extLst>
              <a:ext uri="{FF2B5EF4-FFF2-40B4-BE49-F238E27FC236}">
                <a16:creationId xmlns:a16="http://schemas.microsoft.com/office/drawing/2014/main" id="{99EA8BB9-DB2A-613A-E8BC-9B1ECADCA84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046899047"/>
              </p:ext>
            </p:extLst>
          </p:nvPr>
        </p:nvGraphicFramePr>
        <p:xfrm>
          <a:off x="3007858" y="1826678"/>
          <a:ext cx="6136141" cy="42889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965500" imgH="2771641" progId="Origin50.Graph">
                  <p:embed/>
                </p:oleObj>
              </mc:Choice>
              <mc:Fallback>
                <p:oleObj name="Graph" r:id="rId3" imgW="3965500" imgH="2771641" progId="Origin50.Graph">
                  <p:embed/>
                  <p:pic>
                    <p:nvPicPr>
                      <p:cNvPr id="30" name="개체 29">
                        <a:extLst>
                          <a:ext uri="{FF2B5EF4-FFF2-40B4-BE49-F238E27FC236}">
                            <a16:creationId xmlns:a16="http://schemas.microsoft.com/office/drawing/2014/main" id="{99EA8BB9-DB2A-613A-E8BC-9B1ECADCA847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3007858" y="1826678"/>
                        <a:ext cx="6136141" cy="428891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C9F320B2-1E84-EF44-3C88-EB1975881777}"/>
              </a:ext>
            </a:extLst>
          </p:cNvPr>
          <p:cNvSpPr txBox="1"/>
          <p:nvPr/>
        </p:nvSpPr>
        <p:spPr>
          <a:xfrm>
            <a:off x="668215" y="1283677"/>
            <a:ext cx="780757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8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Plot of Charged-trap distribution in BETOX-Nitride</a:t>
            </a:r>
            <a:endParaRPr lang="ko-KR" altLang="en-US" sz="28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972B934F-0F76-E9B6-35BE-96FAFB0DB53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6818" y="2370043"/>
            <a:ext cx="2286473" cy="1411482"/>
          </a:xfrm>
          <a:prstGeom prst="rect">
            <a:avLst/>
          </a:prstGeom>
        </p:spPr>
      </p:pic>
      <p:sp>
        <p:nvSpPr>
          <p:cNvPr id="18" name="화살표: 위로 굽음 17">
            <a:extLst>
              <a:ext uri="{FF2B5EF4-FFF2-40B4-BE49-F238E27FC236}">
                <a16:creationId xmlns:a16="http://schemas.microsoft.com/office/drawing/2014/main" id="{DE703D87-4479-8E05-28D7-8F0249BD9028}"/>
              </a:ext>
            </a:extLst>
          </p:cNvPr>
          <p:cNvSpPr/>
          <p:nvPr/>
        </p:nvSpPr>
        <p:spPr>
          <a:xfrm rot="5400000">
            <a:off x="1350679" y="3881221"/>
            <a:ext cx="1419104" cy="1366119"/>
          </a:xfrm>
          <a:prstGeom prst="bentUpArrow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2838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Application of Nonlocal tunneling Length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6/9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3BF7ABCB-28D9-B345-0EB5-D305431B2AC2}"/>
              </a:ext>
            </a:extLst>
          </p:cNvPr>
          <p:cNvGrpSpPr/>
          <p:nvPr/>
        </p:nvGrpSpPr>
        <p:grpSpPr>
          <a:xfrm>
            <a:off x="646431" y="948685"/>
            <a:ext cx="4706619" cy="5269448"/>
            <a:chOff x="2065656" y="948685"/>
            <a:chExt cx="4706619" cy="5269448"/>
          </a:xfrm>
        </p:grpSpPr>
        <p:pic>
          <p:nvPicPr>
            <p:cNvPr id="4" name="그림 3">
              <a:extLst>
                <a:ext uri="{FF2B5EF4-FFF2-40B4-BE49-F238E27FC236}">
                  <a16:creationId xmlns:a16="http://schemas.microsoft.com/office/drawing/2014/main" id="{AF80E807-4828-8C88-00DC-87CEB62927F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2098853" y="948685"/>
              <a:ext cx="4673422" cy="2541088"/>
            </a:xfrm>
            <a:prstGeom prst="rect">
              <a:avLst/>
            </a:prstGeom>
          </p:spPr>
        </p:pic>
        <p:cxnSp>
          <p:nvCxnSpPr>
            <p:cNvPr id="10" name="직선 연결선 9">
              <a:extLst>
                <a:ext uri="{FF2B5EF4-FFF2-40B4-BE49-F238E27FC236}">
                  <a16:creationId xmlns:a16="http://schemas.microsoft.com/office/drawing/2014/main" id="{2A9EB18F-3181-167D-94E5-01CB4B0C18C6}"/>
                </a:ext>
              </a:extLst>
            </p:cNvPr>
            <p:cNvCxnSpPr>
              <a:cxnSpLocks/>
            </p:cNvCxnSpPr>
            <p:nvPr/>
          </p:nvCxnSpPr>
          <p:spPr>
            <a:xfrm>
              <a:off x="4045829" y="948685"/>
              <a:ext cx="0" cy="228029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AAED9B8F-08E3-FF5C-9B79-3238945BDFDC}"/>
                </a:ext>
              </a:extLst>
            </p:cNvPr>
            <p:cNvCxnSpPr>
              <a:cxnSpLocks/>
            </p:cNvCxnSpPr>
            <p:nvPr/>
          </p:nvCxnSpPr>
          <p:spPr>
            <a:xfrm>
              <a:off x="4435564" y="948685"/>
              <a:ext cx="0" cy="228029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6E5CF50-4D7C-05BF-620B-F5E3D2FDD743}"/>
                </a:ext>
              </a:extLst>
            </p:cNvPr>
            <p:cNvSpPr txBox="1"/>
            <p:nvPr/>
          </p:nvSpPr>
          <p:spPr>
            <a:xfrm>
              <a:off x="4531363" y="2052150"/>
              <a:ext cx="1594591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rgbClr val="FFFF00"/>
                  </a:solidFill>
                  <a:latin typeface="Times New Roman"/>
                  <a:ea typeface="맑은 고딕"/>
                  <a:cs typeface="Times New Roman"/>
                </a:rPr>
                <a:t>Tunneling length</a:t>
              </a:r>
            </a:p>
            <a:p>
              <a:r>
                <a:rPr lang="en-US" altLang="ko-KR" sz="14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rgbClr val="FFFF00"/>
                  </a:solidFill>
                  <a:latin typeface="Times New Roman"/>
                  <a:ea typeface="맑은 고딕"/>
                  <a:cs typeface="Times New Roman"/>
                </a:rPr>
                <a:t>= 4nm</a:t>
              </a:r>
              <a:endParaRPr lang="ko-KR" altLang="en-US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FFF00"/>
                </a:solidFill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17" name="직선 화살표 연결선 16">
              <a:extLst>
                <a:ext uri="{FF2B5EF4-FFF2-40B4-BE49-F238E27FC236}">
                  <a16:creationId xmlns:a16="http://schemas.microsoft.com/office/drawing/2014/main" id="{18A3641C-1816-097C-EE6F-CB64BEF44A20}"/>
                </a:ext>
              </a:extLst>
            </p:cNvPr>
            <p:cNvCxnSpPr>
              <a:cxnSpLocks/>
            </p:cNvCxnSpPr>
            <p:nvPr/>
          </p:nvCxnSpPr>
          <p:spPr>
            <a:xfrm>
              <a:off x="4435564" y="2000250"/>
              <a:ext cx="364845" cy="0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pic>
          <p:nvPicPr>
            <p:cNvPr id="26" name="그림 25">
              <a:extLst>
                <a:ext uri="{FF2B5EF4-FFF2-40B4-BE49-F238E27FC236}">
                  <a16:creationId xmlns:a16="http://schemas.microsoft.com/office/drawing/2014/main" id="{45AEEA19-4EDE-95C7-54FD-7C5B3111EA0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2065656" y="3673255"/>
              <a:ext cx="4706619" cy="2544878"/>
            </a:xfrm>
            <a:prstGeom prst="rect">
              <a:avLst/>
            </a:prstGeom>
          </p:spPr>
        </p:pic>
        <p:cxnSp>
          <p:nvCxnSpPr>
            <p:cNvPr id="27" name="직선 연결선 26">
              <a:extLst>
                <a:ext uri="{FF2B5EF4-FFF2-40B4-BE49-F238E27FC236}">
                  <a16:creationId xmlns:a16="http://schemas.microsoft.com/office/drawing/2014/main" id="{043A0903-6720-EAB8-FA54-B6C04E0A1D22}"/>
                </a:ext>
              </a:extLst>
            </p:cNvPr>
            <p:cNvCxnSpPr>
              <a:cxnSpLocks/>
            </p:cNvCxnSpPr>
            <p:nvPr/>
          </p:nvCxnSpPr>
          <p:spPr>
            <a:xfrm>
              <a:off x="4045829" y="3692305"/>
              <a:ext cx="0" cy="228029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직선 연결선 27">
              <a:extLst>
                <a:ext uri="{FF2B5EF4-FFF2-40B4-BE49-F238E27FC236}">
                  <a16:creationId xmlns:a16="http://schemas.microsoft.com/office/drawing/2014/main" id="{303221A6-7E68-E375-F63E-A0B66D8EECE7}"/>
                </a:ext>
              </a:extLst>
            </p:cNvPr>
            <p:cNvCxnSpPr>
              <a:cxnSpLocks/>
            </p:cNvCxnSpPr>
            <p:nvPr/>
          </p:nvCxnSpPr>
          <p:spPr>
            <a:xfrm>
              <a:off x="4392701" y="3692305"/>
              <a:ext cx="0" cy="2280290"/>
            </a:xfrm>
            <a:prstGeom prst="line">
              <a:avLst/>
            </a:prstGeom>
            <a:ln w="38100">
              <a:solidFill>
                <a:srgbClr val="FFFF0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Box 28">
              <a:extLst>
                <a:ext uri="{FF2B5EF4-FFF2-40B4-BE49-F238E27FC236}">
                  <a16:creationId xmlns:a16="http://schemas.microsoft.com/office/drawing/2014/main" id="{47360B03-868F-ED37-3CF5-C7AAE1713BB6}"/>
                </a:ext>
              </a:extLst>
            </p:cNvPr>
            <p:cNvSpPr txBox="1"/>
            <p:nvPr/>
          </p:nvSpPr>
          <p:spPr>
            <a:xfrm>
              <a:off x="4392701" y="4762921"/>
              <a:ext cx="1747837" cy="52322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14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rgbClr val="FFFF00"/>
                  </a:solidFill>
                  <a:latin typeface="Times New Roman"/>
                  <a:ea typeface="맑은 고딕"/>
                  <a:cs typeface="Times New Roman"/>
                </a:rPr>
                <a:t>Tunneling length</a:t>
              </a:r>
            </a:p>
            <a:p>
              <a:r>
                <a:rPr lang="en-US" altLang="ko-KR" sz="1400" b="1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solidFill>
                    <a:srgbClr val="FFFF00"/>
                  </a:solidFill>
                  <a:latin typeface="Times New Roman"/>
                  <a:ea typeface="맑은 고딕"/>
                  <a:cs typeface="Times New Roman"/>
                </a:rPr>
                <a:t>= 6nm</a:t>
              </a:r>
              <a:endParaRPr lang="ko-KR" altLang="en-US" sz="14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FFF00"/>
                </a:solidFill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30" name="직선 화살표 연결선 29">
              <a:extLst>
                <a:ext uri="{FF2B5EF4-FFF2-40B4-BE49-F238E27FC236}">
                  <a16:creationId xmlns:a16="http://schemas.microsoft.com/office/drawing/2014/main" id="{1F8FF28C-2AE2-C59A-8438-7742CB5E4F8B}"/>
                </a:ext>
              </a:extLst>
            </p:cNvPr>
            <p:cNvCxnSpPr>
              <a:cxnSpLocks/>
            </p:cNvCxnSpPr>
            <p:nvPr/>
          </p:nvCxnSpPr>
          <p:spPr>
            <a:xfrm>
              <a:off x="4414133" y="4743870"/>
              <a:ext cx="524580" cy="0"/>
            </a:xfrm>
            <a:prstGeom prst="straightConnector1">
              <a:avLst/>
            </a:prstGeom>
            <a:ln>
              <a:solidFill>
                <a:srgbClr val="FFFF00"/>
              </a:solidFill>
              <a:headEnd type="triangle"/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922003D-A8B1-2013-F769-646CE0C18518}"/>
              </a:ext>
            </a:extLst>
          </p:cNvPr>
          <p:cNvSpPr txBox="1"/>
          <p:nvPr/>
        </p:nvSpPr>
        <p:spPr>
          <a:xfrm>
            <a:off x="5267325" y="1866900"/>
            <a:ext cx="3615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Nonlocal tunneling length = 4nm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BE59C350-0C5E-AB43-092C-3F1F6AC10F4F}"/>
              </a:ext>
            </a:extLst>
          </p:cNvPr>
          <p:cNvSpPr txBox="1"/>
          <p:nvPr/>
        </p:nvSpPr>
        <p:spPr>
          <a:xfrm>
            <a:off x="5267325" y="4590991"/>
            <a:ext cx="361513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Nonlocal tunneling length = 6nm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6748158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Application of Nonlocal tunneling Length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7/9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pic>
        <p:nvPicPr>
          <p:cNvPr id="9" name="그림 8">
            <a:extLst>
              <a:ext uri="{FF2B5EF4-FFF2-40B4-BE49-F238E27FC236}">
                <a16:creationId xmlns:a16="http://schemas.microsoft.com/office/drawing/2014/main" id="{BFB13F6A-6325-F56F-0C7A-BD0F761CFB06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4319" r="34912" b="4582"/>
          <a:stretch/>
        </p:blipFill>
        <p:spPr>
          <a:xfrm>
            <a:off x="1402557" y="1352462"/>
            <a:ext cx="2383766" cy="3997068"/>
          </a:xfrm>
          <a:prstGeom prst="rect">
            <a:avLst/>
          </a:prstGeom>
        </p:spPr>
      </p:pic>
      <p:pic>
        <p:nvPicPr>
          <p:cNvPr id="11" name="그림 10">
            <a:extLst>
              <a:ext uri="{FF2B5EF4-FFF2-40B4-BE49-F238E27FC236}">
                <a16:creationId xmlns:a16="http://schemas.microsoft.com/office/drawing/2014/main" id="{16D26865-6685-432A-7449-3C91F0EE0B8D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b="6852"/>
          <a:stretch/>
        </p:blipFill>
        <p:spPr>
          <a:xfrm>
            <a:off x="5584577" y="1429250"/>
            <a:ext cx="2025394" cy="3991093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F11D0B8-5E66-B793-95B8-DD0501488AD9}"/>
              </a:ext>
            </a:extLst>
          </p:cNvPr>
          <p:cNvSpPr txBox="1"/>
          <p:nvPr/>
        </p:nvSpPr>
        <p:spPr>
          <a:xfrm>
            <a:off x="28533" y="5204237"/>
            <a:ext cx="517882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 TAT(</a:t>
            </a:r>
            <a:r>
              <a:rPr lang="en-US" altLang="ko-KR" sz="2000" u="sng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en-US" altLang="ko-KR" sz="2000" u="sng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&gt; BETOX &gt; Si 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/ </a:t>
            </a:r>
            <a:r>
              <a:rPr lang="en-US" altLang="ko-KR" sz="2000" strike="sngStrike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en-US" altLang="ko-KR" sz="2000" strike="sngStrike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&gt; Si</a:t>
            </a:r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)</a:t>
            </a:r>
          </a:p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 LM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52A03B37-B45D-6E85-75C4-45062EBF70AC}"/>
              </a:ext>
            </a:extLst>
          </p:cNvPr>
          <p:cNvSpPr txBox="1"/>
          <p:nvPr/>
        </p:nvSpPr>
        <p:spPr>
          <a:xfrm>
            <a:off x="799182" y="926001"/>
            <a:ext cx="363752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Long tunneling length (set: 6nm)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15" name="화살표: 왼쪽 14">
            <a:extLst>
              <a:ext uri="{FF2B5EF4-FFF2-40B4-BE49-F238E27FC236}">
                <a16:creationId xmlns:a16="http://schemas.microsoft.com/office/drawing/2014/main" id="{BF65CA5A-E506-C1C8-983A-BF9AED7857F9}"/>
              </a:ext>
            </a:extLst>
          </p:cNvPr>
          <p:cNvSpPr/>
          <p:nvPr/>
        </p:nvSpPr>
        <p:spPr>
          <a:xfrm>
            <a:off x="2008607" y="1625141"/>
            <a:ext cx="547812" cy="190165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6" name="화살표: 왼쪽 15">
            <a:extLst>
              <a:ext uri="{FF2B5EF4-FFF2-40B4-BE49-F238E27FC236}">
                <a16:creationId xmlns:a16="http://schemas.microsoft.com/office/drawing/2014/main" id="{863DBF7A-BBBC-920F-F1BB-6E7FE79DE1BB}"/>
              </a:ext>
            </a:extLst>
          </p:cNvPr>
          <p:cNvSpPr/>
          <p:nvPr/>
        </p:nvSpPr>
        <p:spPr>
          <a:xfrm>
            <a:off x="2574361" y="4545114"/>
            <a:ext cx="903048" cy="190165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7" name="화살표: 왼쪽 16">
            <a:extLst>
              <a:ext uri="{FF2B5EF4-FFF2-40B4-BE49-F238E27FC236}">
                <a16:creationId xmlns:a16="http://schemas.microsoft.com/office/drawing/2014/main" id="{EC6577CD-38AF-FC4A-A5B0-60799116F38E}"/>
              </a:ext>
            </a:extLst>
          </p:cNvPr>
          <p:cNvSpPr/>
          <p:nvPr/>
        </p:nvSpPr>
        <p:spPr>
          <a:xfrm>
            <a:off x="2012949" y="4545114"/>
            <a:ext cx="561411" cy="190165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9" name="화살표: 위쪽/아래쪽 18">
            <a:extLst>
              <a:ext uri="{FF2B5EF4-FFF2-40B4-BE49-F238E27FC236}">
                <a16:creationId xmlns:a16="http://schemas.microsoft.com/office/drawing/2014/main" id="{B4F4EEDE-01BC-02AA-5ECA-C031C8262018}"/>
              </a:ext>
            </a:extLst>
          </p:cNvPr>
          <p:cNvSpPr/>
          <p:nvPr/>
        </p:nvSpPr>
        <p:spPr>
          <a:xfrm>
            <a:off x="2753966" y="2660126"/>
            <a:ext cx="157689" cy="1794908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B50748E-0104-4D82-BE72-BF9752DCCDF5}"/>
              </a:ext>
            </a:extLst>
          </p:cNvPr>
          <p:cNvSpPr txBox="1"/>
          <p:nvPr/>
        </p:nvSpPr>
        <p:spPr>
          <a:xfrm>
            <a:off x="2008607" y="1739987"/>
            <a:ext cx="9030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FFF00"/>
                </a:solidFill>
                <a:latin typeface="Times New Roman"/>
                <a:ea typeface="맑은 고딕"/>
                <a:cs typeface="Times New Roman"/>
              </a:rPr>
              <a:t>Detrap</a:t>
            </a:r>
            <a:endParaRPr lang="ko-KR" altLang="en-US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rgbClr val="FFFF00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46AEAF96-CBCE-E018-B2A2-1D603C10C2AC}"/>
              </a:ext>
            </a:extLst>
          </p:cNvPr>
          <p:cNvSpPr txBox="1"/>
          <p:nvPr/>
        </p:nvSpPr>
        <p:spPr>
          <a:xfrm>
            <a:off x="1957869" y="4255121"/>
            <a:ext cx="71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FFF00"/>
                </a:solidFill>
                <a:latin typeface="Times New Roman"/>
                <a:ea typeface="맑은 고딕"/>
                <a:cs typeface="Times New Roman"/>
              </a:rPr>
              <a:t>TAT</a:t>
            </a:r>
            <a:endParaRPr lang="ko-KR" altLang="en-US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rgbClr val="FFFF00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1DB01D-128E-5642-2AC2-9D38ED5A70B7}"/>
              </a:ext>
            </a:extLst>
          </p:cNvPr>
          <p:cNvSpPr txBox="1"/>
          <p:nvPr/>
        </p:nvSpPr>
        <p:spPr>
          <a:xfrm>
            <a:off x="2832810" y="3287063"/>
            <a:ext cx="71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FFF00"/>
                </a:solidFill>
                <a:latin typeface="Times New Roman"/>
                <a:ea typeface="맑은 고딕"/>
                <a:cs typeface="Times New Roman"/>
              </a:rPr>
              <a:t>LM</a:t>
            </a:r>
            <a:endParaRPr lang="ko-KR" altLang="en-US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rgbClr val="FFFF00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3" name="화살표: 위쪽/아래쪽 22">
            <a:extLst>
              <a:ext uri="{FF2B5EF4-FFF2-40B4-BE49-F238E27FC236}">
                <a16:creationId xmlns:a16="http://schemas.microsoft.com/office/drawing/2014/main" id="{F46C8EE1-9D9B-4524-A374-70CF27841FD5}"/>
              </a:ext>
            </a:extLst>
          </p:cNvPr>
          <p:cNvSpPr/>
          <p:nvPr/>
        </p:nvSpPr>
        <p:spPr>
          <a:xfrm>
            <a:off x="6667549" y="2254250"/>
            <a:ext cx="157689" cy="2108818"/>
          </a:xfrm>
          <a:prstGeom prst="upDownArrow">
            <a:avLst/>
          </a:prstGeom>
          <a:solidFill>
            <a:srgbClr val="FFC000"/>
          </a:solidFill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C872A8DA-5E11-9DBD-75EA-03DED24F3F81}"/>
              </a:ext>
            </a:extLst>
          </p:cNvPr>
          <p:cNvSpPr txBox="1"/>
          <p:nvPr/>
        </p:nvSpPr>
        <p:spPr>
          <a:xfrm>
            <a:off x="6746393" y="3059668"/>
            <a:ext cx="7114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FFF00"/>
                </a:solidFill>
                <a:latin typeface="Times New Roman"/>
                <a:ea typeface="맑은 고딕"/>
                <a:cs typeface="Times New Roman"/>
              </a:rPr>
              <a:t>LM</a:t>
            </a:r>
            <a:endParaRPr lang="ko-KR" altLang="en-US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rgbClr val="FFFF00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5" name="화살표: 왼쪽 24">
            <a:extLst>
              <a:ext uri="{FF2B5EF4-FFF2-40B4-BE49-F238E27FC236}">
                <a16:creationId xmlns:a16="http://schemas.microsoft.com/office/drawing/2014/main" id="{A37CEDB3-CC9E-29F7-0866-CC318751F47B}"/>
              </a:ext>
            </a:extLst>
          </p:cNvPr>
          <p:cNvSpPr/>
          <p:nvPr/>
        </p:nvSpPr>
        <p:spPr>
          <a:xfrm>
            <a:off x="6194033" y="1679414"/>
            <a:ext cx="248368" cy="190165"/>
          </a:xfrm>
          <a:prstGeom prst="leftArrow">
            <a:avLst/>
          </a:prstGeom>
          <a:solidFill>
            <a:srgbClr val="FFFF00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CA3B0C0B-FA98-721F-7E5D-721924C2AAE5}"/>
              </a:ext>
            </a:extLst>
          </p:cNvPr>
          <p:cNvSpPr txBox="1"/>
          <p:nvPr/>
        </p:nvSpPr>
        <p:spPr>
          <a:xfrm>
            <a:off x="6442401" y="1594844"/>
            <a:ext cx="90304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600" b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solidFill>
                  <a:srgbClr val="FFFF00"/>
                </a:solidFill>
                <a:latin typeface="Times New Roman"/>
                <a:ea typeface="맑은 고딕"/>
                <a:cs typeface="Times New Roman"/>
              </a:rPr>
              <a:t>Detrap</a:t>
            </a:r>
            <a:endParaRPr lang="ko-KR" altLang="en-US" sz="1600" b="1" dirty="0">
              <a:ln w="9525">
                <a:solidFill>
                  <a:schemeClr val="tx1">
                    <a:alpha val="29000"/>
                  </a:schemeClr>
                </a:solidFill>
              </a:ln>
              <a:solidFill>
                <a:srgbClr val="FFFF00"/>
              </a:solidFill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263331D-7DD9-7CDF-5313-C45455ED1DF6}"/>
              </a:ext>
            </a:extLst>
          </p:cNvPr>
          <p:cNvSpPr txBox="1"/>
          <p:nvPr/>
        </p:nvSpPr>
        <p:spPr>
          <a:xfrm>
            <a:off x="6092449" y="5541766"/>
            <a:ext cx="100965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endParaRPr lang="en-US" altLang="ko-KR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+ LM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F43A8C1-983C-BE4C-68E7-07330A3FB4B5}"/>
              </a:ext>
            </a:extLst>
          </p:cNvPr>
          <p:cNvSpPr txBox="1"/>
          <p:nvPr/>
        </p:nvSpPr>
        <p:spPr>
          <a:xfrm>
            <a:off x="4660273" y="923068"/>
            <a:ext cx="38740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Short tunneling length (set: 4nm)</a:t>
            </a:r>
            <a:endParaRPr lang="ko-KR" altLang="en-US" sz="20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grpSp>
        <p:nvGrpSpPr>
          <p:cNvPr id="32" name="그룹 31">
            <a:extLst>
              <a:ext uri="{FF2B5EF4-FFF2-40B4-BE49-F238E27FC236}">
                <a16:creationId xmlns:a16="http://schemas.microsoft.com/office/drawing/2014/main" id="{85887208-32DB-21EC-7D6C-75D896BE6020}"/>
              </a:ext>
            </a:extLst>
          </p:cNvPr>
          <p:cNvGrpSpPr/>
          <p:nvPr/>
        </p:nvGrpSpPr>
        <p:grpSpPr>
          <a:xfrm>
            <a:off x="1979538" y="4744370"/>
            <a:ext cx="947031" cy="369332"/>
            <a:chOff x="2574361" y="2141081"/>
            <a:chExt cx="947031" cy="369332"/>
          </a:xfrm>
        </p:grpSpPr>
        <p:sp>
          <p:nvSpPr>
            <p:cNvPr id="29" name="화살표: 왼쪽/오른쪽 28">
              <a:extLst>
                <a:ext uri="{FF2B5EF4-FFF2-40B4-BE49-F238E27FC236}">
                  <a16:creationId xmlns:a16="http://schemas.microsoft.com/office/drawing/2014/main" id="{BC8AD0A7-B4DD-758B-C58E-009647190772}"/>
                </a:ext>
              </a:extLst>
            </p:cNvPr>
            <p:cNvSpPr/>
            <p:nvPr/>
          </p:nvSpPr>
          <p:spPr>
            <a:xfrm>
              <a:off x="2574361" y="2141081"/>
              <a:ext cx="903048" cy="369332"/>
            </a:xfrm>
            <a:prstGeom prst="left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1" name="TextBox 30">
              <a:extLst>
                <a:ext uri="{FF2B5EF4-FFF2-40B4-BE49-F238E27FC236}">
                  <a16:creationId xmlns:a16="http://schemas.microsoft.com/office/drawing/2014/main" id="{5821B080-C5EC-B882-D994-B9006CE52030}"/>
                </a:ext>
              </a:extLst>
            </p:cNvPr>
            <p:cNvSpPr txBox="1"/>
            <p:nvPr/>
          </p:nvSpPr>
          <p:spPr>
            <a:xfrm>
              <a:off x="2727007" y="2176230"/>
              <a:ext cx="794385" cy="27699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2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(6nm)</a:t>
              </a:r>
              <a:endParaRPr lang="ko-KR" altLang="en-US" sz="1200" dirty="0"/>
            </a:p>
          </p:txBody>
        </p:sp>
      </p:grpSp>
      <p:grpSp>
        <p:nvGrpSpPr>
          <p:cNvPr id="33" name="그룹 32">
            <a:extLst>
              <a:ext uri="{FF2B5EF4-FFF2-40B4-BE49-F238E27FC236}">
                <a16:creationId xmlns:a16="http://schemas.microsoft.com/office/drawing/2014/main" id="{AA8D5B8F-D0F5-0BB5-0A90-8280FF0F228A}"/>
              </a:ext>
            </a:extLst>
          </p:cNvPr>
          <p:cNvGrpSpPr/>
          <p:nvPr/>
        </p:nvGrpSpPr>
        <p:grpSpPr>
          <a:xfrm>
            <a:off x="6166818" y="4982515"/>
            <a:ext cx="686361" cy="246221"/>
            <a:chOff x="2542844" y="2379226"/>
            <a:chExt cx="794838" cy="246221"/>
          </a:xfrm>
        </p:grpSpPr>
        <p:sp>
          <p:nvSpPr>
            <p:cNvPr id="34" name="화살표: 왼쪽/오른쪽 33">
              <a:extLst>
                <a:ext uri="{FF2B5EF4-FFF2-40B4-BE49-F238E27FC236}">
                  <a16:creationId xmlns:a16="http://schemas.microsoft.com/office/drawing/2014/main" id="{218EED9F-19B8-8ECB-9A8C-59FB4A971ACD}"/>
                </a:ext>
              </a:extLst>
            </p:cNvPr>
            <p:cNvSpPr/>
            <p:nvPr/>
          </p:nvSpPr>
          <p:spPr>
            <a:xfrm>
              <a:off x="2542844" y="2379226"/>
              <a:ext cx="579870" cy="246221"/>
            </a:xfrm>
            <a:prstGeom prst="leftRightArrow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4FDF3F36-AF8C-48D3-9C39-1EC3295FFD55}"/>
                </a:ext>
              </a:extLst>
            </p:cNvPr>
            <p:cNvSpPr txBox="1"/>
            <p:nvPr/>
          </p:nvSpPr>
          <p:spPr>
            <a:xfrm>
              <a:off x="2543297" y="2379226"/>
              <a:ext cx="794385" cy="246221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(6nm)</a:t>
              </a:r>
              <a:endParaRPr lang="ko-KR" altLang="en-US" sz="1000" dirty="0"/>
            </a:p>
          </p:txBody>
        </p:sp>
      </p:grpSp>
      <p:sp>
        <p:nvSpPr>
          <p:cNvPr id="36" name="십자형 35">
            <a:extLst>
              <a:ext uri="{FF2B5EF4-FFF2-40B4-BE49-F238E27FC236}">
                <a16:creationId xmlns:a16="http://schemas.microsoft.com/office/drawing/2014/main" id="{5E6132E3-81DB-C198-0B42-12EAD03D17DE}"/>
              </a:ext>
            </a:extLst>
          </p:cNvPr>
          <p:cNvSpPr/>
          <p:nvPr/>
        </p:nvSpPr>
        <p:spPr>
          <a:xfrm rot="2713110">
            <a:off x="6139773" y="4835192"/>
            <a:ext cx="554818" cy="554818"/>
          </a:xfrm>
          <a:prstGeom prst="plus">
            <a:avLst>
              <a:gd name="adj" fmla="val 44408"/>
            </a:avLst>
          </a:prstGeom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2414B0B7-B00A-C529-C876-F37C98D95810}"/>
              </a:ext>
            </a:extLst>
          </p:cNvPr>
          <p:cNvSpPr txBox="1"/>
          <p:nvPr/>
        </p:nvSpPr>
        <p:spPr>
          <a:xfrm>
            <a:off x="7676079" y="3466471"/>
            <a:ext cx="137155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</a:p>
          <a:p>
            <a:r>
              <a:rPr lang="en-US" altLang="ko-KR" sz="1200" b="1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BarrierTunneling</a:t>
            </a:r>
            <a:r>
              <a:rPr lang="en-US" altLang="ko-KR" sz="12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OFF</a:t>
            </a:r>
            <a:endParaRPr lang="ko-KR" altLang="en-US" sz="12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  <p:sp>
        <p:nvSpPr>
          <p:cNvPr id="38" name="화살표: 왼쪽 37">
            <a:extLst>
              <a:ext uri="{FF2B5EF4-FFF2-40B4-BE49-F238E27FC236}">
                <a16:creationId xmlns:a16="http://schemas.microsoft.com/office/drawing/2014/main" id="{C1114F96-3A04-BD2D-2542-75770B221417}"/>
              </a:ext>
            </a:extLst>
          </p:cNvPr>
          <p:cNvSpPr/>
          <p:nvPr/>
        </p:nvSpPr>
        <p:spPr>
          <a:xfrm rot="10800000">
            <a:off x="6891346" y="3702814"/>
            <a:ext cx="810957" cy="190165"/>
          </a:xfrm>
          <a:prstGeom prst="leftArrow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2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0183295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Modeling vs TCAD Result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8/9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graphicFrame>
        <p:nvGraphicFramePr>
          <p:cNvPr id="9" name="개체 8">
            <a:extLst>
              <a:ext uri="{FF2B5EF4-FFF2-40B4-BE49-F238E27FC236}">
                <a16:creationId xmlns:a16="http://schemas.microsoft.com/office/drawing/2014/main" id="{4348684B-85B0-6673-23A5-95B113511983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644039242"/>
              </p:ext>
            </p:extLst>
          </p:nvPr>
        </p:nvGraphicFramePr>
        <p:xfrm>
          <a:off x="285859" y="1277879"/>
          <a:ext cx="5514733" cy="385457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Graph" r:id="rId3" imgW="3965500" imgH="2771641" progId="Origin50.Graph">
                  <p:embed/>
                </p:oleObj>
              </mc:Choice>
              <mc:Fallback>
                <p:oleObj name="Graph" r:id="rId3" imgW="3965500" imgH="2771641" progId="Origin50.Graph">
                  <p:embed/>
                  <p:pic>
                    <p:nvPicPr>
                      <p:cNvPr id="9" name="개체 8">
                        <a:extLst>
                          <a:ext uri="{FF2B5EF4-FFF2-40B4-BE49-F238E27FC236}">
                            <a16:creationId xmlns:a16="http://schemas.microsoft.com/office/drawing/2014/main" id="{4348684B-85B0-6673-23A5-95B113511983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285859" y="1277879"/>
                        <a:ext cx="5514733" cy="385457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pSp>
        <p:nvGrpSpPr>
          <p:cNvPr id="22" name="그룹 21">
            <a:extLst>
              <a:ext uri="{FF2B5EF4-FFF2-40B4-BE49-F238E27FC236}">
                <a16:creationId xmlns:a16="http://schemas.microsoft.com/office/drawing/2014/main" id="{7A338130-19FD-8CD5-3C82-6E45016DF17C}"/>
              </a:ext>
            </a:extLst>
          </p:cNvPr>
          <p:cNvGrpSpPr/>
          <p:nvPr/>
        </p:nvGrpSpPr>
        <p:grpSpPr>
          <a:xfrm>
            <a:off x="4572000" y="1386591"/>
            <a:ext cx="3275951" cy="847915"/>
            <a:chOff x="5088127" y="1386591"/>
            <a:chExt cx="3275951" cy="847915"/>
          </a:xfrm>
        </p:grpSpPr>
        <p:cxnSp>
          <p:nvCxnSpPr>
            <p:cNvPr id="11" name="직선 화살표 연결선 10">
              <a:extLst>
                <a:ext uri="{FF2B5EF4-FFF2-40B4-BE49-F238E27FC236}">
                  <a16:creationId xmlns:a16="http://schemas.microsoft.com/office/drawing/2014/main" id="{E53C0C9E-A551-9258-24B1-8A9B51363074}"/>
                </a:ext>
              </a:extLst>
            </p:cNvPr>
            <p:cNvCxnSpPr>
              <a:cxnSpLocks/>
              <a:stCxn id="16" idx="5"/>
            </p:cNvCxnSpPr>
            <p:nvPr/>
          </p:nvCxnSpPr>
          <p:spPr>
            <a:xfrm flipV="1">
              <a:off x="5767845" y="1735618"/>
              <a:ext cx="374171" cy="302779"/>
            </a:xfrm>
            <a:prstGeom prst="straightConnector1">
              <a:avLst/>
            </a:prstGeom>
            <a:ln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59DEAC8-F144-EA42-5050-C3A0C581BDB5}"/>
                </a:ext>
              </a:extLst>
            </p:cNvPr>
            <p:cNvSpPr txBox="1"/>
            <p:nvPr/>
          </p:nvSpPr>
          <p:spPr>
            <a:xfrm>
              <a:off x="6223933" y="1386591"/>
              <a:ext cx="214014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Lateral Migration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sp>
          <p:nvSpPr>
            <p:cNvPr id="16" name="타원 15">
              <a:extLst>
                <a:ext uri="{FF2B5EF4-FFF2-40B4-BE49-F238E27FC236}">
                  <a16:creationId xmlns:a16="http://schemas.microsoft.com/office/drawing/2014/main" id="{348F08F6-6C42-CBDF-AA1F-AD5F479A277A}"/>
                </a:ext>
              </a:extLst>
            </p:cNvPr>
            <p:cNvSpPr/>
            <p:nvPr/>
          </p:nvSpPr>
          <p:spPr>
            <a:xfrm rot="20029048">
              <a:off x="5088127" y="1800586"/>
              <a:ext cx="748861" cy="433920"/>
            </a:xfrm>
            <a:prstGeom prst="ellipse">
              <a:avLst/>
            </a:prstGeom>
            <a:noFill/>
            <a:ln>
              <a:solidFill>
                <a:srgbClr val="00B0F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  <p:grpSp>
        <p:nvGrpSpPr>
          <p:cNvPr id="21" name="그룹 20">
            <a:extLst>
              <a:ext uri="{FF2B5EF4-FFF2-40B4-BE49-F238E27FC236}">
                <a16:creationId xmlns:a16="http://schemas.microsoft.com/office/drawing/2014/main" id="{3FF5CA27-BA2D-2967-0036-F4D79033BA0C}"/>
              </a:ext>
            </a:extLst>
          </p:cNvPr>
          <p:cNvGrpSpPr/>
          <p:nvPr/>
        </p:nvGrpSpPr>
        <p:grpSpPr>
          <a:xfrm>
            <a:off x="1628943" y="2581082"/>
            <a:ext cx="5622732" cy="1004039"/>
            <a:chOff x="2145070" y="2581082"/>
            <a:chExt cx="5622732" cy="1004039"/>
          </a:xfrm>
        </p:grpSpPr>
        <p:sp>
          <p:nvSpPr>
            <p:cNvPr id="14" name="타원 13">
              <a:extLst>
                <a:ext uri="{FF2B5EF4-FFF2-40B4-BE49-F238E27FC236}">
                  <a16:creationId xmlns:a16="http://schemas.microsoft.com/office/drawing/2014/main" id="{BD115702-BB0F-D646-6200-CF95E6F65058}"/>
                </a:ext>
              </a:extLst>
            </p:cNvPr>
            <p:cNvSpPr/>
            <p:nvPr/>
          </p:nvSpPr>
          <p:spPr>
            <a:xfrm rot="20029048">
              <a:off x="2145070" y="2581082"/>
              <a:ext cx="3033662" cy="609976"/>
            </a:xfrm>
            <a:prstGeom prst="ellipse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2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D65D1521-875B-6A30-CE3A-AEFD07D093C3}"/>
                </a:ext>
              </a:extLst>
            </p:cNvPr>
            <p:cNvSpPr txBox="1"/>
            <p:nvPr/>
          </p:nvSpPr>
          <p:spPr>
            <a:xfrm>
              <a:off x="6820211" y="3185011"/>
              <a:ext cx="94759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ko-KR" sz="2000" dirty="0" err="1">
                  <a:ln w="9525">
                    <a:solidFill>
                      <a:schemeClr val="tx1">
                        <a:alpha val="29000"/>
                      </a:schemeClr>
                    </a:solidFill>
                  </a:ln>
                  <a:latin typeface="Times New Roman"/>
                  <a:ea typeface="맑은 고딕"/>
                  <a:cs typeface="Times New Roman"/>
                </a:rPr>
                <a:t>Detrap</a:t>
              </a:r>
              <a:endParaRPr lang="ko-KR" altLang="en-US" sz="20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endParaRPr>
            </a:p>
          </p:txBody>
        </p:sp>
        <p:cxnSp>
          <p:nvCxnSpPr>
            <p:cNvPr id="18" name="직선 화살표 연결선 17">
              <a:extLst>
                <a:ext uri="{FF2B5EF4-FFF2-40B4-BE49-F238E27FC236}">
                  <a16:creationId xmlns:a16="http://schemas.microsoft.com/office/drawing/2014/main" id="{916A73C5-53A5-7244-AD93-C378F54F4B79}"/>
                </a:ext>
              </a:extLst>
            </p:cNvPr>
            <p:cNvCxnSpPr>
              <a:cxnSpLocks/>
              <a:endCxn id="15" idx="1"/>
            </p:cNvCxnSpPr>
            <p:nvPr/>
          </p:nvCxnSpPr>
          <p:spPr>
            <a:xfrm>
              <a:off x="4357610" y="2852066"/>
              <a:ext cx="2462601" cy="533000"/>
            </a:xfrm>
            <a:prstGeom prst="straightConnector1">
              <a:avLst/>
            </a:prstGeom>
            <a:ln>
              <a:solidFill>
                <a:srgbClr val="C00000"/>
              </a:solidFill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cxnSp>
        <p:nvCxnSpPr>
          <p:cNvPr id="24" name="직선 연결선 23">
            <a:extLst>
              <a:ext uri="{FF2B5EF4-FFF2-40B4-BE49-F238E27FC236}">
                <a16:creationId xmlns:a16="http://schemas.microsoft.com/office/drawing/2014/main" id="{D8B269B4-7760-05F9-39BE-CE6E3F29C14A}"/>
              </a:ext>
            </a:extLst>
          </p:cNvPr>
          <p:cNvCxnSpPr>
            <a:cxnSpLocks/>
          </p:cNvCxnSpPr>
          <p:nvPr/>
        </p:nvCxnSpPr>
        <p:spPr>
          <a:xfrm>
            <a:off x="2438089" y="2149709"/>
            <a:ext cx="0" cy="3438031"/>
          </a:xfrm>
          <a:prstGeom prst="line">
            <a:avLst/>
          </a:prstGeom>
          <a:ln w="57150"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A97C8AA-16EE-11BB-41E9-C1E82FECFF11}"/>
                  </a:ext>
                </a:extLst>
              </p:cNvPr>
              <p:cNvSpPr txBox="1"/>
              <p:nvPr/>
            </p:nvSpPr>
            <p:spPr>
              <a:xfrm>
                <a:off x="1963304" y="5616667"/>
                <a:ext cx="1782219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altLang="ko-KR" sz="2000" b="0" i="1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𝜏</m:t>
                    </m:r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</a:t>
                </a:r>
                <a14:m>
                  <m:oMath xmlns:m="http://schemas.openxmlformats.org/officeDocument/2006/math">
                    <m:r>
                      <a:rPr lang="en-US" altLang="ko-KR" sz="2000" b="0" i="1" dirty="0" smtClean="0">
                        <a:ln w="9525">
                          <a:solidFill>
                            <a:schemeClr val="tx1">
                              <a:alpha val="29000"/>
                            </a:schemeClr>
                          </a:solidFill>
                        </a:ln>
                        <a:latin typeface="Cambria Math" panose="02040503050406030204" pitchFamily="18" charset="0"/>
                        <a:ea typeface="맑은 고딕"/>
                        <a:cs typeface="Times New Roman"/>
                      </a:rPr>
                      <m:t>~ </m:t>
                    </m:r>
                    <m:sSup>
                      <m:sSupPr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sSupPr>
                      <m:e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10</m:t>
                        </m:r>
                      </m:e>
                      <m:sup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−3~4</m:t>
                        </m:r>
                      </m:sup>
                    </m:sSup>
                    <m:d>
                      <m:dPr>
                        <m:begChr m:val="["/>
                        <m:endChr m:val="]"/>
                        <m:ctrlP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</m:ctrlPr>
                      </m:dPr>
                      <m:e>
                        <m:r>
                          <a:rPr lang="en-US" altLang="ko-KR" sz="2000" b="0" i="1" dirty="0" smtClean="0">
                            <a:ln w="9525">
                              <a:solidFill>
                                <a:schemeClr val="tx1">
                                  <a:alpha val="29000"/>
                                </a:schemeClr>
                              </a:solidFill>
                            </a:ln>
                            <a:latin typeface="Cambria Math" panose="02040503050406030204" pitchFamily="18" charset="0"/>
                            <a:ea typeface="맑은 고딕"/>
                            <a:cs typeface="Times New Roman"/>
                          </a:rPr>
                          <m:t>𝑠</m:t>
                        </m:r>
                      </m:e>
                    </m:d>
                  </m:oMath>
                </a14:m>
                <a:r>
                  <a:rPr lang="ko-KR" altLang="en-US" sz="2000" dirty="0">
                    <a:ln w="9525">
                      <a:solidFill>
                        <a:schemeClr val="tx1">
                          <a:alpha val="29000"/>
                        </a:schemeClr>
                      </a:solidFill>
                    </a:ln>
                    <a:latin typeface="Times New Roman"/>
                    <a:ea typeface="맑은 고딕"/>
                    <a:cs typeface="Times New Roman"/>
                  </a:rPr>
                  <a:t>   </a:t>
                </a:r>
              </a:p>
            </p:txBody>
          </p:sp>
        </mc:Choice>
        <mc:Fallback xmlns="">
          <p:sp>
            <p:nvSpPr>
              <p:cNvPr id="26" name="TextBox 25">
                <a:extLst>
                  <a:ext uri="{FF2B5EF4-FFF2-40B4-BE49-F238E27FC236}">
                    <a16:creationId xmlns:a16="http://schemas.microsoft.com/office/drawing/2014/main" id="{3A97C8AA-16EE-11BB-41E9-C1E82FECFF1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963304" y="5616667"/>
                <a:ext cx="1782219" cy="40011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ko-KR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7" name="TextBox 26">
            <a:extLst>
              <a:ext uri="{FF2B5EF4-FFF2-40B4-BE49-F238E27FC236}">
                <a16:creationId xmlns:a16="http://schemas.microsoft.com/office/drawing/2014/main" id="{A8023112-9F23-7F76-8103-0AA67C8E16D7}"/>
              </a:ext>
            </a:extLst>
          </p:cNvPr>
          <p:cNvSpPr txBox="1"/>
          <p:nvPr/>
        </p:nvSpPr>
        <p:spPr>
          <a:xfrm>
            <a:off x="5074920" y="4929294"/>
            <a:ext cx="40146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000" b="1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- Parameters are not yet calibrated</a:t>
            </a:r>
            <a:endParaRPr lang="ko-KR" altLang="en-US" sz="2000" b="1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798129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직사각형 4"/>
          <p:cNvSpPr/>
          <p:nvPr/>
        </p:nvSpPr>
        <p:spPr bwMode="auto">
          <a:xfrm>
            <a:off x="-10765" y="6476626"/>
            <a:ext cx="9163643" cy="390252"/>
          </a:xfrm>
          <a:prstGeom prst="rect">
            <a:avLst/>
          </a:prstGeom>
          <a:solidFill>
            <a:srgbClr val="00397F"/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ctr" defTabSz="914400" rtl="0" eaLnBrk="1" fontAlgn="base" latinLnBrk="1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1" lang="ko-KR" altLang="en-US" sz="1600" b="0" i="0" u="none" strike="noStrike" cap="none" normalizeH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sp>
        <p:nvSpPr>
          <p:cNvPr id="6" name="직사각형 5"/>
          <p:cNvSpPr/>
          <p:nvPr/>
        </p:nvSpPr>
        <p:spPr>
          <a:xfrm>
            <a:off x="5104660" y="6547575"/>
            <a:ext cx="4039339" cy="23621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85000"/>
              </a:lnSpc>
              <a:spcBef>
                <a:spcPct val="20000"/>
              </a:spcBef>
              <a:buClr>
                <a:schemeClr val="accent1"/>
              </a:buClr>
              <a:buSzPct val="70000"/>
              <a:defRPr/>
            </a:pPr>
            <a:r>
              <a:rPr lang="en-US" altLang="ko-KR" sz="1100" b="1" i="1" dirty="0">
                <a:solidFill>
                  <a:schemeClr val="bg1">
                    <a:lumMod val="75000"/>
                  </a:schemeClr>
                </a:solidFill>
                <a:latin typeface="Times New Roman" panose="02020603050405020304" pitchFamily="18" charset="0"/>
                <a:ea typeface="맑은 고딕" panose="020B0503020000020004" pitchFamily="50" charset="-127"/>
                <a:cs typeface="Times New Roman" panose="02020603050405020304" pitchFamily="18" charset="0"/>
              </a:rPr>
              <a:t>School of Electrical Engineering, Seoul National University</a:t>
            </a:r>
            <a:endParaRPr lang="en-US" altLang="ko-KR" sz="1100" b="1" kern="0" dirty="0">
              <a:solidFill>
                <a:schemeClr val="bg1">
                  <a:lumMod val="75000"/>
                </a:schemeClr>
              </a:solidFill>
              <a:latin typeface="Times New Roman" panose="02020603050405020304" pitchFamily="18" charset="0"/>
              <a:ea typeface="맑은 고딕" panose="020B0503020000020004" pitchFamily="50" charset="-127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8983" y="6525344"/>
            <a:ext cx="1023426" cy="2878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233072" y="189833"/>
            <a:ext cx="86493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3600" dirty="0">
                <a:ln>
                  <a:solidFill>
                    <a:srgbClr val="00397F">
                      <a:alpha val="30000"/>
                    </a:srgbClr>
                  </a:solidFill>
                </a:ln>
                <a:solidFill>
                  <a:srgbClr val="00397F"/>
                </a:solidFill>
                <a:latin typeface="Arial" panose="020B0604020202020204" pitchFamily="34" charset="0"/>
                <a:ea typeface="맑은 고딕" panose="020B0503020000020004" pitchFamily="50" charset="-127"/>
              </a:rPr>
              <a:t>Future Works</a:t>
            </a:r>
            <a:endParaRPr lang="ko-KR" altLang="en-US" sz="3600" dirty="0">
              <a:ln>
                <a:solidFill>
                  <a:srgbClr val="00397F">
                    <a:alpha val="30000"/>
                  </a:srgbClr>
                </a:solidFill>
              </a:ln>
              <a:solidFill>
                <a:srgbClr val="00397F"/>
              </a:solidFill>
              <a:latin typeface="Arial" panose="020B0604020202020204" pitchFamily="34" charset="0"/>
              <a:ea typeface="맑은 고딕" panose="020B0503020000020004" pitchFamily="50" charset="-127"/>
            </a:endParaRPr>
          </a:p>
        </p:txBody>
      </p:sp>
      <p:cxnSp>
        <p:nvCxnSpPr>
          <p:cNvPr id="12" name="직선 연결선 11"/>
          <p:cNvCxnSpPr/>
          <p:nvPr/>
        </p:nvCxnSpPr>
        <p:spPr bwMode="auto">
          <a:xfrm>
            <a:off x="456818" y="877735"/>
            <a:ext cx="8687182" cy="0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chemeClr val="bg1">
                <a:lumMod val="75000"/>
              </a:schemeClr>
            </a:solidFill>
            <a:prstDash val="solid"/>
            <a:round/>
            <a:headEnd type="oval" w="med" len="med"/>
            <a:tailEnd type="none" w="med" len="med"/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4069080" y="6496407"/>
            <a:ext cx="10058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dirty="0">
                <a:solidFill>
                  <a:srgbClr val="FFFFFF"/>
                </a:solidFill>
              </a:rPr>
              <a:t>9/9</a:t>
            </a:r>
            <a:endParaRPr lang="ko-KR" altLang="en-US" dirty="0">
              <a:solidFill>
                <a:srgbClr val="FFFFFF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EEEF17-403B-0487-69B4-EBB63AFCA7F0}"/>
              </a:ext>
            </a:extLst>
          </p:cNvPr>
          <p:cNvSpPr txBox="1"/>
          <p:nvPr/>
        </p:nvSpPr>
        <p:spPr>
          <a:xfrm>
            <a:off x="790696" y="1644161"/>
            <a:ext cx="8091768" cy="34163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Separation of mechanisms within </a:t>
            </a:r>
            <a:r>
              <a:rPr lang="en-US" altLang="ko-KR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detrap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(TBT, PF, DT, TE)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(After Separation) Model – TCAD calibration with fitting parameters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altLang="ko-KR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Observation of TAT (</a:t>
            </a:r>
            <a:r>
              <a:rPr lang="en-US" altLang="ko-KR" sz="2400" dirty="0" err="1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ctn</a:t>
            </a:r>
            <a:r>
              <a:rPr lang="en-US" altLang="ko-KR" sz="2400" dirty="0">
                <a:ln w="9525">
                  <a:solidFill>
                    <a:schemeClr val="tx1">
                      <a:alpha val="29000"/>
                    </a:schemeClr>
                  </a:solidFill>
                </a:ln>
                <a:latin typeface="Times New Roman"/>
                <a:ea typeface="맑은 고딕"/>
                <a:cs typeface="Times New Roman"/>
              </a:rPr>
              <a:t> &gt; BETOX(Nitride) &gt; Si-Sub) in retention mode.</a:t>
            </a:r>
            <a:endParaRPr lang="ko-KR" altLang="en-US" sz="2400" dirty="0">
              <a:ln w="9525">
                <a:solidFill>
                  <a:schemeClr val="tx1">
                    <a:alpha val="29000"/>
                  </a:schemeClr>
                </a:solidFill>
              </a:ln>
              <a:latin typeface="Times New Roman"/>
              <a:ea typeface="맑은 고딕"/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2642018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/>
      <a:bodyPr/>
      <a:lstStyle/>
      <a:style>
        <a:lnRef idx="2">
          <a:schemeClr val="accent1">
            <a:shade val="2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>
          <a:defRPr sz="2000" dirty="0" smtClean="0">
            <a:ln w="9525">
              <a:solidFill>
                <a:schemeClr val="tx1">
                  <a:alpha val="29000"/>
                </a:schemeClr>
              </a:solidFill>
            </a:ln>
            <a:latin typeface="Times New Roman"/>
            <a:ea typeface="맑은 고딕"/>
            <a:cs typeface="Times New Roman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Yu Gothic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Yu Gothic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1256</TotalTime>
  <Words>339</Words>
  <Application>Microsoft Office PowerPoint</Application>
  <PresentationFormat>화면 슬라이드 쇼(4:3)</PresentationFormat>
  <Paragraphs>78</Paragraphs>
  <Slides>9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7" baseType="lpstr">
      <vt:lpstr>맑은 고딕</vt:lpstr>
      <vt:lpstr>Arial</vt:lpstr>
      <vt:lpstr>Calibri</vt:lpstr>
      <vt:lpstr>Calibri Light</vt:lpstr>
      <vt:lpstr>Cambria Math</vt:lpstr>
      <vt:lpstr>Times New Roman</vt:lpstr>
      <vt:lpstr>Office 테마</vt:lpstr>
      <vt:lpstr>Graph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>Microsoft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Microsoft</dc:creator>
  <cp:lastModifiedBy>MYUNG JIN</cp:lastModifiedBy>
  <cp:revision>964</cp:revision>
  <dcterms:created xsi:type="dcterms:W3CDTF">2016-06-02T05:19:04Z</dcterms:created>
  <dcterms:modified xsi:type="dcterms:W3CDTF">2024-04-05T05:41:48Z</dcterms:modified>
  <cp:version/>
</cp:coreProperties>
</file>