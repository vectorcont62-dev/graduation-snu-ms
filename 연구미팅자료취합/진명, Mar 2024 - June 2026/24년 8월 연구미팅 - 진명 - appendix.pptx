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5"/>
  </p:notesMasterIdLst>
  <p:sldIdLst>
    <p:sldId id="314" r:id="rId2"/>
    <p:sldId id="315" r:id="rId3"/>
    <p:sldId id="316" r:id="rId4"/>
    <p:sldId id="317" r:id="rId5"/>
    <p:sldId id="318" r:id="rId6"/>
    <p:sldId id="319" r:id="rId7"/>
    <p:sldId id="328" r:id="rId8"/>
    <p:sldId id="320" r:id="rId9"/>
    <p:sldId id="321" r:id="rId10"/>
    <p:sldId id="322" r:id="rId11"/>
    <p:sldId id="323" r:id="rId12"/>
    <p:sldId id="324" r:id="rId13"/>
    <p:sldId id="329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66B53-DCFD-473F-97BE-78182B107672}" v="1" dt="2024-12-16T15:15:22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43FF0900-A49F-474B-B05B-B3FFC70EF866}"/>
    <pc:docChg chg="modSld">
      <pc:chgData name="MYUNG JIN" userId="89f3fa32ababedc4" providerId="LiveId" clId="{43FF0900-A49F-474B-B05B-B3FFC70EF866}" dt="2024-09-28T14:53:15.978" v="27" actId="20577"/>
      <pc:docMkLst>
        <pc:docMk/>
      </pc:docMkLst>
      <pc:sldChg chg="modSp">
        <pc:chgData name="MYUNG JIN" userId="89f3fa32ababedc4" providerId="LiveId" clId="{43FF0900-A49F-474B-B05B-B3FFC70EF866}" dt="2024-09-28T14:53:15.978" v="27" actId="20577"/>
        <pc:sldMkLst>
          <pc:docMk/>
          <pc:sldMk cId="2408266973" sldId="323"/>
        </pc:sldMkLst>
        <pc:spChg chg="mod">
          <ac:chgData name="MYUNG JIN" userId="89f3fa32ababedc4" providerId="LiveId" clId="{43FF0900-A49F-474B-B05B-B3FFC70EF866}" dt="2024-09-28T14:53:15.978" v="27" actId="20577"/>
          <ac:spMkLst>
            <pc:docMk/>
            <pc:sldMk cId="2408266973" sldId="323"/>
            <ac:spMk id="5" creationId="{5B04A8E2-A665-195D-431B-2398EA40C92B}"/>
          </ac:spMkLst>
        </pc:spChg>
        <pc:spChg chg="mod">
          <ac:chgData name="MYUNG JIN" userId="89f3fa32ababedc4" providerId="LiveId" clId="{43FF0900-A49F-474B-B05B-B3FFC70EF866}" dt="2024-09-28T14:53:07.901" v="14" actId="20577"/>
          <ac:spMkLst>
            <pc:docMk/>
            <pc:sldMk cId="2408266973" sldId="323"/>
            <ac:spMk id="6" creationId="{7C62E87E-26D2-A829-8149-E49613D2F22B}"/>
          </ac:spMkLst>
        </pc:spChg>
      </pc:sldChg>
    </pc:docChg>
  </pc:docChgLst>
  <pc:docChgLst>
    <pc:chgData name="MYUNG JIN" userId="89f3fa32ababedc4" providerId="LiveId" clId="{893C2835-F9EF-488A-82F1-B7DF61B54DC4}"/>
    <pc:docChg chg="custSel addSld modSld modMainMaster">
      <pc:chgData name="MYUNG JIN" userId="89f3fa32ababedc4" providerId="LiveId" clId="{893C2835-F9EF-488A-82F1-B7DF61B54DC4}" dt="2024-08-26T15:35:09.022" v="58" actId="20577"/>
      <pc:docMkLst>
        <pc:docMk/>
      </pc:docMkLst>
      <pc:sldChg chg="modSp mod">
        <pc:chgData name="MYUNG JIN" userId="89f3fa32ababedc4" providerId="LiveId" clId="{893C2835-F9EF-488A-82F1-B7DF61B54DC4}" dt="2024-08-25T16:55:42.032" v="0"/>
        <pc:sldMkLst>
          <pc:docMk/>
          <pc:sldMk cId="2415824652" sldId="314"/>
        </pc:sldMkLst>
        <pc:spChg chg="mod">
          <ac:chgData name="MYUNG JIN" userId="89f3fa32ababedc4" providerId="LiveId" clId="{893C2835-F9EF-488A-82F1-B7DF61B54DC4}" dt="2024-08-25T16:55:42.032" v="0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893C2835-F9EF-488A-82F1-B7DF61B54DC4}" dt="2024-08-25T16:56:04.908" v="2"/>
        <pc:sldMkLst>
          <pc:docMk/>
          <pc:sldMk cId="1993875256" sldId="315"/>
        </pc:sldMkLst>
        <pc:spChg chg="mod">
          <ac:chgData name="MYUNG JIN" userId="89f3fa32ababedc4" providerId="LiveId" clId="{893C2835-F9EF-488A-82F1-B7DF61B54DC4}" dt="2024-08-25T16:56:04.908" v="2"/>
          <ac:spMkLst>
            <pc:docMk/>
            <pc:sldMk cId="1993875256" sldId="315"/>
            <ac:spMk id="2" creationId="{896EB5DC-279D-6A19-8B07-AC0289A12C35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3" creationId="{C84594A5-A14C-0D30-1E67-A36F32F9D908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4" creationId="{500D1833-E364-717E-0E74-F0DD426B6651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4" creationId="{3B1F1FA1-4E88-9D77-304D-039C8968DB60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5" creationId="{C5BE7588-56DB-39ED-0F4D-BCAE8773BE4D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6" creationId="{8A1BA8F9-A899-5A13-C018-CFFFDBE9CA19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7" creationId="{0CB7C02A-FD4D-246B-E45C-97B72B5CD7F8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8" creationId="{52773812-07CB-764E-A106-AA315943FF47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19" creationId="{459B705E-7FB1-1EA3-5A2C-41E5768EA405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20" creationId="{758533E0-F3A7-F22B-0EA6-7D84BB0D5636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21" creationId="{1E307F03-AD28-996B-2684-E88F08503E97}"/>
          </ac:spMkLst>
        </pc:spChg>
        <pc:spChg chg="add mod">
          <ac:chgData name="MYUNG JIN" userId="89f3fa32ababedc4" providerId="LiveId" clId="{893C2835-F9EF-488A-82F1-B7DF61B54DC4}" dt="2024-08-25T16:55:59.798" v="1"/>
          <ac:spMkLst>
            <pc:docMk/>
            <pc:sldMk cId="1993875256" sldId="315"/>
            <ac:spMk id="22" creationId="{816041CF-08EE-12F2-3944-FA39791F85B9}"/>
          </ac:spMkLst>
        </pc:spChg>
        <pc:grpChg chg="add mod">
          <ac:chgData name="MYUNG JIN" userId="89f3fa32ababedc4" providerId="LiveId" clId="{893C2835-F9EF-488A-82F1-B7DF61B54DC4}" dt="2024-08-25T16:55:59.798" v="1"/>
          <ac:grpSpMkLst>
            <pc:docMk/>
            <pc:sldMk cId="1993875256" sldId="315"/>
            <ac:grpSpMk id="5" creationId="{94ED2DDF-4B21-FAF6-6158-5EDAB09520F3}"/>
          </ac:grpSpMkLst>
        </pc:grp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6" creationId="{153E8073-5DDA-65AA-B765-F814A224AE13}"/>
          </ac:cxnSpMkLst>
        </pc:cxn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7" creationId="{6E00E38D-1582-1DD8-CF60-79D50B355517}"/>
          </ac:cxnSpMkLst>
        </pc:cxn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8" creationId="{0A04D33F-DE7F-6A96-5E97-C98AD604D617}"/>
          </ac:cxnSpMkLst>
        </pc:cxn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9" creationId="{1E16288A-FADD-2AB9-E6B5-6609C8929D0D}"/>
          </ac:cxnSpMkLst>
        </pc:cxn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10" creationId="{72DC3AC8-D26C-A1CB-254F-44A8D5950DD9}"/>
          </ac:cxnSpMkLst>
        </pc:cxnChg>
        <pc:cxnChg chg="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11" creationId="{BB8E5D23-C89B-5628-0220-33F116E4AFEF}"/>
          </ac:cxnSpMkLst>
        </pc:cxnChg>
        <pc:cxnChg chg="add 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12" creationId="{08E9B584-0B40-7CBE-C524-30BD7F215BA1}"/>
          </ac:cxnSpMkLst>
        </pc:cxnChg>
        <pc:cxnChg chg="add mod">
          <ac:chgData name="MYUNG JIN" userId="89f3fa32ababedc4" providerId="LiveId" clId="{893C2835-F9EF-488A-82F1-B7DF61B54DC4}" dt="2024-08-25T16:55:59.798" v="1"/>
          <ac:cxnSpMkLst>
            <pc:docMk/>
            <pc:sldMk cId="1993875256" sldId="315"/>
            <ac:cxnSpMk id="13" creationId="{B6C1F785-C799-AAC0-781B-404A9F1B2ED5}"/>
          </ac:cxnSpMkLst>
        </pc:cxnChg>
      </pc:sldChg>
      <pc:sldChg chg="addSp delSp modSp new mod">
        <pc:chgData name="MYUNG JIN" userId="89f3fa32ababedc4" providerId="LiveId" clId="{893C2835-F9EF-488A-82F1-B7DF61B54DC4}" dt="2024-08-25T16:56:25.700" v="14" actId="478"/>
        <pc:sldMkLst>
          <pc:docMk/>
          <pc:sldMk cId="2343665965" sldId="316"/>
        </pc:sldMkLst>
        <pc:spChg chg="mod">
          <ac:chgData name="MYUNG JIN" userId="89f3fa32ababedc4" providerId="LiveId" clId="{893C2835-F9EF-488A-82F1-B7DF61B54DC4}" dt="2024-08-25T16:56:11.866" v="4"/>
          <ac:spMkLst>
            <pc:docMk/>
            <pc:sldMk cId="2343665965" sldId="316"/>
            <ac:spMk id="2" creationId="{A284E970-2512-ED6F-3E8D-A49E98F9F227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" creationId="{A6765BC7-90CB-580C-9563-08ACD0DE7A30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4" creationId="{BDB65A6C-AB4B-59A8-ECE4-76F92D796B15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15" creationId="{8235AFF7-573D-3DE6-E5FE-1B1FF13808C1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17" creationId="{CAE1C872-D356-57D6-C0E2-DF2250100036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18" creationId="{7EE19436-1432-0472-9134-9756830C2E8D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29" creationId="{0044A420-1837-4CB1-323B-D5C95745729E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0" creationId="{A5B0E095-CE95-3AB2-E9C5-21A5177D3348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1" creationId="{A5920E78-1329-917D-C8D0-F2A36ABAF9CD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2" creationId="{F2D853B9-D343-5FF2-DEC4-5932F8E435EB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3" creationId="{5F4FA93A-C8E2-C7A8-C622-EAEBCE2E510D}"/>
          </ac:spMkLst>
        </pc:spChg>
        <pc:spChg chg="add mod">
          <ac:chgData name="MYUNG JIN" userId="89f3fa32ababedc4" providerId="LiveId" clId="{893C2835-F9EF-488A-82F1-B7DF61B54DC4}" dt="2024-08-25T16:56:18.369" v="5"/>
          <ac:spMkLst>
            <pc:docMk/>
            <pc:sldMk cId="2343665965" sldId="316"/>
            <ac:spMk id="34" creationId="{EE365855-9253-4322-1D0F-3BCA491A69D7}"/>
          </ac:spMkLst>
        </pc:spChg>
        <pc:spChg chg="add del mod">
          <ac:chgData name="MYUNG JIN" userId="89f3fa32ababedc4" providerId="LiveId" clId="{893C2835-F9EF-488A-82F1-B7DF61B54DC4}" dt="2024-08-25T16:56:25.700" v="14" actId="478"/>
          <ac:spMkLst>
            <pc:docMk/>
            <pc:sldMk cId="2343665965" sldId="316"/>
            <ac:spMk id="35" creationId="{32BD9711-1317-5CB4-92FE-3922C48B9656}"/>
          </ac:spMkLst>
        </pc:spChg>
        <pc:grpChg chg="add mod">
          <ac:chgData name="MYUNG JIN" userId="89f3fa32ababedc4" providerId="LiveId" clId="{893C2835-F9EF-488A-82F1-B7DF61B54DC4}" dt="2024-08-25T16:56:18.369" v="5"/>
          <ac:grpSpMkLst>
            <pc:docMk/>
            <pc:sldMk cId="2343665965" sldId="316"/>
            <ac:grpSpMk id="5" creationId="{A5083352-6B35-0D63-21B1-8C3998D22C73}"/>
          </ac:grpSpMkLst>
        </pc:grpChg>
        <pc:grpChg chg="add mod">
          <ac:chgData name="MYUNG JIN" userId="89f3fa32ababedc4" providerId="LiveId" clId="{893C2835-F9EF-488A-82F1-B7DF61B54DC4}" dt="2024-08-25T16:56:18.369" v="5"/>
          <ac:grpSpMkLst>
            <pc:docMk/>
            <pc:sldMk cId="2343665965" sldId="316"/>
            <ac:grpSpMk id="19" creationId="{62BEA0AE-18A4-18AC-E3FA-AC583FD862C7}"/>
          </ac:grpSpMkLst>
        </pc:grp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6" creationId="{C412AD4D-7C36-8720-557C-E543F1F61DCB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7" creationId="{4996D19F-F403-44B9-BDC7-945CA0B86D51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8" creationId="{9ECFB42D-504E-BEC9-A670-552F3CDDA725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9" creationId="{1A3C2C47-A658-DD7D-5034-F540C93D3A80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0" creationId="{4E42574E-9B8E-4C7D-818F-9DC3E95B2426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1" creationId="{4D43B240-0980-F457-3162-8386C6BF4D59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2" creationId="{726E5231-1618-76C4-1963-D8EE00BCE0EC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3" creationId="{F3F59255-07EC-F900-2246-F9C158945132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4" creationId="{A2F4FCC5-2215-59B5-437B-A099DCFC2B43}"/>
          </ac:cxnSpMkLst>
        </pc:cxnChg>
        <pc:cxnChg chg="add 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16" creationId="{462B7118-1FB3-3A1F-C581-984ED233079A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0" creationId="{5D95BAEF-408F-B5D2-9C16-F52FF4391D67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1" creationId="{BA3A6B27-EEC7-EE59-B8E2-3AF008E21C80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2" creationId="{E1150877-93FF-AA50-2339-28BCCD6C0DA7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3" creationId="{BF7FBA2B-E693-B939-8A4C-CF06CDDB020A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4" creationId="{E16C5BC4-8C6F-A7D9-D83C-C1CE93027539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5" creationId="{F17D914A-8F98-FCF3-EE9C-1734231863C7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6" creationId="{B78A8FFD-0C3A-3796-2879-D1F3D7C534DE}"/>
          </ac:cxnSpMkLst>
        </pc:cxnChg>
        <pc:cxnChg chg="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7" creationId="{1C35D074-D4B9-FBED-92EB-59EA144073FF}"/>
          </ac:cxnSpMkLst>
        </pc:cxnChg>
        <pc:cxnChg chg="add mod">
          <ac:chgData name="MYUNG JIN" userId="89f3fa32ababedc4" providerId="LiveId" clId="{893C2835-F9EF-488A-82F1-B7DF61B54DC4}" dt="2024-08-25T16:56:18.369" v="5"/>
          <ac:cxnSpMkLst>
            <pc:docMk/>
            <pc:sldMk cId="2343665965" sldId="316"/>
            <ac:cxnSpMk id="28" creationId="{A7D08B2D-C8B5-79A0-377A-3BEF90D3ED0E}"/>
          </ac:cxnSpMkLst>
        </pc:cxnChg>
      </pc:sldChg>
      <pc:sldChg chg="addSp modSp new mod">
        <pc:chgData name="MYUNG JIN" userId="89f3fa32ababedc4" providerId="LiveId" clId="{893C2835-F9EF-488A-82F1-B7DF61B54DC4}" dt="2024-08-25T16:56:39.387" v="17"/>
        <pc:sldMkLst>
          <pc:docMk/>
          <pc:sldMk cId="438964165" sldId="317"/>
        </pc:sldMkLst>
        <pc:spChg chg="mod">
          <ac:chgData name="MYUNG JIN" userId="89f3fa32ababedc4" providerId="LiveId" clId="{893C2835-F9EF-488A-82F1-B7DF61B54DC4}" dt="2024-08-25T16:56:33.839" v="16"/>
          <ac:spMkLst>
            <pc:docMk/>
            <pc:sldMk cId="438964165" sldId="317"/>
            <ac:spMk id="2" creationId="{53F7F779-F7C3-982F-AE4F-57D421910A50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3" creationId="{43D6EF43-620F-2934-715A-C39029F30661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4" creationId="{D1EF1AAD-AFE0-8BDD-CE7B-F6FEC8DB2B30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5" creationId="{03BFFFF9-6249-EA2E-92A2-F9583AFCB180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6" creationId="{3A4DDCDA-FE37-26B2-E502-189B3E8E64E5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7" creationId="{50704588-E2C3-F618-8952-7B2309589F1E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8" creationId="{C78C83BE-6CB5-0E13-D915-64F741C26A1D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9" creationId="{C4061035-B311-D978-6681-2B1E3CD9F8FB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10" creationId="{E5D6FBE0-8B4A-44A0-7F05-FA0E39E0F231}"/>
          </ac:spMkLst>
        </pc:spChg>
        <pc:spChg chg="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13" creationId="{C866FF82-DA35-FF08-CEA3-ABFC17E63C25}"/>
          </ac:spMkLst>
        </pc:spChg>
        <pc:spChg chg="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15" creationId="{DE2B49F8-AD7A-9374-A242-81131F927AD3}"/>
          </ac:spMkLst>
        </pc:spChg>
        <pc:spChg chg="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26" creationId="{D918B000-76C2-1BA5-611B-39BD5ABB9551}"/>
          </ac:spMkLst>
        </pc:spChg>
        <pc:spChg chg="add mod">
          <ac:chgData name="MYUNG JIN" userId="89f3fa32ababedc4" providerId="LiveId" clId="{893C2835-F9EF-488A-82F1-B7DF61B54DC4}" dt="2024-08-25T16:56:39.387" v="17"/>
          <ac:spMkLst>
            <pc:docMk/>
            <pc:sldMk cId="438964165" sldId="317"/>
            <ac:spMk id="28" creationId="{4B60B1C8-3E4F-E754-FCAD-6D37E382BEF6}"/>
          </ac:spMkLst>
        </pc:spChg>
        <pc:grpChg chg="add mod">
          <ac:chgData name="MYUNG JIN" userId="89f3fa32ababedc4" providerId="LiveId" clId="{893C2835-F9EF-488A-82F1-B7DF61B54DC4}" dt="2024-08-25T16:56:39.387" v="17"/>
          <ac:grpSpMkLst>
            <pc:docMk/>
            <pc:sldMk cId="438964165" sldId="317"/>
            <ac:grpSpMk id="11" creationId="{B13FE6EF-3BF9-5ABE-C38C-5C605DD3930B}"/>
          </ac:grpSpMkLst>
        </pc:grpChg>
        <pc:grpChg chg="mod">
          <ac:chgData name="MYUNG JIN" userId="89f3fa32ababedc4" providerId="LiveId" clId="{893C2835-F9EF-488A-82F1-B7DF61B54DC4}" dt="2024-08-25T16:56:39.387" v="17"/>
          <ac:grpSpMkLst>
            <pc:docMk/>
            <pc:sldMk cId="438964165" sldId="317"/>
            <ac:grpSpMk id="12" creationId="{0FA4F9AD-DF23-A3FD-FE30-E5C0499CBC11}"/>
          </ac:grpSpMkLst>
        </pc:grpChg>
        <pc:grpChg chg="mod">
          <ac:chgData name="MYUNG JIN" userId="89f3fa32ababedc4" providerId="LiveId" clId="{893C2835-F9EF-488A-82F1-B7DF61B54DC4}" dt="2024-08-25T16:56:39.387" v="17"/>
          <ac:grpSpMkLst>
            <pc:docMk/>
            <pc:sldMk cId="438964165" sldId="317"/>
            <ac:grpSpMk id="14" creationId="{7483D54D-4979-EC48-1687-F4E9A7C2410C}"/>
          </ac:grpSpMkLst>
        </pc:grpChg>
        <pc:picChg chg="mod">
          <ac:chgData name="MYUNG JIN" userId="89f3fa32ababedc4" providerId="LiveId" clId="{893C2835-F9EF-488A-82F1-B7DF61B54DC4}" dt="2024-08-25T16:56:39.387" v="17"/>
          <ac:picMkLst>
            <pc:docMk/>
            <pc:sldMk cId="438964165" sldId="317"/>
            <ac:picMk id="19" creationId="{5096A030-48A3-2401-16C3-073D4DAA2078}"/>
          </ac:picMkLst>
        </pc:picChg>
        <pc:picChg chg="mod">
          <ac:chgData name="MYUNG JIN" userId="89f3fa32ababedc4" providerId="LiveId" clId="{893C2835-F9EF-488A-82F1-B7DF61B54DC4}" dt="2024-08-25T16:56:39.387" v="17"/>
          <ac:picMkLst>
            <pc:docMk/>
            <pc:sldMk cId="438964165" sldId="317"/>
            <ac:picMk id="20" creationId="{DE9DA628-3B41-4DB7-019D-BFCAFA3A2770}"/>
          </ac:picMkLst>
        </pc:picChg>
        <pc:picChg chg="mod">
          <ac:chgData name="MYUNG JIN" userId="89f3fa32ababedc4" providerId="LiveId" clId="{893C2835-F9EF-488A-82F1-B7DF61B54DC4}" dt="2024-08-25T16:56:39.387" v="17"/>
          <ac:picMkLst>
            <pc:docMk/>
            <pc:sldMk cId="438964165" sldId="317"/>
            <ac:picMk id="21" creationId="{D2A97B46-D46E-F3E2-B3F0-B884314BAB0E}"/>
          </ac:picMkLst>
        </pc:picChg>
        <pc:picChg chg="mod">
          <ac:chgData name="MYUNG JIN" userId="89f3fa32ababedc4" providerId="LiveId" clId="{893C2835-F9EF-488A-82F1-B7DF61B54DC4}" dt="2024-08-25T16:56:39.387" v="17"/>
          <ac:picMkLst>
            <pc:docMk/>
            <pc:sldMk cId="438964165" sldId="317"/>
            <ac:picMk id="22" creationId="{3EE6D4AE-78FB-D578-0A52-A89389360E71}"/>
          </ac:picMkLst>
        </pc:picChg>
        <pc:picChg chg="mod">
          <ac:chgData name="MYUNG JIN" userId="89f3fa32ababedc4" providerId="LiveId" clId="{893C2835-F9EF-488A-82F1-B7DF61B54DC4}" dt="2024-08-25T16:56:39.387" v="17"/>
          <ac:picMkLst>
            <pc:docMk/>
            <pc:sldMk cId="438964165" sldId="317"/>
            <ac:picMk id="23" creationId="{22A99BC0-991D-8F3F-5DD5-927D24C7E32B}"/>
          </ac:picMkLst>
        </pc:pic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16" creationId="{8E4FD300-8A12-B7F2-E5D8-14E36F320B44}"/>
          </ac:cxnSpMkLst>
        </pc:cxn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17" creationId="{D0594C6D-2F9C-81B6-1E60-9435FFF2E9F9}"/>
          </ac:cxnSpMkLst>
        </pc:cxn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18" creationId="{CE196CC9-E874-F33B-FD56-CA523A51E353}"/>
          </ac:cxnSpMkLst>
        </pc:cxn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24" creationId="{02E25835-CBD4-C716-4BCC-4839901E383B}"/>
          </ac:cxnSpMkLst>
        </pc:cxn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25" creationId="{FAD38257-74A7-8228-1AE2-C0078AA8AF1D}"/>
          </ac:cxnSpMkLst>
        </pc:cxnChg>
        <pc:cxnChg chg="mod">
          <ac:chgData name="MYUNG JIN" userId="89f3fa32ababedc4" providerId="LiveId" clId="{893C2835-F9EF-488A-82F1-B7DF61B54DC4}" dt="2024-08-25T16:56:39.387" v="17"/>
          <ac:cxnSpMkLst>
            <pc:docMk/>
            <pc:sldMk cId="438964165" sldId="317"/>
            <ac:cxnSpMk id="27" creationId="{1BD12305-FF93-0031-C53B-F4182671FAEC}"/>
          </ac:cxnSpMkLst>
        </pc:cxnChg>
      </pc:sldChg>
      <pc:sldChg chg="addSp modSp new mod">
        <pc:chgData name="MYUNG JIN" userId="89f3fa32ababedc4" providerId="LiveId" clId="{893C2835-F9EF-488A-82F1-B7DF61B54DC4}" dt="2024-08-25T16:57:07.959" v="22"/>
        <pc:sldMkLst>
          <pc:docMk/>
          <pc:sldMk cId="2134613521" sldId="318"/>
        </pc:sldMkLst>
        <pc:spChg chg="mod">
          <ac:chgData name="MYUNG JIN" userId="89f3fa32ababedc4" providerId="LiveId" clId="{893C2835-F9EF-488A-82F1-B7DF61B54DC4}" dt="2024-08-25T16:56:51.500" v="20" actId="20577"/>
          <ac:spMkLst>
            <pc:docMk/>
            <pc:sldMk cId="2134613521" sldId="318"/>
            <ac:spMk id="2" creationId="{42417E8F-979A-9994-68BC-5E559F2EAD39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3" creationId="{98254D3B-A989-90B0-E1E4-B836700B813E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4" creationId="{446C0D21-A1D6-7971-CB8B-F5E4291D505D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5" creationId="{79986A37-1F8F-277E-A066-11FD09F4F94E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6" creationId="{952B8A7C-E2FE-D2DD-58BA-E61E021E06A0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7" creationId="{4C1DF21B-036A-0A26-7E5A-3C6A4B840F74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8" creationId="{9DD5803D-4D35-47F3-06DD-B8CB86179215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10" creationId="{FB6F78A8-BDD4-82CA-31D0-856E747173B2}"/>
          </ac:spMkLst>
        </pc:spChg>
        <pc:spChg chg="add mod">
          <ac:chgData name="MYUNG JIN" userId="89f3fa32ababedc4" providerId="LiveId" clId="{893C2835-F9EF-488A-82F1-B7DF61B54DC4}" dt="2024-08-25T16:56:58.931" v="21"/>
          <ac:spMkLst>
            <pc:docMk/>
            <pc:sldMk cId="2134613521" sldId="318"/>
            <ac:spMk id="13" creationId="{49C1895D-53BA-BFB3-BD6F-BA59D8D01DFA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4" creationId="{0C263603-53D7-F498-EB7D-171D94469A20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5" creationId="{5D28915F-8E94-76DD-F68C-7077374100FD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6" creationId="{5D347399-105E-80F3-90A2-06C49EBF98C7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7" creationId="{8026DC15-FDFA-B896-D2B1-085C26CCE602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8" creationId="{BA88EE8B-3752-21FE-1617-2762DD38A252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19" creationId="{B213F936-CB9C-10BD-9871-55BFA460F5DB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20" creationId="{B24CF03C-ED95-F6CD-7613-ED05CC845CBF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22" creationId="{EEAE5876-6BCC-4CBA-3A53-CAA4B3A570C7}"/>
          </ac:spMkLst>
        </pc:spChg>
        <pc:spChg chg="add mod">
          <ac:chgData name="MYUNG JIN" userId="89f3fa32ababedc4" providerId="LiveId" clId="{893C2835-F9EF-488A-82F1-B7DF61B54DC4}" dt="2024-08-25T16:57:07.959" v="22"/>
          <ac:spMkLst>
            <pc:docMk/>
            <pc:sldMk cId="2134613521" sldId="318"/>
            <ac:spMk id="25" creationId="{21A11E3D-2CD4-E683-0708-99DFDEDAD098}"/>
          </ac:spMkLst>
        </pc:spChg>
        <pc:picChg chg="add mod">
          <ac:chgData name="MYUNG JIN" userId="89f3fa32ababedc4" providerId="LiveId" clId="{893C2835-F9EF-488A-82F1-B7DF61B54DC4}" dt="2024-08-25T16:56:58.931" v="21"/>
          <ac:picMkLst>
            <pc:docMk/>
            <pc:sldMk cId="2134613521" sldId="318"/>
            <ac:picMk id="9" creationId="{8065236B-3042-5D08-B04D-6C0CDE7532C4}"/>
          </ac:picMkLst>
        </pc:picChg>
        <pc:picChg chg="add mod">
          <ac:chgData name="MYUNG JIN" userId="89f3fa32ababedc4" providerId="LiveId" clId="{893C2835-F9EF-488A-82F1-B7DF61B54DC4}" dt="2024-08-25T16:57:07.959" v="22"/>
          <ac:picMkLst>
            <pc:docMk/>
            <pc:sldMk cId="2134613521" sldId="318"/>
            <ac:picMk id="21" creationId="{AF32F645-C819-C441-F71F-1FD25E9A7724}"/>
          </ac:picMkLst>
        </pc:picChg>
        <pc:cxnChg chg="add mod">
          <ac:chgData name="MYUNG JIN" userId="89f3fa32ababedc4" providerId="LiveId" clId="{893C2835-F9EF-488A-82F1-B7DF61B54DC4}" dt="2024-08-25T16:56:58.931" v="21"/>
          <ac:cxnSpMkLst>
            <pc:docMk/>
            <pc:sldMk cId="2134613521" sldId="318"/>
            <ac:cxnSpMk id="11" creationId="{1ED950B1-05F3-236B-1215-CAC0732B28D3}"/>
          </ac:cxnSpMkLst>
        </pc:cxnChg>
        <pc:cxnChg chg="add mod">
          <ac:chgData name="MYUNG JIN" userId="89f3fa32ababedc4" providerId="LiveId" clId="{893C2835-F9EF-488A-82F1-B7DF61B54DC4}" dt="2024-08-25T16:56:58.931" v="21"/>
          <ac:cxnSpMkLst>
            <pc:docMk/>
            <pc:sldMk cId="2134613521" sldId="318"/>
            <ac:cxnSpMk id="12" creationId="{8E5B52F3-EA09-BB1C-4AF4-3E3118C3E7A3}"/>
          </ac:cxnSpMkLst>
        </pc:cxnChg>
        <pc:cxnChg chg="add mod">
          <ac:chgData name="MYUNG JIN" userId="89f3fa32ababedc4" providerId="LiveId" clId="{893C2835-F9EF-488A-82F1-B7DF61B54DC4}" dt="2024-08-25T16:57:07.959" v="22"/>
          <ac:cxnSpMkLst>
            <pc:docMk/>
            <pc:sldMk cId="2134613521" sldId="318"/>
            <ac:cxnSpMk id="23" creationId="{ECD88AAE-930C-D1E9-BA73-85BC8E0EBB42}"/>
          </ac:cxnSpMkLst>
        </pc:cxnChg>
        <pc:cxnChg chg="add mod">
          <ac:chgData name="MYUNG JIN" userId="89f3fa32ababedc4" providerId="LiveId" clId="{893C2835-F9EF-488A-82F1-B7DF61B54DC4}" dt="2024-08-25T16:57:07.959" v="22"/>
          <ac:cxnSpMkLst>
            <pc:docMk/>
            <pc:sldMk cId="2134613521" sldId="318"/>
            <ac:cxnSpMk id="24" creationId="{E230CE15-8B25-CAA0-B848-EFCB7843DFAA}"/>
          </ac:cxnSpMkLst>
        </pc:cxnChg>
      </pc:sldChg>
      <pc:sldChg chg="addSp modSp new mod">
        <pc:chgData name="MYUNG JIN" userId="89f3fa32ababedc4" providerId="LiveId" clId="{893C2835-F9EF-488A-82F1-B7DF61B54DC4}" dt="2024-08-25T16:57:37.096" v="30"/>
        <pc:sldMkLst>
          <pc:docMk/>
          <pc:sldMk cId="3816727223" sldId="319"/>
        </pc:sldMkLst>
        <pc:spChg chg="mod">
          <ac:chgData name="MYUNG JIN" userId="89f3fa32ababedc4" providerId="LiveId" clId="{893C2835-F9EF-488A-82F1-B7DF61B54DC4}" dt="2024-08-25T16:57:27.362" v="29"/>
          <ac:spMkLst>
            <pc:docMk/>
            <pc:sldMk cId="3816727223" sldId="319"/>
            <ac:spMk id="2" creationId="{2FCE9882-8A2E-9D67-7206-436CC3EE9886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3" creationId="{0CD9D116-9DC8-294F-7B35-FB0F9214E82E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4" creationId="{F0AE9ABC-03D5-DEDD-A407-A5ED7E2DD92D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5" creationId="{20E48661-8706-576C-CAAB-95E9908BA863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6" creationId="{F2D971AE-771F-D49A-A22D-B243E5810F41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7" creationId="{34BF36D5-A4F4-467A-35C0-EC9C4708A0B2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8" creationId="{A87579AE-C833-A3E5-613D-DECA9C180935}"/>
          </ac:spMkLst>
        </pc:spChg>
        <pc:spChg chg="add mod">
          <ac:chgData name="MYUNG JIN" userId="89f3fa32ababedc4" providerId="LiveId" clId="{893C2835-F9EF-488A-82F1-B7DF61B54DC4}" dt="2024-08-25T16:57:37.096" v="30"/>
          <ac:spMkLst>
            <pc:docMk/>
            <pc:sldMk cId="3816727223" sldId="319"/>
            <ac:spMk id="9" creationId="{9B256198-96A1-3502-3148-D86CA396C4A5}"/>
          </ac:spMkLst>
        </pc:spChg>
      </pc:sldChg>
      <pc:sldChg chg="addSp modSp new mod">
        <pc:chgData name="MYUNG JIN" userId="89f3fa32ababedc4" providerId="LiveId" clId="{893C2835-F9EF-488A-82F1-B7DF61B54DC4}" dt="2024-08-25T16:57:52.364" v="32"/>
        <pc:sldMkLst>
          <pc:docMk/>
          <pc:sldMk cId="2660105165" sldId="320"/>
        </pc:sldMkLst>
        <pc:spChg chg="mod">
          <ac:chgData name="MYUNG JIN" userId="89f3fa32ababedc4" providerId="LiveId" clId="{893C2835-F9EF-488A-82F1-B7DF61B54DC4}" dt="2024-08-25T16:57:44.928" v="31"/>
          <ac:spMkLst>
            <pc:docMk/>
            <pc:sldMk cId="2660105165" sldId="320"/>
            <ac:spMk id="2" creationId="{D5BF9C6D-D87E-E82D-FE6F-ED94820FC75C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3" creationId="{7D5FB5F5-2D84-DE7D-DFA6-8CF1517F9AE3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4" creationId="{C8218D9C-F24E-26B9-4F3E-EC5C575F595B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5" creationId="{C2F3C1BD-3AAB-BC94-DCA1-C5F4D1AC9DD4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6" creationId="{8ADD6F21-EEE2-E50F-7F23-98D11B278E90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7" creationId="{63D66FCA-6EB7-A40D-B8E9-8C5BE9E11E1D}"/>
          </ac:spMkLst>
        </pc:spChg>
        <pc:spChg chg="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11" creationId="{9427FD57-1188-8CF3-4244-E16795AC0EF2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21" creationId="{97CAB8F1-85D3-9BF4-0099-52C1C18D0514}"/>
          </ac:spMkLst>
        </pc:spChg>
        <pc:spChg chg="add mod">
          <ac:chgData name="MYUNG JIN" userId="89f3fa32ababedc4" providerId="LiveId" clId="{893C2835-F9EF-488A-82F1-B7DF61B54DC4}" dt="2024-08-25T16:57:52.364" v="32"/>
          <ac:spMkLst>
            <pc:docMk/>
            <pc:sldMk cId="2660105165" sldId="320"/>
            <ac:spMk id="22" creationId="{F790C8EF-137B-7484-50BE-17FD1BA6DB96}"/>
          </ac:spMkLst>
        </pc:spChg>
        <pc:grpChg chg="add mod">
          <ac:chgData name="MYUNG JIN" userId="89f3fa32ababedc4" providerId="LiveId" clId="{893C2835-F9EF-488A-82F1-B7DF61B54DC4}" dt="2024-08-25T16:57:52.364" v="32"/>
          <ac:grpSpMkLst>
            <pc:docMk/>
            <pc:sldMk cId="2660105165" sldId="320"/>
            <ac:grpSpMk id="8" creationId="{5F07C043-55EC-06EE-B964-64A93FB4DE61}"/>
          </ac:grpSpMkLst>
        </pc:grpChg>
        <pc:grpChg chg="mod">
          <ac:chgData name="MYUNG JIN" userId="89f3fa32ababedc4" providerId="LiveId" clId="{893C2835-F9EF-488A-82F1-B7DF61B54DC4}" dt="2024-08-25T16:57:52.364" v="32"/>
          <ac:grpSpMkLst>
            <pc:docMk/>
            <pc:sldMk cId="2660105165" sldId="320"/>
            <ac:grpSpMk id="9" creationId="{C7C8A478-7D92-D1CE-EDB5-39FBD29C548D}"/>
          </ac:grpSpMkLst>
        </pc:grpChg>
        <pc:picChg chg="mod">
          <ac:chgData name="MYUNG JIN" userId="89f3fa32ababedc4" providerId="LiveId" clId="{893C2835-F9EF-488A-82F1-B7DF61B54DC4}" dt="2024-08-25T16:57:52.364" v="32"/>
          <ac:picMkLst>
            <pc:docMk/>
            <pc:sldMk cId="2660105165" sldId="320"/>
            <ac:picMk id="10" creationId="{E661A563-EBE6-5E76-8AF2-4556627F7180}"/>
          </ac:picMkLst>
        </pc:pic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2" creationId="{42EDCA25-D114-3F25-A9B1-14A9E4D711C3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3" creationId="{8878729A-7189-4593-AD29-40B164328539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4" creationId="{90730B07-F61B-96BD-0538-A7A9A0D069F9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5" creationId="{AC511B8D-B8E3-AE09-46E0-648A06999738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6" creationId="{53772558-BFC7-3942-16B8-9D21DDA91E61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7" creationId="{13BB974B-4460-9EE1-3738-0D7D21EBBE83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8" creationId="{66377EC9-EDF8-E0C0-2701-BF8A23D6BDD4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19" creationId="{12AA6CFB-0C14-9D63-74C0-EBA51DCFEF8A}"/>
          </ac:cxnSpMkLst>
        </pc:cxnChg>
        <pc:cxnChg chg="mod">
          <ac:chgData name="MYUNG JIN" userId="89f3fa32ababedc4" providerId="LiveId" clId="{893C2835-F9EF-488A-82F1-B7DF61B54DC4}" dt="2024-08-25T16:57:52.364" v="32"/>
          <ac:cxnSpMkLst>
            <pc:docMk/>
            <pc:sldMk cId="2660105165" sldId="320"/>
            <ac:cxnSpMk id="20" creationId="{4DD7A3E2-5C86-E851-32F4-CA6D23B1C94F}"/>
          </ac:cxnSpMkLst>
        </pc:cxnChg>
      </pc:sldChg>
      <pc:sldChg chg="addSp modSp new mod">
        <pc:chgData name="MYUNG JIN" userId="89f3fa32ababedc4" providerId="LiveId" clId="{893C2835-F9EF-488A-82F1-B7DF61B54DC4}" dt="2024-08-25T16:58:17.183" v="37"/>
        <pc:sldMkLst>
          <pc:docMk/>
          <pc:sldMk cId="2609461259" sldId="321"/>
        </pc:sldMkLst>
        <pc:spChg chg="mod">
          <ac:chgData name="MYUNG JIN" userId="89f3fa32ababedc4" providerId="LiveId" clId="{893C2835-F9EF-488A-82F1-B7DF61B54DC4}" dt="2024-08-25T16:58:06.211" v="33"/>
          <ac:spMkLst>
            <pc:docMk/>
            <pc:sldMk cId="2609461259" sldId="321"/>
            <ac:spMk id="2" creationId="{28B48AD3-2DB0-DE43-717E-FC0E0028859E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3" creationId="{5517DD5E-F3AE-8241-BFBA-C4527748BA4F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4" creationId="{6FE4CB04-FC61-6B11-D059-0DD9AFC740C8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5" creationId="{524A5DAD-0769-C1D6-2217-829AAD344ABC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17" creationId="{5A5D8A36-3F3B-97AA-C079-5A25C42C4B50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18" creationId="{1C69309B-0DFD-5502-A59B-6DE9DC6730C2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20" creationId="{34B8DA7D-73A0-A080-C595-3389E531137F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21" creationId="{AE1F622A-A074-E9FA-94BC-9D1069258091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25" creationId="{258A9517-B6F7-C08F-D197-8D5C14102CB6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28" creationId="{E52EA49B-9927-EE09-F8C1-B16CF15E8437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29" creationId="{CF8F4B68-1013-6C64-2BB0-73B21B19C0EB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31" creationId="{946546A1-7C7A-FAC0-5C0C-9CBF712E3EA6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34" creationId="{0AC9D700-4694-FFEA-D9C8-97E9164B456A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35" creationId="{5EB460E5-8144-C0CA-1454-2C239B35AFBF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38" creationId="{C6D18CBA-A5A4-6957-0F90-6AA2B85E60CE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50" creationId="{4E5420DE-7829-1229-193B-0C38E74C07C1}"/>
          </ac:spMkLst>
        </pc:spChg>
        <pc:spChg chg="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62" creationId="{F27F8AA8-3A7C-BA79-65A8-CEADF3F0320B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72" creationId="{92D7CACC-E87E-1BE9-B33D-E33142317B00}"/>
          </ac:spMkLst>
        </pc:spChg>
        <pc:spChg chg="add mod">
          <ac:chgData name="MYUNG JIN" userId="89f3fa32ababedc4" providerId="LiveId" clId="{893C2835-F9EF-488A-82F1-B7DF61B54DC4}" dt="2024-08-25T16:58:17.183" v="37"/>
          <ac:spMkLst>
            <pc:docMk/>
            <pc:sldMk cId="2609461259" sldId="321"/>
            <ac:spMk id="73" creationId="{804BCE79-285F-DADA-A6EF-570D2E220602}"/>
          </ac:spMkLst>
        </pc:spChg>
        <pc:grpChg chg="add 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6" creationId="{AA4E56C5-8AD2-9B77-0A70-E6CD4B06C8CB}"/>
          </ac:grpSpMkLst>
        </pc:grpChg>
        <pc:grpChg chg="add 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22" creationId="{E37F32DF-A5D2-E23F-B4C9-C97F847DFE12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24" creationId="{2BA8C7EE-54E1-604C-0897-49015AF5CCA4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32" creationId="{8E01FDAB-26A2-6FFA-C298-5683443AAC69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33" creationId="{7876B0AC-E35B-70CE-2D30-378C6789AE4B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36" creationId="{E77B9A7F-6999-2654-C26C-AD19C8D5A49F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48" creationId="{B8DA3D5B-E250-4829-236F-05ECF7933A56}"/>
          </ac:grpSpMkLst>
        </pc:grpChg>
        <pc:grpChg chg="mod">
          <ac:chgData name="MYUNG JIN" userId="89f3fa32ababedc4" providerId="LiveId" clId="{893C2835-F9EF-488A-82F1-B7DF61B54DC4}" dt="2024-08-25T16:58:17.183" v="37"/>
          <ac:grpSpMkLst>
            <pc:docMk/>
            <pc:sldMk cId="2609461259" sldId="321"/>
            <ac:grpSpMk id="60" creationId="{20EBF340-C563-6B26-CC5A-480D75C5791C}"/>
          </ac:grpSpMkLst>
        </pc:grpChg>
        <pc:picChg chg="mod">
          <ac:chgData name="MYUNG JIN" userId="89f3fa32ababedc4" providerId="LiveId" clId="{893C2835-F9EF-488A-82F1-B7DF61B54DC4}" dt="2024-08-25T16:58:17.183" v="37"/>
          <ac:picMkLst>
            <pc:docMk/>
            <pc:sldMk cId="2609461259" sldId="321"/>
            <ac:picMk id="37" creationId="{B4AF6D3D-FA60-848E-91A6-05AFAC668C6A}"/>
          </ac:picMkLst>
        </pc:picChg>
        <pc:picChg chg="mod">
          <ac:chgData name="MYUNG JIN" userId="89f3fa32ababedc4" providerId="LiveId" clId="{893C2835-F9EF-488A-82F1-B7DF61B54DC4}" dt="2024-08-25T16:58:17.183" v="37"/>
          <ac:picMkLst>
            <pc:docMk/>
            <pc:sldMk cId="2609461259" sldId="321"/>
            <ac:picMk id="49" creationId="{735CDBEB-A318-AAC2-5B36-F7869DA83907}"/>
          </ac:picMkLst>
        </pc:picChg>
        <pc:picChg chg="mod">
          <ac:chgData name="MYUNG JIN" userId="89f3fa32ababedc4" providerId="LiveId" clId="{893C2835-F9EF-488A-82F1-B7DF61B54DC4}" dt="2024-08-25T16:58:17.183" v="37"/>
          <ac:picMkLst>
            <pc:docMk/>
            <pc:sldMk cId="2609461259" sldId="321"/>
            <ac:picMk id="61" creationId="{D9BDD3E9-93B5-9E22-C141-EBE3066D0DA2}"/>
          </ac:picMkLst>
        </pc:pic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7" creationId="{9C81D1C6-6994-8931-344E-515674D18923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8" creationId="{893C2E42-C376-D4E7-FDFC-1C9FB80D1DC3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9" creationId="{958DA90C-DE0F-BAD7-819B-C7AA042D7391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0" creationId="{6E6316DA-69AD-4B86-FD76-3B1F1D0BAC4E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1" creationId="{8DBDA2E5-7755-79FA-BA36-E94AAD0303DC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2" creationId="{3B68BDE2-8761-BC25-2E8D-85D729A58C31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3" creationId="{CBB3AD10-0FF9-4F1C-B3E6-DF1CCE3DAEAF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4" creationId="{27F3BF7E-87DE-2B64-225C-464B0C11E9D0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5" creationId="{9794AC98-2226-C3FA-054C-867634AF05C5}"/>
          </ac:cxnSpMkLst>
        </pc:cxnChg>
        <pc:cxnChg chg="add 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6" creationId="{DAF2ADD7-D700-3BF9-1DC0-58A4ABEEF860}"/>
          </ac:cxnSpMkLst>
        </pc:cxnChg>
        <pc:cxnChg chg="add 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19" creationId="{22263769-5C9A-07DA-338D-3864FD9232D3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23" creationId="{2D43BECE-ABA1-E032-12E0-01B3EA64DEEE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26" creationId="{645C0F5E-7F60-713C-2AD4-1EF07ECD7BFD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27" creationId="{95CB149A-6084-05A1-E9E8-83DDC274197E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30" creationId="{DDB9E6A0-86DE-79F6-C397-1F9A3D06574F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39" creationId="{BD7F23AE-D565-75E7-8CC6-32A38141AB02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0" creationId="{E9CEFFD5-6CE3-E03C-F223-CF216F408B61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1" creationId="{02678348-D7BE-A3BA-3FD9-B259A6DE2ECF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2" creationId="{E39A1C1F-03AB-1CFF-5D3E-C280A6566492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3" creationId="{D9CD350E-2650-DB3A-1DD8-F848A71863FD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4" creationId="{E56D97EB-296E-F5B9-558F-8380497EFD25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5" creationId="{359B47E9-58D0-0436-BD5E-BDF7E5A2A836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6" creationId="{BDE69078-6752-A72F-B8FC-FBB4A656E371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47" creationId="{ECD0B67A-42D3-F9FA-6BE0-5EB3C55458A6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1" creationId="{51D124AA-21FE-2174-6368-1AD209748BAB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2" creationId="{CAAB1B9A-1FD2-847F-94A5-807BAF51ACBE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3" creationId="{E2227C02-1101-5D31-5315-CEDC402489DD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4" creationId="{EBCAC3C7-1E67-D0BE-0527-E70CFD6F8F3E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5" creationId="{B2C8AE2E-EB0C-472E-98F5-ACF4E88104A4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6" creationId="{11258117-3822-4308-ECA6-2935D74DB20A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7" creationId="{E8D1104A-3C49-9475-D109-06956E0AD120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8" creationId="{472BB300-8EC7-37BE-023B-8FA3B36AE46D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59" creationId="{8C4A83E8-4FF0-B3F9-A345-5DB3C6E70F75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3" creationId="{6CFDA877-3830-2ECB-8DE2-79B04A1179D9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4" creationId="{FE28CAB6-BCDD-3D53-52AD-A9D6D0F9699F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5" creationId="{C35A162B-9C89-B08D-F196-31A39D414AEA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6" creationId="{F8614904-DC20-B615-16B9-94AA26190249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7" creationId="{ACA4E5C6-DF45-8ACF-0D1F-FF65A75DCFAC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8" creationId="{F61C0C8F-3C45-29AD-F67F-034E6BCE4236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69" creationId="{62D1F5DF-BA4E-84D5-F322-031A3252F514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70" creationId="{76EFC6D2-4062-1B80-400A-E5DF4AC51725}"/>
          </ac:cxnSpMkLst>
        </pc:cxnChg>
        <pc:cxnChg chg="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71" creationId="{F96D519E-F134-E438-0E4A-893110075A89}"/>
          </ac:cxnSpMkLst>
        </pc:cxnChg>
        <pc:cxnChg chg="add 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74" creationId="{CF7321C2-9693-0FBF-4238-3080BCF7133D}"/>
          </ac:cxnSpMkLst>
        </pc:cxnChg>
        <pc:cxnChg chg="add mod">
          <ac:chgData name="MYUNG JIN" userId="89f3fa32ababedc4" providerId="LiveId" clId="{893C2835-F9EF-488A-82F1-B7DF61B54DC4}" dt="2024-08-25T16:58:17.183" v="37"/>
          <ac:cxnSpMkLst>
            <pc:docMk/>
            <pc:sldMk cId="2609461259" sldId="321"/>
            <ac:cxnSpMk id="75" creationId="{0F2A5307-6683-AEBD-2CD2-EBC4E3633DD2}"/>
          </ac:cxnSpMkLst>
        </pc:cxnChg>
      </pc:sldChg>
      <pc:sldChg chg="addSp modSp new mod">
        <pc:chgData name="MYUNG JIN" userId="89f3fa32ababedc4" providerId="LiveId" clId="{893C2835-F9EF-488A-82F1-B7DF61B54DC4}" dt="2024-08-26T15:35:09.022" v="58" actId="20577"/>
        <pc:sldMkLst>
          <pc:docMk/>
          <pc:sldMk cId="2670176567" sldId="322"/>
        </pc:sldMkLst>
        <pc:spChg chg="mod">
          <ac:chgData name="MYUNG JIN" userId="89f3fa32ababedc4" providerId="LiveId" clId="{893C2835-F9EF-488A-82F1-B7DF61B54DC4}" dt="2024-08-25T16:58:07.496" v="34"/>
          <ac:spMkLst>
            <pc:docMk/>
            <pc:sldMk cId="2670176567" sldId="322"/>
            <ac:spMk id="2" creationId="{35F5F331-1640-FFCF-1C69-74041CE49A2B}"/>
          </ac:spMkLst>
        </pc:spChg>
        <pc:spChg chg="add mod">
          <ac:chgData name="MYUNG JIN" userId="89f3fa32ababedc4" providerId="LiveId" clId="{893C2835-F9EF-488A-82F1-B7DF61B54DC4}" dt="2024-08-26T15:34:55.630" v="50" actId="20577"/>
          <ac:spMkLst>
            <pc:docMk/>
            <pc:sldMk cId="2670176567" sldId="322"/>
            <ac:spMk id="3" creationId="{9E527D2B-3A56-30BF-1262-DDC4B7A4B1E9}"/>
          </ac:spMkLst>
        </pc:spChg>
        <pc:spChg chg="add mod">
          <ac:chgData name="MYUNG JIN" userId="89f3fa32ababedc4" providerId="LiveId" clId="{893C2835-F9EF-488A-82F1-B7DF61B54DC4}" dt="2024-08-26T15:35:09.022" v="58" actId="20577"/>
          <ac:spMkLst>
            <pc:docMk/>
            <pc:sldMk cId="2670176567" sldId="322"/>
            <ac:spMk id="4" creationId="{F08A7254-03F6-73DC-A282-F4289602B96D}"/>
          </ac:spMkLst>
        </pc:spChg>
        <pc:spChg chg="add mod">
          <ac:chgData name="MYUNG JIN" userId="89f3fa32ababedc4" providerId="LiveId" clId="{893C2835-F9EF-488A-82F1-B7DF61B54DC4}" dt="2024-08-26T15:35:06.351" v="56" actId="20577"/>
          <ac:spMkLst>
            <pc:docMk/>
            <pc:sldMk cId="2670176567" sldId="322"/>
            <ac:spMk id="5" creationId="{B9152C3A-7DA7-1DAD-A8EC-3E6D8491095D}"/>
          </ac:spMkLst>
        </pc:spChg>
        <pc:spChg chg="add mod">
          <ac:chgData name="MYUNG JIN" userId="89f3fa32ababedc4" providerId="LiveId" clId="{893C2835-F9EF-488A-82F1-B7DF61B54DC4}" dt="2024-08-25T16:58:26.530" v="38"/>
          <ac:spMkLst>
            <pc:docMk/>
            <pc:sldMk cId="2670176567" sldId="322"/>
            <ac:spMk id="6" creationId="{CBEF407A-789C-F24C-EA3B-3CBCE22336F0}"/>
          </ac:spMkLst>
        </pc:spChg>
        <pc:spChg chg="add mod">
          <ac:chgData name="MYUNG JIN" userId="89f3fa32ababedc4" providerId="LiveId" clId="{893C2835-F9EF-488A-82F1-B7DF61B54DC4}" dt="2024-08-25T16:58:26.530" v="38"/>
          <ac:spMkLst>
            <pc:docMk/>
            <pc:sldMk cId="2670176567" sldId="322"/>
            <ac:spMk id="7" creationId="{6519EFD7-27E0-9779-0B9A-9DF19526D545}"/>
          </ac:spMkLst>
        </pc:spChg>
        <pc:spChg chg="add mod">
          <ac:chgData name="MYUNG JIN" userId="89f3fa32ababedc4" providerId="LiveId" clId="{893C2835-F9EF-488A-82F1-B7DF61B54DC4}" dt="2024-08-25T16:58:26.530" v="38"/>
          <ac:spMkLst>
            <pc:docMk/>
            <pc:sldMk cId="2670176567" sldId="322"/>
            <ac:spMk id="8" creationId="{003F7627-F1A2-4F80-6A24-2A76ADF40BD1}"/>
          </ac:spMkLst>
        </pc:spChg>
      </pc:sldChg>
      <pc:sldChg chg="addSp modSp new mod">
        <pc:chgData name="MYUNG JIN" userId="89f3fa32ababedc4" providerId="LiveId" clId="{893C2835-F9EF-488A-82F1-B7DF61B54DC4}" dt="2024-08-26T15:34:52.104" v="49" actId="20577"/>
        <pc:sldMkLst>
          <pc:docMk/>
          <pc:sldMk cId="2408266973" sldId="323"/>
        </pc:sldMkLst>
        <pc:spChg chg="mod">
          <ac:chgData name="MYUNG JIN" userId="89f3fa32ababedc4" providerId="LiveId" clId="{893C2835-F9EF-488A-82F1-B7DF61B54DC4}" dt="2024-08-25T16:58:08.425" v="35"/>
          <ac:spMkLst>
            <pc:docMk/>
            <pc:sldMk cId="2408266973" sldId="323"/>
            <ac:spMk id="2" creationId="{C88BD45B-185F-3B65-2AEC-980AE7C45217}"/>
          </ac:spMkLst>
        </pc:spChg>
        <pc:spChg chg="add mod">
          <ac:chgData name="MYUNG JIN" userId="89f3fa32ababedc4" providerId="LiveId" clId="{893C2835-F9EF-488A-82F1-B7DF61B54DC4}" dt="2024-08-26T15:34:48.891" v="46" actId="20577"/>
          <ac:spMkLst>
            <pc:docMk/>
            <pc:sldMk cId="2408266973" sldId="323"/>
            <ac:spMk id="3" creationId="{118F7477-FF18-E377-8859-C625C2684966}"/>
          </ac:spMkLst>
        </pc:spChg>
        <pc:spChg chg="add mod">
          <ac:chgData name="MYUNG JIN" userId="89f3fa32ababedc4" providerId="LiveId" clId="{893C2835-F9EF-488A-82F1-B7DF61B54DC4}" dt="2024-08-26T15:34:52.104" v="49" actId="20577"/>
          <ac:spMkLst>
            <pc:docMk/>
            <pc:sldMk cId="2408266973" sldId="323"/>
            <ac:spMk id="4" creationId="{4388F32C-59D0-CC97-2E7F-DD1A08F328AB}"/>
          </ac:spMkLst>
        </pc:spChg>
        <pc:spChg chg="add mod">
          <ac:chgData name="MYUNG JIN" userId="89f3fa32ababedc4" providerId="LiveId" clId="{893C2835-F9EF-488A-82F1-B7DF61B54DC4}" dt="2024-08-25T16:58:37.805" v="39"/>
          <ac:spMkLst>
            <pc:docMk/>
            <pc:sldMk cId="2408266973" sldId="323"/>
            <ac:spMk id="5" creationId="{5B04A8E2-A665-195D-431B-2398EA40C92B}"/>
          </ac:spMkLst>
        </pc:spChg>
        <pc:spChg chg="add mod">
          <ac:chgData name="MYUNG JIN" userId="89f3fa32ababedc4" providerId="LiveId" clId="{893C2835-F9EF-488A-82F1-B7DF61B54DC4}" dt="2024-08-25T16:58:37.805" v="39"/>
          <ac:spMkLst>
            <pc:docMk/>
            <pc:sldMk cId="2408266973" sldId="323"/>
            <ac:spMk id="6" creationId="{7C62E87E-26D2-A829-8149-E49613D2F22B}"/>
          </ac:spMkLst>
        </pc:spChg>
        <pc:spChg chg="add mod">
          <ac:chgData name="MYUNG JIN" userId="89f3fa32ababedc4" providerId="LiveId" clId="{893C2835-F9EF-488A-82F1-B7DF61B54DC4}" dt="2024-08-25T16:58:37.805" v="39"/>
          <ac:spMkLst>
            <pc:docMk/>
            <pc:sldMk cId="2408266973" sldId="323"/>
            <ac:spMk id="7" creationId="{82FB3EF7-4750-C16B-4D41-E061E993C737}"/>
          </ac:spMkLst>
        </pc:spChg>
        <pc:spChg chg="add mod">
          <ac:chgData name="MYUNG JIN" userId="89f3fa32ababedc4" providerId="LiveId" clId="{893C2835-F9EF-488A-82F1-B7DF61B54DC4}" dt="2024-08-25T16:58:37.805" v="39"/>
          <ac:spMkLst>
            <pc:docMk/>
            <pc:sldMk cId="2408266973" sldId="323"/>
            <ac:spMk id="8" creationId="{1E05EA57-F698-9461-9B68-521734F073E8}"/>
          </ac:spMkLst>
        </pc:spChg>
        <pc:spChg chg="add mod">
          <ac:chgData name="MYUNG JIN" userId="89f3fa32ababedc4" providerId="LiveId" clId="{893C2835-F9EF-488A-82F1-B7DF61B54DC4}" dt="2024-08-25T16:58:37.805" v="39"/>
          <ac:spMkLst>
            <pc:docMk/>
            <pc:sldMk cId="2408266973" sldId="323"/>
            <ac:spMk id="9" creationId="{FF5447E1-15CE-07BD-9A11-8FEA37517181}"/>
          </ac:spMkLst>
        </pc:spChg>
      </pc:sldChg>
      <pc:sldChg chg="addSp modSp new mod">
        <pc:chgData name="MYUNG JIN" userId="89f3fa32ababedc4" providerId="LiveId" clId="{893C2835-F9EF-488A-82F1-B7DF61B54DC4}" dt="2024-08-25T16:58:49.269" v="40"/>
        <pc:sldMkLst>
          <pc:docMk/>
          <pc:sldMk cId="2753454189" sldId="324"/>
        </pc:sldMkLst>
        <pc:spChg chg="mod">
          <ac:chgData name="MYUNG JIN" userId="89f3fa32ababedc4" providerId="LiveId" clId="{893C2835-F9EF-488A-82F1-B7DF61B54DC4}" dt="2024-08-25T16:58:09.344" v="36"/>
          <ac:spMkLst>
            <pc:docMk/>
            <pc:sldMk cId="2753454189" sldId="324"/>
            <ac:spMk id="2" creationId="{85D253DB-93CB-EE98-E2BB-C7F86E88AED3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3" creationId="{F8311576-9E39-F814-1636-B94875783A7E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4" creationId="{FAF1EECF-D022-7D92-709F-621D789E835D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5" creationId="{06009FF1-36B8-FE82-6D31-C1235041B506}"/>
          </ac:spMkLst>
        </pc:spChg>
        <pc:spChg chg="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13" creationId="{24B4570F-FFBD-9D7F-3FFF-3BB78C22880A}"/>
          </ac:spMkLst>
        </pc:spChg>
        <pc:spChg chg="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24" creationId="{C701F3D4-A856-63CF-4EC7-340562DD93DD}"/>
          </ac:spMkLst>
        </pc:spChg>
        <pc:spChg chg="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32" creationId="{87D76EF9-E207-FCEC-24F8-166B83489D79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38" creationId="{70D86C08-1163-0CB1-4C8F-9A04026085F8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39" creationId="{B52381AA-4D13-3C06-1720-3C7667156AC5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40" creationId="{21824D02-CCDB-085A-9834-D20805436EB9}"/>
          </ac:spMkLst>
        </pc:spChg>
        <pc:spChg chg="add 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41" creationId="{1DF56B4D-D88F-1389-A2C9-FDC635FEB05F}"/>
          </ac:spMkLst>
        </pc:spChg>
        <pc:spChg chg="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43" creationId="{5C87559F-F8F7-C3B9-5A24-2FF2484C7211}"/>
          </ac:spMkLst>
        </pc:spChg>
        <pc:spChg chg="mod">
          <ac:chgData name="MYUNG JIN" userId="89f3fa32ababedc4" providerId="LiveId" clId="{893C2835-F9EF-488A-82F1-B7DF61B54DC4}" dt="2024-08-25T16:58:49.269" v="40"/>
          <ac:spMkLst>
            <pc:docMk/>
            <pc:sldMk cId="2753454189" sldId="324"/>
            <ac:spMk id="49" creationId="{0E2929AF-858B-1613-2499-7AAF7AB0BAFD}"/>
          </ac:spMkLst>
        </pc:spChg>
        <pc:grpChg chg="add 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6" creationId="{69FB15D4-2973-E17A-9EA5-EDC8966AADA5}"/>
          </ac:grpSpMkLst>
        </pc:grpChg>
        <pc:grpChg chg="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7" creationId="{957A6871-8292-D014-7BA4-84CE08523D23}"/>
          </ac:grpSpMkLst>
        </pc:grpChg>
        <pc:grpChg chg="add 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19" creationId="{ADF13CEA-D6B9-6661-167C-10EDD8FDFE99}"/>
          </ac:grpSpMkLst>
        </pc:grpChg>
        <pc:grpChg chg="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20" creationId="{BFD5CEE7-5C0B-B958-4FEA-7DC928958F66}"/>
          </ac:grpSpMkLst>
        </pc:grpChg>
        <pc:grpChg chg="add 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28" creationId="{57C9AF14-37B5-ECE7-D0E8-191F9103FCC6}"/>
          </ac:grpSpMkLst>
        </pc:grpChg>
        <pc:grpChg chg="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29" creationId="{33F9451C-D353-35B0-7D1A-3A27FF1C7162}"/>
          </ac:grpSpMkLst>
        </pc:grpChg>
        <pc:grpChg chg="add 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42" creationId="{692D9FDA-5CF2-5460-5D1F-18064A73ED52}"/>
          </ac:grpSpMkLst>
        </pc:grpChg>
        <pc:grpChg chg="add 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46" creationId="{6026E7E4-B0B1-A615-22E4-77DC35C0C824}"/>
          </ac:grpSpMkLst>
        </pc:grpChg>
        <pc:grpChg chg="mod">
          <ac:chgData name="MYUNG JIN" userId="89f3fa32ababedc4" providerId="LiveId" clId="{893C2835-F9EF-488A-82F1-B7DF61B54DC4}" dt="2024-08-25T16:58:49.269" v="40"/>
          <ac:grpSpMkLst>
            <pc:docMk/>
            <pc:sldMk cId="2753454189" sldId="324"/>
            <ac:grpSpMk id="47" creationId="{E5F4241D-9C29-3239-0F66-6CF727EF37FB}"/>
          </ac:grpSpMkLst>
        </pc:grp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14" creationId="{6A63C291-0F7B-C423-370A-BE7D492C557A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15" creationId="{0D8CD638-02A5-314D-FFB0-13FEED36B6BC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16" creationId="{22B332D7-2302-A4DB-C9C1-8498E8919134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17" creationId="{9CB3066A-3B8F-7E3F-20E5-38494BABB50D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18" creationId="{1596D7B3-59BF-52B3-EAA6-B3474B294457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25" creationId="{1814B0A8-62D3-9537-C11F-943E36AA3799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26" creationId="{56DDF964-BAA8-57AC-68A6-BE63A104AEE9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27" creationId="{B03F9FA9-1190-723B-98E2-3E161E0232ED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33" creationId="{B9A4AD82-C8EB-6E0A-C6EB-42D66C658F60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34" creationId="{5ABEFBBD-234E-DA4B-92F2-77CFF327DB5F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35" creationId="{E4F6112B-66E6-5970-F0BD-2562BF9FA8D7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36" creationId="{129AD1E9-8A04-9BA4-D1DA-539867CE8EAD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37" creationId="{DB4F9BB4-AA15-BD92-B03C-4BD9A8C79CD4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44" creationId="{E3A88A9E-DE56-D87B-6C48-BA8DDDA56614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45" creationId="{511D4985-C97E-524F-734F-E395FD658F0E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50" creationId="{DD1F01DF-2843-8BB3-0C65-03EFAF8DD49C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51" creationId="{85E34D36-C893-E895-F58D-53B886467428}"/>
          </ac:picMkLst>
        </pc:picChg>
        <pc:picChg chg="mod">
          <ac:chgData name="MYUNG JIN" userId="89f3fa32ababedc4" providerId="LiveId" clId="{893C2835-F9EF-488A-82F1-B7DF61B54DC4}" dt="2024-08-25T16:58:49.269" v="40"/>
          <ac:picMkLst>
            <pc:docMk/>
            <pc:sldMk cId="2753454189" sldId="324"/>
            <ac:picMk id="52" creationId="{0EE0F2C9-A4BB-60E2-3B68-CC87AFE7D3DC}"/>
          </ac:picMkLst>
        </pc:pic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8" creationId="{1B7E02AF-1B87-6A7D-40FA-611F3F0EFF08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9" creationId="{458BDAD4-88D3-E683-7F87-935A24C5FEAB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10" creationId="{4CE20A4B-685E-ABE9-C99B-26BA8D4C5DB4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11" creationId="{7D31A1D0-3251-3B13-13A3-651C7B564183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12" creationId="{C0F1F368-3EAC-A402-1FE5-EFF8D5BB0CB3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21" creationId="{D2F3069A-2DBF-F51C-25FF-ECE4B7BDF8AD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22" creationId="{AAAD3E5D-4039-06D5-0AFA-E383EDFA484E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23" creationId="{874D2847-50CD-3990-887B-2C36F2BD84E3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30" creationId="{028652BB-A0E3-39B2-E48D-F12F9D19C7E2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31" creationId="{BF373E0E-CE3E-C546-E727-444F8069A62C}"/>
          </ac:cxnSpMkLst>
        </pc:cxnChg>
        <pc:cxnChg chg="mod">
          <ac:chgData name="MYUNG JIN" userId="89f3fa32ababedc4" providerId="LiveId" clId="{893C2835-F9EF-488A-82F1-B7DF61B54DC4}" dt="2024-08-25T16:58:49.269" v="40"/>
          <ac:cxnSpMkLst>
            <pc:docMk/>
            <pc:sldMk cId="2753454189" sldId="324"/>
            <ac:cxnSpMk id="48" creationId="{551C5D3A-DF91-6CFD-A591-01CA91CE9D38}"/>
          </ac:cxnSpMkLst>
        </pc:cxnChg>
      </pc:sldChg>
      <pc:sldMasterChg chg="modSp mod">
        <pc:chgData name="MYUNG JIN" userId="89f3fa32ababedc4" providerId="LiveId" clId="{893C2835-F9EF-488A-82F1-B7DF61B54DC4}" dt="2024-08-25T16:59:19.462" v="43" actId="20577"/>
        <pc:sldMasterMkLst>
          <pc:docMk/>
          <pc:sldMasterMk cId="865822706" sldId="2147483672"/>
        </pc:sldMasterMkLst>
        <pc:spChg chg="mod">
          <ac:chgData name="MYUNG JIN" userId="89f3fa32ababedc4" providerId="LiveId" clId="{893C2835-F9EF-488A-82F1-B7DF61B54DC4}" dt="2024-08-25T16:59:19.462" v="43" actId="20577"/>
          <ac:spMkLst>
            <pc:docMk/>
            <pc:sldMasterMk cId="865822706" sldId="2147483672"/>
            <ac:spMk id="12" creationId="{73E09DDB-F9AA-B7CF-1BD1-467229BF433E}"/>
          </ac:spMkLst>
        </pc:spChg>
      </pc:sldMasterChg>
    </pc:docChg>
  </pc:docChgLst>
  <pc:docChgLst>
    <pc:chgData name="MYUNG JIN" userId="89f3fa32ababedc4" providerId="LiveId" clId="{2596EF01-02E4-4D70-9EDE-1FA02D5D4C40}"/>
    <pc:docChg chg="undo custSel addSld modSld modMainMaster">
      <pc:chgData name="MYUNG JIN" userId="89f3fa32ababedc4" providerId="LiveId" clId="{2596EF01-02E4-4D70-9EDE-1FA02D5D4C40}" dt="2024-08-29T20:25:35.699" v="81" actId="1076"/>
      <pc:docMkLst>
        <pc:docMk/>
      </pc:docMkLst>
      <pc:sldChg chg="modSp mod modClrScheme chgLayout">
        <pc:chgData name="MYUNG JIN" userId="89f3fa32ababedc4" providerId="LiveId" clId="{2596EF01-02E4-4D70-9EDE-1FA02D5D4C40}" dt="2024-08-29T19:04:24.771" v="54" actId="700"/>
        <pc:sldMkLst>
          <pc:docMk/>
          <pc:sldMk cId="2415824652" sldId="314"/>
        </pc:sldMkLst>
        <pc:spChg chg="mod ord">
          <ac:chgData name="MYUNG JIN" userId="89f3fa32ababedc4" providerId="LiveId" clId="{2596EF01-02E4-4D70-9EDE-1FA02D5D4C40}" dt="2024-08-29T19:04:24.771" v="54" actId="700"/>
          <ac:spMkLst>
            <pc:docMk/>
            <pc:sldMk cId="2415824652" sldId="314"/>
            <ac:spMk id="2" creationId="{2BE249DC-8914-7D45-D9D6-4D9952A1CDB9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1993875256" sldId="315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1993875256" sldId="315"/>
            <ac:spMk id="2" creationId="{896EB5DC-279D-6A19-8B07-AC0289A12C35}"/>
          </ac:spMkLst>
        </pc:spChg>
      </pc:sldChg>
      <pc:sldChg chg="addSp delSp modSp mod modClrScheme chgLayout">
        <pc:chgData name="MYUNG JIN" userId="89f3fa32ababedc4" providerId="LiveId" clId="{2596EF01-02E4-4D70-9EDE-1FA02D5D4C40}" dt="2024-08-29T20:10:19.278" v="58"/>
        <pc:sldMkLst>
          <pc:docMk/>
          <pc:sldMk cId="2343665965" sldId="316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343665965" sldId="316"/>
            <ac:spMk id="2" creationId="{A284E970-2512-ED6F-3E8D-A49E98F9F227}"/>
          </ac:spMkLst>
        </pc:spChg>
        <pc:spChg chg="del">
          <ac:chgData name="MYUNG JIN" userId="89f3fa32ababedc4" providerId="LiveId" clId="{2596EF01-02E4-4D70-9EDE-1FA02D5D4C40}" dt="2024-08-29T20:10:19.020" v="57" actId="478"/>
          <ac:spMkLst>
            <pc:docMk/>
            <pc:sldMk cId="2343665965" sldId="316"/>
            <ac:spMk id="3" creationId="{A6765BC7-90CB-580C-9563-08ACD0DE7A30}"/>
          </ac:spMkLst>
        </pc:spChg>
        <pc:spChg chg="add mod">
          <ac:chgData name="MYUNG JIN" userId="89f3fa32ababedc4" providerId="LiveId" clId="{2596EF01-02E4-4D70-9EDE-1FA02D5D4C40}" dt="2024-08-29T20:10:19.278" v="58"/>
          <ac:spMkLst>
            <pc:docMk/>
            <pc:sldMk cId="2343665965" sldId="316"/>
            <ac:spMk id="35" creationId="{B2861934-C91B-1C26-CCBE-14C385111B06}"/>
          </ac:spMkLst>
        </pc:spChg>
      </pc:sldChg>
      <pc:sldChg chg="addSp delSp modSp mod modClrScheme chgLayout">
        <pc:chgData name="MYUNG JIN" userId="89f3fa32ababedc4" providerId="LiveId" clId="{2596EF01-02E4-4D70-9EDE-1FA02D5D4C40}" dt="2024-08-29T19:25:29.727" v="56"/>
        <pc:sldMkLst>
          <pc:docMk/>
          <pc:sldMk cId="438964165" sldId="317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438964165" sldId="317"/>
            <ac:spMk id="2" creationId="{53F7F779-F7C3-982F-AE4F-57D421910A50}"/>
          </ac:spMkLst>
        </pc:spChg>
        <pc:spChg chg="del">
          <ac:chgData name="MYUNG JIN" userId="89f3fa32ababedc4" providerId="LiveId" clId="{2596EF01-02E4-4D70-9EDE-1FA02D5D4C40}" dt="2024-08-29T19:25:29.469" v="55" actId="478"/>
          <ac:spMkLst>
            <pc:docMk/>
            <pc:sldMk cId="438964165" sldId="317"/>
            <ac:spMk id="7" creationId="{50704588-E2C3-F618-8952-7B2309589F1E}"/>
          </ac:spMkLst>
        </pc:spChg>
        <pc:spChg chg="add mod">
          <ac:chgData name="MYUNG JIN" userId="89f3fa32ababedc4" providerId="LiveId" clId="{2596EF01-02E4-4D70-9EDE-1FA02D5D4C40}" dt="2024-08-29T19:25:29.727" v="56"/>
          <ac:spMkLst>
            <pc:docMk/>
            <pc:sldMk cId="438964165" sldId="317"/>
            <ac:spMk id="29" creationId="{3652E500-AD5D-A792-79A9-93903AE51505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134613521" sldId="318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134613521" sldId="318"/>
            <ac:spMk id="2" creationId="{42417E8F-979A-9994-68BC-5E559F2EAD39}"/>
          </ac:spMkLst>
        </pc:spChg>
      </pc:sldChg>
      <pc:sldChg chg="addSp delSp 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3816727223" sldId="319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3816727223" sldId="319"/>
            <ac:spMk id="2" creationId="{2FCE9882-8A2E-9D67-7206-436CC3EE9886}"/>
          </ac:spMkLst>
        </pc:spChg>
        <pc:spChg chg="mod">
          <ac:chgData name="MYUNG JIN" userId="89f3fa32ababedc4" providerId="LiveId" clId="{2596EF01-02E4-4D70-9EDE-1FA02D5D4C40}" dt="2024-08-29T17:06:08.277" v="6" actId="1076"/>
          <ac:spMkLst>
            <pc:docMk/>
            <pc:sldMk cId="3816727223" sldId="319"/>
            <ac:spMk id="7" creationId="{34BF36D5-A4F4-467A-35C0-EC9C4708A0B2}"/>
          </ac:spMkLst>
        </pc:spChg>
        <pc:spChg chg="del">
          <ac:chgData name="MYUNG JIN" userId="89f3fa32ababedc4" providerId="LiveId" clId="{2596EF01-02E4-4D70-9EDE-1FA02D5D4C40}" dt="2024-08-29T17:11:08.672" v="41" actId="478"/>
          <ac:spMkLst>
            <pc:docMk/>
            <pc:sldMk cId="3816727223" sldId="319"/>
            <ac:spMk id="8" creationId="{A87579AE-C833-A3E5-613D-DECA9C180935}"/>
          </ac:spMkLst>
        </pc:spChg>
        <pc:spChg chg="mod">
          <ac:chgData name="MYUNG JIN" userId="89f3fa32ababedc4" providerId="LiveId" clId="{2596EF01-02E4-4D70-9EDE-1FA02D5D4C40}" dt="2024-08-29T17:11:14.576" v="42" actId="1076"/>
          <ac:spMkLst>
            <pc:docMk/>
            <pc:sldMk cId="3816727223" sldId="319"/>
            <ac:spMk id="9" creationId="{9B256198-96A1-3502-3148-D86CA396C4A5}"/>
          </ac:spMkLst>
        </pc:spChg>
        <pc:spChg chg="mod">
          <ac:chgData name="MYUNG JIN" userId="89f3fa32ababedc4" providerId="LiveId" clId="{2596EF01-02E4-4D70-9EDE-1FA02D5D4C40}" dt="2024-08-29T17:06:39.845" v="38" actId="208"/>
          <ac:spMkLst>
            <pc:docMk/>
            <pc:sldMk cId="3816727223" sldId="319"/>
            <ac:spMk id="13" creationId="{3D4BB1B3-B39C-F2EE-5B34-7DD5DF1491B2}"/>
          </ac:spMkLst>
        </pc:spChg>
        <pc:spChg chg="mod">
          <ac:chgData name="MYUNG JIN" userId="89f3fa32ababedc4" providerId="LiveId" clId="{2596EF01-02E4-4D70-9EDE-1FA02D5D4C40}" dt="2024-08-29T17:06:32.475" v="37" actId="1076"/>
          <ac:spMkLst>
            <pc:docMk/>
            <pc:sldMk cId="3816727223" sldId="319"/>
            <ac:spMk id="16" creationId="{2DBEACD5-A55B-1792-5CCE-10A6BEF0992B}"/>
          </ac:spMkLst>
        </pc:spChg>
        <pc:grpChg chg="add mod">
          <ac:chgData name="MYUNG JIN" userId="89f3fa32ababedc4" providerId="LiveId" clId="{2596EF01-02E4-4D70-9EDE-1FA02D5D4C40}" dt="2024-08-29T17:06:28.004" v="33" actId="404"/>
          <ac:grpSpMkLst>
            <pc:docMk/>
            <pc:sldMk cId="3816727223" sldId="319"/>
            <ac:grpSpMk id="6" creationId="{38F9061C-2B4A-C421-E7EC-F69D706353AC}"/>
          </ac:grpSpMkLst>
        </pc:grpChg>
        <pc:cxnChg chg="mod">
          <ac:chgData name="MYUNG JIN" userId="89f3fa32ababedc4" providerId="LiveId" clId="{2596EF01-02E4-4D70-9EDE-1FA02D5D4C40}" dt="2024-08-29T17:06:39.845" v="38" actId="208"/>
          <ac:cxnSpMkLst>
            <pc:docMk/>
            <pc:sldMk cId="3816727223" sldId="319"/>
            <ac:cxnSpMk id="15" creationId="{70C8C596-D794-B757-00EC-AA0FE5797BA9}"/>
          </ac:cxnSpMkLst>
        </pc:cxn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660105165" sldId="320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660105165" sldId="320"/>
            <ac:spMk id="2" creationId="{D5BF9C6D-D87E-E82D-FE6F-ED94820FC75C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609461259" sldId="321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609461259" sldId="321"/>
            <ac:spMk id="2" creationId="{28B48AD3-2DB0-DE43-717E-FC0E0028859E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670176567" sldId="322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670176567" sldId="322"/>
            <ac:spMk id="2" creationId="{35F5F331-1640-FFCF-1C69-74041CE49A2B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408266973" sldId="323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408266973" sldId="323"/>
            <ac:spMk id="2" creationId="{C88BD45B-185F-3B65-2AEC-980AE7C45217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753454189" sldId="324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753454189" sldId="324"/>
            <ac:spMk id="2" creationId="{85D253DB-93CB-EE98-E2BB-C7F86E88AED3}"/>
          </ac:spMkLst>
        </pc:spChg>
      </pc:sldChg>
      <pc:sldChg chg="modSp mod modClrScheme chgLayout">
        <pc:chgData name="MYUNG JIN" userId="89f3fa32ababedc4" providerId="LiveId" clId="{2596EF01-02E4-4D70-9EDE-1FA02D5D4C40}" dt="2024-08-29T19:04:16.897" v="53" actId="700"/>
        <pc:sldMkLst>
          <pc:docMk/>
          <pc:sldMk cId="2680466155" sldId="328"/>
        </pc:sldMkLst>
        <pc:spChg chg="mod ord">
          <ac:chgData name="MYUNG JIN" userId="89f3fa32ababedc4" providerId="LiveId" clId="{2596EF01-02E4-4D70-9EDE-1FA02D5D4C40}" dt="2024-08-29T19:04:16.897" v="53" actId="700"/>
          <ac:spMkLst>
            <pc:docMk/>
            <pc:sldMk cId="2680466155" sldId="328"/>
            <ac:spMk id="2" creationId="{C90DA087-5AC4-1538-52CC-ED248ACCCBB1}"/>
          </ac:spMkLst>
        </pc:spChg>
        <pc:spChg chg="mod">
          <ac:chgData name="MYUNG JIN" userId="89f3fa32ababedc4" providerId="LiveId" clId="{2596EF01-02E4-4D70-9EDE-1FA02D5D4C40}" dt="2024-08-29T17:07:24.277" v="40" actId="113"/>
          <ac:spMkLst>
            <pc:docMk/>
            <pc:sldMk cId="2680466155" sldId="328"/>
            <ac:spMk id="5" creationId="{6D7FD877-3121-02B8-B6DE-28FFA2C711E1}"/>
          </ac:spMkLst>
        </pc:spChg>
      </pc:sldChg>
      <pc:sldChg chg="addSp modSp new mod">
        <pc:chgData name="MYUNG JIN" userId="89f3fa32ababedc4" providerId="LiveId" clId="{2596EF01-02E4-4D70-9EDE-1FA02D5D4C40}" dt="2024-08-29T20:25:35.699" v="81" actId="1076"/>
        <pc:sldMkLst>
          <pc:docMk/>
          <pc:sldMk cId="2553734002" sldId="329"/>
        </pc:sldMkLst>
        <pc:spChg chg="mod">
          <ac:chgData name="MYUNG JIN" userId="89f3fa32ababedc4" providerId="LiveId" clId="{2596EF01-02E4-4D70-9EDE-1FA02D5D4C40}" dt="2024-08-29T20:25:16.434" v="74" actId="20577"/>
          <ac:spMkLst>
            <pc:docMk/>
            <pc:sldMk cId="2553734002" sldId="329"/>
            <ac:spMk id="2" creationId="{1BA74A4F-FB98-A185-654F-F4E8507F8DCB}"/>
          </ac:spMkLst>
        </pc:spChg>
        <pc:spChg chg="add mod">
          <ac:chgData name="MYUNG JIN" userId="89f3fa32ababedc4" providerId="LiveId" clId="{2596EF01-02E4-4D70-9EDE-1FA02D5D4C40}" dt="2024-08-29T20:25:35.699" v="81" actId="1076"/>
          <ac:spMkLst>
            <pc:docMk/>
            <pc:sldMk cId="2553734002" sldId="329"/>
            <ac:spMk id="3" creationId="{588CF35B-884A-09A5-988E-829BAF794819}"/>
          </ac:spMkLst>
        </pc:spChg>
        <pc:spChg chg="add mod">
          <ac:chgData name="MYUNG JIN" userId="89f3fa32ababedc4" providerId="LiveId" clId="{2596EF01-02E4-4D70-9EDE-1FA02D5D4C40}" dt="2024-08-29T20:25:32.770" v="80" actId="1076"/>
          <ac:spMkLst>
            <pc:docMk/>
            <pc:sldMk cId="2553734002" sldId="329"/>
            <ac:spMk id="4" creationId="{F7B56128-B81E-650A-86DD-C92483D26562}"/>
          </ac:spMkLst>
        </pc:spChg>
        <pc:spChg chg="add mod">
          <ac:chgData name="MYUNG JIN" userId="89f3fa32ababedc4" providerId="LiveId" clId="{2596EF01-02E4-4D70-9EDE-1FA02D5D4C40}" dt="2024-08-29T20:25:06.590" v="61" actId="1076"/>
          <ac:spMkLst>
            <pc:docMk/>
            <pc:sldMk cId="2553734002" sldId="329"/>
            <ac:spMk id="5" creationId="{A642848B-7521-FACB-4029-CB897A3F4EFB}"/>
          </ac:spMkLst>
        </pc:spChg>
        <pc:spChg chg="add mod">
          <ac:chgData name="MYUNG JIN" userId="89f3fa32ababedc4" providerId="LiveId" clId="{2596EF01-02E4-4D70-9EDE-1FA02D5D4C40}" dt="2024-08-29T20:25:35.699" v="81" actId="1076"/>
          <ac:spMkLst>
            <pc:docMk/>
            <pc:sldMk cId="2553734002" sldId="329"/>
            <ac:spMk id="6" creationId="{F0CFDDF7-11D9-C022-2F35-88039011907C}"/>
          </ac:spMkLst>
        </pc:spChg>
      </pc:sldChg>
      <pc:sldMasterChg chg="delSp mod modSldLayout sldLayoutOrd">
        <pc:chgData name="MYUNG JIN" userId="89f3fa32ababedc4" providerId="LiveId" clId="{2596EF01-02E4-4D70-9EDE-1FA02D5D4C40}" dt="2024-08-29T19:03:54.704" v="52" actId="20577"/>
        <pc:sldMasterMkLst>
          <pc:docMk/>
          <pc:sldMasterMk cId="865822706" sldId="2147483672"/>
        </pc:sldMasterMkLst>
        <pc:spChg chg="del">
          <ac:chgData name="MYUNG JIN" userId="89f3fa32ababedc4" providerId="LiveId" clId="{2596EF01-02E4-4D70-9EDE-1FA02D5D4C40}" dt="2024-08-29T19:02:52.561" v="43" actId="21"/>
          <ac:spMkLst>
            <pc:docMk/>
            <pc:sldMasterMk cId="865822706" sldId="2147483672"/>
            <ac:spMk id="12" creationId="{73E09DDB-F9AA-B7CF-1BD1-467229BF433E}"/>
          </ac:spMkLst>
        </pc:spChg>
        <pc:sldLayoutChg chg="addSp modSp mod">
          <pc:chgData name="MYUNG JIN" userId="89f3fa32ababedc4" providerId="LiveId" clId="{2596EF01-02E4-4D70-9EDE-1FA02D5D4C40}" dt="2024-08-29T19:02:57.433" v="45" actId="20577"/>
          <pc:sldLayoutMkLst>
            <pc:docMk/>
            <pc:sldMasterMk cId="865822706" sldId="2147483672"/>
            <pc:sldLayoutMk cId="1293274149" sldId="2147483661"/>
          </pc:sldLayoutMkLst>
          <pc:spChg chg="add mod">
            <ac:chgData name="MYUNG JIN" userId="89f3fa32ababedc4" providerId="LiveId" clId="{2596EF01-02E4-4D70-9EDE-1FA02D5D4C40}" dt="2024-08-29T19:02:57.433" v="45" actId="20577"/>
            <ac:spMkLst>
              <pc:docMk/>
              <pc:sldMasterMk cId="865822706" sldId="2147483672"/>
              <pc:sldLayoutMk cId="1293274149" sldId="2147483661"/>
              <ac:spMk id="12" creationId="{73E09DDB-F9AA-B7CF-1BD1-467229BF433E}"/>
            </ac:spMkLst>
          </pc:spChg>
        </pc:sldLayoutChg>
        <pc:sldLayoutChg chg="addSp modSp">
          <pc:chgData name="MYUNG JIN" userId="89f3fa32ababedc4" providerId="LiveId" clId="{2596EF01-02E4-4D70-9EDE-1FA02D5D4C40}" dt="2024-08-29T19:03:02.189" v="46"/>
          <pc:sldLayoutMkLst>
            <pc:docMk/>
            <pc:sldMasterMk cId="865822706" sldId="2147483672"/>
            <pc:sldLayoutMk cId="1527371085" sldId="2147483662"/>
          </pc:sldLayoutMkLst>
          <pc:spChg chg="add mod">
            <ac:chgData name="MYUNG JIN" userId="89f3fa32ababedc4" providerId="LiveId" clId="{2596EF01-02E4-4D70-9EDE-1FA02D5D4C40}" dt="2024-08-29T19:03:02.189" v="46"/>
            <ac:spMkLst>
              <pc:docMk/>
              <pc:sldMasterMk cId="865822706" sldId="2147483672"/>
              <pc:sldLayoutMk cId="1527371085" sldId="2147483662"/>
              <ac:spMk id="2" creationId="{1AB273F4-C487-A542-545A-F42DF8DBE01D}"/>
            </ac:spMkLst>
          </pc:spChg>
        </pc:sldLayoutChg>
        <pc:sldLayoutChg chg="modSp mod">
          <pc:chgData name="MYUNG JIN" userId="89f3fa32ababedc4" providerId="LiveId" clId="{2596EF01-02E4-4D70-9EDE-1FA02D5D4C40}" dt="2024-08-29T19:03:54.704" v="52" actId="20577"/>
          <pc:sldLayoutMkLst>
            <pc:docMk/>
            <pc:sldMasterMk cId="865822706" sldId="2147483672"/>
            <pc:sldLayoutMk cId="3412405859" sldId="2147483674"/>
          </pc:sldLayoutMkLst>
          <pc:spChg chg="mod">
            <ac:chgData name="MYUNG JIN" userId="89f3fa32ababedc4" providerId="LiveId" clId="{2596EF01-02E4-4D70-9EDE-1FA02D5D4C40}" dt="2024-08-29T19:03:54.704" v="52" actId="20577"/>
            <ac:spMkLst>
              <pc:docMk/>
              <pc:sldMasterMk cId="865822706" sldId="2147483672"/>
              <pc:sldLayoutMk cId="3412405859" sldId="2147483674"/>
              <ac:spMk id="2" creationId="{1AB273F4-C487-A542-545A-F42DF8DBE01D}"/>
            </ac:spMkLst>
          </pc:spChg>
        </pc:sldLayoutChg>
        <pc:sldLayoutChg chg="modSp mod ord">
          <pc:chgData name="MYUNG JIN" userId="89f3fa32ababedc4" providerId="LiveId" clId="{2596EF01-02E4-4D70-9EDE-1FA02D5D4C40}" dt="2024-08-29T19:03:51.695" v="51" actId="20577"/>
          <pc:sldLayoutMkLst>
            <pc:docMk/>
            <pc:sldMasterMk cId="865822706" sldId="2147483672"/>
            <pc:sldLayoutMk cId="2024141211" sldId="2147483675"/>
          </pc:sldLayoutMkLst>
          <pc:spChg chg="mod">
            <ac:chgData name="MYUNG JIN" userId="89f3fa32ababedc4" providerId="LiveId" clId="{2596EF01-02E4-4D70-9EDE-1FA02D5D4C40}" dt="2024-08-29T19:03:51.695" v="51" actId="20577"/>
            <ac:spMkLst>
              <pc:docMk/>
              <pc:sldMasterMk cId="865822706" sldId="2147483672"/>
              <pc:sldLayoutMk cId="2024141211" sldId="2147483675"/>
              <ac:spMk id="12" creationId="{73E09DDB-F9AA-B7CF-1BD1-467229BF433E}"/>
            </ac:spMkLst>
          </pc:spChg>
        </pc:sldLayoutChg>
      </pc:sldMasterChg>
    </pc:docChg>
  </pc:docChgLst>
  <pc:docChgLst>
    <pc:chgData name="MYUNG JIN" userId="89f3fa32ababedc4" providerId="LiveId" clId="{4A866B53-DCFD-473F-97BE-78182B107672}"/>
    <pc:docChg chg="undo custSel modSld">
      <pc:chgData name="MYUNG JIN" userId="89f3fa32ababedc4" providerId="LiveId" clId="{4A866B53-DCFD-473F-97BE-78182B107672}" dt="2024-12-16T15:15:24.271" v="2" actId="1076"/>
      <pc:docMkLst>
        <pc:docMk/>
      </pc:docMkLst>
      <pc:sldChg chg="delSp modSp mod">
        <pc:chgData name="MYUNG JIN" userId="89f3fa32ababedc4" providerId="LiveId" clId="{4A866B53-DCFD-473F-97BE-78182B107672}" dt="2024-12-16T15:15:24.271" v="2" actId="1076"/>
        <pc:sldMkLst>
          <pc:docMk/>
          <pc:sldMk cId="2609461259" sldId="321"/>
        </pc:sldMkLst>
        <pc:spChg chg="mod">
          <ac:chgData name="MYUNG JIN" userId="89f3fa32ababedc4" providerId="LiveId" clId="{4A866B53-DCFD-473F-97BE-78182B107672}" dt="2024-12-16T15:15:24.271" v="2" actId="1076"/>
          <ac:spMkLst>
            <pc:docMk/>
            <pc:sldMk cId="2609461259" sldId="321"/>
            <ac:spMk id="5" creationId="{524A5DAD-0769-C1D6-2217-829AAD344ABC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25" creationId="{258A9517-B6F7-C08F-D197-8D5C14102CB6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28" creationId="{E52EA49B-9927-EE09-F8C1-B16CF15E8437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29" creationId="{CF8F4B68-1013-6C64-2BB0-73B21B19C0EB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31" creationId="{946546A1-7C7A-FAC0-5C0C-9CBF712E3EA6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34" creationId="{0AC9D700-4694-FFEA-D9C8-97E9164B456A}"/>
          </ac:spMkLst>
        </pc:spChg>
        <pc:spChg chg="mod topLvl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35" creationId="{5EB460E5-8144-C0CA-1454-2C239B35AFBF}"/>
          </ac:spMkLst>
        </pc:spChg>
        <pc:spChg chg="mod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38" creationId="{C6D18CBA-A5A4-6957-0F90-6AA2B85E60CE}"/>
          </ac:spMkLst>
        </pc:spChg>
        <pc:spChg chg="mod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50" creationId="{4E5420DE-7829-1229-193B-0C38E74C07C1}"/>
          </ac:spMkLst>
        </pc:spChg>
        <pc:spChg chg="mod">
          <ac:chgData name="MYUNG JIN" userId="89f3fa32ababedc4" providerId="LiveId" clId="{4A866B53-DCFD-473F-97BE-78182B107672}" dt="2024-12-16T15:15:22.361" v="0" actId="165"/>
          <ac:spMkLst>
            <pc:docMk/>
            <pc:sldMk cId="2609461259" sldId="321"/>
            <ac:spMk id="62" creationId="{F27F8AA8-3A7C-BA79-65A8-CEADF3F0320B}"/>
          </ac:spMkLst>
        </pc:spChg>
        <pc:grpChg chg="mod topLvl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24" creationId="{2BA8C7EE-54E1-604C-0897-49015AF5CCA4}"/>
          </ac:grpSpMkLst>
        </pc:grpChg>
        <pc:grpChg chg="mod topLvl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32" creationId="{8E01FDAB-26A2-6FFA-C298-5683443AAC69}"/>
          </ac:grpSpMkLst>
        </pc:grpChg>
        <pc:grpChg chg="mod topLvl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33" creationId="{7876B0AC-E35B-70CE-2D30-378C6789AE4B}"/>
          </ac:grpSpMkLst>
        </pc:grpChg>
        <pc:grpChg chg="mod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36" creationId="{E77B9A7F-6999-2654-C26C-AD19C8D5A49F}"/>
          </ac:grpSpMkLst>
        </pc:grpChg>
        <pc:grpChg chg="mod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48" creationId="{B8DA3D5B-E250-4829-236F-05ECF7933A56}"/>
          </ac:grpSpMkLst>
        </pc:grpChg>
        <pc:grpChg chg="mod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60" creationId="{20EBF340-C563-6B26-CC5A-480D75C5791C}"/>
          </ac:grpSpMkLst>
        </pc:grpChg>
        <pc:grpChg chg="del">
          <ac:chgData name="MYUNG JIN" userId="89f3fa32ababedc4" providerId="LiveId" clId="{4A866B53-DCFD-473F-97BE-78182B107672}" dt="2024-12-16T15:15:22.361" v="0" actId="165"/>
          <ac:grpSpMkLst>
            <pc:docMk/>
            <pc:sldMk cId="2609461259" sldId="321"/>
            <ac:grpSpMk id="76" creationId="{2E03239B-70F4-59BA-5B3E-BDA5219B184A}"/>
          </ac:grpSpMkLst>
        </pc:grpChg>
        <pc:picChg chg="mod">
          <ac:chgData name="MYUNG JIN" userId="89f3fa32ababedc4" providerId="LiveId" clId="{4A866B53-DCFD-473F-97BE-78182B107672}" dt="2024-12-16T15:15:22.361" v="0" actId="165"/>
          <ac:picMkLst>
            <pc:docMk/>
            <pc:sldMk cId="2609461259" sldId="321"/>
            <ac:picMk id="37" creationId="{B4AF6D3D-FA60-848E-91A6-05AFAC668C6A}"/>
          </ac:picMkLst>
        </pc:picChg>
        <pc:picChg chg="mod">
          <ac:chgData name="MYUNG JIN" userId="89f3fa32ababedc4" providerId="LiveId" clId="{4A866B53-DCFD-473F-97BE-78182B107672}" dt="2024-12-16T15:15:22.361" v="0" actId="165"/>
          <ac:picMkLst>
            <pc:docMk/>
            <pc:sldMk cId="2609461259" sldId="321"/>
            <ac:picMk id="49" creationId="{735CDBEB-A318-AAC2-5B36-F7869DA83907}"/>
          </ac:picMkLst>
        </pc:picChg>
        <pc:picChg chg="mod">
          <ac:chgData name="MYUNG JIN" userId="89f3fa32ababedc4" providerId="LiveId" clId="{4A866B53-DCFD-473F-97BE-78182B107672}" dt="2024-12-16T15:15:22.361" v="0" actId="165"/>
          <ac:picMkLst>
            <pc:docMk/>
            <pc:sldMk cId="2609461259" sldId="321"/>
            <ac:picMk id="61" creationId="{D9BDD3E9-93B5-9E22-C141-EBE3066D0DA2}"/>
          </ac:picMkLst>
        </pc:picChg>
        <pc:cxnChg chg="mod topLvl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23" creationId="{2D43BECE-ABA1-E032-12E0-01B3EA64DEEE}"/>
          </ac:cxnSpMkLst>
        </pc:cxnChg>
        <pc:cxnChg chg="mod topLvl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26" creationId="{645C0F5E-7F60-713C-2AD4-1EF07ECD7BFD}"/>
          </ac:cxnSpMkLst>
        </pc:cxnChg>
        <pc:cxnChg chg="mod topLvl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27" creationId="{95CB149A-6084-05A1-E9E8-83DDC274197E}"/>
          </ac:cxnSpMkLst>
        </pc:cxnChg>
        <pc:cxnChg chg="mod topLvl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30" creationId="{DDB9E6A0-86DE-79F6-C397-1F9A3D06574F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39" creationId="{BD7F23AE-D565-75E7-8CC6-32A38141AB02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0" creationId="{E9CEFFD5-6CE3-E03C-F223-CF216F408B61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1" creationId="{02678348-D7BE-A3BA-3FD9-B259A6DE2ECF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2" creationId="{E39A1C1F-03AB-1CFF-5D3E-C280A6566492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3" creationId="{D9CD350E-2650-DB3A-1DD8-F848A71863FD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4" creationId="{E56D97EB-296E-F5B9-558F-8380497EFD25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5" creationId="{359B47E9-58D0-0436-BD5E-BDF7E5A2A836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6" creationId="{BDE69078-6752-A72F-B8FC-FBB4A656E371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47" creationId="{ECD0B67A-42D3-F9FA-6BE0-5EB3C55458A6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1" creationId="{51D124AA-21FE-2174-6368-1AD209748BAB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2" creationId="{CAAB1B9A-1FD2-847F-94A5-807BAF51ACBE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3" creationId="{E2227C02-1101-5D31-5315-CEDC402489DD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4" creationId="{EBCAC3C7-1E67-D0BE-0527-E70CFD6F8F3E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5" creationId="{B2C8AE2E-EB0C-472E-98F5-ACF4E88104A4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6" creationId="{11258117-3822-4308-ECA6-2935D74DB20A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7" creationId="{E8D1104A-3C49-9475-D109-06956E0AD120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8" creationId="{472BB300-8EC7-37BE-023B-8FA3B36AE46D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59" creationId="{8C4A83E8-4FF0-B3F9-A345-5DB3C6E70F75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3" creationId="{6CFDA877-3830-2ECB-8DE2-79B04A1179D9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4" creationId="{FE28CAB6-BCDD-3D53-52AD-A9D6D0F9699F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5" creationId="{C35A162B-9C89-B08D-F196-31A39D414AEA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6" creationId="{F8614904-DC20-B615-16B9-94AA26190249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7" creationId="{ACA4E5C6-DF45-8ACF-0D1F-FF65A75DCFAC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8" creationId="{F61C0C8F-3C45-29AD-F67F-034E6BCE4236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69" creationId="{62D1F5DF-BA4E-84D5-F322-031A3252F514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70" creationId="{76EFC6D2-4062-1B80-400A-E5DF4AC51725}"/>
          </ac:cxnSpMkLst>
        </pc:cxnChg>
        <pc:cxnChg chg="mod">
          <ac:chgData name="MYUNG JIN" userId="89f3fa32ababedc4" providerId="LiveId" clId="{4A866B53-DCFD-473F-97BE-78182B107672}" dt="2024-12-16T15:15:22.361" v="0" actId="165"/>
          <ac:cxnSpMkLst>
            <pc:docMk/>
            <pc:sldMk cId="2609461259" sldId="321"/>
            <ac:cxnSpMk id="71" creationId="{F96D519E-F134-E438-0E4A-893110075A89}"/>
          </ac:cxnSpMkLst>
        </pc:cxnChg>
      </pc:sldChg>
    </pc:docChg>
  </pc:docChgLst>
  <pc:docChgLst>
    <pc:chgData name="MYUNG JIN" userId="89f3fa32ababedc4" providerId="LiveId" clId="{5D95D342-64E0-4515-952D-79611686FCA5}"/>
    <pc:docChg chg="undo redo custSel addSld delSld modSld modMainMaster">
      <pc:chgData name="MYUNG JIN" userId="89f3fa32ababedc4" providerId="LiveId" clId="{5D95D342-64E0-4515-952D-79611686FCA5}" dt="2024-08-29T17:04:01.057" v="2266" actId="20577"/>
      <pc:docMkLst>
        <pc:docMk/>
      </pc:docMkLst>
      <pc:sldChg chg="addSp delSp modSp mod">
        <pc:chgData name="MYUNG JIN" userId="89f3fa32ababedc4" providerId="LiveId" clId="{5D95D342-64E0-4515-952D-79611686FCA5}" dt="2024-08-29T17:02:21.049" v="2249" actId="20577"/>
        <pc:sldMkLst>
          <pc:docMk/>
          <pc:sldMk cId="2134613521" sldId="318"/>
        </pc:sldMkLst>
        <pc:spChg chg="add del mod">
          <ac:chgData name="MYUNG JIN" userId="89f3fa32ababedc4" providerId="LiveId" clId="{5D95D342-64E0-4515-952D-79611686FCA5}" dt="2024-08-29T16:46:49.240" v="1423" actId="21"/>
          <ac:spMkLst>
            <pc:docMk/>
            <pc:sldMk cId="2134613521" sldId="318"/>
            <ac:spMk id="3" creationId="{F790C8EF-137B-7484-50BE-17FD1BA6DB96}"/>
          </ac:spMkLst>
        </pc:spChg>
        <pc:spChg chg="add mod">
          <ac:chgData name="MYUNG JIN" userId="89f3fa32ababedc4" providerId="LiveId" clId="{5D95D342-64E0-4515-952D-79611686FCA5}" dt="2024-08-29T16:48:35.074" v="1542" actId="1076"/>
          <ac:spMkLst>
            <pc:docMk/>
            <pc:sldMk cId="2134613521" sldId="318"/>
            <ac:spMk id="4" creationId="{F790C8EF-137B-7484-50BE-17FD1BA6DB96}"/>
          </ac:spMkLst>
        </pc:spChg>
        <pc:spChg chg="add mod">
          <ac:chgData name="MYUNG JIN" userId="89f3fa32ababedc4" providerId="LiveId" clId="{5D95D342-64E0-4515-952D-79611686FCA5}" dt="2024-08-29T16:48:31.568" v="1541" actId="1076"/>
          <ac:spMkLst>
            <pc:docMk/>
            <pc:sldMk cId="2134613521" sldId="318"/>
            <ac:spMk id="5" creationId="{93184304-050E-2AC6-70D3-D78AA5C45F41}"/>
          </ac:spMkLst>
        </pc:spChg>
        <pc:spChg chg="add mod">
          <ac:chgData name="MYUNG JIN" userId="89f3fa32ababedc4" providerId="LiveId" clId="{5D95D342-64E0-4515-952D-79611686FCA5}" dt="2024-08-29T17:02:21.049" v="2249" actId="20577"/>
          <ac:spMkLst>
            <pc:docMk/>
            <pc:sldMk cId="2134613521" sldId="318"/>
            <ac:spMk id="6" creationId="{1F0B8E97-30FF-E48F-BD1F-DF9593ED2B24}"/>
          </ac:spMkLst>
        </pc:spChg>
        <pc:spChg chg="mod">
          <ac:chgData name="MYUNG JIN" userId="89f3fa32ababedc4" providerId="LiveId" clId="{5D95D342-64E0-4515-952D-79611686FCA5}" dt="2024-08-29T16:46:46.584" v="1422" actId="1076"/>
          <ac:spMkLst>
            <pc:docMk/>
            <pc:sldMk cId="2134613521" sldId="318"/>
            <ac:spMk id="16" creationId="{5D347399-105E-80F3-90A2-06C49EBF98C7}"/>
          </ac:spMkLst>
        </pc:spChg>
        <pc:cxnChg chg="add mod">
          <ac:chgData name="MYUNG JIN" userId="89f3fa32ababedc4" providerId="LiveId" clId="{5D95D342-64E0-4515-952D-79611686FCA5}" dt="2024-08-29T17:02:21.049" v="2249" actId="20577"/>
          <ac:cxnSpMkLst>
            <pc:docMk/>
            <pc:sldMk cId="2134613521" sldId="318"/>
            <ac:cxnSpMk id="7" creationId="{67CF8B27-7027-6BED-B8BB-8E5F7FB1163C}"/>
          </ac:cxnSpMkLst>
        </pc:cxnChg>
        <pc:cxnChg chg="mod">
          <ac:chgData name="MYUNG JIN" userId="89f3fa32ababedc4" providerId="LiveId" clId="{5D95D342-64E0-4515-952D-79611686FCA5}" dt="2024-08-29T16:46:46.584" v="1422" actId="1076"/>
          <ac:cxnSpMkLst>
            <pc:docMk/>
            <pc:sldMk cId="2134613521" sldId="318"/>
            <ac:cxnSpMk id="24" creationId="{E230CE15-8B25-CAA0-B848-EFCB7843DFAA}"/>
          </ac:cxnSpMkLst>
        </pc:cxnChg>
      </pc:sldChg>
      <pc:sldChg chg="addSp delSp modSp mod">
        <pc:chgData name="MYUNG JIN" userId="89f3fa32ababedc4" providerId="LiveId" clId="{5D95D342-64E0-4515-952D-79611686FCA5}" dt="2024-08-29T17:00:03.011" v="2134" actId="164"/>
        <pc:sldMkLst>
          <pc:docMk/>
          <pc:sldMk cId="3816727223" sldId="319"/>
        </pc:sldMkLst>
        <pc:spChg chg="mod">
          <ac:chgData name="MYUNG JIN" userId="89f3fa32ababedc4" providerId="LiveId" clId="{5D95D342-64E0-4515-952D-79611686FCA5}" dt="2024-08-29T16:49:05.429" v="1544"/>
          <ac:spMkLst>
            <pc:docMk/>
            <pc:sldMk cId="3816727223" sldId="319"/>
            <ac:spMk id="4" creationId="{F0AE9ABC-03D5-DEDD-A407-A5ED7E2DD92D}"/>
          </ac:spMkLst>
        </pc:spChg>
        <pc:spChg chg="mod">
          <ac:chgData name="MYUNG JIN" userId="89f3fa32ababedc4" providerId="LiveId" clId="{5D95D342-64E0-4515-952D-79611686FCA5}" dt="2024-08-29T16:51:07.805" v="1670" actId="14100"/>
          <ac:spMkLst>
            <pc:docMk/>
            <pc:sldMk cId="3816727223" sldId="319"/>
            <ac:spMk id="5" creationId="{20E48661-8706-576C-CAAB-95E9908BA863}"/>
          </ac:spMkLst>
        </pc:spChg>
        <pc:spChg chg="del">
          <ac:chgData name="MYUNG JIN" userId="89f3fa32ababedc4" providerId="LiveId" clId="{5D95D342-64E0-4515-952D-79611686FCA5}" dt="2024-08-29T16:51:10.707" v="1671" actId="478"/>
          <ac:spMkLst>
            <pc:docMk/>
            <pc:sldMk cId="3816727223" sldId="319"/>
            <ac:spMk id="6" creationId="{F2D971AE-771F-D49A-A22D-B243E5810F41}"/>
          </ac:spMkLst>
        </pc:spChg>
        <pc:spChg chg="mod">
          <ac:chgData name="MYUNG JIN" userId="89f3fa32ababedc4" providerId="LiveId" clId="{5D95D342-64E0-4515-952D-79611686FCA5}" dt="2024-08-29T16:54:03.827" v="1839" actId="20577"/>
          <ac:spMkLst>
            <pc:docMk/>
            <pc:sldMk cId="3816727223" sldId="319"/>
            <ac:spMk id="7" creationId="{34BF36D5-A4F4-467A-35C0-EC9C4708A0B2}"/>
          </ac:spMkLst>
        </pc:spChg>
        <pc:spChg chg="mod">
          <ac:chgData name="MYUNG JIN" userId="89f3fa32ababedc4" providerId="LiveId" clId="{5D95D342-64E0-4515-952D-79611686FCA5}" dt="2024-08-29T16:53:59.726" v="1837" actId="1076"/>
          <ac:spMkLst>
            <pc:docMk/>
            <pc:sldMk cId="3816727223" sldId="319"/>
            <ac:spMk id="8" creationId="{A87579AE-C833-A3E5-613D-DECA9C180935}"/>
          </ac:spMkLst>
        </pc:spChg>
        <pc:spChg chg="mod">
          <ac:chgData name="MYUNG JIN" userId="89f3fa32ababedc4" providerId="LiveId" clId="{5D95D342-64E0-4515-952D-79611686FCA5}" dt="2024-08-29T16:53:59.726" v="1837" actId="1076"/>
          <ac:spMkLst>
            <pc:docMk/>
            <pc:sldMk cId="3816727223" sldId="319"/>
            <ac:spMk id="9" creationId="{9B256198-96A1-3502-3148-D86CA396C4A5}"/>
          </ac:spMkLst>
        </pc:spChg>
        <pc:spChg chg="add mod">
          <ac:chgData name="MYUNG JIN" userId="89f3fa32ababedc4" providerId="LiveId" clId="{5D95D342-64E0-4515-952D-79611686FCA5}" dt="2024-08-29T16:54:02.595" v="1838" actId="1076"/>
          <ac:spMkLst>
            <pc:docMk/>
            <pc:sldMk cId="3816727223" sldId="319"/>
            <ac:spMk id="10" creationId="{51FEB86A-E4AE-CFC0-3228-BA74B5F81563}"/>
          </ac:spMkLst>
        </pc:spChg>
        <pc:spChg chg="add mod">
          <ac:chgData name="MYUNG JIN" userId="89f3fa32ababedc4" providerId="LiveId" clId="{5D95D342-64E0-4515-952D-79611686FCA5}" dt="2024-08-29T16:58:31.486" v="2097"/>
          <ac:spMkLst>
            <pc:docMk/>
            <pc:sldMk cId="3816727223" sldId="319"/>
            <ac:spMk id="11" creationId="{27FC55FE-4933-A0AE-8439-B263714855D0}"/>
          </ac:spMkLst>
        </pc:spChg>
        <pc:spChg chg="add mod">
          <ac:chgData name="MYUNG JIN" userId="89f3fa32ababedc4" providerId="LiveId" clId="{5D95D342-64E0-4515-952D-79611686FCA5}" dt="2024-08-28T02:08:32.364" v="869" actId="571"/>
          <ac:spMkLst>
            <pc:docMk/>
            <pc:sldMk cId="3816727223" sldId="319"/>
            <ac:spMk id="11" creationId="{A25D88CD-6237-E1A0-B014-8B6300881E72}"/>
          </ac:spMkLst>
        </pc:spChg>
        <pc:spChg chg="add mod">
          <ac:chgData name="MYUNG JIN" userId="89f3fa32ababedc4" providerId="LiveId" clId="{5D95D342-64E0-4515-952D-79611686FCA5}" dt="2024-08-29T16:58:43.728" v="2104" actId="164"/>
          <ac:spMkLst>
            <pc:docMk/>
            <pc:sldMk cId="3816727223" sldId="319"/>
            <ac:spMk id="12" creationId="{867F94D5-9D39-0AB9-3F82-2D5E6A2460E1}"/>
          </ac:spMkLst>
        </pc:spChg>
        <pc:spChg chg="add del mod">
          <ac:chgData name="MYUNG JIN" userId="89f3fa32ababedc4" providerId="LiveId" clId="{5D95D342-64E0-4515-952D-79611686FCA5}" dt="2024-08-29T16:58:32.630" v="2099"/>
          <ac:spMkLst>
            <pc:docMk/>
            <pc:sldMk cId="3816727223" sldId="319"/>
            <ac:spMk id="15" creationId="{5B354150-3064-C2EA-1FB7-93317D85E3B5}"/>
          </ac:spMkLst>
        </pc:spChg>
        <pc:spChg chg="add mod">
          <ac:chgData name="MYUNG JIN" userId="89f3fa32ababedc4" providerId="LiveId" clId="{5D95D342-64E0-4515-952D-79611686FCA5}" dt="2024-08-29T16:59:34.428" v="2127" actId="1076"/>
          <ac:spMkLst>
            <pc:docMk/>
            <pc:sldMk cId="3816727223" sldId="319"/>
            <ac:spMk id="17" creationId="{7B2D36ED-75A4-02CB-0C93-805BCAA3EEA3}"/>
          </ac:spMkLst>
        </pc:spChg>
        <pc:spChg chg="add mod">
          <ac:chgData name="MYUNG JIN" userId="89f3fa32ababedc4" providerId="LiveId" clId="{5D95D342-64E0-4515-952D-79611686FCA5}" dt="2024-08-29T17:00:03.011" v="2134" actId="164"/>
          <ac:spMkLst>
            <pc:docMk/>
            <pc:sldMk cId="3816727223" sldId="319"/>
            <ac:spMk id="19" creationId="{63A6B8EA-48D5-31E1-5472-E069E40AF903}"/>
          </ac:spMkLst>
        </pc:spChg>
        <pc:spChg chg="add mod">
          <ac:chgData name="MYUNG JIN" userId="89f3fa32ababedc4" providerId="LiveId" clId="{5D95D342-64E0-4515-952D-79611686FCA5}" dt="2024-08-29T17:00:03.011" v="2134" actId="164"/>
          <ac:spMkLst>
            <pc:docMk/>
            <pc:sldMk cId="3816727223" sldId="319"/>
            <ac:spMk id="20" creationId="{1139F877-3DD6-BA78-24F5-9217445EC907}"/>
          </ac:spMkLst>
        </pc:spChg>
        <pc:grpChg chg="add mod">
          <ac:chgData name="MYUNG JIN" userId="89f3fa32ababedc4" providerId="LiveId" clId="{5D95D342-64E0-4515-952D-79611686FCA5}" dt="2024-08-29T16:58:43.728" v="2104" actId="164"/>
          <ac:grpSpMkLst>
            <pc:docMk/>
            <pc:sldMk cId="3816727223" sldId="319"/>
            <ac:grpSpMk id="18" creationId="{4756A965-332C-5BAA-FD73-60BC55DF90DE}"/>
          </ac:grpSpMkLst>
        </pc:grpChg>
        <pc:grpChg chg="add mod">
          <ac:chgData name="MYUNG JIN" userId="89f3fa32ababedc4" providerId="LiveId" clId="{5D95D342-64E0-4515-952D-79611686FCA5}" dt="2024-08-29T17:00:03.011" v="2134" actId="164"/>
          <ac:grpSpMkLst>
            <pc:docMk/>
            <pc:sldMk cId="3816727223" sldId="319"/>
            <ac:grpSpMk id="25" creationId="{23468812-EEC7-38B0-5993-8505810AA8D4}"/>
          </ac:grpSpMkLst>
        </pc:grpChg>
        <pc:cxnChg chg="add mod">
          <ac:chgData name="MYUNG JIN" userId="89f3fa32ababedc4" providerId="LiveId" clId="{5D95D342-64E0-4515-952D-79611686FCA5}" dt="2024-08-29T16:59:36.534" v="2128" actId="14100"/>
          <ac:cxnSpMkLst>
            <pc:docMk/>
            <pc:sldMk cId="3816727223" sldId="319"/>
            <ac:cxnSpMk id="14" creationId="{27568D03-E89F-3155-9C7D-D2921C93817E}"/>
          </ac:cxnSpMkLst>
        </pc:cxnChg>
        <pc:cxnChg chg="add mod">
          <ac:chgData name="MYUNG JIN" userId="89f3fa32ababedc4" providerId="LiveId" clId="{5D95D342-64E0-4515-952D-79611686FCA5}" dt="2024-08-29T17:00:03.011" v="2134" actId="164"/>
          <ac:cxnSpMkLst>
            <pc:docMk/>
            <pc:sldMk cId="3816727223" sldId="319"/>
            <ac:cxnSpMk id="23" creationId="{3895041C-7464-CA45-7FB5-C3CCCF6A4C8D}"/>
          </ac:cxnSpMkLst>
        </pc:cxnChg>
      </pc:sldChg>
      <pc:sldChg chg="addSp delSp modSp mod">
        <pc:chgData name="MYUNG JIN" userId="89f3fa32ababedc4" providerId="LiveId" clId="{5D95D342-64E0-4515-952D-79611686FCA5}" dt="2024-08-29T17:02:50.693" v="2260" actId="20577"/>
        <pc:sldMkLst>
          <pc:docMk/>
          <pc:sldMk cId="2660105165" sldId="320"/>
        </pc:sldMkLst>
        <pc:spChg chg="mod">
          <ac:chgData name="MYUNG JIN" userId="89f3fa32ababedc4" providerId="LiveId" clId="{5D95D342-64E0-4515-952D-79611686FCA5}" dt="2024-08-29T16:56:17.763" v="2057" actId="404"/>
          <ac:spMkLst>
            <pc:docMk/>
            <pc:sldMk cId="2660105165" sldId="320"/>
            <ac:spMk id="7" creationId="{63D66FCA-6EB7-A40D-B8E9-8C5BE9E11E1D}"/>
          </ac:spMkLst>
        </pc:spChg>
        <pc:spChg chg="del">
          <ac:chgData name="MYUNG JIN" userId="89f3fa32ababedc4" providerId="LiveId" clId="{5D95D342-64E0-4515-952D-79611686FCA5}" dt="2024-08-29T16:46:11.300" v="1419" actId="21"/>
          <ac:spMkLst>
            <pc:docMk/>
            <pc:sldMk cId="2660105165" sldId="320"/>
            <ac:spMk id="22" creationId="{F790C8EF-137B-7484-50BE-17FD1BA6DB96}"/>
          </ac:spMkLst>
        </pc:spChg>
        <pc:spChg chg="add mod">
          <ac:chgData name="MYUNG JIN" userId="89f3fa32ababedc4" providerId="LiveId" clId="{5D95D342-64E0-4515-952D-79611686FCA5}" dt="2024-08-29T17:02:50.693" v="2260" actId="20577"/>
          <ac:spMkLst>
            <pc:docMk/>
            <pc:sldMk cId="2660105165" sldId="320"/>
            <ac:spMk id="23" creationId="{0EBAF351-09A2-07CC-DB20-65579A50491F}"/>
          </ac:spMkLst>
        </pc:spChg>
        <pc:cxnChg chg="add mod">
          <ac:chgData name="MYUNG JIN" userId="89f3fa32ababedc4" providerId="LiveId" clId="{5D95D342-64E0-4515-952D-79611686FCA5}" dt="2024-08-29T17:02:50.543" v="2258" actId="20577"/>
          <ac:cxnSpMkLst>
            <pc:docMk/>
            <pc:sldMk cId="2660105165" sldId="320"/>
            <ac:cxnSpMk id="24" creationId="{24238C2A-D0C2-5CD0-457B-C5AB241093BE}"/>
          </ac:cxnSpMkLst>
        </pc:cxnChg>
      </pc:sldChg>
      <pc:sldChg chg="addSp delSp modSp mod">
        <pc:chgData name="MYUNG JIN" userId="89f3fa32ababedc4" providerId="LiveId" clId="{5D95D342-64E0-4515-952D-79611686FCA5}" dt="2024-08-29T16:57:20.228" v="2084" actId="1076"/>
        <pc:sldMkLst>
          <pc:docMk/>
          <pc:sldMk cId="2609461259" sldId="321"/>
        </pc:sldMkLst>
        <pc:spChg chg="mod">
          <ac:chgData name="MYUNG JIN" userId="89f3fa32ababedc4" providerId="LiveId" clId="{5D95D342-64E0-4515-952D-79611686FCA5}" dt="2024-08-29T16:40:15.261" v="1256" actId="20577"/>
          <ac:spMkLst>
            <pc:docMk/>
            <pc:sldMk cId="2609461259" sldId="321"/>
            <ac:spMk id="2" creationId="{28B48AD3-2DB0-DE43-717E-FC0E0028859E}"/>
          </ac:spMkLst>
        </pc:spChg>
        <pc:spChg chg="mod">
          <ac:chgData name="MYUNG JIN" userId="89f3fa32ababedc4" providerId="LiveId" clId="{5D95D342-64E0-4515-952D-79611686FCA5}" dt="2024-08-29T16:41:26.482" v="1290" actId="20577"/>
          <ac:spMkLst>
            <pc:docMk/>
            <pc:sldMk cId="2609461259" sldId="321"/>
            <ac:spMk id="5" creationId="{524A5DAD-0769-C1D6-2217-829AAD344ABC}"/>
          </ac:spMkLst>
        </pc:spChg>
        <pc:spChg chg="mod">
          <ac:chgData name="MYUNG JIN" userId="89f3fa32ababedc4" providerId="LiveId" clId="{5D95D342-64E0-4515-952D-79611686FCA5}" dt="2024-08-29T16:57:16.767" v="2082" actId="20577"/>
          <ac:spMkLst>
            <pc:docMk/>
            <pc:sldMk cId="2609461259" sldId="321"/>
            <ac:spMk id="18" creationId="{1C69309B-0DFD-5502-A59B-6DE9DC6730C2}"/>
          </ac:spMkLst>
        </pc:spChg>
        <pc:spChg chg="mod">
          <ac:chgData name="MYUNG JIN" userId="89f3fa32ababedc4" providerId="LiveId" clId="{5D95D342-64E0-4515-952D-79611686FCA5}" dt="2024-08-29T16:40:56.386" v="1276"/>
          <ac:spMkLst>
            <pc:docMk/>
            <pc:sldMk cId="2609461259" sldId="321"/>
            <ac:spMk id="20" creationId="{34B8DA7D-73A0-A080-C595-3389E531137F}"/>
          </ac:spMkLst>
        </pc:spChg>
        <pc:spChg chg="add mod">
          <ac:chgData name="MYUNG JIN" userId="89f3fa32ababedc4" providerId="LiveId" clId="{5D95D342-64E0-4515-952D-79611686FCA5}" dt="2024-08-29T16:43:19.461" v="1355" actId="1076"/>
          <ac:spMkLst>
            <pc:docMk/>
            <pc:sldMk cId="2609461259" sldId="321"/>
            <ac:spMk id="22" creationId="{0F788CF2-7B12-7B56-592E-95838D5CFE9C}"/>
          </ac:spMkLst>
        </pc:spChg>
        <pc:spChg chg="mod topLvl">
          <ac:chgData name="MYUNG JIN" userId="89f3fa32ababedc4" providerId="LiveId" clId="{5D95D342-64E0-4515-952D-79611686FCA5}" dt="2024-08-29T16:56:50.313" v="2071" actId="14100"/>
          <ac:spMkLst>
            <pc:docMk/>
            <pc:sldMk cId="2609461259" sldId="321"/>
            <ac:spMk id="25" creationId="{258A9517-B6F7-C08F-D197-8D5C14102CB6}"/>
          </ac:spMkLst>
        </pc:spChg>
        <pc:spChg chg="mod topLvl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28" creationId="{E52EA49B-9927-EE09-F8C1-B16CF15E8437}"/>
          </ac:spMkLst>
        </pc:spChg>
        <pc:spChg chg="mod topLvl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29" creationId="{CF8F4B68-1013-6C64-2BB0-73B21B19C0EB}"/>
          </ac:spMkLst>
        </pc:spChg>
        <pc:spChg chg="mod topLvl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31" creationId="{946546A1-7C7A-FAC0-5C0C-9CBF712E3EA6}"/>
          </ac:spMkLst>
        </pc:spChg>
        <pc:spChg chg="mod topLvl">
          <ac:chgData name="MYUNG JIN" userId="89f3fa32ababedc4" providerId="LiveId" clId="{5D95D342-64E0-4515-952D-79611686FCA5}" dt="2024-08-29T16:57:20.228" v="2084" actId="1076"/>
          <ac:spMkLst>
            <pc:docMk/>
            <pc:sldMk cId="2609461259" sldId="321"/>
            <ac:spMk id="34" creationId="{0AC9D700-4694-FFEA-D9C8-97E9164B456A}"/>
          </ac:spMkLst>
        </pc:spChg>
        <pc:spChg chg="mod topLvl">
          <ac:chgData name="MYUNG JIN" userId="89f3fa32ababedc4" providerId="LiveId" clId="{5D95D342-64E0-4515-952D-79611686FCA5}" dt="2024-08-29T16:57:20.228" v="2084" actId="1076"/>
          <ac:spMkLst>
            <pc:docMk/>
            <pc:sldMk cId="2609461259" sldId="321"/>
            <ac:spMk id="35" creationId="{5EB460E5-8144-C0CA-1454-2C239B35AFBF}"/>
          </ac:spMkLst>
        </pc:spChg>
        <pc:spChg chg="mod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38" creationId="{C6D18CBA-A5A4-6957-0F90-6AA2B85E60CE}"/>
          </ac:spMkLst>
        </pc:spChg>
        <pc:spChg chg="mod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50" creationId="{4E5420DE-7829-1229-193B-0C38E74C07C1}"/>
          </ac:spMkLst>
        </pc:spChg>
        <pc:spChg chg="mod">
          <ac:chgData name="MYUNG JIN" userId="89f3fa32ababedc4" providerId="LiveId" clId="{5D95D342-64E0-4515-952D-79611686FCA5}" dt="2024-08-29T16:56:45.128" v="2060" actId="20577"/>
          <ac:spMkLst>
            <pc:docMk/>
            <pc:sldMk cId="2609461259" sldId="321"/>
            <ac:spMk id="62" creationId="{F27F8AA8-3A7C-BA79-65A8-CEADF3F0320B}"/>
          </ac:spMkLst>
        </pc:spChg>
        <pc:spChg chg="mod">
          <ac:chgData name="MYUNG JIN" userId="89f3fa32ababedc4" providerId="LiveId" clId="{5D95D342-64E0-4515-952D-79611686FCA5}" dt="2024-08-29T16:56:27.972" v="2058" actId="115"/>
          <ac:spMkLst>
            <pc:docMk/>
            <pc:sldMk cId="2609461259" sldId="321"/>
            <ac:spMk id="72" creationId="{92D7CACC-E87E-1BE9-B33D-E33142317B00}"/>
          </ac:spMkLst>
        </pc:spChg>
        <pc:spChg chg="mod">
          <ac:chgData name="MYUNG JIN" userId="89f3fa32ababedc4" providerId="LiveId" clId="{5D95D342-64E0-4515-952D-79611686FCA5}" dt="2024-08-29T16:56:33.310" v="2059" actId="115"/>
          <ac:spMkLst>
            <pc:docMk/>
            <pc:sldMk cId="2609461259" sldId="321"/>
            <ac:spMk id="73" creationId="{804BCE79-285F-DADA-A6EF-570D2E220602}"/>
          </ac:spMkLst>
        </pc:spChg>
        <pc:grpChg chg="del">
          <ac:chgData name="MYUNG JIN" userId="89f3fa32ababedc4" providerId="LiveId" clId="{5D95D342-64E0-4515-952D-79611686FCA5}" dt="2024-08-29T00:45:21.384" v="1117" actId="165"/>
          <ac:grpSpMkLst>
            <pc:docMk/>
            <pc:sldMk cId="2609461259" sldId="321"/>
            <ac:grpSpMk id="22" creationId="{E37F32DF-A5D2-E23F-B4C9-C97F847DFE12}"/>
          </ac:grpSpMkLst>
        </pc:grpChg>
        <pc:grpChg chg="mod topLvl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24" creationId="{2BA8C7EE-54E1-604C-0897-49015AF5CCA4}"/>
          </ac:grpSpMkLst>
        </pc:grpChg>
        <pc:grpChg chg="mod topLvl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32" creationId="{8E01FDAB-26A2-6FFA-C298-5683443AAC69}"/>
          </ac:grpSpMkLst>
        </pc:grpChg>
        <pc:grpChg chg="mod topLvl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33" creationId="{7876B0AC-E35B-70CE-2D30-378C6789AE4B}"/>
          </ac:grpSpMkLst>
        </pc:grpChg>
        <pc:grpChg chg="mod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36" creationId="{E77B9A7F-6999-2654-C26C-AD19C8D5A49F}"/>
          </ac:grpSpMkLst>
        </pc:grpChg>
        <pc:grpChg chg="mod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48" creationId="{B8DA3D5B-E250-4829-236F-05ECF7933A56}"/>
          </ac:grpSpMkLst>
        </pc:grpChg>
        <pc:grpChg chg="mod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60" creationId="{20EBF340-C563-6B26-CC5A-480D75C5791C}"/>
          </ac:grpSpMkLst>
        </pc:grpChg>
        <pc:grpChg chg="add mod">
          <ac:chgData name="MYUNG JIN" userId="89f3fa32ababedc4" providerId="LiveId" clId="{5D95D342-64E0-4515-952D-79611686FCA5}" dt="2024-08-29T16:56:45.128" v="2060" actId="20577"/>
          <ac:grpSpMkLst>
            <pc:docMk/>
            <pc:sldMk cId="2609461259" sldId="321"/>
            <ac:grpSpMk id="76" creationId="{2E03239B-70F4-59BA-5B3E-BDA5219B184A}"/>
          </ac:grpSpMkLst>
        </pc:grpChg>
        <pc:picChg chg="mod">
          <ac:chgData name="MYUNG JIN" userId="89f3fa32ababedc4" providerId="LiveId" clId="{5D95D342-64E0-4515-952D-79611686FCA5}" dt="2024-08-29T16:56:45.128" v="2060" actId="20577"/>
          <ac:picMkLst>
            <pc:docMk/>
            <pc:sldMk cId="2609461259" sldId="321"/>
            <ac:picMk id="37" creationId="{B4AF6D3D-FA60-848E-91A6-05AFAC668C6A}"/>
          </ac:picMkLst>
        </pc:picChg>
        <pc:picChg chg="mod">
          <ac:chgData name="MYUNG JIN" userId="89f3fa32ababedc4" providerId="LiveId" clId="{5D95D342-64E0-4515-952D-79611686FCA5}" dt="2024-08-29T16:56:45.128" v="2060" actId="20577"/>
          <ac:picMkLst>
            <pc:docMk/>
            <pc:sldMk cId="2609461259" sldId="321"/>
            <ac:picMk id="49" creationId="{735CDBEB-A318-AAC2-5B36-F7869DA83907}"/>
          </ac:picMkLst>
        </pc:picChg>
        <pc:picChg chg="mod">
          <ac:chgData name="MYUNG JIN" userId="89f3fa32ababedc4" providerId="LiveId" clId="{5D95D342-64E0-4515-952D-79611686FCA5}" dt="2024-08-29T16:56:45.128" v="2060" actId="20577"/>
          <ac:picMkLst>
            <pc:docMk/>
            <pc:sldMk cId="2609461259" sldId="321"/>
            <ac:picMk id="61" creationId="{D9BDD3E9-93B5-9E22-C141-EBE3066D0DA2}"/>
          </ac:picMkLst>
        </pc:picChg>
        <pc:cxnChg chg="mod topLvl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23" creationId="{2D43BECE-ABA1-E032-12E0-01B3EA64DEEE}"/>
          </ac:cxnSpMkLst>
        </pc:cxnChg>
        <pc:cxnChg chg="mod topLvl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26" creationId="{645C0F5E-7F60-713C-2AD4-1EF07ECD7BFD}"/>
          </ac:cxnSpMkLst>
        </pc:cxnChg>
        <pc:cxnChg chg="mod topLvl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27" creationId="{95CB149A-6084-05A1-E9E8-83DDC274197E}"/>
          </ac:cxnSpMkLst>
        </pc:cxnChg>
        <pc:cxnChg chg="mod topLvl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30" creationId="{DDB9E6A0-86DE-79F6-C397-1F9A3D06574F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39" creationId="{BD7F23AE-D565-75E7-8CC6-32A38141AB02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0" creationId="{E9CEFFD5-6CE3-E03C-F223-CF216F408B61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1" creationId="{02678348-D7BE-A3BA-3FD9-B259A6DE2ECF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2" creationId="{E39A1C1F-03AB-1CFF-5D3E-C280A6566492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3" creationId="{D9CD350E-2650-DB3A-1DD8-F848A71863FD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4" creationId="{E56D97EB-296E-F5B9-558F-8380497EFD25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5" creationId="{359B47E9-58D0-0436-BD5E-BDF7E5A2A836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6" creationId="{BDE69078-6752-A72F-B8FC-FBB4A656E371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47" creationId="{ECD0B67A-42D3-F9FA-6BE0-5EB3C55458A6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1" creationId="{51D124AA-21FE-2174-6368-1AD209748BAB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2" creationId="{CAAB1B9A-1FD2-847F-94A5-807BAF51ACBE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3" creationId="{E2227C02-1101-5D31-5315-CEDC402489DD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4" creationId="{EBCAC3C7-1E67-D0BE-0527-E70CFD6F8F3E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5" creationId="{B2C8AE2E-EB0C-472E-98F5-ACF4E88104A4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6" creationId="{11258117-3822-4308-ECA6-2935D74DB20A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7" creationId="{E8D1104A-3C49-9475-D109-06956E0AD120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8" creationId="{472BB300-8EC7-37BE-023B-8FA3B36AE46D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59" creationId="{8C4A83E8-4FF0-B3F9-A345-5DB3C6E70F75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3" creationId="{6CFDA877-3830-2ECB-8DE2-79B04A1179D9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4" creationId="{FE28CAB6-BCDD-3D53-52AD-A9D6D0F9699F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5" creationId="{C35A162B-9C89-B08D-F196-31A39D414AEA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6" creationId="{F8614904-DC20-B615-16B9-94AA26190249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7" creationId="{ACA4E5C6-DF45-8ACF-0D1F-FF65A75DCFAC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8" creationId="{F61C0C8F-3C45-29AD-F67F-034E6BCE4236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69" creationId="{62D1F5DF-BA4E-84D5-F322-031A3252F514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70" creationId="{76EFC6D2-4062-1B80-400A-E5DF4AC51725}"/>
          </ac:cxnSpMkLst>
        </pc:cxnChg>
        <pc:cxnChg chg="mod">
          <ac:chgData name="MYUNG JIN" userId="89f3fa32ababedc4" providerId="LiveId" clId="{5D95D342-64E0-4515-952D-79611686FCA5}" dt="2024-08-29T16:56:45.128" v="2060" actId="20577"/>
          <ac:cxnSpMkLst>
            <pc:docMk/>
            <pc:sldMk cId="2609461259" sldId="321"/>
            <ac:cxnSpMk id="71" creationId="{F96D519E-F134-E438-0E4A-893110075A89}"/>
          </ac:cxnSpMkLst>
        </pc:cxnChg>
        <pc:cxnChg chg="add mod">
          <ac:chgData name="MYUNG JIN" userId="89f3fa32ababedc4" providerId="LiveId" clId="{5D95D342-64E0-4515-952D-79611686FCA5}" dt="2024-08-29T16:43:23.791" v="1357" actId="14100"/>
          <ac:cxnSpMkLst>
            <pc:docMk/>
            <pc:sldMk cId="2609461259" sldId="321"/>
            <ac:cxnSpMk id="77" creationId="{EC963907-FF35-188B-144F-FA99E70418CC}"/>
          </ac:cxnSpMkLst>
        </pc:cxnChg>
      </pc:sldChg>
      <pc:sldChg chg="modSp mod">
        <pc:chgData name="MYUNG JIN" userId="89f3fa32ababedc4" providerId="LiveId" clId="{5D95D342-64E0-4515-952D-79611686FCA5}" dt="2024-08-29T16:57:30.071" v="2087" actId="20577"/>
        <pc:sldMkLst>
          <pc:docMk/>
          <pc:sldMk cId="2670176567" sldId="322"/>
        </pc:sldMkLst>
        <pc:spChg chg="mod">
          <ac:chgData name="MYUNG JIN" userId="89f3fa32ababedc4" providerId="LiveId" clId="{5D95D342-64E0-4515-952D-79611686FCA5}" dt="2024-08-29T16:40:22.146" v="1258" actId="20577"/>
          <ac:spMkLst>
            <pc:docMk/>
            <pc:sldMk cId="2670176567" sldId="322"/>
            <ac:spMk id="2" creationId="{35F5F331-1640-FFCF-1C69-74041CE49A2B}"/>
          </ac:spMkLst>
        </pc:spChg>
        <pc:spChg chg="mod">
          <ac:chgData name="MYUNG JIN" userId="89f3fa32ababedc4" providerId="LiveId" clId="{5D95D342-64E0-4515-952D-79611686FCA5}" dt="2024-08-29T16:57:24.953" v="2085" actId="20577"/>
          <ac:spMkLst>
            <pc:docMk/>
            <pc:sldMk cId="2670176567" sldId="322"/>
            <ac:spMk id="3" creationId="{9E527D2B-3A56-30BF-1262-DDC4B7A4B1E9}"/>
          </ac:spMkLst>
        </pc:spChg>
        <pc:spChg chg="mod">
          <ac:chgData name="MYUNG JIN" userId="89f3fa32ababedc4" providerId="LiveId" clId="{5D95D342-64E0-4515-952D-79611686FCA5}" dt="2024-08-29T16:57:27.489" v="2086" actId="20577"/>
          <ac:spMkLst>
            <pc:docMk/>
            <pc:sldMk cId="2670176567" sldId="322"/>
            <ac:spMk id="4" creationId="{F08A7254-03F6-73DC-A282-F4289602B96D}"/>
          </ac:spMkLst>
        </pc:spChg>
        <pc:spChg chg="mod">
          <ac:chgData name="MYUNG JIN" userId="89f3fa32ababedc4" providerId="LiveId" clId="{5D95D342-64E0-4515-952D-79611686FCA5}" dt="2024-08-29T16:57:30.071" v="2087" actId="20577"/>
          <ac:spMkLst>
            <pc:docMk/>
            <pc:sldMk cId="2670176567" sldId="322"/>
            <ac:spMk id="5" creationId="{B9152C3A-7DA7-1DAD-A8EC-3E6D8491095D}"/>
          </ac:spMkLst>
        </pc:spChg>
      </pc:sldChg>
      <pc:sldChg chg="modSp mod">
        <pc:chgData name="MYUNG JIN" userId="89f3fa32ababedc4" providerId="LiveId" clId="{5D95D342-64E0-4515-952D-79611686FCA5}" dt="2024-08-29T17:03:13.229" v="2264" actId="20577"/>
        <pc:sldMkLst>
          <pc:docMk/>
          <pc:sldMk cId="2408266973" sldId="323"/>
        </pc:sldMkLst>
        <pc:spChg chg="mod">
          <ac:chgData name="MYUNG JIN" userId="89f3fa32ababedc4" providerId="LiveId" clId="{5D95D342-64E0-4515-952D-79611686FCA5}" dt="2024-08-29T16:40:18.206" v="1257" actId="20577"/>
          <ac:spMkLst>
            <pc:docMk/>
            <pc:sldMk cId="2408266973" sldId="323"/>
            <ac:spMk id="2" creationId="{C88BD45B-185F-3B65-2AEC-980AE7C45217}"/>
          </ac:spMkLst>
        </pc:spChg>
        <pc:spChg chg="mod">
          <ac:chgData name="MYUNG JIN" userId="89f3fa32ababedc4" providerId="LiveId" clId="{5D95D342-64E0-4515-952D-79611686FCA5}" dt="2024-08-29T17:03:06.061" v="2261" actId="20577"/>
          <ac:spMkLst>
            <pc:docMk/>
            <pc:sldMk cId="2408266973" sldId="323"/>
            <ac:spMk id="3" creationId="{118F7477-FF18-E377-8859-C625C2684966}"/>
          </ac:spMkLst>
        </pc:spChg>
        <pc:spChg chg="mod">
          <ac:chgData name="MYUNG JIN" userId="89f3fa32ababedc4" providerId="LiveId" clId="{5D95D342-64E0-4515-952D-79611686FCA5}" dt="2024-08-29T17:03:08.294" v="2262" actId="20577"/>
          <ac:spMkLst>
            <pc:docMk/>
            <pc:sldMk cId="2408266973" sldId="323"/>
            <ac:spMk id="4" creationId="{4388F32C-59D0-CC97-2E7F-DD1A08F328AB}"/>
          </ac:spMkLst>
        </pc:spChg>
        <pc:spChg chg="mod">
          <ac:chgData name="MYUNG JIN" userId="89f3fa32ababedc4" providerId="LiveId" clId="{5D95D342-64E0-4515-952D-79611686FCA5}" dt="2024-08-29T17:03:10.976" v="2263" actId="20577"/>
          <ac:spMkLst>
            <pc:docMk/>
            <pc:sldMk cId="2408266973" sldId="323"/>
            <ac:spMk id="5" creationId="{5B04A8E2-A665-195D-431B-2398EA40C92B}"/>
          </ac:spMkLst>
        </pc:spChg>
        <pc:spChg chg="mod">
          <ac:chgData name="MYUNG JIN" userId="89f3fa32ababedc4" providerId="LiveId" clId="{5D95D342-64E0-4515-952D-79611686FCA5}" dt="2024-08-29T17:03:13.229" v="2264" actId="20577"/>
          <ac:spMkLst>
            <pc:docMk/>
            <pc:sldMk cId="2408266973" sldId="323"/>
            <ac:spMk id="6" creationId="{7C62E87E-26D2-A829-8149-E49613D2F22B}"/>
          </ac:spMkLst>
        </pc:spChg>
        <pc:spChg chg="mod">
          <ac:chgData name="MYUNG JIN" userId="89f3fa32ababedc4" providerId="LiveId" clId="{5D95D342-64E0-4515-952D-79611686FCA5}" dt="2024-08-29T16:42:31.888" v="1308" actId="14100"/>
          <ac:spMkLst>
            <pc:docMk/>
            <pc:sldMk cId="2408266973" sldId="323"/>
            <ac:spMk id="9" creationId="{FF5447E1-15CE-07BD-9A11-8FEA37517181}"/>
          </ac:spMkLst>
        </pc:spChg>
      </pc:sldChg>
      <pc:sldChg chg="addSp delSp modSp mod">
        <pc:chgData name="MYUNG JIN" userId="89f3fa32ababedc4" providerId="LiveId" clId="{5D95D342-64E0-4515-952D-79611686FCA5}" dt="2024-08-29T17:00:57.410" v="2177" actId="1076"/>
        <pc:sldMkLst>
          <pc:docMk/>
          <pc:sldMk cId="2753454189" sldId="324"/>
        </pc:sldMkLst>
        <pc:spChg chg="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39" creationId="{B52381AA-4D13-3C06-1720-3C7667156AC5}"/>
          </ac:spMkLst>
        </pc:spChg>
        <pc:spChg chg="mod">
          <ac:chgData name="MYUNG JIN" userId="89f3fa32ababedc4" providerId="LiveId" clId="{5D95D342-64E0-4515-952D-79611686FCA5}" dt="2024-08-29T17:00:57.410" v="2177" actId="1076"/>
          <ac:spMkLst>
            <pc:docMk/>
            <pc:sldMk cId="2753454189" sldId="324"/>
            <ac:spMk id="41" creationId="{1DF56B4D-D88F-1389-A2C9-FDC635FEB05F}"/>
          </ac:spMkLst>
        </pc:spChg>
        <pc:spChg chg="add mod">
          <ac:chgData name="MYUNG JIN" userId="89f3fa32ababedc4" providerId="LiveId" clId="{5D95D342-64E0-4515-952D-79611686FCA5}" dt="2024-08-27T00:24:38.165" v="5" actId="571"/>
          <ac:spMkLst>
            <pc:docMk/>
            <pc:sldMk cId="2753454189" sldId="324"/>
            <ac:spMk id="53" creationId="{99F69416-526F-0237-7CB5-865859BC3590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4" creationId="{59D5DBAC-E75A-B9C5-D200-2A932600476D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5" creationId="{F2C78C86-BB2C-9225-D361-3BC935844DB2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6" creationId="{FD701326-5EE5-C6C2-D3FE-47A42494EC19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7" creationId="{63BE4F5A-C9C4-287E-999B-437194D249A2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8" creationId="{378C4167-0D76-496C-E47C-EAA5829476BC}"/>
          </ac:spMkLst>
        </pc:spChg>
        <pc:spChg chg="add mod">
          <ac:chgData name="MYUNG JIN" userId="89f3fa32ababedc4" providerId="LiveId" clId="{5D95D342-64E0-4515-952D-79611686FCA5}" dt="2024-08-29T01:26:08.415" v="1227" actId="1076"/>
          <ac:spMkLst>
            <pc:docMk/>
            <pc:sldMk cId="2753454189" sldId="324"/>
            <ac:spMk id="59" creationId="{A297B31C-49CD-67F8-4EE8-DAB4CC6A237C}"/>
          </ac:spMkLst>
        </pc:spChg>
        <pc:grpChg chg="del">
          <ac:chgData name="MYUNG JIN" userId="89f3fa32ababedc4" providerId="LiveId" clId="{5D95D342-64E0-4515-952D-79611686FCA5}" dt="2024-08-29T01:25:44.498" v="1205" actId="478"/>
          <ac:grpSpMkLst>
            <pc:docMk/>
            <pc:sldMk cId="2753454189" sldId="324"/>
            <ac:grpSpMk id="19" creationId="{ADF13CEA-D6B9-6661-167C-10EDD8FDFE99}"/>
          </ac:grpSpMkLst>
        </pc:grpChg>
        <pc:grpChg chg="mod">
          <ac:chgData name="MYUNG JIN" userId="89f3fa32ababedc4" providerId="LiveId" clId="{5D95D342-64E0-4515-952D-79611686FCA5}" dt="2024-08-27T00:24:42.402" v="6" actId="1076"/>
          <ac:grpSpMkLst>
            <pc:docMk/>
            <pc:sldMk cId="2753454189" sldId="324"/>
            <ac:grpSpMk id="42" creationId="{692D9FDA-5CF2-5460-5D1F-18064A73ED52}"/>
          </ac:grpSpMkLst>
        </pc:grpChg>
        <pc:cxnChg chg="add mod">
          <ac:chgData name="MYUNG JIN" userId="89f3fa32ababedc4" providerId="LiveId" clId="{5D95D342-64E0-4515-952D-79611686FCA5}" dt="2024-08-29T01:26:44.478" v="1235" actId="208"/>
          <ac:cxnSpMkLst>
            <pc:docMk/>
            <pc:sldMk cId="2753454189" sldId="324"/>
            <ac:cxnSpMk id="61" creationId="{9059C1F0-8718-DF88-DA6F-803DA6A18FDB}"/>
          </ac:cxnSpMkLst>
        </pc:cxnChg>
      </pc:sldChg>
      <pc:sldChg chg="addSp delSp modSp add del mod">
        <pc:chgData name="MYUNG JIN" userId="89f3fa32ababedc4" providerId="LiveId" clId="{5D95D342-64E0-4515-952D-79611686FCA5}" dt="2024-08-29T16:40:07.319" v="1253" actId="47"/>
        <pc:sldMkLst>
          <pc:docMk/>
          <pc:sldMk cId="3473372920" sldId="325"/>
        </pc:sldMkLst>
        <pc:spChg chg="mod">
          <ac:chgData name="MYUNG JIN" userId="89f3fa32ababedc4" providerId="LiveId" clId="{5D95D342-64E0-4515-952D-79611686FCA5}" dt="2024-08-27T14:58:07.810" v="227" actId="20577"/>
          <ac:spMkLst>
            <pc:docMk/>
            <pc:sldMk cId="3473372920" sldId="325"/>
            <ac:spMk id="2" creationId="{28B48AD3-2DB0-DE43-717E-FC0E0028859E}"/>
          </ac:spMkLst>
        </pc:spChg>
        <pc:spChg chg="mod">
          <ac:chgData name="MYUNG JIN" userId="89f3fa32ababedc4" providerId="LiveId" clId="{5D95D342-64E0-4515-952D-79611686FCA5}" dt="2024-08-27T15:40:32.750" v="745" actId="207"/>
          <ac:spMkLst>
            <pc:docMk/>
            <pc:sldMk cId="3473372920" sldId="325"/>
            <ac:spMk id="3" creationId="{5517DD5E-F3AE-8241-BFBA-C4527748BA4F}"/>
          </ac:spMkLst>
        </pc:spChg>
        <pc:spChg chg="mod">
          <ac:chgData name="MYUNG JIN" userId="89f3fa32ababedc4" providerId="LiveId" clId="{5D95D342-64E0-4515-952D-79611686FCA5}" dt="2024-08-27T14:55:50.760" v="195" actId="20577"/>
          <ac:spMkLst>
            <pc:docMk/>
            <pc:sldMk cId="3473372920" sldId="325"/>
            <ac:spMk id="5" creationId="{524A5DAD-0769-C1D6-2217-829AAD344ABC}"/>
          </ac:spMkLst>
        </pc:spChg>
        <pc:spChg chg="mod">
          <ac:chgData name="MYUNG JIN" userId="89f3fa32ababedc4" providerId="LiveId" clId="{5D95D342-64E0-4515-952D-79611686FCA5}" dt="2024-08-27T14:56:42.969" v="218" actId="14100"/>
          <ac:spMkLst>
            <pc:docMk/>
            <pc:sldMk cId="3473372920" sldId="325"/>
            <ac:spMk id="18" creationId="{1C69309B-0DFD-5502-A59B-6DE9DC6730C2}"/>
          </ac:spMkLst>
        </pc:spChg>
        <pc:spChg chg="mod">
          <ac:chgData name="MYUNG JIN" userId="89f3fa32ababedc4" providerId="LiveId" clId="{5D95D342-64E0-4515-952D-79611686FCA5}" dt="2024-08-27T14:53:27.615" v="49" actId="1076"/>
          <ac:spMkLst>
            <pc:docMk/>
            <pc:sldMk cId="3473372920" sldId="325"/>
            <ac:spMk id="20" creationId="{34B8DA7D-73A0-A080-C595-3389E531137F}"/>
          </ac:spMkLst>
        </pc:spChg>
        <pc:spChg chg="mod">
          <ac:chgData name="MYUNG JIN" userId="89f3fa32ababedc4" providerId="LiveId" clId="{5D95D342-64E0-4515-952D-79611686FCA5}" dt="2024-08-27T14:53:21.155" v="48" actId="1076"/>
          <ac:spMkLst>
            <pc:docMk/>
            <pc:sldMk cId="3473372920" sldId="325"/>
            <ac:spMk id="21" creationId="{AE1F622A-A074-E9FA-94BC-9D1069258091}"/>
          </ac:spMkLst>
        </pc:spChg>
        <pc:spChg chg="mod">
          <ac:chgData name="MYUNG JIN" userId="89f3fa32ababedc4" providerId="LiveId" clId="{5D95D342-64E0-4515-952D-79611686FCA5}" dt="2024-08-27T14:54:16.565" v="115" actId="1076"/>
          <ac:spMkLst>
            <pc:docMk/>
            <pc:sldMk cId="3473372920" sldId="325"/>
            <ac:spMk id="72" creationId="{92D7CACC-E87E-1BE9-B33D-E33142317B00}"/>
          </ac:spMkLst>
        </pc:spChg>
        <pc:spChg chg="del">
          <ac:chgData name="MYUNG JIN" userId="89f3fa32ababedc4" providerId="LiveId" clId="{5D95D342-64E0-4515-952D-79611686FCA5}" dt="2024-08-27T14:53:54.817" v="59" actId="478"/>
          <ac:spMkLst>
            <pc:docMk/>
            <pc:sldMk cId="3473372920" sldId="325"/>
            <ac:spMk id="73" creationId="{804BCE79-285F-DADA-A6EF-570D2E220602}"/>
          </ac:spMkLst>
        </pc:spChg>
        <pc:grpChg chg="mod">
          <ac:chgData name="MYUNG JIN" userId="89f3fa32ababedc4" providerId="LiveId" clId="{5D95D342-64E0-4515-952D-79611686FCA5}" dt="2024-08-27T15:41:44.966" v="758" actId="571"/>
          <ac:grpSpMkLst>
            <pc:docMk/>
            <pc:sldMk cId="3473372920" sldId="325"/>
            <ac:grpSpMk id="6" creationId="{AA4E56C5-8AD2-9B77-0A70-E6CD4B06C8CB}"/>
          </ac:grpSpMkLst>
        </pc:grp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7" creationId="{9C81D1C6-6994-8931-344E-515674D18923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" creationId="{893C2E42-C376-D4E7-FDFC-1C9FB80D1DC3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9" creationId="{958DA90C-DE0F-BAD7-819B-C7AA042D7391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0" creationId="{6E6316DA-69AD-4B86-FD76-3B1F1D0BAC4E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1" creationId="{8DBDA2E5-7755-79FA-BA36-E94AAD0303DC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2" creationId="{3B68BDE2-8761-BC25-2E8D-85D729A58C31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3" creationId="{CBB3AD10-0FF9-4F1C-B3E6-DF1CCE3DAEAF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4" creationId="{27F3BF7E-87DE-2B64-225C-464B0C11E9D0}"/>
          </ac:cxnSpMkLst>
        </pc:cxnChg>
        <pc:cxnChg chg="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15" creationId="{9794AC98-2226-C3FA-054C-867634AF05C5}"/>
          </ac:cxnSpMkLst>
        </pc:cxnChg>
        <pc:cxnChg chg="del mod">
          <ac:chgData name="MYUNG JIN" userId="89f3fa32ababedc4" providerId="LiveId" clId="{5D95D342-64E0-4515-952D-79611686FCA5}" dt="2024-08-27T14:53:52.379" v="58" actId="478"/>
          <ac:cxnSpMkLst>
            <pc:docMk/>
            <pc:sldMk cId="3473372920" sldId="325"/>
            <ac:cxnSpMk id="74" creationId="{CF7321C2-9693-0FBF-4238-3080BCF7133D}"/>
          </ac:cxnSpMkLst>
        </pc:cxnChg>
        <pc:cxnChg chg="mod">
          <ac:chgData name="MYUNG JIN" userId="89f3fa32ababedc4" providerId="LiveId" clId="{5D95D342-64E0-4515-952D-79611686FCA5}" dt="2024-08-27T14:53:40.806" v="54" actId="14100"/>
          <ac:cxnSpMkLst>
            <pc:docMk/>
            <pc:sldMk cId="3473372920" sldId="325"/>
            <ac:cxnSpMk id="75" creationId="{0F2A5307-6683-AEBD-2CD2-EBC4E3633DD2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79" creationId="{40794089-BB85-8BB8-D0ED-5A775914211B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4" creationId="{FA2A9450-6CA7-82F2-7C37-F30F0F695B2E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5" creationId="{CABF5123-929B-A4F2-0A78-2A4AF13ADF81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6" creationId="{8E2DE12A-1E66-A7D1-D27B-ED285C44C404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7" creationId="{C9D026B2-342F-F808-7967-A28AE0D144A2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8" creationId="{FD8C2E00-64D0-3F23-90C3-8B86BD85410B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89" creationId="{86D0D19D-60F5-3886-15BD-8941544978E4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90" creationId="{72B39F56-4E82-C6DA-AAF3-6B75181FF455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91" creationId="{ED4AE63D-D67B-8B02-FC9B-CCDBC029015C}"/>
          </ac:cxnSpMkLst>
        </pc:cxnChg>
        <pc:cxnChg chg="add mod">
          <ac:chgData name="MYUNG JIN" userId="89f3fa32ababedc4" providerId="LiveId" clId="{5D95D342-64E0-4515-952D-79611686FCA5}" dt="2024-08-27T15:41:44.966" v="758" actId="571"/>
          <ac:cxnSpMkLst>
            <pc:docMk/>
            <pc:sldMk cId="3473372920" sldId="325"/>
            <ac:cxnSpMk id="92" creationId="{77472F58-814D-C347-ECC4-7F6BA72B9CCF}"/>
          </ac:cxnSpMkLst>
        </pc:cxnChg>
      </pc:sldChg>
      <pc:sldChg chg="modSp add del mod">
        <pc:chgData name="MYUNG JIN" userId="89f3fa32ababedc4" providerId="LiveId" clId="{5D95D342-64E0-4515-952D-79611686FCA5}" dt="2024-08-29T16:40:08.268" v="1254" actId="47"/>
        <pc:sldMkLst>
          <pc:docMk/>
          <pc:sldMk cId="105376001" sldId="326"/>
        </pc:sldMkLst>
        <pc:spChg chg="mod">
          <ac:chgData name="MYUNG JIN" userId="89f3fa32ababedc4" providerId="LiveId" clId="{5D95D342-64E0-4515-952D-79611686FCA5}" dt="2024-08-27T14:58:12.921" v="228"/>
          <ac:spMkLst>
            <pc:docMk/>
            <pc:sldMk cId="105376001" sldId="326"/>
            <ac:spMk id="2" creationId="{35F5F331-1640-FFCF-1C69-74041CE49A2B}"/>
          </ac:spMkLst>
        </pc:spChg>
        <pc:spChg chg="mod">
          <ac:chgData name="MYUNG JIN" userId="89f3fa32ababedc4" providerId="LiveId" clId="{5D95D342-64E0-4515-952D-79611686FCA5}" dt="2024-08-27T15:03:53.045" v="411" actId="20577"/>
          <ac:spMkLst>
            <pc:docMk/>
            <pc:sldMk cId="105376001" sldId="326"/>
            <ac:spMk id="3" creationId="{9E527D2B-3A56-30BF-1262-DDC4B7A4B1E9}"/>
          </ac:spMkLst>
        </pc:spChg>
        <pc:spChg chg="mod">
          <ac:chgData name="MYUNG JIN" userId="89f3fa32ababedc4" providerId="LiveId" clId="{5D95D342-64E0-4515-952D-79611686FCA5}" dt="2024-08-27T15:00:28.526" v="314"/>
          <ac:spMkLst>
            <pc:docMk/>
            <pc:sldMk cId="105376001" sldId="326"/>
            <ac:spMk id="4" creationId="{F08A7254-03F6-73DC-A282-F4289602B96D}"/>
          </ac:spMkLst>
        </pc:spChg>
        <pc:spChg chg="mod">
          <ac:chgData name="MYUNG JIN" userId="89f3fa32ababedc4" providerId="LiveId" clId="{5D95D342-64E0-4515-952D-79611686FCA5}" dt="2024-08-27T15:00:44.429" v="317"/>
          <ac:spMkLst>
            <pc:docMk/>
            <pc:sldMk cId="105376001" sldId="326"/>
            <ac:spMk id="5" creationId="{B9152C3A-7DA7-1DAD-A8EC-3E6D8491095D}"/>
          </ac:spMkLst>
        </pc:spChg>
      </pc:sldChg>
      <pc:sldChg chg="modSp add del mod">
        <pc:chgData name="MYUNG JIN" userId="89f3fa32ababedc4" providerId="LiveId" clId="{5D95D342-64E0-4515-952D-79611686FCA5}" dt="2024-08-29T16:40:09.143" v="1255" actId="47"/>
        <pc:sldMkLst>
          <pc:docMk/>
          <pc:sldMk cId="1302419442" sldId="327"/>
        </pc:sldMkLst>
        <pc:spChg chg="mod">
          <ac:chgData name="MYUNG JIN" userId="89f3fa32ababedc4" providerId="LiveId" clId="{5D95D342-64E0-4515-952D-79611686FCA5}" dt="2024-08-27T14:58:14.617" v="229"/>
          <ac:spMkLst>
            <pc:docMk/>
            <pc:sldMk cId="1302419442" sldId="327"/>
            <ac:spMk id="2" creationId="{C88BD45B-185F-3B65-2AEC-980AE7C45217}"/>
          </ac:spMkLst>
        </pc:spChg>
        <pc:spChg chg="mod">
          <ac:chgData name="MYUNG JIN" userId="89f3fa32ababedc4" providerId="LiveId" clId="{5D95D342-64E0-4515-952D-79611686FCA5}" dt="2024-08-27T15:00:48.503" v="318"/>
          <ac:spMkLst>
            <pc:docMk/>
            <pc:sldMk cId="1302419442" sldId="327"/>
            <ac:spMk id="3" creationId="{118F7477-FF18-E377-8859-C625C2684966}"/>
          </ac:spMkLst>
        </pc:spChg>
        <pc:spChg chg="mod">
          <ac:chgData name="MYUNG JIN" userId="89f3fa32ababedc4" providerId="LiveId" clId="{5D95D342-64E0-4515-952D-79611686FCA5}" dt="2024-08-27T15:01:19.817" v="368" actId="20577"/>
          <ac:spMkLst>
            <pc:docMk/>
            <pc:sldMk cId="1302419442" sldId="327"/>
            <ac:spMk id="4" creationId="{4388F32C-59D0-CC97-2E7F-DD1A08F328AB}"/>
          </ac:spMkLst>
        </pc:spChg>
        <pc:spChg chg="mod">
          <ac:chgData name="MYUNG JIN" userId="89f3fa32ababedc4" providerId="LiveId" clId="{5D95D342-64E0-4515-952D-79611686FCA5}" dt="2024-08-27T15:39:31.634" v="504" actId="20577"/>
          <ac:spMkLst>
            <pc:docMk/>
            <pc:sldMk cId="1302419442" sldId="327"/>
            <ac:spMk id="5" creationId="{5B04A8E2-A665-195D-431B-2398EA40C92B}"/>
          </ac:spMkLst>
        </pc:spChg>
        <pc:spChg chg="mod">
          <ac:chgData name="MYUNG JIN" userId="89f3fa32ababedc4" providerId="LiveId" clId="{5D95D342-64E0-4515-952D-79611686FCA5}" dt="2024-08-27T15:39:52.014" v="506"/>
          <ac:spMkLst>
            <pc:docMk/>
            <pc:sldMk cId="1302419442" sldId="327"/>
            <ac:spMk id="6" creationId="{7C62E87E-26D2-A829-8149-E49613D2F22B}"/>
          </ac:spMkLst>
        </pc:spChg>
        <pc:spChg chg="mod">
          <ac:chgData name="MYUNG JIN" userId="89f3fa32ababedc4" providerId="LiveId" clId="{5D95D342-64E0-4515-952D-79611686FCA5}" dt="2024-08-27T15:39:56.958" v="508" actId="14100"/>
          <ac:spMkLst>
            <pc:docMk/>
            <pc:sldMk cId="1302419442" sldId="327"/>
            <ac:spMk id="9" creationId="{FF5447E1-15CE-07BD-9A11-8FEA37517181}"/>
          </ac:spMkLst>
        </pc:spChg>
      </pc:sldChg>
      <pc:sldChg chg="addSp modSp new mod">
        <pc:chgData name="MYUNG JIN" userId="89f3fa32ababedc4" providerId="LiveId" clId="{5D95D342-64E0-4515-952D-79611686FCA5}" dt="2024-08-29T01:10:19.387" v="1204" actId="20577"/>
        <pc:sldMkLst>
          <pc:docMk/>
          <pc:sldMk cId="2680466155" sldId="328"/>
        </pc:sldMkLst>
        <pc:spChg chg="mod">
          <ac:chgData name="MYUNG JIN" userId="89f3fa32ababedc4" providerId="LiveId" clId="{5D95D342-64E0-4515-952D-79611686FCA5}" dt="2024-08-29T00:33:25.583" v="945" actId="20577"/>
          <ac:spMkLst>
            <pc:docMk/>
            <pc:sldMk cId="2680466155" sldId="328"/>
            <ac:spMk id="2" creationId="{C90DA087-5AC4-1538-52CC-ED248ACCCBB1}"/>
          </ac:spMkLst>
        </pc:spChg>
        <pc:spChg chg="add mod">
          <ac:chgData name="MYUNG JIN" userId="89f3fa32ababedc4" providerId="LiveId" clId="{5D95D342-64E0-4515-952D-79611686FCA5}" dt="2024-08-29T01:10:01.032" v="1180" actId="1076"/>
          <ac:spMkLst>
            <pc:docMk/>
            <pc:sldMk cId="2680466155" sldId="328"/>
            <ac:spMk id="5" creationId="{6D7FD877-3121-02B8-B6DE-28FFA2C711E1}"/>
          </ac:spMkLst>
        </pc:spChg>
        <pc:spChg chg="add mod">
          <ac:chgData name="MYUNG JIN" userId="89f3fa32ababedc4" providerId="LiveId" clId="{5D95D342-64E0-4515-952D-79611686FCA5}" dt="2024-08-29T00:43:54.807" v="1038" actId="208"/>
          <ac:spMkLst>
            <pc:docMk/>
            <pc:sldMk cId="2680466155" sldId="328"/>
            <ac:spMk id="6" creationId="{5390B4B9-8342-CB30-F2A8-8544080FDA38}"/>
          </ac:spMkLst>
        </pc:spChg>
        <pc:spChg chg="add mod">
          <ac:chgData name="MYUNG JIN" userId="89f3fa32ababedc4" providerId="LiveId" clId="{5D95D342-64E0-4515-952D-79611686FCA5}" dt="2024-08-29T00:43:00.278" v="1030" actId="571"/>
          <ac:spMkLst>
            <pc:docMk/>
            <pc:sldMk cId="2680466155" sldId="328"/>
            <ac:spMk id="7" creationId="{5159DDF9-A599-421D-B20A-B0745F051313}"/>
          </ac:spMkLst>
        </pc:spChg>
        <pc:spChg chg="add mod">
          <ac:chgData name="MYUNG JIN" userId="89f3fa32ababedc4" providerId="LiveId" clId="{5D95D342-64E0-4515-952D-79611686FCA5}" dt="2024-08-29T00:43:04.571" v="1031" actId="571"/>
          <ac:spMkLst>
            <pc:docMk/>
            <pc:sldMk cId="2680466155" sldId="328"/>
            <ac:spMk id="8" creationId="{614E365F-0E2F-045D-29AB-C6F784D6AEA4}"/>
          </ac:spMkLst>
        </pc:spChg>
        <pc:spChg chg="add mod">
          <ac:chgData name="MYUNG JIN" userId="89f3fa32ababedc4" providerId="LiveId" clId="{5D95D342-64E0-4515-952D-79611686FCA5}" dt="2024-08-29T00:43:34.462" v="1036" actId="571"/>
          <ac:spMkLst>
            <pc:docMk/>
            <pc:sldMk cId="2680466155" sldId="328"/>
            <ac:spMk id="10" creationId="{55329984-0856-9761-CDFB-098BB02B96B8}"/>
          </ac:spMkLst>
        </pc:spChg>
        <pc:spChg chg="add mod">
          <ac:chgData name="MYUNG JIN" userId="89f3fa32ababedc4" providerId="LiveId" clId="{5D95D342-64E0-4515-952D-79611686FCA5}" dt="2024-08-29T00:43:54.807" v="1038" actId="208"/>
          <ac:spMkLst>
            <pc:docMk/>
            <pc:sldMk cId="2680466155" sldId="328"/>
            <ac:spMk id="11" creationId="{D2926FFC-C47B-7BB5-3A69-ECBEC513DCA5}"/>
          </ac:spMkLst>
        </pc:spChg>
        <pc:spChg chg="add mod">
          <ac:chgData name="MYUNG JIN" userId="89f3fa32ababedc4" providerId="LiveId" clId="{5D95D342-64E0-4515-952D-79611686FCA5}" dt="2024-08-29T01:10:01.032" v="1180" actId="1076"/>
          <ac:spMkLst>
            <pc:docMk/>
            <pc:sldMk cId="2680466155" sldId="328"/>
            <ac:spMk id="12" creationId="{B8440065-6E61-E542-74A9-7A96EB1709D4}"/>
          </ac:spMkLst>
        </pc:spChg>
        <pc:spChg chg="mod">
          <ac:chgData name="MYUNG JIN" userId="89f3fa32ababedc4" providerId="LiveId" clId="{5D95D342-64E0-4515-952D-79611686FCA5}" dt="2024-08-29T00:44:11.730" v="1040"/>
          <ac:spMkLst>
            <pc:docMk/>
            <pc:sldMk cId="2680466155" sldId="328"/>
            <ac:spMk id="16" creationId="{B2AB5AC4-A7DE-3E0A-1B42-BE94C06AA7B2}"/>
          </ac:spMkLst>
        </pc:spChg>
        <pc:spChg chg="add mod">
          <ac:chgData name="MYUNG JIN" userId="89f3fa32ababedc4" providerId="LiveId" clId="{5D95D342-64E0-4515-952D-79611686FCA5}" dt="2024-08-29T01:10:19.387" v="1204" actId="20577"/>
          <ac:spMkLst>
            <pc:docMk/>
            <pc:sldMk cId="2680466155" sldId="328"/>
            <ac:spMk id="26" creationId="{E7456FF1-2C3B-3B2E-6243-AF154BE337FD}"/>
          </ac:spMkLst>
        </pc:spChg>
        <pc:spChg chg="add mod">
          <ac:chgData name="MYUNG JIN" userId="89f3fa32ababedc4" providerId="LiveId" clId="{5D95D342-64E0-4515-952D-79611686FCA5}" dt="2024-08-29T00:45:34.157" v="1120" actId="164"/>
          <ac:spMkLst>
            <pc:docMk/>
            <pc:sldMk cId="2680466155" sldId="328"/>
            <ac:spMk id="29" creationId="{71685EE7-4FC9-A208-F3B2-0B0A682606C3}"/>
          </ac:spMkLst>
        </pc:spChg>
        <pc:spChg chg="add mod">
          <ac:chgData name="MYUNG JIN" userId="89f3fa32ababedc4" providerId="LiveId" clId="{5D95D342-64E0-4515-952D-79611686FCA5}" dt="2024-08-29T00:45:34.157" v="1120" actId="164"/>
          <ac:spMkLst>
            <pc:docMk/>
            <pc:sldMk cId="2680466155" sldId="328"/>
            <ac:spMk id="30" creationId="{CB383BBD-925C-B85A-06B6-C30143BCE884}"/>
          </ac:spMkLst>
        </pc:spChg>
        <pc:spChg chg="add mod">
          <ac:chgData name="MYUNG JIN" userId="89f3fa32ababedc4" providerId="LiveId" clId="{5D95D342-64E0-4515-952D-79611686FCA5}" dt="2024-08-29T01:09:57.249" v="1179" actId="1076"/>
          <ac:spMkLst>
            <pc:docMk/>
            <pc:sldMk cId="2680466155" sldId="328"/>
            <ac:spMk id="32" creationId="{D566D735-136F-FBA0-3FB4-9185844A47FF}"/>
          </ac:spMkLst>
        </pc:spChg>
        <pc:grpChg chg="add mod">
          <ac:chgData name="MYUNG JIN" userId="89f3fa32ababedc4" providerId="LiveId" clId="{5D95D342-64E0-4515-952D-79611686FCA5}" dt="2024-08-29T00:44:43.297" v="1112" actId="1076"/>
          <ac:grpSpMkLst>
            <pc:docMk/>
            <pc:sldMk cId="2680466155" sldId="328"/>
            <ac:grpSpMk id="13" creationId="{EFFD13D2-2F90-9932-05AC-7E19104B6715}"/>
          </ac:grpSpMkLst>
        </pc:grpChg>
        <pc:grpChg chg="mod">
          <ac:chgData name="MYUNG JIN" userId="89f3fa32ababedc4" providerId="LiveId" clId="{5D95D342-64E0-4515-952D-79611686FCA5}" dt="2024-08-29T00:44:11.730" v="1040"/>
          <ac:grpSpMkLst>
            <pc:docMk/>
            <pc:sldMk cId="2680466155" sldId="328"/>
            <ac:grpSpMk id="14" creationId="{7AEA220C-724B-B788-C970-83B9B9BDEFC3}"/>
          </ac:grpSpMkLst>
        </pc:grpChg>
        <pc:grpChg chg="add mod">
          <ac:chgData name="MYUNG JIN" userId="89f3fa32ababedc4" providerId="LiveId" clId="{5D95D342-64E0-4515-952D-79611686FCA5}" dt="2024-08-29T00:45:37.360" v="1121" actId="1076"/>
          <ac:grpSpMkLst>
            <pc:docMk/>
            <pc:sldMk cId="2680466155" sldId="328"/>
            <ac:grpSpMk id="31" creationId="{5AE7FB06-60CB-DDB8-438C-11F361A39077}"/>
          </ac:grpSpMkLst>
        </pc:grpChg>
        <pc:picChg chg="add mod">
          <ac:chgData name="MYUNG JIN" userId="89f3fa32ababedc4" providerId="LiveId" clId="{5D95D342-64E0-4515-952D-79611686FCA5}" dt="2024-08-29T00:43:32.279" v="1034" actId="1076"/>
          <ac:picMkLst>
            <pc:docMk/>
            <pc:sldMk cId="2680466155" sldId="328"/>
            <ac:picMk id="4" creationId="{725E8FB6-282F-DFBA-5FF7-6D13DEA0073B}"/>
          </ac:picMkLst>
        </pc:picChg>
        <pc:picChg chg="add mod">
          <ac:chgData name="MYUNG JIN" userId="89f3fa32ababedc4" providerId="LiveId" clId="{5D95D342-64E0-4515-952D-79611686FCA5}" dt="2024-08-29T00:43:34.462" v="1036" actId="571"/>
          <ac:picMkLst>
            <pc:docMk/>
            <pc:sldMk cId="2680466155" sldId="328"/>
            <ac:picMk id="9" creationId="{55CD1643-C8EE-8B3F-1E32-907B6377FFDF}"/>
          </ac:picMkLst>
        </pc:picChg>
        <pc:picChg chg="mod">
          <ac:chgData name="MYUNG JIN" userId="89f3fa32ababedc4" providerId="LiveId" clId="{5D95D342-64E0-4515-952D-79611686FCA5}" dt="2024-08-29T00:44:11.730" v="1040"/>
          <ac:picMkLst>
            <pc:docMk/>
            <pc:sldMk cId="2680466155" sldId="328"/>
            <ac:picMk id="15" creationId="{03EB26E9-C4D7-A67F-B247-EB833B740DBE}"/>
          </ac:picMkLst>
        </pc:pic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17" creationId="{C6422E7E-0D77-F922-851E-830FC6E17B6F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18" creationId="{7E4CC739-1A3C-5F40-69C2-3C6562F84F9A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19" creationId="{0416DF12-9941-8751-5242-1789639F02DF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0" creationId="{CBB880F5-1EE2-7570-6DB2-62518B375DDA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1" creationId="{E5D863AE-2DD6-9234-6DA4-65A42CEC3DB1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2" creationId="{AED85358-6845-216A-9730-B1DD752C0C03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3" creationId="{E464D636-0E3B-AAEB-A85D-A6E6CF7A94DE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4" creationId="{5314E0D4-DB12-1C57-12F9-E84C3A988598}"/>
          </ac:cxnSpMkLst>
        </pc:cxnChg>
        <pc:cxnChg chg="mod">
          <ac:chgData name="MYUNG JIN" userId="89f3fa32ababedc4" providerId="LiveId" clId="{5D95D342-64E0-4515-952D-79611686FCA5}" dt="2024-08-29T00:44:11.730" v="1040"/>
          <ac:cxnSpMkLst>
            <pc:docMk/>
            <pc:sldMk cId="2680466155" sldId="328"/>
            <ac:cxnSpMk id="25" creationId="{407D3961-79D5-8EE3-854E-C442455FD11F}"/>
          </ac:cxnSpMkLst>
        </pc:cxnChg>
        <pc:cxnChg chg="add mod">
          <ac:chgData name="MYUNG JIN" userId="89f3fa32ababedc4" providerId="LiveId" clId="{5D95D342-64E0-4515-952D-79611686FCA5}" dt="2024-08-29T00:45:34.157" v="1120" actId="164"/>
          <ac:cxnSpMkLst>
            <pc:docMk/>
            <pc:sldMk cId="2680466155" sldId="328"/>
            <ac:cxnSpMk id="27" creationId="{521DFB02-1AFF-8984-7144-53BD8494F40F}"/>
          </ac:cxnSpMkLst>
        </pc:cxnChg>
        <pc:cxnChg chg="add mod">
          <ac:chgData name="MYUNG JIN" userId="89f3fa32ababedc4" providerId="LiveId" clId="{5D95D342-64E0-4515-952D-79611686FCA5}" dt="2024-08-29T00:45:34.157" v="1120" actId="164"/>
          <ac:cxnSpMkLst>
            <pc:docMk/>
            <pc:sldMk cId="2680466155" sldId="328"/>
            <ac:cxnSpMk id="28" creationId="{1FCF4659-74E8-9EB8-8DA7-CDEE68A4970D}"/>
          </ac:cxnSpMkLst>
        </pc:cxnChg>
      </pc:sldChg>
      <pc:sldMasterChg chg="modSp mod">
        <pc:chgData name="MYUNG JIN" userId="89f3fa32ababedc4" providerId="LiveId" clId="{5D95D342-64E0-4515-952D-79611686FCA5}" dt="2024-08-29T17:04:01.057" v="2266" actId="20577"/>
        <pc:sldMasterMkLst>
          <pc:docMk/>
          <pc:sldMasterMk cId="865822706" sldId="2147483672"/>
        </pc:sldMasterMkLst>
        <pc:spChg chg="mod">
          <ac:chgData name="MYUNG JIN" userId="89f3fa32ababedc4" providerId="LiveId" clId="{5D95D342-64E0-4515-952D-79611686FCA5}" dt="2024-08-29T17:04:01.057" v="2266" actId="20577"/>
          <ac:spMkLst>
            <pc:docMk/>
            <pc:sldMasterMk cId="865822706" sldId="2147483672"/>
            <ac:spMk id="12" creationId="{73E09DDB-F9AA-B7CF-1BD1-467229BF433E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X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B273F4-C487-A542-545A-F42DF8DBE01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X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4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5556"/>
            <a:ext cx="78867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B273F4-C487-A542-545A-F42DF8DBE01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40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1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Elastic Tunneling </a:t>
            </a:r>
            <a:r>
              <a:rPr kumimoji="1" lang="ko-KR" altLang="en-US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정리</a:t>
            </a: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b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</a:b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EB5DC-279D-6A19-8B07-AC0289A1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Tunneling Coefficient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594A5-A14C-0D30-1E67-A36F32F9D908}"/>
              </a:ext>
            </a:extLst>
          </p:cNvPr>
          <p:cNvSpPr txBox="1"/>
          <p:nvPr/>
        </p:nvSpPr>
        <p:spPr>
          <a:xfrm>
            <a:off x="456818" y="1037869"/>
            <a:ext cx="801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 WKB Approximation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D1833-E364-717E-0E74-F0DD426B6651}"/>
                  </a:ext>
                </a:extLst>
              </p:cNvPr>
              <p:cNvSpPr txBox="1"/>
              <p:nvPr/>
            </p:nvSpPr>
            <p:spPr>
              <a:xfrm>
                <a:off x="1785173" y="1430656"/>
                <a:ext cx="6579493" cy="652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  <m:r>
                                  <a:rPr lang="en-US" altLang="ko-KR" sz="2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𝑊</m:t>
                                    </m:r>
                                    <m:d>
                                      <m:dPr>
                                        <m:ctrlPr>
                                          <a:rPr lang="en-US" altLang="ko-KR" sz="2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8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r>
                                      <a:rPr lang="en-US" altLang="ko-KR" sz="2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</m:d>
                              </m:e>
                            </m:rad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𝑑𝑥</m:t>
                            </m:r>
                            <m:r>
                              <a:rPr lang="en-US" altLang="ko-KR" sz="2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e>
                        </m:nary>
                      </m:e>
                    </m:d>
                  </m:oMath>
                </a14:m>
                <a:r>
                  <a:rPr lang="ko-KR" altLang="en-US" sz="2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0D1833-E364-717E-0E74-F0DD426B6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173" y="1430656"/>
                <a:ext cx="6579493" cy="6525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94ED2DDF-4B21-FAF6-6158-5EDAB09520F3}"/>
              </a:ext>
            </a:extLst>
          </p:cNvPr>
          <p:cNvGrpSpPr/>
          <p:nvPr/>
        </p:nvGrpSpPr>
        <p:grpSpPr>
          <a:xfrm>
            <a:off x="538442" y="2984270"/>
            <a:ext cx="3070413" cy="1681945"/>
            <a:chOff x="708211" y="2800408"/>
            <a:chExt cx="3070413" cy="16819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53E8073-5DDA-65AA-B765-F814A224AE1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E00E38D-1582-1DD8-CF60-79D50B35551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563471"/>
              <a:ext cx="2948829" cy="0"/>
            </a:xfrm>
            <a:prstGeom prst="line">
              <a:avLst/>
            </a:prstGeom>
            <a:ln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A04D33F-DE7F-6A96-5E97-C98AD604D6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E16288A-FADD-2AB9-E6B5-6609C8929D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2DC3AC8-D26C-A1CB-254F-44A8D5950D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B8E5D23-C89B-5628-0220-33F116E4AFEF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72572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8E9B584-0B40-7CBE-C524-30BD7F215BA1}"/>
              </a:ext>
            </a:extLst>
          </p:cNvPr>
          <p:cNvCxnSpPr/>
          <p:nvPr/>
        </p:nvCxnSpPr>
        <p:spPr>
          <a:xfrm flipV="1">
            <a:off x="1792941" y="2984270"/>
            <a:ext cx="0" cy="7630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6C1F785-C799-AAC0-781B-404A9F1B2ED5}"/>
              </a:ext>
            </a:extLst>
          </p:cNvPr>
          <p:cNvCxnSpPr>
            <a:cxnSpLocks/>
          </p:cNvCxnSpPr>
          <p:nvPr/>
        </p:nvCxnSpPr>
        <p:spPr>
          <a:xfrm flipV="1">
            <a:off x="2976282" y="3466654"/>
            <a:ext cx="0" cy="2806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1F1FA1-4E88-9D77-304D-039C8968DB60}"/>
                  </a:ext>
                </a:extLst>
              </p:cNvPr>
              <p:cNvSpPr txBox="1"/>
              <p:nvPr/>
            </p:nvSpPr>
            <p:spPr>
              <a:xfrm>
                <a:off x="233072" y="4205988"/>
                <a:ext cx="2696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U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niform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Field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Assumption</m:t>
                    </m:r>
                    <m:r>
                      <a:rPr lang="en-US" altLang="ko-KR" sz="1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:</m:t>
                    </m:r>
                    <m:acc>
                      <m:accPr>
                        <m:chr m:val="⃗"/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eq</m:t>
                            </m:r>
                          </m:sub>
                        </m:sSub>
                      </m:e>
                    </m:acc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1F1FA1-4E88-9D77-304D-039C8968D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4205988"/>
                <a:ext cx="26965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BE7588-56DB-39ED-0F4D-BCAE8773BE4D}"/>
                  </a:ext>
                </a:extLst>
              </p:cNvPr>
              <p:cNvSpPr txBox="1"/>
              <p:nvPr/>
            </p:nvSpPr>
            <p:spPr>
              <a:xfrm>
                <a:off x="2151103" y="2498655"/>
                <a:ext cx="589571" cy="433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eq</m:t>
                            </m:r>
                          </m:sub>
                        </m:sSub>
                      </m:e>
                    </m:ac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BE7588-56DB-39ED-0F4D-BCAE8773B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03" y="2498655"/>
                <a:ext cx="589571" cy="433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왼쪽 15">
            <a:extLst>
              <a:ext uri="{FF2B5EF4-FFF2-40B4-BE49-F238E27FC236}">
                <a16:creationId xmlns:a16="http://schemas.microsoft.com/office/drawing/2014/main" id="{8A1BA8F9-A899-5A13-C018-CFFFDBE9CA19}"/>
              </a:ext>
            </a:extLst>
          </p:cNvPr>
          <p:cNvSpPr/>
          <p:nvPr/>
        </p:nvSpPr>
        <p:spPr>
          <a:xfrm>
            <a:off x="2260359" y="2917343"/>
            <a:ext cx="371061" cy="183137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7C02A-FD4D-246B-E45C-97B72B5CD7F8}"/>
                  </a:ext>
                </a:extLst>
              </p:cNvPr>
              <p:cNvSpPr txBox="1"/>
              <p:nvPr/>
            </p:nvSpPr>
            <p:spPr>
              <a:xfrm>
                <a:off x="1317040" y="3221152"/>
                <a:ext cx="5895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qΦ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B7C02A-FD4D-246B-E45C-97B72B5CD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40" y="3221152"/>
                <a:ext cx="589571" cy="369332"/>
              </a:xfrm>
              <a:prstGeom prst="rect">
                <a:avLst/>
              </a:prstGeom>
              <a:blipFill>
                <a:blip r:embed="rId5"/>
                <a:stretch>
                  <a:fillRect l="-1030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773812-07CB-764E-A106-AA315943FF47}"/>
                  </a:ext>
                </a:extLst>
              </p:cNvPr>
              <p:cNvSpPr txBox="1"/>
              <p:nvPr/>
            </p:nvSpPr>
            <p:spPr>
              <a:xfrm>
                <a:off x="3019284" y="3380243"/>
                <a:ext cx="5895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qΦ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773812-07CB-764E-A106-AA315943F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84" y="3380243"/>
                <a:ext cx="589571" cy="369332"/>
              </a:xfrm>
              <a:prstGeom prst="rect">
                <a:avLst/>
              </a:prstGeom>
              <a:blipFill>
                <a:blip r:embed="rId6"/>
                <a:stretch>
                  <a:fillRect l="-7216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B705E-7FB1-1EA3-5A2C-41E5768EA405}"/>
                  </a:ext>
                </a:extLst>
              </p:cNvPr>
              <p:cNvSpPr txBox="1"/>
              <p:nvPr/>
            </p:nvSpPr>
            <p:spPr>
              <a:xfrm>
                <a:off x="3783800" y="3038712"/>
                <a:ext cx="4438010" cy="4989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𝐿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B705E-7FB1-1EA3-5A2C-41E5768EA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800" y="3038712"/>
                <a:ext cx="4438010" cy="49891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8533E0-F3A7-F22B-0EA6-7D84BB0D5636}"/>
                  </a:ext>
                </a:extLst>
              </p:cNvPr>
              <p:cNvSpPr txBox="1"/>
              <p:nvPr/>
            </p:nvSpPr>
            <p:spPr>
              <a:xfrm>
                <a:off x="4126996" y="3557584"/>
                <a:ext cx="512133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nary>
                          <m:nary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𝐻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𝐿</m:t>
                                </m:r>
                              </m:sub>
                            </m:sSub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)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num>
                              <m:den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d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</m:den>
                            </m:f>
                          </m:e>
                        </m:nary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8533E0-F3A7-F22B-0EA6-7D84BB0D5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3557584"/>
                <a:ext cx="5121338" cy="691536"/>
              </a:xfrm>
              <a:prstGeom prst="rect">
                <a:avLst/>
              </a:prstGeom>
              <a:blipFill>
                <a:blip r:embed="rId8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07F03-AD28-996B-2684-E88F08503E97}"/>
                  </a:ext>
                </a:extLst>
              </p:cNvPr>
              <p:cNvSpPr txBox="1"/>
              <p:nvPr/>
            </p:nvSpPr>
            <p:spPr>
              <a:xfrm>
                <a:off x="4126996" y="4276937"/>
                <a:ext cx="4423326" cy="7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𝐻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bSup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𝐿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bSup>
                            </m:e>
                          </m:d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qF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eq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07F03-AD28-996B-2684-E88F08503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4276937"/>
                <a:ext cx="4423326" cy="736868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6041CF-08EE-12F2-3944-FA39791F85B9}"/>
                  </a:ext>
                </a:extLst>
              </p:cNvPr>
              <p:cNvSpPr txBox="1"/>
              <p:nvPr/>
            </p:nvSpPr>
            <p:spPr>
              <a:xfrm>
                <a:off x="4126996" y="5083263"/>
                <a:ext cx="3536866" cy="7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3ℏ</m:t>
                              </m:r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𝐻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bSup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𝐿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eq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6041CF-08EE-12F2-3944-FA39791F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6" y="5083263"/>
                <a:ext cx="3536866" cy="736868"/>
              </a:xfrm>
              <a:prstGeom prst="rect">
                <a:avLst/>
              </a:prstGeom>
              <a:blipFill>
                <a:blip r:embed="rId10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87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4E970-2512-ED6F-3E8D-A49E98F9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Elastic Tunneling of Electron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65A6C-AB4B-59A8-ECE4-76F92D796B15}"/>
              </a:ext>
            </a:extLst>
          </p:cNvPr>
          <p:cNvSpPr txBox="1"/>
          <p:nvPr/>
        </p:nvSpPr>
        <p:spPr>
          <a:xfrm>
            <a:off x="66663" y="3390388"/>
            <a:ext cx="390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 state in high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083352-6B35-0D63-21B1-8C3998D22C73}"/>
              </a:ext>
            </a:extLst>
          </p:cNvPr>
          <p:cNvGrpSpPr/>
          <p:nvPr/>
        </p:nvGrpSpPr>
        <p:grpSpPr>
          <a:xfrm>
            <a:off x="4748847" y="3900059"/>
            <a:ext cx="3752144" cy="2134662"/>
            <a:chOff x="708211" y="2800408"/>
            <a:chExt cx="3752144" cy="2134662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412AD4D-7C36-8720-557C-E543F1F61DCB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996D19F-F403-44B9-BDC7-945CA0B86D51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957918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ECFB42D-504E-BEC9-A670-552F3CDDA725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092388"/>
              <a:ext cx="14074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A3C2C47-A658-DD7D-5034-F540C93D3A80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E42574E-9B8E-4C7D-818F-9DC3E95B2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D43B240-0980-F457-3162-8386C6BF4D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26E5231-1618-76C4-1963-D8EE00BCE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3F59255-07EC-F900-2246-F9C158945132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2F4FCC5-2215-59B5-437B-A099DCFC2B43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235AFF7-573D-3DE6-E5FE-1B1FF13808C1}"/>
              </a:ext>
            </a:extLst>
          </p:cNvPr>
          <p:cNvSpPr txBox="1"/>
          <p:nvPr/>
        </p:nvSpPr>
        <p:spPr>
          <a:xfrm>
            <a:off x="4670614" y="3429000"/>
            <a:ext cx="390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 state in Retention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62B7118-1FB3-3A1F-C581-984ED233079A}"/>
              </a:ext>
            </a:extLst>
          </p:cNvPr>
          <p:cNvCxnSpPr>
            <a:cxnSpLocks/>
          </p:cNvCxnSpPr>
          <p:nvPr/>
        </p:nvCxnSpPr>
        <p:spPr>
          <a:xfrm>
            <a:off x="6044386" y="4768459"/>
            <a:ext cx="1225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CAE1C872-D356-57D6-C0E2-DF2250100036}"/>
              </a:ext>
            </a:extLst>
          </p:cNvPr>
          <p:cNvSpPr/>
          <p:nvPr/>
        </p:nvSpPr>
        <p:spPr>
          <a:xfrm>
            <a:off x="5504329" y="4329953"/>
            <a:ext cx="645459" cy="528918"/>
          </a:xfrm>
          <a:custGeom>
            <a:avLst/>
            <a:gdLst>
              <a:gd name="connsiteX0" fmla="*/ 0 w 645459"/>
              <a:gd name="connsiteY0" fmla="*/ 528918 h 528918"/>
              <a:gd name="connsiteX1" fmla="*/ 493059 w 645459"/>
              <a:gd name="connsiteY1" fmla="*/ 367553 h 528918"/>
              <a:gd name="connsiteX2" fmla="*/ 645459 w 645459"/>
              <a:gd name="connsiteY2" fmla="*/ 0 h 52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5459" h="528918">
                <a:moveTo>
                  <a:pt x="0" y="528918"/>
                </a:moveTo>
                <a:cubicBezTo>
                  <a:pt x="192741" y="492312"/>
                  <a:pt x="385483" y="455706"/>
                  <a:pt x="493059" y="367553"/>
                </a:cubicBezTo>
                <a:cubicBezTo>
                  <a:pt x="600635" y="279400"/>
                  <a:pt x="623047" y="139700"/>
                  <a:pt x="645459" y="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19436-1432-0472-9134-9756830C2E8D}"/>
              </a:ext>
            </a:extLst>
          </p:cNvPr>
          <p:cNvSpPr txBox="1"/>
          <p:nvPr/>
        </p:nvSpPr>
        <p:spPr>
          <a:xfrm>
            <a:off x="4157179" y="4455288"/>
            <a:ext cx="19543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gas in Conduction band</a:t>
            </a:r>
          </a:p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Boltzmann Distribution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2BEA0AE-18A4-18AC-E3FA-AC583FD862C7}"/>
              </a:ext>
            </a:extLst>
          </p:cNvPr>
          <p:cNvGrpSpPr/>
          <p:nvPr/>
        </p:nvGrpSpPr>
        <p:grpSpPr>
          <a:xfrm>
            <a:off x="287430" y="3900059"/>
            <a:ext cx="3752144" cy="2134662"/>
            <a:chOff x="708211" y="2800408"/>
            <a:chExt cx="3752144" cy="2134662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D95BAEF-408F-B5D2-9C16-F52FF4391D6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A3A6B27-EEC7-EE59-B8E2-3AF008E21C80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563471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150877-93FF-AA50-2339-28BCCD6C0DA7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F7FBA2B-E693-B939-8A4C-CF06CDDB0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16C5BC4-8C6F-A7D9-D83C-C1CE930275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F17D914A-8F98-FCF3-EE9C-173423186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78A8FFD-0C3A-3796-2879-D1F3D7C534DE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C35D074-D4B9-FBED-92EB-59EA144073FF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7D08B2D-C8B5-79A0-377A-3BEF90D3ED0E}"/>
              </a:ext>
            </a:extLst>
          </p:cNvPr>
          <p:cNvCxnSpPr>
            <a:cxnSpLocks/>
          </p:cNvCxnSpPr>
          <p:nvPr/>
        </p:nvCxnSpPr>
        <p:spPr>
          <a:xfrm>
            <a:off x="1582969" y="4768459"/>
            <a:ext cx="1225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0044A420-1837-4CB1-323B-D5C95745729E}"/>
              </a:ext>
            </a:extLst>
          </p:cNvPr>
          <p:cNvSpPr/>
          <p:nvPr/>
        </p:nvSpPr>
        <p:spPr>
          <a:xfrm>
            <a:off x="419100" y="4455288"/>
            <a:ext cx="1273175" cy="408812"/>
          </a:xfrm>
          <a:custGeom>
            <a:avLst/>
            <a:gdLst>
              <a:gd name="connsiteX0" fmla="*/ 0 w 1273175"/>
              <a:gd name="connsiteY0" fmla="*/ 457200 h 457200"/>
              <a:gd name="connsiteX1" fmla="*/ 101600 w 1273175"/>
              <a:gd name="connsiteY1" fmla="*/ 301625 h 457200"/>
              <a:gd name="connsiteX2" fmla="*/ 504825 w 1273175"/>
              <a:gd name="connsiteY2" fmla="*/ 250825 h 457200"/>
              <a:gd name="connsiteX3" fmla="*/ 1104900 w 1273175"/>
              <a:gd name="connsiteY3" fmla="*/ 174625 h 457200"/>
              <a:gd name="connsiteX4" fmla="*/ 1273175 w 1273175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3175" h="457200">
                <a:moveTo>
                  <a:pt x="0" y="457200"/>
                </a:moveTo>
                <a:cubicBezTo>
                  <a:pt x="8731" y="396610"/>
                  <a:pt x="17463" y="336021"/>
                  <a:pt x="101600" y="301625"/>
                </a:cubicBezTo>
                <a:cubicBezTo>
                  <a:pt x="185737" y="267229"/>
                  <a:pt x="504825" y="250825"/>
                  <a:pt x="504825" y="250825"/>
                </a:cubicBezTo>
                <a:cubicBezTo>
                  <a:pt x="672042" y="229658"/>
                  <a:pt x="976842" y="216429"/>
                  <a:pt x="1104900" y="174625"/>
                </a:cubicBezTo>
                <a:cubicBezTo>
                  <a:pt x="1232958" y="132821"/>
                  <a:pt x="1253066" y="66410"/>
                  <a:pt x="1273175" y="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B0E095-CE95-3AB2-E9C5-21A5177D3348}"/>
              </a:ext>
            </a:extLst>
          </p:cNvPr>
          <p:cNvSpPr/>
          <p:nvPr/>
        </p:nvSpPr>
        <p:spPr>
          <a:xfrm>
            <a:off x="419098" y="4662397"/>
            <a:ext cx="1269271" cy="196474"/>
          </a:xfrm>
          <a:prstGeom prst="rect">
            <a:avLst/>
          </a:prstGeom>
          <a:solidFill>
            <a:srgbClr val="FF00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920E78-1329-917D-C8D0-F2A36ABAF9CD}"/>
              </a:ext>
            </a:extLst>
          </p:cNvPr>
          <p:cNvSpPr txBox="1"/>
          <p:nvPr/>
        </p:nvSpPr>
        <p:spPr>
          <a:xfrm>
            <a:off x="32964" y="4137750"/>
            <a:ext cx="1589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Excessive electron current</a:t>
            </a:r>
          </a:p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Step function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D853B9-D343-5FF2-DEC4-5932F8E435EB}"/>
              </a:ext>
            </a:extLst>
          </p:cNvPr>
          <p:cNvSpPr txBox="1"/>
          <p:nvPr/>
        </p:nvSpPr>
        <p:spPr>
          <a:xfrm>
            <a:off x="4848634" y="5179775"/>
            <a:ext cx="12078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electrons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4FA93A-C8E2-C7A8-C622-EAEBCE2E510D}"/>
                  </a:ext>
                </a:extLst>
              </p:cNvPr>
              <p:cNvSpPr txBox="1"/>
              <p:nvPr/>
            </p:nvSpPr>
            <p:spPr>
              <a:xfrm>
                <a:off x="105375" y="4569869"/>
                <a:ext cx="2478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Fn</m:t>
                          </m:r>
                        </m:sub>
                      </m:sSub>
                    </m:oMath>
                  </m:oMathPara>
                </a14:m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4FA93A-C8E2-C7A8-C622-EAEBCE2E5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5" y="4569869"/>
                <a:ext cx="247888" cy="169277"/>
              </a:xfrm>
              <a:prstGeom prst="rect">
                <a:avLst/>
              </a:prstGeom>
              <a:blipFill>
                <a:blip r:embed="rId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365855-9253-4322-1D0F-3BCA491A69D7}"/>
                  </a:ext>
                </a:extLst>
              </p:cNvPr>
              <p:cNvSpPr txBox="1"/>
              <p:nvPr/>
            </p:nvSpPr>
            <p:spPr>
              <a:xfrm>
                <a:off x="4496061" y="4961197"/>
                <a:ext cx="24788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Fn</m:t>
                          </m:r>
                        </m:sub>
                      </m:sSub>
                    </m:oMath>
                  </m:oMathPara>
                </a14:m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365855-9253-4322-1D0F-3BCA491A6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061" y="4961197"/>
                <a:ext cx="247888" cy="169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2861934-C91B-1C26-CCBE-14C385111B06}"/>
              </a:ext>
            </a:extLst>
          </p:cNvPr>
          <p:cNvSpPr txBox="1"/>
          <p:nvPr/>
        </p:nvSpPr>
        <p:spPr>
          <a:xfrm>
            <a:off x="762000" y="1057835"/>
            <a:ext cx="78172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Assumption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 level of electron conserves in tunneling procedure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Fermi level depends on the operation of the device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At FN tunneling state, Fermi level is above the conduction band level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At retention state, Fermi level is about trap level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366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7F779-F7C3-982F-AE4F-57D42191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Tunneling Current Modeling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D6EF43-620F-2934-715A-C39029F30661}"/>
                  </a:ext>
                </a:extLst>
              </p:cNvPr>
              <p:cNvSpPr txBox="1"/>
              <p:nvPr/>
            </p:nvSpPr>
            <p:spPr>
              <a:xfrm>
                <a:off x="463648" y="1212401"/>
                <a:ext cx="49434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Conventional Current Density: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𝑣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D6EF43-620F-2934-715A-C39029F3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48" y="1212401"/>
                <a:ext cx="494347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EF1AAD-AFE0-8BDD-CE7B-F6FEC8DB2B30}"/>
                  </a:ext>
                </a:extLst>
              </p:cNvPr>
              <p:cNvSpPr txBox="1"/>
              <p:nvPr/>
            </p:nvSpPr>
            <p:spPr>
              <a:xfrm>
                <a:off x="4933796" y="2430206"/>
                <a:ext cx="2553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∴  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𝑣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r>
                      <a:rPr lang="en-US" altLang="ko-KR" sz="2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4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EF1AAD-AFE0-8BDD-CE7B-F6FEC8DB2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796" y="2430206"/>
                <a:ext cx="255306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FFF9-6249-EA2E-92A2-F9583AFCB180}"/>
                  </a:ext>
                </a:extLst>
              </p:cNvPr>
              <p:cNvSpPr txBox="1"/>
              <p:nvPr/>
            </p:nvSpPr>
            <p:spPr>
              <a:xfrm>
                <a:off x="473850" y="4393015"/>
                <a:ext cx="8568028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FFF9-6249-EA2E-92A2-F9583AFCB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50" y="4393015"/>
                <a:ext cx="8568028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DDCDA-FE37-26B2-E502-189B3E8E64E5}"/>
                  </a:ext>
                </a:extLst>
              </p:cNvPr>
              <p:cNvSpPr txBox="1"/>
              <p:nvPr/>
            </p:nvSpPr>
            <p:spPr>
              <a:xfrm>
                <a:off x="2271226" y="3936793"/>
                <a:ext cx="17493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4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4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x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4DDCDA-FE37-26B2-E502-189B3E8E6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226" y="3936793"/>
                <a:ext cx="174938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8C83BE-6CB5-0E13-D915-64F741C26A1D}"/>
                  </a:ext>
                </a:extLst>
              </p:cNvPr>
              <p:cNvSpPr txBox="1"/>
              <p:nvPr/>
            </p:nvSpPr>
            <p:spPr>
              <a:xfrm>
                <a:off x="608923" y="5499492"/>
                <a:ext cx="7926154" cy="804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y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z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𝜙</m:t>
                    </m:r>
                  </m:oMath>
                </a14:m>
                <a:r>
                  <a:rPr lang="en-US" altLang="ko-KR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∫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8C83BE-6CB5-0E13-D915-64F741C26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23" y="5499492"/>
                <a:ext cx="7926154" cy="804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061035-B311-D978-6681-2B1E3CD9F8FB}"/>
              </a:ext>
            </a:extLst>
          </p:cNvPr>
          <p:cNvSpPr txBox="1"/>
          <p:nvPr/>
        </p:nvSpPr>
        <p:spPr>
          <a:xfrm>
            <a:off x="1854387" y="1879068"/>
            <a:ext cx="225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Occupied electron state : 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(ε)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6FBE0-8B4A-44A0-7F05-FA0E39E0F231}"/>
              </a:ext>
            </a:extLst>
          </p:cNvPr>
          <p:cNvSpPr txBox="1"/>
          <p:nvPr/>
        </p:nvSpPr>
        <p:spPr>
          <a:xfrm>
            <a:off x="4353482" y="1884922"/>
            <a:ext cx="2669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Available electron state : 1 - 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(ε)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3FE6EF-3BF9-5ABE-C38C-5C605DD3930B}"/>
              </a:ext>
            </a:extLst>
          </p:cNvPr>
          <p:cNvGrpSpPr/>
          <p:nvPr/>
        </p:nvGrpSpPr>
        <p:grpSpPr>
          <a:xfrm>
            <a:off x="1302409" y="1908347"/>
            <a:ext cx="2972477" cy="1554121"/>
            <a:chOff x="1302409" y="1908347"/>
            <a:chExt cx="2972477" cy="15541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FA4F9AD-DF23-A3FD-FE30-E5C0499CBC11}"/>
                </a:ext>
              </a:extLst>
            </p:cNvPr>
            <p:cNvGrpSpPr/>
            <p:nvPr/>
          </p:nvGrpSpPr>
          <p:grpSpPr>
            <a:xfrm>
              <a:off x="1302409" y="1908347"/>
              <a:ext cx="2972477" cy="1554121"/>
              <a:chOff x="1751923" y="1755672"/>
              <a:chExt cx="2972477" cy="1554121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483D54D-4979-EC48-1687-F4E9A7C2410C}"/>
                  </a:ext>
                </a:extLst>
              </p:cNvPr>
              <p:cNvGrpSpPr/>
              <p:nvPr/>
            </p:nvGrpSpPr>
            <p:grpSpPr>
              <a:xfrm>
                <a:off x="2762250" y="1755672"/>
                <a:ext cx="1962150" cy="1554121"/>
                <a:chOff x="809625" y="1056502"/>
                <a:chExt cx="1962150" cy="1554121"/>
              </a:xfrm>
            </p:grpSpPr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8E4FD300-8A12-B7F2-E5D8-14E36F320B44}"/>
                    </a:ext>
                  </a:extLst>
                </p:cNvPr>
                <p:cNvCxnSpPr/>
                <p:nvPr/>
              </p:nvCxnSpPr>
              <p:spPr>
                <a:xfrm>
                  <a:off x="809625" y="1438275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D0594C6D-2F9C-81B6-1E60-9435FFF2E9F9}"/>
                    </a:ext>
                  </a:extLst>
                </p:cNvPr>
                <p:cNvCxnSpPr/>
                <p:nvPr/>
              </p:nvCxnSpPr>
              <p:spPr>
                <a:xfrm>
                  <a:off x="809625" y="2209800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CE196CC9-E874-F33B-FD56-CA523A51E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125" y="1438275"/>
                  <a:ext cx="0" cy="77152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9" name="그림 18">
                  <a:extLst>
                    <a:ext uri="{FF2B5EF4-FFF2-40B4-BE49-F238E27FC236}">
                      <a16:creationId xmlns:a16="http://schemas.microsoft.com/office/drawing/2014/main" id="{5096A030-48A3-2401-16C3-073D4DAA20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58149" y="1723804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0" name="그림 19">
                  <a:extLst>
                    <a:ext uri="{FF2B5EF4-FFF2-40B4-BE49-F238E27FC236}">
                      <a16:creationId xmlns:a16="http://schemas.microsoft.com/office/drawing/2014/main" id="{DE9DA628-3B41-4DB7-019D-BFCAFA3A2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0878" y="1934788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1" name="그림 20">
                  <a:extLst>
                    <a:ext uri="{FF2B5EF4-FFF2-40B4-BE49-F238E27FC236}">
                      <a16:creationId xmlns:a16="http://schemas.microsoft.com/office/drawing/2014/main" id="{D2A97B46-D46E-F3E2-B3F0-B884314BAB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77667" y="1539501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3EE6D4AE-78FB-D578-0A52-A89389360E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71360" y="1458649"/>
                  <a:ext cx="219518" cy="219518"/>
                </a:xfrm>
                <a:prstGeom prst="rect">
                  <a:avLst/>
                </a:prstGeom>
              </p:spPr>
            </p:pic>
            <p:pic>
              <p:nvPicPr>
                <p:cNvPr id="23" name="그림 22">
                  <a:extLst>
                    <a:ext uri="{FF2B5EF4-FFF2-40B4-BE49-F238E27FC236}">
                      <a16:creationId xmlns:a16="http://schemas.microsoft.com/office/drawing/2014/main" id="{22A99BC0-991D-8F3F-5DD5-927D24C7E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1601" y="1934788"/>
                  <a:ext cx="219518" cy="219518"/>
                </a:xfrm>
                <a:prstGeom prst="rect">
                  <a:avLst/>
                </a:prstGeom>
              </p:spPr>
            </p:pic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02E25835-CBD4-C716-4BCC-4839901E3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71775" y="1056502"/>
                  <a:ext cx="0" cy="155412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화살표 연결선 24">
                  <a:extLst>
                    <a:ext uri="{FF2B5EF4-FFF2-40B4-BE49-F238E27FC236}">
                      <a16:creationId xmlns:a16="http://schemas.microsoft.com/office/drawing/2014/main" id="{FAD38257-74A7-8228-1AE2-C0078AA8AF1D}"/>
                    </a:ext>
                  </a:extLst>
                </p:cNvPr>
                <p:cNvCxnSpPr/>
                <p:nvPr/>
              </p:nvCxnSpPr>
              <p:spPr>
                <a:xfrm>
                  <a:off x="2143125" y="1833562"/>
                  <a:ext cx="62865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918B000-76C2-1BA5-611B-39BD5ABB9551}"/>
                    </a:ext>
                  </a:extLst>
                </p:cNvPr>
                <p:cNvSpPr txBox="1"/>
                <p:nvPr/>
              </p:nvSpPr>
              <p:spPr>
                <a:xfrm>
                  <a:off x="2228850" y="1539501"/>
                  <a:ext cx="49698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TC</a:t>
                  </a:r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1BD12305-FF93-0031-C53B-F4182671FAEC}"/>
                    </a:ext>
                  </a:extLst>
                </p:cNvPr>
                <p:cNvCxnSpPr/>
                <p:nvPr/>
              </p:nvCxnSpPr>
              <p:spPr>
                <a:xfrm>
                  <a:off x="932842" y="1292843"/>
                  <a:ext cx="13335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E2B49F8-AD7A-9374-A242-81131F927AD3}"/>
                      </a:ext>
                    </a:extLst>
                  </p:cNvPr>
                  <p:cNvSpPr txBox="1"/>
                  <p:nvPr/>
                </p:nvSpPr>
                <p:spPr>
                  <a:xfrm>
                    <a:off x="1751923" y="2338542"/>
                    <a:ext cx="157551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J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q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𝑣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   ⇒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735273D-C696-F248-018A-D8AF7BB219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1923" y="2338542"/>
                    <a:ext cx="1575514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C866FF82-DA35-FF08-CEA3-ABFC17E63C25}"/>
                </a:ext>
              </a:extLst>
            </p:cNvPr>
            <p:cNvSpPr/>
            <p:nvPr/>
          </p:nvSpPr>
          <p:spPr>
            <a:xfrm rot="5400000" flipV="1">
              <a:off x="3250512" y="2542707"/>
              <a:ext cx="916959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B60B1C8-3E4F-E754-FCAD-6D37E382BEF6}"/>
              </a:ext>
            </a:extLst>
          </p:cNvPr>
          <p:cNvSpPr txBox="1"/>
          <p:nvPr/>
        </p:nvSpPr>
        <p:spPr>
          <a:xfrm>
            <a:off x="3600296" y="3035815"/>
            <a:ext cx="5673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Area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52E500-AD5D-A792-79A9-93903AE51505}"/>
                  </a:ext>
                </a:extLst>
              </p:cNvPr>
              <p:cNvSpPr txBox="1"/>
              <p:nvPr/>
            </p:nvSpPr>
            <p:spPr>
              <a:xfrm>
                <a:off x="533399" y="4932922"/>
                <a:ext cx="8508479" cy="484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By quantum relation,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, </m:t>
                    </m:r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∬</m:t>
                    </m:r>
                    <m:r>
                      <m:rPr>
                        <m:sty m:val="p"/>
                      </m:rP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y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z</m:t>
                        </m:r>
                      </m:sub>
                    </m:sSub>
                  </m:oMath>
                </a14:m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52E500-AD5D-A792-79A9-93903AE51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4932922"/>
                <a:ext cx="8508479" cy="4848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96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17E8F-979A-9994-68BC-5E559F2E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63603-53D7-F498-EB7D-171D94469A20}"/>
                  </a:ext>
                </a:extLst>
              </p:cNvPr>
              <p:cNvSpPr txBox="1"/>
              <p:nvPr/>
            </p:nvSpPr>
            <p:spPr>
              <a:xfrm>
                <a:off x="456818" y="3015046"/>
                <a:ext cx="6899453" cy="433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Duke’s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63603-53D7-F498-EB7D-171D94469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015046"/>
                <a:ext cx="6899453" cy="433965"/>
              </a:xfrm>
              <a:prstGeom prst="rect">
                <a:avLst/>
              </a:prstGeom>
              <a:blipFill>
                <a:blip r:embed="rId2"/>
                <a:stretch>
                  <a:fillRect l="-88"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28915F-8E94-76DD-F68C-7077374100FD}"/>
                  </a:ext>
                </a:extLst>
              </p:cNvPr>
              <p:cNvSpPr txBox="1"/>
              <p:nvPr/>
            </p:nvSpPr>
            <p:spPr>
              <a:xfrm>
                <a:off x="456818" y="3651374"/>
                <a:ext cx="61688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(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𝜀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):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Tunneling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Coefficient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, 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N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</m:d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Supply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Function</m:t>
                      </m:r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28915F-8E94-76DD-F68C-707737410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651374"/>
                <a:ext cx="6168868" cy="30777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47399-105E-80F3-90A2-06C49EBF98C7}"/>
                  </a:ext>
                </a:extLst>
              </p:cNvPr>
              <p:cNvSpPr txBox="1"/>
              <p:nvPr/>
            </p:nvSpPr>
            <p:spPr>
              <a:xfrm>
                <a:off x="6755" y="4361382"/>
                <a:ext cx="9137245" cy="469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</m:d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𝜌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𝜌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𝜌</m:t>
                            </m:r>
                          </m:sub>
                        </m:sSub>
                      </m:e>
                    </m:nary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kT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47399-105E-80F3-90A2-06C49EBF9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" y="4361382"/>
                <a:ext cx="9137245" cy="469039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26DC15-FDFA-B896-D2B1-085C26CCE602}"/>
                  </a:ext>
                </a:extLst>
              </p:cNvPr>
              <p:cNvSpPr txBox="1"/>
              <p:nvPr/>
            </p:nvSpPr>
            <p:spPr>
              <a:xfrm>
                <a:off x="456818" y="842613"/>
                <a:ext cx="7534406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26DC15-FDFA-B896-D2B1-085C26CC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842613"/>
                <a:ext cx="7534406" cy="439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8EE8B-3752-21FE-1617-2762DD38A252}"/>
                  </a:ext>
                </a:extLst>
              </p:cNvPr>
              <p:cNvSpPr txBox="1"/>
              <p:nvPr/>
            </p:nvSpPr>
            <p:spPr>
              <a:xfrm>
                <a:off x="538619" y="1426469"/>
                <a:ext cx="4536301" cy="710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z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88EE8B-3752-21FE-1617-2762DD38A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19" y="1426469"/>
                <a:ext cx="4536301" cy="7100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B213F936-CB9C-10BD-9871-55BFA460F5DB}"/>
              </a:ext>
            </a:extLst>
          </p:cNvPr>
          <p:cNvSpPr/>
          <p:nvPr/>
        </p:nvSpPr>
        <p:spPr>
          <a:xfrm>
            <a:off x="2286000" y="2388554"/>
            <a:ext cx="340659" cy="41501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4CF03C-ED95-F6CD-7613-ED05CC845CBF}"/>
                  </a:ext>
                </a:extLst>
              </p:cNvPr>
              <p:cNvSpPr txBox="1"/>
              <p:nvPr/>
            </p:nvSpPr>
            <p:spPr>
              <a:xfrm>
                <a:off x="859477" y="5438900"/>
                <a:ext cx="7423158" cy="805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q</m:t>
                          </m:r>
                        </m:den>
                      </m:f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Area</m:t>
                          </m:r>
                        </m:e>
                      </m:d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nary>
                        <m:nary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c</m:t>
                              </m:r>
                            </m:sub>
                          </m:sSub>
                        </m:sub>
                        <m:sup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TC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kT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(− 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Fn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kT</m:t>
                              </m:r>
                            </m:den>
                          </m:f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)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4CF03C-ED95-F6CD-7613-ED05CC84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77" y="5438900"/>
                <a:ext cx="7423158" cy="8058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>
            <a:extLst>
              <a:ext uri="{FF2B5EF4-FFF2-40B4-BE49-F238E27FC236}">
                <a16:creationId xmlns:a16="http://schemas.microsoft.com/office/drawing/2014/main" id="{AF32F645-C819-C441-F71F-1FD25E9A7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729" y="1568656"/>
            <a:ext cx="2425081" cy="1556711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EEAE5876-6BCC-4CBA-3A53-CAA4B3A570C7}"/>
              </a:ext>
            </a:extLst>
          </p:cNvPr>
          <p:cNvSpPr/>
          <p:nvPr/>
        </p:nvSpPr>
        <p:spPr>
          <a:xfrm>
            <a:off x="6353175" y="1943597"/>
            <a:ext cx="1288173" cy="4864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CD88AAE-930C-D1E9-BA73-85BC8E0EBB42}"/>
              </a:ext>
            </a:extLst>
          </p:cNvPr>
          <p:cNvCxnSpPr>
            <a:stCxn id="22" idx="4"/>
          </p:cNvCxnSpPr>
          <p:nvPr/>
        </p:nvCxnSpPr>
        <p:spPr>
          <a:xfrm flipH="1">
            <a:off x="5934075" y="2430096"/>
            <a:ext cx="1063187" cy="18561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230CE15-8B25-CAA0-B848-EFCB7843DFAA}"/>
              </a:ext>
            </a:extLst>
          </p:cNvPr>
          <p:cNvCxnSpPr/>
          <p:nvPr/>
        </p:nvCxnSpPr>
        <p:spPr>
          <a:xfrm flipV="1">
            <a:off x="2601858" y="4412898"/>
            <a:ext cx="352425" cy="4761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1A11E3D-2CD4-E683-0708-99DFDEDAD098}"/>
                  </a:ext>
                </a:extLst>
              </p:cNvPr>
              <p:cNvSpPr txBox="1"/>
              <p:nvPr/>
            </p:nvSpPr>
            <p:spPr>
              <a:xfrm>
                <a:off x="2962275" y="2090920"/>
                <a:ext cx="3181350" cy="485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⇒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∫</m:t>
                    </m:r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b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1A11E3D-2CD4-E683-0708-99DFDEDA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275" y="2090920"/>
                <a:ext cx="3181350" cy="4853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90C8EF-137B-7484-50BE-17FD1BA6DB96}"/>
                  </a:ext>
                </a:extLst>
              </p:cNvPr>
              <p:cNvSpPr txBox="1"/>
              <p:nvPr/>
            </p:nvSpPr>
            <p:spPr>
              <a:xfrm>
                <a:off x="7213381" y="3887748"/>
                <a:ext cx="1806697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Fn</m:t>
                            </m:r>
                          </m:sub>
                        </m:sSub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C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90C8EF-137B-7484-50BE-17FD1BA6D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381" y="3887748"/>
                <a:ext cx="1806697" cy="4726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3184304-050E-2AC6-70D3-D78AA5C45F41}"/>
              </a:ext>
            </a:extLst>
          </p:cNvPr>
          <p:cNvSpPr txBox="1"/>
          <p:nvPr/>
        </p:nvSpPr>
        <p:spPr>
          <a:xfrm>
            <a:off x="7473357" y="3711847"/>
            <a:ext cx="1286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Quasi-Fermi level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B8E97-30FF-E48F-BD1F-DF9593ED2B24}"/>
              </a:ext>
            </a:extLst>
          </p:cNvPr>
          <p:cNvSpPr txBox="1"/>
          <p:nvPr/>
        </p:nvSpPr>
        <p:spPr>
          <a:xfrm>
            <a:off x="5410536" y="1706510"/>
            <a:ext cx="872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DoS of periodic space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7CF8B27-7027-6BED-B8BB-8E5F7FB1163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801035" y="1983509"/>
            <a:ext cx="16095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61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E9882-8A2E-9D67-7206-436CC3EE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Direct Tunneling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D9D116-9DC8-294F-7B35-FB0F9214E82E}"/>
                  </a:ext>
                </a:extLst>
              </p:cNvPr>
              <p:cNvSpPr txBox="1"/>
              <p:nvPr/>
            </p:nvSpPr>
            <p:spPr>
              <a:xfrm>
                <a:off x="859477" y="926454"/>
                <a:ext cx="7423158" cy="573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(− 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)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D9D116-9DC8-294F-7B35-FB0F9214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77" y="926454"/>
                <a:ext cx="7423158" cy="573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AE9ABC-03D5-DEDD-A407-A5ED7E2DD92D}"/>
                  </a:ext>
                </a:extLst>
              </p:cNvPr>
              <p:cNvSpPr txBox="1"/>
              <p:nvPr/>
            </p:nvSpPr>
            <p:spPr>
              <a:xfrm>
                <a:off x="1235994" y="1499560"/>
                <a:ext cx="7800429" cy="58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 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≪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AE9ABC-03D5-DEDD-A407-A5ED7E2DD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1499560"/>
                <a:ext cx="7800429" cy="586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E48661-8706-576C-CAAB-95E9908BA863}"/>
                  </a:ext>
                </a:extLst>
              </p:cNvPr>
              <p:cNvSpPr txBox="1"/>
              <p:nvPr/>
            </p:nvSpPr>
            <p:spPr>
              <a:xfrm>
                <a:off x="1235994" y="2072666"/>
                <a:ext cx="7800429" cy="596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nary>
                      <m:nary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func>
                          <m:func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𝐻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𝐿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맑은 고딕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E48661-8706-576C-CAAB-95E9908BA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2072666"/>
                <a:ext cx="7800429" cy="5967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F36D5-A4F4-467A-35C0-EC9C4708A0B2}"/>
                  </a:ext>
                </a:extLst>
              </p:cNvPr>
              <p:cNvSpPr txBox="1"/>
              <p:nvPr/>
            </p:nvSpPr>
            <p:spPr>
              <a:xfrm>
                <a:off x="1235995" y="3764843"/>
                <a:ext cx="7423158" cy="611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sz="20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Fn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kT</m:t>
                            </m:r>
                          </m:den>
                        </m:f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BF36D5-A4F4-467A-35C0-EC9C4708A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5" y="3764843"/>
                <a:ext cx="7423158" cy="6110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256198-96A1-3502-3148-D86CA396C4A5}"/>
                  </a:ext>
                </a:extLst>
              </p:cNvPr>
              <p:cNvSpPr txBox="1"/>
              <p:nvPr/>
            </p:nvSpPr>
            <p:spPr>
              <a:xfrm>
                <a:off x="1061493" y="5445033"/>
                <a:ext cx="4792460" cy="518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2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tox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WL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256198-96A1-3502-3148-D86CA396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493" y="5445033"/>
                <a:ext cx="4792460" cy="518668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1FEB86A-E4AE-CFC0-3228-BA74B5F81563}"/>
              </a:ext>
            </a:extLst>
          </p:cNvPr>
          <p:cNvSpPr txBox="1"/>
          <p:nvPr/>
        </p:nvSpPr>
        <p:spPr>
          <a:xfrm>
            <a:off x="3378750" y="4364673"/>
            <a:ext cx="4052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a: Area correction parameter (default = 1)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C55FE-4933-A0AE-8439-B263714855D0}"/>
                  </a:ext>
                </a:extLst>
              </p:cNvPr>
              <p:cNvSpPr txBox="1"/>
              <p:nvPr/>
            </p:nvSpPr>
            <p:spPr>
              <a:xfrm>
                <a:off x="1235994" y="2695654"/>
                <a:ext cx="7800429" cy="1101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Area</m:t>
                        </m:r>
                      </m:e>
                    </m:d>
                    <m:func>
                      <m:func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rad>
                              </m:num>
                              <m:den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3ℏ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             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𝛿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sup>
                      <m:e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c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Fn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C55FE-4933-A0AE-8439-B26371485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94" y="2695654"/>
                <a:ext cx="7800429" cy="110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4756A965-332C-5BAA-FD73-60BC55DF90DE}"/>
              </a:ext>
            </a:extLst>
          </p:cNvPr>
          <p:cNvGrpSpPr/>
          <p:nvPr/>
        </p:nvGrpSpPr>
        <p:grpSpPr>
          <a:xfrm>
            <a:off x="3899647" y="2992262"/>
            <a:ext cx="3056963" cy="772581"/>
            <a:chOff x="3899647" y="2992262"/>
            <a:chExt cx="3056963" cy="77258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67F94D5-9D39-0AB9-3F82-2D5E6A2460E1}"/>
                </a:ext>
              </a:extLst>
            </p:cNvPr>
            <p:cNvSpPr/>
            <p:nvPr/>
          </p:nvSpPr>
          <p:spPr>
            <a:xfrm>
              <a:off x="3899647" y="3260992"/>
              <a:ext cx="1604682" cy="5038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7568D03-E89F-3155-9C7D-D2921C938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4329" y="3209383"/>
              <a:ext cx="735102" cy="516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B2D36ED-75A4-02CB-0C93-805BCAA3EEA3}"/>
                    </a:ext>
                  </a:extLst>
                </p:cNvPr>
                <p:cNvSpPr txBox="1"/>
                <p:nvPr/>
              </p:nvSpPr>
              <p:spPr>
                <a:xfrm>
                  <a:off x="6239432" y="2992262"/>
                  <a:ext cx="7171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𝑇𝐶</m:t>
                          </m:r>
                        </m:sub>
                      </m:sSub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B2D36ED-75A4-02CB-0C93-805BCAA3E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32" y="2992262"/>
                  <a:ext cx="71717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3468812-EEC7-38B0-5993-8505810AA8D4}"/>
              </a:ext>
            </a:extLst>
          </p:cNvPr>
          <p:cNvGrpSpPr/>
          <p:nvPr/>
        </p:nvGrpSpPr>
        <p:grpSpPr>
          <a:xfrm>
            <a:off x="2545976" y="2695654"/>
            <a:ext cx="5180075" cy="565338"/>
            <a:chOff x="2545976" y="2695654"/>
            <a:chExt cx="5180075" cy="565338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3A6B8EA-48D5-31E1-5472-E069E40AF903}"/>
                </a:ext>
              </a:extLst>
            </p:cNvPr>
            <p:cNvSpPr/>
            <p:nvPr/>
          </p:nvSpPr>
          <p:spPr>
            <a:xfrm>
              <a:off x="2545976" y="2695654"/>
              <a:ext cx="3048000" cy="565338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39F877-3DD6-BA78-24F5-9217445EC907}"/>
                </a:ext>
              </a:extLst>
            </p:cNvPr>
            <p:cNvSpPr txBox="1"/>
            <p:nvPr/>
          </p:nvSpPr>
          <p:spPr>
            <a:xfrm>
              <a:off x="6956610" y="2695654"/>
              <a:ext cx="76944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TC(E</a:t>
              </a:r>
              <a:r>
                <a:rPr lang="en-US" altLang="ko-KR" sz="20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)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895041C-7464-CA45-7FB5-C3CCCF6A4C8D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V="1">
              <a:off x="5593976" y="2849542"/>
              <a:ext cx="1309982" cy="128781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8F9061C-2B4A-C421-E7EC-F69D706353AC}"/>
              </a:ext>
            </a:extLst>
          </p:cNvPr>
          <p:cNvGrpSpPr/>
          <p:nvPr/>
        </p:nvGrpSpPr>
        <p:grpSpPr>
          <a:xfrm>
            <a:off x="5504328" y="3851808"/>
            <a:ext cx="2949770" cy="1131027"/>
            <a:chOff x="3899646" y="3260992"/>
            <a:chExt cx="2949770" cy="113102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D4BB1B3-B39C-F2EE-5B34-7DD5DF1491B2}"/>
                </a:ext>
              </a:extLst>
            </p:cNvPr>
            <p:cNvSpPr/>
            <p:nvPr/>
          </p:nvSpPr>
          <p:spPr>
            <a:xfrm>
              <a:off x="3899646" y="3260992"/>
              <a:ext cx="1712259" cy="50385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0C8C596-D794-B757-00EC-AA0FE5797BA9}"/>
                </a:ext>
              </a:extLst>
            </p:cNvPr>
            <p:cNvCxnSpPr>
              <a:cxnSpLocks/>
            </p:cNvCxnSpPr>
            <p:nvPr/>
          </p:nvCxnSpPr>
          <p:spPr>
            <a:xfrm>
              <a:off x="5629448" y="3521247"/>
              <a:ext cx="609984" cy="591164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DBEACD5-A55B-1792-5CCE-10A6BEF0992B}"/>
                    </a:ext>
                  </a:extLst>
                </p:cNvPr>
                <p:cNvSpPr txBox="1"/>
                <p:nvPr/>
              </p:nvSpPr>
              <p:spPr>
                <a:xfrm>
                  <a:off x="6239432" y="3984535"/>
                  <a:ext cx="609984" cy="4074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ko-KR" alt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DBEACD5-A55B-1792-5CCE-10A6BEF09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432" y="3984535"/>
                  <a:ext cx="609984" cy="40748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1672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DA087-5AC4-1538-52CC-ED248ACC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Localization of Trapped</a:t>
            </a:r>
            <a:r>
              <a:rPr lang="ko-KR" altLang="en-US" dirty="0"/>
              <a:t> </a:t>
            </a:r>
            <a:r>
              <a:rPr lang="en-US" altLang="ko-KR" dirty="0"/>
              <a:t>Electron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5E8FB6-282F-DFBA-5FF7-6D13DEA0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7" y="1166320"/>
            <a:ext cx="7324165" cy="2538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FD877-3121-02B8-B6DE-28FFA2C711E1}"/>
              </a:ext>
            </a:extLst>
          </p:cNvPr>
          <p:cNvSpPr txBox="1"/>
          <p:nvPr/>
        </p:nvSpPr>
        <p:spPr>
          <a:xfrm>
            <a:off x="909917" y="4242824"/>
            <a:ext cx="7324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is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localized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within the trap nitride device structure.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390B4B9-8342-CB30-F2A8-8544080FDA38}"/>
              </a:ext>
            </a:extLst>
          </p:cNvPr>
          <p:cNvSpPr/>
          <p:nvPr/>
        </p:nvSpPr>
        <p:spPr>
          <a:xfrm>
            <a:off x="1963271" y="1631577"/>
            <a:ext cx="457200" cy="43927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159DDF9-A599-421D-B20A-B0745F051313}"/>
              </a:ext>
            </a:extLst>
          </p:cNvPr>
          <p:cNvSpPr/>
          <p:nvPr/>
        </p:nvSpPr>
        <p:spPr>
          <a:xfrm>
            <a:off x="3585883" y="1631577"/>
            <a:ext cx="457200" cy="4392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14E365F-0E2F-045D-29AB-C6F784D6AEA4}"/>
              </a:ext>
            </a:extLst>
          </p:cNvPr>
          <p:cNvSpPr/>
          <p:nvPr/>
        </p:nvSpPr>
        <p:spPr>
          <a:xfrm>
            <a:off x="7180729" y="1568824"/>
            <a:ext cx="457200" cy="4392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2926FFC-C47B-7BB5-3A69-ECBEC513DCA5}"/>
              </a:ext>
            </a:extLst>
          </p:cNvPr>
          <p:cNvSpPr/>
          <p:nvPr/>
        </p:nvSpPr>
        <p:spPr>
          <a:xfrm>
            <a:off x="5611906" y="1568824"/>
            <a:ext cx="457200" cy="43927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8440065-6E61-E542-74A9-7A96EB1709D4}"/>
              </a:ext>
            </a:extLst>
          </p:cNvPr>
          <p:cNvSpPr/>
          <p:nvPr/>
        </p:nvSpPr>
        <p:spPr>
          <a:xfrm>
            <a:off x="4298575" y="4695867"/>
            <a:ext cx="546847" cy="762000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FFD13D2-2F90-9932-05AC-7E19104B6715}"/>
              </a:ext>
            </a:extLst>
          </p:cNvPr>
          <p:cNvGrpSpPr/>
          <p:nvPr/>
        </p:nvGrpSpPr>
        <p:grpSpPr>
          <a:xfrm>
            <a:off x="1731589" y="5589237"/>
            <a:ext cx="447676" cy="482385"/>
            <a:chOff x="5329904" y="1861340"/>
            <a:chExt cx="447676" cy="48238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AEA220C-724B-B788-C970-83B9B9BDEFC3}"/>
                </a:ext>
              </a:extLst>
            </p:cNvPr>
            <p:cNvGrpSpPr/>
            <p:nvPr/>
          </p:nvGrpSpPr>
          <p:grpSpPr>
            <a:xfrm>
              <a:off x="5329904" y="1861340"/>
              <a:ext cx="447676" cy="482385"/>
              <a:chOff x="5391149" y="3282792"/>
              <a:chExt cx="447676" cy="482385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C6422E7E-0D77-F922-851E-830FC6E17B6F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7E4CC739-1A3C-5F40-69C2-3C6562F84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0416DF12-9941-8751-5242-1789639F02DF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BB880F5-1EE2-7570-6DB2-62518B375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5D863AE-2DD6-9234-6DA4-65A42CEC3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AED85358-6845-216A-9730-B1DD752C0C03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E464D636-0E3B-AAEB-A85D-A6E6CF7A9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314E0D4-DB12-1C57-12F9-E84C3A9885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407D3961-79D5-8EE3-854E-C442455FD1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3EB26E9-C4D7-A67F-B247-EB833B740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6872" y="2029428"/>
              <a:ext cx="219518" cy="219518"/>
            </a:xfrm>
            <a:prstGeom prst="rect">
              <a:avLst/>
            </a:prstGeom>
          </p:spPr>
        </p:pic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B2AB5AC4-A7DE-3E0A-1B42-BE94C06AA7B2}"/>
                </a:ext>
              </a:extLst>
            </p:cNvPr>
            <p:cNvSpPr/>
            <p:nvPr/>
          </p:nvSpPr>
          <p:spPr>
            <a:xfrm rot="5400000" flipV="1">
              <a:off x="5476490" y="2042349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7456FF1-2C3B-3B2E-6243-AF154BE337FD}"/>
              </a:ext>
            </a:extLst>
          </p:cNvPr>
          <p:cNvSpPr txBox="1"/>
          <p:nvPr/>
        </p:nvSpPr>
        <p:spPr>
          <a:xfrm>
            <a:off x="2191590" y="5589237"/>
            <a:ext cx="632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Trapped electron modeled as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Aperiodic cubit trap site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	(cf. cubit in size of atom, finite potential well)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AE7FB06-60CB-DDB8-438C-11F361A39077}"/>
              </a:ext>
            </a:extLst>
          </p:cNvPr>
          <p:cNvGrpSpPr/>
          <p:nvPr/>
        </p:nvGrpSpPr>
        <p:grpSpPr>
          <a:xfrm>
            <a:off x="1587824" y="5175821"/>
            <a:ext cx="1056154" cy="351907"/>
            <a:chOff x="6082730" y="3023422"/>
            <a:chExt cx="1056154" cy="351907"/>
          </a:xfrm>
        </p:grpSpPr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521DFB02-1AFF-8984-7144-53BD8494F40F}"/>
                </a:ext>
              </a:extLst>
            </p:cNvPr>
            <p:cNvCxnSpPr/>
            <p:nvPr/>
          </p:nvCxnSpPr>
          <p:spPr>
            <a:xfrm flipV="1">
              <a:off x="6082730" y="3345495"/>
              <a:ext cx="265579" cy="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1FCF4659-74E8-9EB8-8DA7-CDEE68A497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9257" y="3345495"/>
              <a:ext cx="267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1685EE7-4FC9-A208-F3B2-0B0A682606C3}"/>
                    </a:ext>
                  </a:extLst>
                </p:cNvPr>
                <p:cNvSpPr txBox="1"/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1685EE7-4FC9-A208-F3B2-0B0A682606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1064" y="3067552"/>
                  <a:ext cx="314445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383BBD-925C-B85A-06B6-C30143BCE884}"/>
                </a:ext>
              </a:extLst>
            </p:cNvPr>
            <p:cNvSpPr txBox="1"/>
            <p:nvPr/>
          </p:nvSpPr>
          <p:spPr>
            <a:xfrm>
              <a:off x="6528286" y="3023422"/>
              <a:ext cx="6105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~0.1</a:t>
              </a:r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/>
                </a:rPr>
                <a:t>Å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566D735-136F-FBA0-3FB4-9185844A47FF}"/>
              </a:ext>
            </a:extLst>
          </p:cNvPr>
          <p:cNvSpPr txBox="1"/>
          <p:nvPr/>
        </p:nvSpPr>
        <p:spPr>
          <a:xfrm>
            <a:off x="6804211" y="3667189"/>
            <a:ext cx="22770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Wilhelmer</a:t>
            </a:r>
            <a:r>
              <a:rPr lang="en-US" altLang="ko-KR" sz="11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, Christoph, et al. Nanomaterials 13.16 (2023): 2286.</a:t>
            </a:r>
            <a:endParaRPr lang="ko-KR" altLang="en-US" sz="11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046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F9C6D-D87E-E82D-FE6F-ED94820FC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5FB5F5-2D84-DE7D-DFA6-8CF1517F9AE3}"/>
                  </a:ext>
                </a:extLst>
              </p:cNvPr>
              <p:cNvSpPr txBox="1"/>
              <p:nvPr/>
            </p:nvSpPr>
            <p:spPr>
              <a:xfrm>
                <a:off x="456818" y="3015046"/>
                <a:ext cx="7540911" cy="435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Trap-to-Band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5FB5F5-2D84-DE7D-DFA6-8CF1517F9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3015046"/>
                <a:ext cx="7540911" cy="435568"/>
              </a:xfrm>
              <a:prstGeom prst="rect">
                <a:avLst/>
              </a:prstGeom>
              <a:blipFill>
                <a:blip r:embed="rId2"/>
                <a:stretch>
                  <a:fillRect l="-81" b="-1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218D9C-F24E-26B9-4F3E-EC5C575F595B}"/>
                  </a:ext>
                </a:extLst>
              </p:cNvPr>
              <p:cNvSpPr txBox="1"/>
              <p:nvPr/>
            </p:nvSpPr>
            <p:spPr>
              <a:xfrm>
                <a:off x="456818" y="1094632"/>
                <a:ext cx="7534406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dJ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1→2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qTC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218D9C-F24E-26B9-4F3E-EC5C575F5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94632"/>
                <a:ext cx="7534406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3C1BD-3AAB-BC94-DCA1-C5F4D1AC9DD4}"/>
                  </a:ext>
                </a:extLst>
              </p:cNvPr>
              <p:cNvSpPr txBox="1"/>
              <p:nvPr/>
            </p:nvSpPr>
            <p:spPr>
              <a:xfrm>
                <a:off x="538620" y="1678488"/>
                <a:ext cx="4442956" cy="737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g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1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𝐤</m:t>
                        </m:r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z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F3C1BD-3AAB-BC94-DCA1-C5F4D1AC9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20" y="1678488"/>
                <a:ext cx="4442956" cy="737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8ADD6F21-EEE2-E50F-7F23-98D11B278E90}"/>
              </a:ext>
            </a:extLst>
          </p:cNvPr>
          <p:cNvSpPr/>
          <p:nvPr/>
        </p:nvSpPr>
        <p:spPr>
          <a:xfrm>
            <a:off x="2286000" y="2388554"/>
            <a:ext cx="340659" cy="415017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D66FCA-6EB7-A40D-B8E9-8C5BE9E11E1D}"/>
                  </a:ext>
                </a:extLst>
              </p:cNvPr>
              <p:cNvSpPr txBox="1"/>
              <p:nvPr/>
            </p:nvSpPr>
            <p:spPr>
              <a:xfrm>
                <a:off x="456818" y="4049854"/>
                <a:ext cx="8570641" cy="12541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Activated energy of the trap device : </a:t>
                </a:r>
                <a:r>
                  <a:rPr lang="en-US" altLang="ko-KR" sz="2000" b="1" u="sng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the energy activated by barrier lowering!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+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</m:ra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,      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(E</a:t>
                </a:r>
                <a:r>
                  <a:rPr lang="en-US" altLang="ko-KR" sz="14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</a:t>
                </a:r>
                <a:r>
                  <a:rPr lang="en-US" altLang="ko-KR" sz="14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ground state of the trapped electron)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&gt;&gt;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is lowered barrier by Poole-Frenkel emission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D66FCA-6EB7-A40D-B8E9-8C5BE9E11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4049854"/>
                <a:ext cx="8570641" cy="1254126"/>
              </a:xfrm>
              <a:prstGeom prst="rect">
                <a:avLst/>
              </a:prstGeom>
              <a:blipFill>
                <a:blip r:embed="rId5"/>
                <a:stretch>
                  <a:fillRect l="-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5F07C043-55EC-06EE-B964-64A93FB4DE61}"/>
              </a:ext>
            </a:extLst>
          </p:cNvPr>
          <p:cNvGrpSpPr/>
          <p:nvPr/>
        </p:nvGrpSpPr>
        <p:grpSpPr>
          <a:xfrm>
            <a:off x="5334098" y="1813271"/>
            <a:ext cx="447676" cy="482385"/>
            <a:chOff x="5329904" y="1861340"/>
            <a:chExt cx="447676" cy="48238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7C8A478-7D92-D1CE-EDB5-39FBD29C548D}"/>
                </a:ext>
              </a:extLst>
            </p:cNvPr>
            <p:cNvGrpSpPr/>
            <p:nvPr/>
          </p:nvGrpSpPr>
          <p:grpSpPr>
            <a:xfrm>
              <a:off x="5329904" y="1861340"/>
              <a:ext cx="447676" cy="482385"/>
              <a:chOff x="5391149" y="3282792"/>
              <a:chExt cx="447676" cy="482385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42EDCA25-D114-3F25-A9B1-14A9E4D711C3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8878729A-7189-4593-AD29-40B164328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90730B07-F61B-96BD-0538-A7A9A0D069F9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AC511B8D-B8E3-AE09-46E0-648A06999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53772558-BFC7-3942-16B8-9D21DDA91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13BB974B-4460-9EE1-3738-0D7D21EBBE83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66377EC9-EDF8-E0C0-2701-BF8A23D6BD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12AA6CFB-0C14-9D63-74C0-EBA51DCFEF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DD7A3E2-5C86-E851-32F4-CA6D23B1C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661A563-EBE6-5E76-8AF2-4556627F7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16872" y="2029428"/>
              <a:ext cx="219518" cy="219518"/>
            </a:xfrm>
            <a:prstGeom prst="rect">
              <a:avLst/>
            </a:prstGeom>
          </p:spPr>
        </p:pic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9427FD57-1188-8CF3-4244-E16795AC0EF2}"/>
                </a:ext>
              </a:extLst>
            </p:cNvPr>
            <p:cNvSpPr/>
            <p:nvPr/>
          </p:nvSpPr>
          <p:spPr>
            <a:xfrm rot="5400000" flipV="1">
              <a:off x="5476490" y="2042349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7CAB8F1-85D3-9BF4-0099-52C1C18D0514}"/>
              </a:ext>
            </a:extLst>
          </p:cNvPr>
          <p:cNvSpPr txBox="1"/>
          <p:nvPr/>
        </p:nvSpPr>
        <p:spPr>
          <a:xfrm>
            <a:off x="6095624" y="1775480"/>
            <a:ext cx="2509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Assumption: 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= Aperiodic potential well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BAF351-09A2-07CC-DB20-65579A50491F}"/>
              </a:ext>
            </a:extLst>
          </p:cNvPr>
          <p:cNvSpPr txBox="1"/>
          <p:nvPr/>
        </p:nvSpPr>
        <p:spPr>
          <a:xfrm>
            <a:off x="4611065" y="2433944"/>
            <a:ext cx="872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DoS of aperiodic cubit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4238C2A-D0C2-5CD0-457B-C5AB241093B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684494" y="2291915"/>
            <a:ext cx="926571" cy="419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10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48AD3-2DB0-DE43-717E-FC0E0028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17DD5E-F3AE-8241-BFBA-C4527748BA4F}"/>
              </a:ext>
            </a:extLst>
          </p:cNvPr>
          <p:cNvSpPr/>
          <p:nvPr/>
        </p:nvSpPr>
        <p:spPr>
          <a:xfrm>
            <a:off x="1211775" y="3957917"/>
            <a:ext cx="1402559" cy="134471"/>
          </a:xfrm>
          <a:prstGeom prst="rect">
            <a:avLst/>
          </a:prstGeom>
          <a:gradFill flip="none" rotWithShape="1">
            <a:gsLst>
              <a:gs pos="23000">
                <a:srgbClr val="FF0000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4CB04-FC61-6B11-D059-0DD9AFC740C8}"/>
                  </a:ext>
                </a:extLst>
              </p:cNvPr>
              <p:cNvSpPr txBox="1"/>
              <p:nvPr/>
            </p:nvSpPr>
            <p:spPr>
              <a:xfrm>
                <a:off x="456818" y="1087635"/>
                <a:ext cx="7540911" cy="435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J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∫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Trap-to-Band Tunneling Current Model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4CB04-FC61-6B11-D059-0DD9AFC74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087635"/>
                <a:ext cx="7540911" cy="435568"/>
              </a:xfrm>
              <a:prstGeom prst="rect">
                <a:avLst/>
              </a:prstGeom>
              <a:blipFill>
                <a:blip r:embed="rId2"/>
                <a:stretch>
                  <a:fillRect l="-81" b="-1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A5DAD-0769-C1D6-2217-829AAD344ABC}"/>
                  </a:ext>
                </a:extLst>
              </p:cNvPr>
              <p:cNvSpPr txBox="1"/>
              <p:nvPr/>
            </p:nvSpPr>
            <p:spPr>
              <a:xfrm>
                <a:off x="367552" y="1780283"/>
                <a:ext cx="8624041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N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f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𝜌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0             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A5DAD-0769-C1D6-2217-829AAD344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780283"/>
                <a:ext cx="8624041" cy="77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AA4E56C5-8AD2-9B77-0A70-E6CD4B06C8CB}"/>
              </a:ext>
            </a:extLst>
          </p:cNvPr>
          <p:cNvGrpSpPr/>
          <p:nvPr/>
        </p:nvGrpSpPr>
        <p:grpSpPr>
          <a:xfrm>
            <a:off x="1211775" y="2800408"/>
            <a:ext cx="3752144" cy="2134662"/>
            <a:chOff x="708211" y="2800408"/>
            <a:chExt cx="3752144" cy="213466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9C81D1C6-6994-8931-344E-515674D1892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765177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93C2E42-C376-D4E7-FDFC-1C9FB80D1DC3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3957918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58DA90C-DE0F-BAD7-819B-C7AA042D7391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092388"/>
              <a:ext cx="140255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E6316DA-69AD-4B86-FD76-3B1F1D0BAC4E}"/>
                </a:ext>
              </a:extLst>
            </p:cNvPr>
            <p:cNvCxnSpPr>
              <a:cxnSpLocks/>
            </p:cNvCxnSpPr>
            <p:nvPr/>
          </p:nvCxnSpPr>
          <p:spPr>
            <a:xfrm>
              <a:off x="708211" y="49350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DBDA2E5-7755-79FA-BA36-E94AAD030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670" y="2800408"/>
              <a:ext cx="0" cy="9647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B68BDE2-8761-BC25-2E8D-85D729A58C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5670" y="2800408"/>
              <a:ext cx="932329" cy="48238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BB3AD10-0FF9-4F1C-B3E6-DF1CCE3DA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7997" y="3282792"/>
              <a:ext cx="1" cy="119956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F3BF7E-87DE-2B64-225C-464B0C11E9D0}"/>
                </a:ext>
              </a:extLst>
            </p:cNvPr>
            <p:cNvCxnSpPr>
              <a:cxnSpLocks/>
            </p:cNvCxnSpPr>
            <p:nvPr/>
          </p:nvCxnSpPr>
          <p:spPr>
            <a:xfrm>
              <a:off x="3052896" y="4477870"/>
              <a:ext cx="14074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794AC98-2226-C3FA-054C-867634AF05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97" y="4558553"/>
              <a:ext cx="140745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AF2ADD7-D700-3BF9-1DC0-58A4ABEEF860}"/>
              </a:ext>
            </a:extLst>
          </p:cNvPr>
          <p:cNvCxnSpPr/>
          <p:nvPr/>
        </p:nvCxnSpPr>
        <p:spPr>
          <a:xfrm>
            <a:off x="2619234" y="4024593"/>
            <a:ext cx="1341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5D8A36-3F3B-97AA-C079-5A25C42C4B50}"/>
              </a:ext>
            </a:extLst>
          </p:cNvPr>
          <p:cNvSpPr txBox="1"/>
          <p:nvPr/>
        </p:nvSpPr>
        <p:spPr>
          <a:xfrm>
            <a:off x="2614334" y="4032665"/>
            <a:ext cx="15899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9309B-0DFD-5502-A59B-6DE9DC6730C2}"/>
                  </a:ext>
                </a:extLst>
              </p:cNvPr>
              <p:cNvSpPr txBox="1"/>
              <p:nvPr/>
            </p:nvSpPr>
            <p:spPr>
              <a:xfrm>
                <a:off x="367552" y="5401826"/>
                <a:ext cx="8346142" cy="57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of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traps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9309B-0DFD-5502-A59B-6DE9DC673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5401826"/>
                <a:ext cx="8346142" cy="579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2263769-5C9A-07DA-338D-3864FD9232D3}"/>
              </a:ext>
            </a:extLst>
          </p:cNvPr>
          <p:cNvCxnSpPr/>
          <p:nvPr/>
        </p:nvCxnSpPr>
        <p:spPr>
          <a:xfrm flipV="1">
            <a:off x="2786622" y="1913841"/>
            <a:ext cx="352425" cy="4761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B8DA7D-73A0-A080-C595-3389E531137F}"/>
                  </a:ext>
                </a:extLst>
              </p:cNvPr>
              <p:cNvSpPr txBox="1"/>
              <p:nvPr/>
            </p:nvSpPr>
            <p:spPr>
              <a:xfrm>
                <a:off x="1003239" y="3718507"/>
                <a:ext cx="4072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5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Δ</m:t>
                          </m:r>
                          <m: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𝜀</m:t>
                          </m:r>
                        </m:e>
                        <m:sub>
                          <m:r>
                            <a:rPr lang="en-US" altLang="ko-KR" sz="105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B8DA7D-73A0-A080-C595-3389E5311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39" y="3718507"/>
                <a:ext cx="407272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F622A-A074-E9FA-94BC-9D1069258091}"/>
                  </a:ext>
                </a:extLst>
              </p:cNvPr>
              <p:cNvSpPr txBox="1"/>
              <p:nvPr/>
            </p:nvSpPr>
            <p:spPr>
              <a:xfrm>
                <a:off x="1005689" y="4002284"/>
                <a:ext cx="4072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05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F622A-A074-E9FA-94BC-9D1069258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89" y="4002284"/>
                <a:ext cx="407272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D43BECE-ABA1-E032-12E0-01B3EA64DEEE}"/>
              </a:ext>
            </a:extLst>
          </p:cNvPr>
          <p:cNvCxnSpPr>
            <a:cxnSpLocks/>
          </p:cNvCxnSpPr>
          <p:nvPr/>
        </p:nvCxnSpPr>
        <p:spPr>
          <a:xfrm>
            <a:off x="6530970" y="3666115"/>
            <a:ext cx="1517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BA8C7EE-54E1-604C-0897-49015AF5CCA4}"/>
              </a:ext>
            </a:extLst>
          </p:cNvPr>
          <p:cNvGrpSpPr/>
          <p:nvPr/>
        </p:nvGrpSpPr>
        <p:grpSpPr>
          <a:xfrm>
            <a:off x="6224484" y="3411124"/>
            <a:ext cx="447676" cy="482385"/>
            <a:chOff x="5419724" y="3174009"/>
            <a:chExt cx="447676" cy="482385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20EBF340-C563-6B26-CC5A-480D75C5791C}"/>
                </a:ext>
              </a:extLst>
            </p:cNvPr>
            <p:cNvGrpSpPr/>
            <p:nvPr/>
          </p:nvGrpSpPr>
          <p:grpSpPr>
            <a:xfrm>
              <a:off x="5419724" y="3174009"/>
              <a:ext cx="447676" cy="482385"/>
              <a:chOff x="5391149" y="3282792"/>
              <a:chExt cx="447676" cy="482385"/>
            </a:xfrm>
          </p:grpSpPr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6CFDA877-3830-2ECB-8DE2-79B04A1179D9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FE28CAB6-BCDD-3D53-52AD-A9D6D0F969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C35A162B-9C89-B08D-F196-31A39D414AEA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F8614904-DC20-B615-16B9-94AA261902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ACA4E5C6-DF45-8ACF-0D1F-FF65A75DC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F61C0C8F-3C45-29AD-F67F-034E6BCE4236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62D1F5DF-BA4E-84D5-F322-031A3252F5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76EFC6D2-4062-1B80-400A-E5DF4AC517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F96D519E-F134-E438-0E4A-893110075A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D9BDD3E9-93B5-9E22-C141-EBE3066D0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6692" y="3342097"/>
              <a:ext cx="219518" cy="219518"/>
            </a:xfrm>
            <a:prstGeom prst="rect">
              <a:avLst/>
            </a:prstGeom>
          </p:spPr>
        </p:pic>
        <p:sp>
          <p:nvSpPr>
            <p:cNvPr id="62" name="평행 사변형 61">
              <a:extLst>
                <a:ext uri="{FF2B5EF4-FFF2-40B4-BE49-F238E27FC236}">
                  <a16:creationId xmlns:a16="http://schemas.microsoft.com/office/drawing/2014/main" id="{F27F8AA8-3A7C-BA79-65A8-CEADF3F0320B}"/>
                </a:ext>
              </a:extLst>
            </p:cNvPr>
            <p:cNvSpPr/>
            <p:nvPr/>
          </p:nvSpPr>
          <p:spPr>
            <a:xfrm rot="5400000" flipV="1">
              <a:off x="5566310" y="3355018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58A9517-B6F7-C08F-D197-8D5C14102CB6}"/>
                  </a:ext>
                </a:extLst>
              </p:cNvPr>
              <p:cNvSpPr txBox="1"/>
              <p:nvPr/>
            </p:nvSpPr>
            <p:spPr>
              <a:xfrm>
                <a:off x="5762597" y="3854699"/>
                <a:ext cx="2234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Effective Area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sub>
                      <m:sup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ko-KR" sz="14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</m:t>
                            </m:r>
                          </m:e>
                        </m:d>
                      </m:e>
                      <m:sup>
                        <m:r>
                          <a:rPr lang="en-US" altLang="ko-KR" sz="14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58A9517-B6F7-C08F-D197-8D5C1410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597" y="3854699"/>
                <a:ext cx="223428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45C0F5E-7F60-713C-2AD4-1EF07ECD7BFD}"/>
              </a:ext>
            </a:extLst>
          </p:cNvPr>
          <p:cNvCxnSpPr/>
          <p:nvPr/>
        </p:nvCxnSpPr>
        <p:spPr>
          <a:xfrm flipV="1">
            <a:off x="6082730" y="3345495"/>
            <a:ext cx="265579" cy="6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5CB149A-6084-05A1-E9E8-83DDC274197E}"/>
              </a:ext>
            </a:extLst>
          </p:cNvPr>
          <p:cNvCxnSpPr>
            <a:cxnSpLocks/>
          </p:cNvCxnSpPr>
          <p:nvPr/>
        </p:nvCxnSpPr>
        <p:spPr>
          <a:xfrm flipH="1">
            <a:off x="6669257" y="3345495"/>
            <a:ext cx="267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2EA49B-9927-EE09-F8C1-B16CF15E8437}"/>
                  </a:ext>
                </a:extLst>
              </p:cNvPr>
              <p:cNvSpPr txBox="1"/>
              <p:nvPr/>
            </p:nvSpPr>
            <p:spPr>
              <a:xfrm>
                <a:off x="6371064" y="3067552"/>
                <a:ext cx="31444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2EA49B-9927-EE09-F8C1-B16CF15E8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64" y="3067552"/>
                <a:ext cx="31444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F8F4B68-1013-6C64-2BB0-73B21B19C0EB}"/>
              </a:ext>
            </a:extLst>
          </p:cNvPr>
          <p:cNvSpPr txBox="1"/>
          <p:nvPr/>
        </p:nvSpPr>
        <p:spPr>
          <a:xfrm>
            <a:off x="6528286" y="3023422"/>
            <a:ext cx="6105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~0.1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Times New Roman"/>
              </a:rPr>
              <a:t>Å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DB9E6A0-86DE-79F6-C397-1F9A3D06574F}"/>
              </a:ext>
            </a:extLst>
          </p:cNvPr>
          <p:cNvCxnSpPr>
            <a:cxnSpLocks/>
          </p:cNvCxnSpPr>
          <p:nvPr/>
        </p:nvCxnSpPr>
        <p:spPr>
          <a:xfrm>
            <a:off x="8048240" y="2796266"/>
            <a:ext cx="0" cy="19187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46546A1-7C7A-FAC0-5C0C-9CBF712E3EA6}"/>
              </a:ext>
            </a:extLst>
          </p:cNvPr>
          <p:cNvSpPr txBox="1"/>
          <p:nvPr/>
        </p:nvSpPr>
        <p:spPr>
          <a:xfrm>
            <a:off x="7191748" y="3421814"/>
            <a:ext cx="46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01FDAB-26A2-6FFA-C298-5683443AAC69}"/>
              </a:ext>
            </a:extLst>
          </p:cNvPr>
          <p:cNvGrpSpPr/>
          <p:nvPr/>
        </p:nvGrpSpPr>
        <p:grpSpPr>
          <a:xfrm>
            <a:off x="5965324" y="4234283"/>
            <a:ext cx="447676" cy="482385"/>
            <a:chOff x="5419724" y="3174009"/>
            <a:chExt cx="447676" cy="48238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8DA3D5B-E250-4829-236F-05ECF7933A56}"/>
                </a:ext>
              </a:extLst>
            </p:cNvPr>
            <p:cNvGrpSpPr/>
            <p:nvPr/>
          </p:nvGrpSpPr>
          <p:grpSpPr>
            <a:xfrm>
              <a:off x="5419724" y="3174009"/>
              <a:ext cx="447676" cy="482385"/>
              <a:chOff x="5391149" y="3282792"/>
              <a:chExt cx="447676" cy="482385"/>
            </a:xfrm>
          </p:grpSpPr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51D124AA-21FE-2174-6368-1AD209748BAB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CAAB1B9A-1FD2-847F-94A5-807BAF51A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2227C02-1101-5D31-5315-CEDC402489DD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BCAC3C7-1E67-D0BE-0527-E70CFD6F8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B2C8AE2E-EB0C-472E-98F5-ACF4E88104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11258117-3822-4308-ECA6-2935D74DB20A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8D1104A-3C49-9475-D109-06956E0AD1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472BB300-8EC7-37BE-023B-8FA3B36AE4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8C4A83E8-4FF0-B3F9-A345-5DB3C6E70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35CDBEB-A318-AAC2-5B36-F7869DA83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6692" y="3342097"/>
              <a:ext cx="219518" cy="219518"/>
            </a:xfrm>
            <a:prstGeom prst="rect">
              <a:avLst/>
            </a:prstGeom>
          </p:spPr>
        </p:pic>
        <p:sp>
          <p:nvSpPr>
            <p:cNvPr id="50" name="평행 사변형 49">
              <a:extLst>
                <a:ext uri="{FF2B5EF4-FFF2-40B4-BE49-F238E27FC236}">
                  <a16:creationId xmlns:a16="http://schemas.microsoft.com/office/drawing/2014/main" id="{4E5420DE-7829-1229-193B-0C38E74C07C1}"/>
                </a:ext>
              </a:extLst>
            </p:cNvPr>
            <p:cNvSpPr/>
            <p:nvPr/>
          </p:nvSpPr>
          <p:spPr>
            <a:xfrm rot="5400000" flipV="1">
              <a:off x="5566310" y="3355018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876B0AC-E35B-70CE-2D30-378C6789AE4B}"/>
              </a:ext>
            </a:extLst>
          </p:cNvPr>
          <p:cNvGrpSpPr/>
          <p:nvPr/>
        </p:nvGrpSpPr>
        <p:grpSpPr>
          <a:xfrm>
            <a:off x="5592439" y="2763429"/>
            <a:ext cx="447676" cy="482385"/>
            <a:chOff x="5419724" y="3174009"/>
            <a:chExt cx="447676" cy="482385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E77B9A7F-6999-2654-C26C-AD19C8D5A49F}"/>
                </a:ext>
              </a:extLst>
            </p:cNvPr>
            <p:cNvGrpSpPr/>
            <p:nvPr/>
          </p:nvGrpSpPr>
          <p:grpSpPr>
            <a:xfrm>
              <a:off x="5419724" y="3174009"/>
              <a:ext cx="447676" cy="482385"/>
              <a:chOff x="5391149" y="3282792"/>
              <a:chExt cx="447676" cy="482385"/>
            </a:xfrm>
          </p:grpSpPr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BD7F23AE-D565-75E7-8CC6-32A38141AB02}"/>
                  </a:ext>
                </a:extLst>
              </p:cNvPr>
              <p:cNvCxnSpPr/>
              <p:nvPr/>
            </p:nvCxnSpPr>
            <p:spPr>
              <a:xfrm>
                <a:off x="539115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E9CEFFD5-6CE3-E03C-F223-CF216F408B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429000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02678348-D7BE-A3BA-3FD9-B259A6DE2ECF}"/>
                  </a:ext>
                </a:extLst>
              </p:cNvPr>
              <p:cNvCxnSpPr/>
              <p:nvPr/>
            </p:nvCxnSpPr>
            <p:spPr>
              <a:xfrm>
                <a:off x="5715000" y="3429000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E39A1C1F-03AB-1CFF-5D3E-C280A65664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1150" y="3765177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D9CD350E-2650-DB3A-1DD8-F848A7186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4975" y="3282792"/>
                <a:ext cx="323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E56D97EB-296E-F5B9-558F-8380497EFD25}"/>
                  </a:ext>
                </a:extLst>
              </p:cNvPr>
              <p:cNvCxnSpPr/>
              <p:nvPr/>
            </p:nvCxnSpPr>
            <p:spPr>
              <a:xfrm>
                <a:off x="5838825" y="3282792"/>
                <a:ext cx="0" cy="3361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359B47E9-58D0-0436-BD5E-BDF7E5A2A8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618969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BDE69078-6752-A72F-B8FC-FBB4A656E3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15000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ECD0B67A-42D3-F9FA-6BE0-5EB3C55458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1149" y="3286534"/>
                <a:ext cx="123825" cy="146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B4AF6D3D-FA60-848E-91A6-05AFAC668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6692" y="3342097"/>
              <a:ext cx="219518" cy="219518"/>
            </a:xfrm>
            <a:prstGeom prst="rect">
              <a:avLst/>
            </a:prstGeom>
          </p:spPr>
        </p:pic>
        <p:sp>
          <p:nvSpPr>
            <p:cNvPr id="38" name="평행 사변형 37">
              <a:extLst>
                <a:ext uri="{FF2B5EF4-FFF2-40B4-BE49-F238E27FC236}">
                  <a16:creationId xmlns:a16="http://schemas.microsoft.com/office/drawing/2014/main" id="{C6D18CBA-A5A4-6957-0F90-6AA2B85E60CE}"/>
                </a:ext>
              </a:extLst>
            </p:cNvPr>
            <p:cNvSpPr/>
            <p:nvPr/>
          </p:nvSpPr>
          <p:spPr>
            <a:xfrm rot="5400000" flipV="1">
              <a:off x="5566310" y="3355018"/>
              <a:ext cx="475452" cy="120921"/>
            </a:xfrm>
            <a:prstGeom prst="parallelogram">
              <a:avLst>
                <a:gd name="adj" fmla="val 119524"/>
              </a:avLst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20000"/>
                  <a:alpha val="39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C9D700-4694-FFEA-D9C8-97E9164B456A}"/>
                  </a:ext>
                </a:extLst>
              </p:cNvPr>
              <p:cNvSpPr txBox="1"/>
              <p:nvPr/>
            </p:nvSpPr>
            <p:spPr>
              <a:xfrm>
                <a:off x="6379101" y="4352824"/>
                <a:ext cx="15899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𝜆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:</a:t>
                </a:r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electron matter wavelength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C9D700-4694-FFEA-D9C8-97E9164B4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101" y="4352824"/>
                <a:ext cx="15899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EB460E5-8144-C0CA-1454-2C239B35AFBF}"/>
              </a:ext>
            </a:extLst>
          </p:cNvPr>
          <p:cNvSpPr txBox="1"/>
          <p:nvPr/>
        </p:nvSpPr>
        <p:spPr>
          <a:xfrm>
            <a:off x="6379101" y="4841240"/>
            <a:ext cx="1797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: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volume correction parameter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D7CACC-E87E-1BE9-B33D-E33142317B00}"/>
              </a:ext>
            </a:extLst>
          </p:cNvPr>
          <p:cNvSpPr txBox="1"/>
          <p:nvPr/>
        </p:nvSpPr>
        <p:spPr>
          <a:xfrm>
            <a:off x="34022" y="4275880"/>
            <a:ext cx="1059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800" i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ground state </a:t>
            </a:r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of trapped electron)</a:t>
            </a:r>
            <a:endParaRPr lang="ko-KR" altLang="en-US" sz="800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4BCE79-285F-DADA-A6EF-570D2E220602}"/>
              </a:ext>
            </a:extLst>
          </p:cNvPr>
          <p:cNvSpPr txBox="1"/>
          <p:nvPr/>
        </p:nvSpPr>
        <p:spPr>
          <a:xfrm>
            <a:off x="34022" y="3270034"/>
            <a:ext cx="1059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800" i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maximum</a:t>
            </a:r>
            <a:r>
              <a:rPr lang="en-US" altLang="ko-KR" sz="8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state of trapped electron)</a:t>
            </a:r>
            <a:endParaRPr lang="ko-KR" altLang="en-US" sz="800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CF7321C2-9693-0FBF-4238-3080BCF7133D}"/>
              </a:ext>
            </a:extLst>
          </p:cNvPr>
          <p:cNvCxnSpPr>
            <a:cxnSpLocks/>
          </p:cNvCxnSpPr>
          <p:nvPr/>
        </p:nvCxnSpPr>
        <p:spPr>
          <a:xfrm flipH="1" flipV="1">
            <a:off x="916273" y="3593006"/>
            <a:ext cx="172294" cy="19101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F2A5307-6683-AEBD-2CD2-EBC4E3633DD2}"/>
              </a:ext>
            </a:extLst>
          </p:cNvPr>
          <p:cNvCxnSpPr>
            <a:cxnSpLocks/>
          </p:cNvCxnSpPr>
          <p:nvPr/>
        </p:nvCxnSpPr>
        <p:spPr>
          <a:xfrm flipH="1">
            <a:off x="850925" y="4166570"/>
            <a:ext cx="205066" cy="11914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788CF2-7B12-7B56-592E-95838D5CFE9C}"/>
                  </a:ext>
                </a:extLst>
              </p:cNvPr>
              <p:cNvSpPr txBox="1"/>
              <p:nvPr/>
            </p:nvSpPr>
            <p:spPr>
              <a:xfrm>
                <a:off x="1020670" y="2749765"/>
                <a:ext cx="16405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𝜀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Lowered Barrier (by Poole-Frenkel)</a:t>
                </a:r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788CF2-7B12-7B56-592E-95838D5CF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70" y="2749765"/>
                <a:ext cx="164054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C963907-FF35-188B-144F-FA99E70418CC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652139" y="2965209"/>
            <a:ext cx="368531" cy="29041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6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5F331-1640-FFCF-1C69-74041CE4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527D2B-3A56-30BF-1262-DDC4B7A4B1E9}"/>
                  </a:ext>
                </a:extLst>
              </p:cNvPr>
              <p:cNvSpPr txBox="1"/>
              <p:nvPr/>
            </p:nvSpPr>
            <p:spPr>
              <a:xfrm>
                <a:off x="367552" y="1123950"/>
                <a:ext cx="8514912" cy="1610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q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of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traps</m:t>
                        </m:r>
                      </m:e>
                    </m:d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nary>
                      <m:nary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</a:rPr>
                  <a:t> 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Cambria Math" panose="02040503050406030204" pitchFamily="18" charset="0"/>
                    <a:cs typeface="Times New Roman"/>
                  </a:rPr>
                  <a:t> 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2000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𝐻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 −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2000" b="0" i="0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𝐿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/>
                                              </a:rPr>
                                              <m:t> 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2000" i="1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2000" b="0" i="1" smtClean="0">
                                                    <a:ln w="9525">
                                                      <a:solidFill>
                                                        <a:schemeClr val="tx1">
                                                          <a:alpha val="29000"/>
                                                        </a:schemeClr>
                                                      </a:solidFill>
                                                    </a:ln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func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 </m:t>
                        </m:r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527D2B-3A56-30BF-1262-DDC4B7A4B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123950"/>
                <a:ext cx="8514912" cy="16103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A7254-03F6-73DC-A282-F4289602B96D}"/>
                  </a:ext>
                </a:extLst>
              </p:cNvPr>
              <p:cNvSpPr txBox="1"/>
              <p:nvPr/>
            </p:nvSpPr>
            <p:spPr>
              <a:xfrm>
                <a:off x="367552" y="3132044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4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𝐻</m:t>
                                        </m:r>
                                      </m:sub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b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𝐿</m:t>
                                        </m:r>
                                      </m:sub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1.5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func>
                              <m:func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8A7254-03F6-73DC-A282-F4289602B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3132044"/>
                <a:ext cx="8785326" cy="1127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52C3A-7DA7-1DAD-A8EC-3E6D8491095D}"/>
                  </a:ext>
                </a:extLst>
              </p:cNvPr>
              <p:cNvSpPr txBox="1"/>
              <p:nvPr/>
            </p:nvSpPr>
            <p:spPr>
              <a:xfrm>
                <a:off x="367552" y="4578527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152C3A-7DA7-1DAD-A8EC-3E6D84910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4578527"/>
                <a:ext cx="8785326" cy="1127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F407A-789C-F24C-EA3B-3CBCE22336F0}"/>
                  </a:ext>
                </a:extLst>
              </p:cNvPr>
              <p:cNvSpPr txBox="1"/>
              <p:nvPr/>
            </p:nvSpPr>
            <p:spPr>
              <a:xfrm>
                <a:off x="3582861" y="4263030"/>
                <a:ext cx="8090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8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  <m:d>
                        <m:d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F407A-789C-F24C-EA3B-3CBCE223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61" y="4263030"/>
                <a:ext cx="8090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타원 6">
            <a:extLst>
              <a:ext uri="{FF2B5EF4-FFF2-40B4-BE49-F238E27FC236}">
                <a16:creationId xmlns:a16="http://schemas.microsoft.com/office/drawing/2014/main" id="{6519EFD7-27E0-9779-0B9A-9DF19526D545}"/>
              </a:ext>
            </a:extLst>
          </p:cNvPr>
          <p:cNvSpPr/>
          <p:nvPr/>
        </p:nvSpPr>
        <p:spPr>
          <a:xfrm>
            <a:off x="1864659" y="3504425"/>
            <a:ext cx="2644588" cy="78286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03F7627-F1A2-4F80-6A24-2A76ADF40BD1}"/>
              </a:ext>
            </a:extLst>
          </p:cNvPr>
          <p:cNvSpPr/>
          <p:nvPr/>
        </p:nvSpPr>
        <p:spPr>
          <a:xfrm>
            <a:off x="3397623" y="4398353"/>
            <a:ext cx="233083" cy="98382"/>
          </a:xfrm>
          <a:prstGeom prst="rightArrow">
            <a:avLst/>
          </a:prstGeom>
          <a:solidFill>
            <a:srgbClr val="FFC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7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BD45B-185F-3B65-2AEC-980AE7C4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8F7477-FF18-E377-8859-C625C2684966}"/>
                  </a:ext>
                </a:extLst>
              </p:cNvPr>
              <p:cNvSpPr txBox="1"/>
              <p:nvPr/>
            </p:nvSpPr>
            <p:spPr>
              <a:xfrm>
                <a:off x="367552" y="1082291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ℏ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𝑞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𝐻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8F7477-FF18-E377-8859-C625C2684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1082291"/>
                <a:ext cx="8785326" cy="11279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88F32C-59D0-CC97-2E7F-DD1A08F328AB}"/>
                  </a:ext>
                </a:extLst>
              </p:cNvPr>
              <p:cNvSpPr txBox="1"/>
              <p:nvPr/>
            </p:nvSpPr>
            <p:spPr>
              <a:xfrm>
                <a:off x="367552" y="2403427"/>
                <a:ext cx="8785326" cy="112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𝐵</m:t>
                            </m:r>
                          </m:sub>
                        </m:sSub>
                      </m:sup>
                      <m:e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𝑇𝐶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sub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rad>
                          </m:num>
                          <m:den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f>
                          <m:f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𝐻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𝑒𝑞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88F32C-59D0-CC97-2E7F-DD1A08F32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2403427"/>
                <a:ext cx="8785326" cy="11279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04A8E2-A665-195D-431B-2398EA40C92B}"/>
                  </a:ext>
                </a:extLst>
              </p:cNvPr>
              <p:cNvSpPr txBox="1"/>
              <p:nvPr/>
            </p:nvSpPr>
            <p:spPr>
              <a:xfrm>
                <a:off x="367552" y="3602313"/>
                <a:ext cx="8785326" cy="110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−1 </m:t>
                            </m:r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04A8E2-A665-195D-431B-2398EA40C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2" y="3602313"/>
                <a:ext cx="8785326" cy="1102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62E87E-26D2-A829-8149-E49613D2F22B}"/>
                  </a:ext>
                </a:extLst>
              </p:cNvPr>
              <p:cNvSpPr txBox="1"/>
              <p:nvPr/>
            </p:nvSpPr>
            <p:spPr>
              <a:xfrm>
                <a:off x="60909" y="5053130"/>
                <a:ext cx="9020294" cy="635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19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9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9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−1 </m:t>
                            </m:r>
                          </m:e>
                        </m:d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ko-KR" sz="19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62E87E-26D2-A829-8149-E49613D2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" y="5053130"/>
                <a:ext cx="9020294" cy="635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FB3EF7-4750-C16B-4D41-E061E993C737}"/>
                  </a:ext>
                </a:extLst>
              </p:cNvPr>
              <p:cNvSpPr txBox="1"/>
              <p:nvPr/>
            </p:nvSpPr>
            <p:spPr>
              <a:xfrm>
                <a:off x="596089" y="5787904"/>
                <a:ext cx="287055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FB3EF7-4750-C16B-4D41-E061E993C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89" y="5787904"/>
                <a:ext cx="2870550" cy="3847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5EA57-F698-9461-9B68-521734F073E8}"/>
                  </a:ext>
                </a:extLst>
              </p:cNvPr>
              <p:cNvSpPr txBox="1"/>
              <p:nvPr/>
            </p:nvSpPr>
            <p:spPr>
              <a:xfrm>
                <a:off x="3789282" y="5611525"/>
                <a:ext cx="875719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⇒</m:t>
                          </m:r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9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</m:oMath>
                  </m:oMathPara>
                </a14:m>
                <a:endParaRPr lang="en-US" altLang="ko-KR" sz="1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5EA57-F698-9461-9B68-521734F0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282" y="5611525"/>
                <a:ext cx="875719" cy="384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FF5447E1-15CE-07BD-9A11-8FEA37517181}"/>
              </a:ext>
            </a:extLst>
          </p:cNvPr>
          <p:cNvSpPr/>
          <p:nvPr/>
        </p:nvSpPr>
        <p:spPr>
          <a:xfrm>
            <a:off x="884642" y="5106435"/>
            <a:ext cx="6771218" cy="580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26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253DB-93CB-EE98-E2BB-C7F86E88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Trap to Band Tunneling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11576-9E39-F814-1636-B94875783A7E}"/>
              </a:ext>
            </a:extLst>
          </p:cNvPr>
          <p:cNvSpPr txBox="1"/>
          <p:nvPr/>
        </p:nvSpPr>
        <p:spPr>
          <a:xfrm>
            <a:off x="537671" y="928188"/>
            <a:ext cx="7091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Idea of the modeling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1EECF-D022-7D92-709F-621D789E835D}"/>
              </a:ext>
            </a:extLst>
          </p:cNvPr>
          <p:cNvSpPr txBox="1"/>
          <p:nvPr/>
        </p:nvSpPr>
        <p:spPr>
          <a:xfrm>
            <a:off x="5340144" y="1241612"/>
            <a:ext cx="275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Proposed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09FF1-36B8-FE82-6D31-C1235041B506}"/>
              </a:ext>
            </a:extLst>
          </p:cNvPr>
          <p:cNvSpPr txBox="1"/>
          <p:nvPr/>
        </p:nvSpPr>
        <p:spPr>
          <a:xfrm>
            <a:off x="1081910" y="1236394"/>
            <a:ext cx="275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Conventional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9FB15D4-2973-E17A-9EA5-EDC8966AADA5}"/>
              </a:ext>
            </a:extLst>
          </p:cNvPr>
          <p:cNvGrpSpPr/>
          <p:nvPr/>
        </p:nvGrpSpPr>
        <p:grpSpPr>
          <a:xfrm>
            <a:off x="4867835" y="1985129"/>
            <a:ext cx="3639671" cy="724337"/>
            <a:chOff x="4867835" y="3488253"/>
            <a:chExt cx="3639671" cy="72433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57A6871-8292-D014-7BA4-84CE08523D23}"/>
                </a:ext>
              </a:extLst>
            </p:cNvPr>
            <p:cNvGrpSpPr/>
            <p:nvPr/>
          </p:nvGrpSpPr>
          <p:grpSpPr>
            <a:xfrm>
              <a:off x="4867835" y="3488253"/>
              <a:ext cx="3639671" cy="609600"/>
              <a:chOff x="609600" y="1703294"/>
              <a:chExt cx="3639671" cy="60960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4B4570F-FFBD-9D7F-3FFF-3BB78C22880A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6A63C291-0F7B-C423-370A-BE7D492C5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0D8CD638-02A5-314D-FFB0-13FEED36B6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5469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22B332D7-2302-A4DB-C9C1-8498E8919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9CB3066A-3B8F-7E3F-20E5-38494BABB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55015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1596D7B3-59BF-52B3-EAA6-B3474B294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</p:pic>
        </p:grp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1B7E02AF-1B87-6A7D-40FA-611F3F0EFF08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5206682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458BDAD4-88D3-E683-7F87-935A24C5FEAB}"/>
                </a:ext>
              </a:extLst>
            </p:cNvPr>
            <p:cNvCxnSpPr/>
            <p:nvPr/>
          </p:nvCxnSpPr>
          <p:spPr>
            <a:xfrm flipH="1">
              <a:off x="596145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CE20A4B-685E-ABE9-C99B-26BA8D4C5DB4}"/>
                </a:ext>
              </a:extLst>
            </p:cNvPr>
            <p:cNvCxnSpPr/>
            <p:nvPr/>
          </p:nvCxnSpPr>
          <p:spPr>
            <a:xfrm flipH="1">
              <a:off x="6716227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D31A1D0-3251-3B13-13A3-651C7B564183}"/>
                </a:ext>
              </a:extLst>
            </p:cNvPr>
            <p:cNvCxnSpPr/>
            <p:nvPr/>
          </p:nvCxnSpPr>
          <p:spPr>
            <a:xfrm flipH="1">
              <a:off x="7470998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C0F1F368-3EAC-A402-1FE5-EFF8D5BB0CB3}"/>
                </a:ext>
              </a:extLst>
            </p:cNvPr>
            <p:cNvCxnSpPr/>
            <p:nvPr/>
          </p:nvCxnSpPr>
          <p:spPr>
            <a:xfrm flipH="1">
              <a:off x="822316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C9AF14-37B5-ECE7-D0E8-191F9103FCC6}"/>
              </a:ext>
            </a:extLst>
          </p:cNvPr>
          <p:cNvGrpSpPr/>
          <p:nvPr/>
        </p:nvGrpSpPr>
        <p:grpSpPr>
          <a:xfrm>
            <a:off x="609600" y="1985129"/>
            <a:ext cx="3639671" cy="724337"/>
            <a:chOff x="609600" y="3488253"/>
            <a:chExt cx="3639671" cy="72433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3F9451C-D353-35B0-7D1A-3A27FF1C7162}"/>
                </a:ext>
              </a:extLst>
            </p:cNvPr>
            <p:cNvGrpSpPr/>
            <p:nvPr/>
          </p:nvGrpSpPr>
          <p:grpSpPr>
            <a:xfrm>
              <a:off x="609600" y="3488253"/>
              <a:ext cx="3639671" cy="609600"/>
              <a:chOff x="609600" y="1703294"/>
              <a:chExt cx="3639671" cy="6096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7D76EF9-E207-FCEC-24F8-166B83489D79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9A4AD82-C8EB-6E0A-C6EB-42D66C658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5ABEFBBD-234E-DA4B-92F2-77CFF327D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5469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E4F6112B-66E6-5970-F0BD-2562BF9FA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129AD1E9-8A04-9BA4-D1DA-539867CE8E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55015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DB4F9BB4-AA15-BD92-B03C-4BD9A8C79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</p:spPr>
          </p:pic>
        </p:grp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28652BB-A0E3-39B2-E48D-F12F9D19C7E2}"/>
                </a:ext>
              </a:extLst>
            </p:cNvPr>
            <p:cNvCxnSpPr/>
            <p:nvPr/>
          </p:nvCxnSpPr>
          <p:spPr>
            <a:xfrm flipH="1">
              <a:off x="1700612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F373E0E-CE3E-C546-E727-444F8069A62C}"/>
                </a:ext>
              </a:extLst>
            </p:cNvPr>
            <p:cNvCxnSpPr/>
            <p:nvPr/>
          </p:nvCxnSpPr>
          <p:spPr>
            <a:xfrm flipH="1">
              <a:off x="3210155" y="3950804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70D86C08-1163-0CB1-4C8F-9A04026085F8}"/>
              </a:ext>
            </a:extLst>
          </p:cNvPr>
          <p:cNvSpPr/>
          <p:nvPr/>
        </p:nvSpPr>
        <p:spPr>
          <a:xfrm>
            <a:off x="2270020" y="2793304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B52381AA-4D13-3C06-1720-3C7667156AC5}"/>
              </a:ext>
            </a:extLst>
          </p:cNvPr>
          <p:cNvSpPr/>
          <p:nvPr/>
        </p:nvSpPr>
        <p:spPr>
          <a:xfrm>
            <a:off x="6558477" y="3055218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24D02-CCDB-085A-9834-D20805436EB9}"/>
              </a:ext>
            </a:extLst>
          </p:cNvPr>
          <p:cNvSpPr txBox="1"/>
          <p:nvPr/>
        </p:nvSpPr>
        <p:spPr>
          <a:xfrm>
            <a:off x="531121" y="5421551"/>
            <a:ext cx="3793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전자들이 별개로 움직임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F56B4D-D88F-1389-A2C9-FDC635FEB05F}"/>
              </a:ext>
            </a:extLst>
          </p:cNvPr>
          <p:cNvSpPr txBox="1"/>
          <p:nvPr/>
        </p:nvSpPr>
        <p:spPr>
          <a:xfrm>
            <a:off x="5228479" y="4574404"/>
            <a:ext cx="3291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전자들은 모두 동일한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current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2D9FDA-5CF2-5460-5D1F-18064A73ED52}"/>
              </a:ext>
            </a:extLst>
          </p:cNvPr>
          <p:cNvGrpSpPr/>
          <p:nvPr/>
        </p:nvGrpSpPr>
        <p:grpSpPr>
          <a:xfrm>
            <a:off x="609600" y="4611135"/>
            <a:ext cx="3639671" cy="609600"/>
            <a:chOff x="609600" y="1703294"/>
            <a:chExt cx="3639671" cy="609600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C87559F-F8F7-C3B9-5A24-2FF2484C7211}"/>
                </a:ext>
              </a:extLst>
            </p:cNvPr>
            <p:cNvSpPr/>
            <p:nvPr/>
          </p:nvSpPr>
          <p:spPr>
            <a:xfrm>
              <a:off x="609600" y="1703294"/>
              <a:ext cx="3639671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E3A88A9E-DE56-D87B-6C48-BA8DDDA56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696" y="1850342"/>
              <a:ext cx="315503" cy="315503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511D4985-C97E-524F-734F-E395FD658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7180" y="1850342"/>
              <a:ext cx="315503" cy="315503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026E7E4-B0B1-A615-22E4-77DC35C0C824}"/>
              </a:ext>
            </a:extLst>
          </p:cNvPr>
          <p:cNvGrpSpPr/>
          <p:nvPr/>
        </p:nvGrpSpPr>
        <p:grpSpPr>
          <a:xfrm>
            <a:off x="609600" y="3217863"/>
            <a:ext cx="3639671" cy="722183"/>
            <a:chOff x="609600" y="3217863"/>
            <a:chExt cx="3639671" cy="722183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E5F4241D-9C29-3239-0F66-6CF727EF37FB}"/>
                </a:ext>
              </a:extLst>
            </p:cNvPr>
            <p:cNvGrpSpPr/>
            <p:nvPr/>
          </p:nvGrpSpPr>
          <p:grpSpPr>
            <a:xfrm>
              <a:off x="609600" y="3217863"/>
              <a:ext cx="3639671" cy="609600"/>
              <a:chOff x="609600" y="1703294"/>
              <a:chExt cx="3639671" cy="60960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E2929AF-858B-1613-2499-7AAF7AB0BAFD}"/>
                  </a:ext>
                </a:extLst>
              </p:cNvPr>
              <p:cNvSpPr/>
              <p:nvPr/>
            </p:nvSpPr>
            <p:spPr>
              <a:xfrm>
                <a:off x="609600" y="1703294"/>
                <a:ext cx="3639671" cy="609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DD1F01DF-2843-8BB3-0C65-03EFAF8DD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0696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85E34D36-C893-E895-F58D-53B886467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00242" y="1850342"/>
                <a:ext cx="315503" cy="315503"/>
              </a:xfrm>
              <a:prstGeom prst="rect">
                <a:avLst/>
              </a:prstGeom>
            </p:spPr>
          </p:pic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0EE0F2C9-A4BB-60E2-3B68-CC87AFE7D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7180" y="1850342"/>
                <a:ext cx="315503" cy="315503"/>
              </a:xfrm>
              <a:prstGeom prst="rect">
                <a:avLst/>
              </a:prstGeom>
            </p:spPr>
          </p:pic>
        </p:grp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51C5D3A-DF91-6CFD-A591-01CA91CE9D38}"/>
                </a:ext>
              </a:extLst>
            </p:cNvPr>
            <p:cNvCxnSpPr/>
            <p:nvPr/>
          </p:nvCxnSpPr>
          <p:spPr>
            <a:xfrm flipH="1">
              <a:off x="2455383" y="3678260"/>
              <a:ext cx="1" cy="261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99F69416-526F-0237-7CB5-865859BC3590}"/>
              </a:ext>
            </a:extLst>
          </p:cNvPr>
          <p:cNvSpPr/>
          <p:nvPr/>
        </p:nvSpPr>
        <p:spPr>
          <a:xfrm>
            <a:off x="2270020" y="4132810"/>
            <a:ext cx="315503" cy="277510"/>
          </a:xfrm>
          <a:prstGeom prst="downArrow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D5DBAC-E75A-B9C5-D200-2A932600476D}"/>
              </a:ext>
            </a:extLst>
          </p:cNvPr>
          <p:cNvSpPr txBox="1"/>
          <p:nvPr/>
        </p:nvSpPr>
        <p:spPr>
          <a:xfrm>
            <a:off x="4928776" y="2724728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C78C86-BB2C-9225-D361-3BC935844DB2}"/>
              </a:ext>
            </a:extLst>
          </p:cNvPr>
          <p:cNvSpPr txBox="1"/>
          <p:nvPr/>
        </p:nvSpPr>
        <p:spPr>
          <a:xfrm>
            <a:off x="5680943" y="2724728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701326-5EE5-C6C2-D3FE-47A42494EC19}"/>
              </a:ext>
            </a:extLst>
          </p:cNvPr>
          <p:cNvSpPr txBox="1"/>
          <p:nvPr/>
        </p:nvSpPr>
        <p:spPr>
          <a:xfrm>
            <a:off x="6433110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BE4F5A-C9C4-287E-999B-437194D249A2}"/>
              </a:ext>
            </a:extLst>
          </p:cNvPr>
          <p:cNvSpPr txBox="1"/>
          <p:nvPr/>
        </p:nvSpPr>
        <p:spPr>
          <a:xfrm>
            <a:off x="7195703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8C4167-0D76-496C-E47C-EAA5829476BC}"/>
              </a:ext>
            </a:extLst>
          </p:cNvPr>
          <p:cNvSpPr txBox="1"/>
          <p:nvPr/>
        </p:nvSpPr>
        <p:spPr>
          <a:xfrm>
            <a:off x="7941871" y="2706852"/>
            <a:ext cx="555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97B31C-49CD-67F8-4EE8-DAB4CC6A237C}"/>
              </a:ext>
            </a:extLst>
          </p:cNvPr>
          <p:cNvSpPr txBox="1"/>
          <p:nvPr/>
        </p:nvSpPr>
        <p:spPr>
          <a:xfrm>
            <a:off x="5580159" y="3474372"/>
            <a:ext cx="2261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059C1F0-8718-DF88-DA6F-803DA6A18FDB}"/>
              </a:ext>
            </a:extLst>
          </p:cNvPr>
          <p:cNvCxnSpPr/>
          <p:nvPr/>
        </p:nvCxnSpPr>
        <p:spPr>
          <a:xfrm>
            <a:off x="4572000" y="885991"/>
            <a:ext cx="0" cy="4893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45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4A4F-FB98-A185-654F-F4E8507F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Result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CF35B-884A-09A5-988E-829BAF794819}"/>
              </a:ext>
            </a:extLst>
          </p:cNvPr>
          <p:cNvSpPr txBox="1"/>
          <p:nvPr/>
        </p:nvSpPr>
        <p:spPr>
          <a:xfrm>
            <a:off x="869577" y="1233730"/>
            <a:ext cx="740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56128-B81E-650A-86DD-C92483D26562}"/>
              </a:ext>
            </a:extLst>
          </p:cNvPr>
          <p:cNvSpPr txBox="1"/>
          <p:nvPr/>
        </p:nvSpPr>
        <p:spPr>
          <a:xfrm>
            <a:off x="869577" y="3883618"/>
            <a:ext cx="740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to Band Tunneling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/>
              <p:nvPr/>
            </p:nvSpPr>
            <p:spPr>
              <a:xfrm>
                <a:off x="178379" y="4923649"/>
                <a:ext cx="8787242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9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32</m:t>
                        </m:r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ko-KR" sz="19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num>
                      <m:den>
                        <m:sSup>
                          <m:sSup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9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tn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9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tox</m:t>
                                </m:r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9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9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WL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9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9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𝑇𝐶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altLang="ko-KR" sz="19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altLang="ko-KR" sz="19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−1 </m:t>
                            </m:r>
                          </m:e>
                        </m:d>
                        <m: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𝐹𝑛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𝑇𝐶</m:t>
                                </m:r>
                              </m:sub>
                              <m:sup>
                                <m:r>
                                  <a:rPr lang="en-US" altLang="ko-KR" sz="19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altLang="ko-KR" sz="19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19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9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9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9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A642848B-7521-FACB-4029-CB897A3F4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79" y="4923649"/>
                <a:ext cx="8787242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/>
              <p:nvPr/>
            </p:nvSpPr>
            <p:spPr>
              <a:xfrm>
                <a:off x="2175770" y="2216758"/>
                <a:ext cx="4792460" cy="5186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2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𝜋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tox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WL</m:t>
                        </m:r>
                      </m:sub>
                    </m:sSub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sub>
                        </m:s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kT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F0CFDDF7-11D9-C022-2F35-88039011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770" y="2216758"/>
                <a:ext cx="4792460" cy="5186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3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781</Words>
  <Application>Microsoft Office PowerPoint</Application>
  <PresentationFormat>화면 슬라이드 쇼(4:3)</PresentationFormat>
  <Paragraphs>133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Calibri</vt:lpstr>
      <vt:lpstr>Cambria Math</vt:lpstr>
      <vt:lpstr>Times New Roman</vt:lpstr>
      <vt:lpstr>Office 테마</vt:lpstr>
      <vt:lpstr>Elastic Tunneling 정리  진명</vt:lpstr>
      <vt:lpstr>Tunneling Coefficient</vt:lpstr>
      <vt:lpstr>Elastic Tunneling of Electron</vt:lpstr>
      <vt:lpstr>Tunneling Current Modeling</vt:lpstr>
      <vt:lpstr>Direct Tunneling</vt:lpstr>
      <vt:lpstr>Direct Tunneling</vt:lpstr>
      <vt:lpstr>Localization of Trapped Electron</vt:lpstr>
      <vt:lpstr>Trap to Band Tunneling</vt:lpstr>
      <vt:lpstr>Trap to Band Tunneling</vt:lpstr>
      <vt:lpstr>Trap to Band Tunneling</vt:lpstr>
      <vt:lpstr>Trap to Band Tunneling</vt:lpstr>
      <vt:lpstr>Trap to Band Tunneling</vt:lpstr>
      <vt:lpstr>Final Result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2024-12-16T15:15:34Z</dcterms:modified>
  <cp:version/>
</cp:coreProperties>
</file>