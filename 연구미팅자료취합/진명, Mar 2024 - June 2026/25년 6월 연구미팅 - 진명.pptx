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672" r:id="rId1"/>
  </p:sldMasterIdLst>
  <p:notesMasterIdLst>
    <p:notesMasterId r:id="rId9"/>
  </p:notesMasterIdLst>
  <p:sldIdLst>
    <p:sldId id="314" r:id="rId2"/>
    <p:sldId id="323" r:id="rId3"/>
    <p:sldId id="316" r:id="rId4"/>
    <p:sldId id="317" r:id="rId5"/>
    <p:sldId id="318" r:id="rId6"/>
    <p:sldId id="320" r:id="rId7"/>
    <p:sldId id="322" r:id="rId8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BFBC05-E0D2-4524-8C59-7CA781011B59}" v="146" dt="2025-06-29T14:27:54.9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49" autoAdjust="0"/>
    <p:restoredTop sz="97300" autoAdjust="0"/>
  </p:normalViewPr>
  <p:slideViewPr>
    <p:cSldViewPr snapToGrid="0">
      <p:cViewPr varScale="1">
        <p:scale>
          <a:sx n="152" d="100"/>
          <a:sy n="152" d="100"/>
        </p:scale>
        <p:origin x="156" y="192"/>
      </p:cViewPr>
      <p:guideLst>
        <p:guide orient="horz" pos="215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121" d="100"/>
          <a:sy n="121" d="100"/>
        </p:scale>
        <p:origin x="502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YUNG JIN" userId="89f3fa32ababedc4" providerId="LiveId" clId="{CBD35385-CA9C-4508-A0CB-4DC2A73ECC51}"/>
    <pc:docChg chg="undo custSel addSld delSld modSld sldOrd">
      <pc:chgData name="MYUNG JIN" userId="89f3fa32ababedc4" providerId="LiveId" clId="{CBD35385-CA9C-4508-A0CB-4DC2A73ECC51}" dt="2025-06-16T04:58:56.661" v="1253" actId="20577"/>
      <pc:docMkLst>
        <pc:docMk/>
      </pc:docMkLst>
      <pc:sldChg chg="modSp mod">
        <pc:chgData name="MYUNG JIN" userId="89f3fa32ababedc4" providerId="LiveId" clId="{CBD35385-CA9C-4508-A0CB-4DC2A73ECC51}" dt="2025-06-12T08:53:00.346" v="109" actId="20577"/>
        <pc:sldMkLst>
          <pc:docMk/>
          <pc:sldMk cId="2415824652" sldId="314"/>
        </pc:sldMkLst>
        <pc:spChg chg="mod">
          <ac:chgData name="MYUNG JIN" userId="89f3fa32ababedc4" providerId="LiveId" clId="{CBD35385-CA9C-4508-A0CB-4DC2A73ECC51}" dt="2025-06-12T08:53:00.346" v="109" actId="20577"/>
          <ac:spMkLst>
            <pc:docMk/>
            <pc:sldMk cId="2415824652" sldId="314"/>
            <ac:spMk id="2" creationId="{2BE249DC-8914-7D45-D9D6-4D9952A1CDB9}"/>
          </ac:spMkLst>
        </pc:spChg>
      </pc:sldChg>
      <pc:sldChg chg="addSp modSp mod">
        <pc:chgData name="MYUNG JIN" userId="89f3fa32ababedc4" providerId="LiveId" clId="{CBD35385-CA9C-4508-A0CB-4DC2A73ECC51}" dt="2025-06-12T08:55:52.342" v="568" actId="1076"/>
        <pc:sldMkLst>
          <pc:docMk/>
          <pc:sldMk cId="2899342611" sldId="315"/>
        </pc:sldMkLst>
      </pc:sldChg>
      <pc:sldChg chg="addSp delSp modSp new mod">
        <pc:chgData name="MYUNG JIN" userId="89f3fa32ababedc4" providerId="LiveId" clId="{CBD35385-CA9C-4508-A0CB-4DC2A73ECC51}" dt="2025-06-12T09:01:25.097" v="827" actId="20577"/>
        <pc:sldMkLst>
          <pc:docMk/>
          <pc:sldMk cId="853672829" sldId="316"/>
        </pc:sldMkLst>
        <pc:spChg chg="mod">
          <ac:chgData name="MYUNG JIN" userId="89f3fa32ababedc4" providerId="LiveId" clId="{CBD35385-CA9C-4508-A0CB-4DC2A73ECC51}" dt="2025-06-12T08:56:02.187" v="597" actId="20577"/>
          <ac:spMkLst>
            <pc:docMk/>
            <pc:sldMk cId="853672829" sldId="316"/>
            <ac:spMk id="2" creationId="{159349FF-C4B5-805B-5C25-E7F681CBE5E4}"/>
          </ac:spMkLst>
        </pc:spChg>
        <pc:spChg chg="add mod">
          <ac:chgData name="MYUNG JIN" userId="89f3fa32ababedc4" providerId="LiveId" clId="{CBD35385-CA9C-4508-A0CB-4DC2A73ECC51}" dt="2025-06-12T09:00:02.601" v="682" actId="1076"/>
          <ac:spMkLst>
            <pc:docMk/>
            <pc:sldMk cId="853672829" sldId="316"/>
            <ac:spMk id="3" creationId="{8B636DB8-0A78-6303-4E93-7034D4C71755}"/>
          </ac:spMkLst>
        </pc:spChg>
        <pc:spChg chg="add mod">
          <ac:chgData name="MYUNG JIN" userId="89f3fa32ababedc4" providerId="LiveId" clId="{CBD35385-CA9C-4508-A0CB-4DC2A73ECC51}" dt="2025-06-12T09:00:02.601" v="682" actId="1076"/>
          <ac:spMkLst>
            <pc:docMk/>
            <pc:sldMk cId="853672829" sldId="316"/>
            <ac:spMk id="4" creationId="{7BD19F0D-2FFD-E890-0807-DAA900DEC3D4}"/>
          </ac:spMkLst>
        </pc:spChg>
        <pc:spChg chg="add mod">
          <ac:chgData name="MYUNG JIN" userId="89f3fa32ababedc4" providerId="LiveId" clId="{CBD35385-CA9C-4508-A0CB-4DC2A73ECC51}" dt="2025-06-12T09:00:05.876" v="683" actId="1076"/>
          <ac:spMkLst>
            <pc:docMk/>
            <pc:sldMk cId="853672829" sldId="316"/>
            <ac:spMk id="9" creationId="{BB841924-4CC0-B2C3-727E-2025435C75E7}"/>
          </ac:spMkLst>
        </pc:spChg>
        <pc:spChg chg="add mod">
          <ac:chgData name="MYUNG JIN" userId="89f3fa32ababedc4" providerId="LiveId" clId="{CBD35385-CA9C-4508-A0CB-4DC2A73ECC51}" dt="2025-06-12T09:00:05.876" v="683" actId="1076"/>
          <ac:spMkLst>
            <pc:docMk/>
            <pc:sldMk cId="853672829" sldId="316"/>
            <ac:spMk id="15" creationId="{9314F788-ACE4-C381-F137-DCB218B4A9F1}"/>
          </ac:spMkLst>
        </pc:spChg>
        <pc:spChg chg="add mod">
          <ac:chgData name="MYUNG JIN" userId="89f3fa32ababedc4" providerId="LiveId" clId="{CBD35385-CA9C-4508-A0CB-4DC2A73ECC51}" dt="2025-06-12T09:00:05.876" v="683" actId="1076"/>
          <ac:spMkLst>
            <pc:docMk/>
            <pc:sldMk cId="853672829" sldId="316"/>
            <ac:spMk id="16" creationId="{ABBC7162-7608-5A69-E69D-AA5A8E57F559}"/>
          </ac:spMkLst>
        </pc:spChg>
        <pc:spChg chg="add mod">
          <ac:chgData name="MYUNG JIN" userId="89f3fa32ababedc4" providerId="LiveId" clId="{CBD35385-CA9C-4508-A0CB-4DC2A73ECC51}" dt="2025-06-12T09:00:05.876" v="683" actId="1076"/>
          <ac:spMkLst>
            <pc:docMk/>
            <pc:sldMk cId="853672829" sldId="316"/>
            <ac:spMk id="17" creationId="{6561DE8C-1DCC-4CC9-EC4C-1D2ADCCD587A}"/>
          </ac:spMkLst>
        </pc:spChg>
        <pc:spChg chg="add mod">
          <ac:chgData name="MYUNG JIN" userId="89f3fa32ababedc4" providerId="LiveId" clId="{CBD35385-CA9C-4508-A0CB-4DC2A73ECC51}" dt="2025-06-12T09:00:05.876" v="683" actId="1076"/>
          <ac:spMkLst>
            <pc:docMk/>
            <pc:sldMk cId="853672829" sldId="316"/>
            <ac:spMk id="18" creationId="{D3A8C256-173D-32E5-9F27-6E006C4E91A1}"/>
          </ac:spMkLst>
        </pc:spChg>
        <pc:spChg chg="add mod">
          <ac:chgData name="MYUNG JIN" userId="89f3fa32ababedc4" providerId="LiveId" clId="{CBD35385-CA9C-4508-A0CB-4DC2A73ECC51}" dt="2025-06-12T09:00:05.876" v="683" actId="1076"/>
          <ac:spMkLst>
            <pc:docMk/>
            <pc:sldMk cId="853672829" sldId="316"/>
            <ac:spMk id="19" creationId="{F2F77D8E-E711-C8E9-C66F-0B0B8E3A3326}"/>
          </ac:spMkLst>
        </pc:spChg>
        <pc:spChg chg="add mod">
          <ac:chgData name="MYUNG JIN" userId="89f3fa32ababedc4" providerId="LiveId" clId="{CBD35385-CA9C-4508-A0CB-4DC2A73ECC51}" dt="2025-06-12T09:00:12.913" v="685" actId="1076"/>
          <ac:spMkLst>
            <pc:docMk/>
            <pc:sldMk cId="853672829" sldId="316"/>
            <ac:spMk id="24" creationId="{F16A5841-6072-FDAC-9A87-1A8AF3F20D96}"/>
          </ac:spMkLst>
        </pc:spChg>
        <pc:spChg chg="add mod">
          <ac:chgData name="MYUNG JIN" userId="89f3fa32ababedc4" providerId="LiveId" clId="{CBD35385-CA9C-4508-A0CB-4DC2A73ECC51}" dt="2025-06-12T09:00:05.876" v="683" actId="1076"/>
          <ac:spMkLst>
            <pc:docMk/>
            <pc:sldMk cId="853672829" sldId="316"/>
            <ac:spMk id="31" creationId="{11EACD0D-EB64-FED2-33D9-13ED5CBD5609}"/>
          </ac:spMkLst>
        </pc:spChg>
        <pc:spChg chg="add mod">
          <ac:chgData name="MYUNG JIN" userId="89f3fa32ababedc4" providerId="LiveId" clId="{CBD35385-CA9C-4508-A0CB-4DC2A73ECC51}" dt="2025-06-12T09:00:12.913" v="685" actId="1076"/>
          <ac:spMkLst>
            <pc:docMk/>
            <pc:sldMk cId="853672829" sldId="316"/>
            <ac:spMk id="32" creationId="{C0DEB8CD-9D20-B542-619B-1326D6F9470E}"/>
          </ac:spMkLst>
        </pc:spChg>
        <pc:spChg chg="add">
          <ac:chgData name="MYUNG JIN" userId="89f3fa32ababedc4" providerId="LiveId" clId="{CBD35385-CA9C-4508-A0CB-4DC2A73ECC51}" dt="2025-06-12T09:00:09.905" v="684" actId="11529"/>
          <ac:spMkLst>
            <pc:docMk/>
            <pc:sldMk cId="853672829" sldId="316"/>
            <ac:spMk id="33" creationId="{7F56DE69-E35A-20EA-7FFA-66B6416868FF}"/>
          </ac:spMkLst>
        </pc:spChg>
        <pc:spChg chg="add mod">
          <ac:chgData name="MYUNG JIN" userId="89f3fa32ababedc4" providerId="LiveId" clId="{CBD35385-CA9C-4508-A0CB-4DC2A73ECC51}" dt="2025-06-12T09:01:25.097" v="827" actId="20577"/>
          <ac:spMkLst>
            <pc:docMk/>
            <pc:sldMk cId="853672829" sldId="316"/>
            <ac:spMk id="34" creationId="{0B8E8188-548C-B3D9-776F-099D272C0B21}"/>
          </ac:spMkLst>
        </pc:spChg>
        <pc:cxnChg chg="add mod">
          <ac:chgData name="MYUNG JIN" userId="89f3fa32ababedc4" providerId="LiveId" clId="{CBD35385-CA9C-4508-A0CB-4DC2A73ECC51}" dt="2025-06-12T09:00:02.601" v="682" actId="1076"/>
          <ac:cxnSpMkLst>
            <pc:docMk/>
            <pc:sldMk cId="853672829" sldId="316"/>
            <ac:cxnSpMk id="6" creationId="{7F5802CA-2165-DF44-F066-7880B1C617D9}"/>
          </ac:cxnSpMkLst>
        </pc:cxnChg>
        <pc:cxnChg chg="add mod">
          <ac:chgData name="MYUNG JIN" userId="89f3fa32ababedc4" providerId="LiveId" clId="{CBD35385-CA9C-4508-A0CB-4DC2A73ECC51}" dt="2025-06-12T09:00:02.601" v="682" actId="1076"/>
          <ac:cxnSpMkLst>
            <pc:docMk/>
            <pc:sldMk cId="853672829" sldId="316"/>
            <ac:cxnSpMk id="7" creationId="{27D17896-C4FE-5475-3C08-E411BD4CE750}"/>
          </ac:cxnSpMkLst>
        </pc:cxnChg>
        <pc:cxnChg chg="add mod">
          <ac:chgData name="MYUNG JIN" userId="89f3fa32ababedc4" providerId="LiveId" clId="{CBD35385-CA9C-4508-A0CB-4DC2A73ECC51}" dt="2025-06-12T09:00:02.601" v="682" actId="1076"/>
          <ac:cxnSpMkLst>
            <pc:docMk/>
            <pc:sldMk cId="853672829" sldId="316"/>
            <ac:cxnSpMk id="8" creationId="{EB6F7C40-74F4-ADA7-894F-70A26196981F}"/>
          </ac:cxnSpMkLst>
        </pc:cxnChg>
        <pc:cxnChg chg="add mod">
          <ac:chgData name="MYUNG JIN" userId="89f3fa32ababedc4" providerId="LiveId" clId="{CBD35385-CA9C-4508-A0CB-4DC2A73ECC51}" dt="2025-06-12T08:57:47.804" v="625" actId="1076"/>
          <ac:cxnSpMkLst>
            <pc:docMk/>
            <pc:sldMk cId="853672829" sldId="316"/>
            <ac:cxnSpMk id="12" creationId="{EA3F1242-FAA4-C817-F603-8AFFABCC245E}"/>
          </ac:cxnSpMkLst>
        </pc:cxnChg>
        <pc:cxnChg chg="add mod">
          <ac:chgData name="MYUNG JIN" userId="89f3fa32ababedc4" providerId="LiveId" clId="{CBD35385-CA9C-4508-A0CB-4DC2A73ECC51}" dt="2025-06-12T09:00:05.876" v="683" actId="1076"/>
          <ac:cxnSpMkLst>
            <pc:docMk/>
            <pc:sldMk cId="853672829" sldId="316"/>
            <ac:cxnSpMk id="13" creationId="{2F64352F-0BFD-6EED-2F1B-9D78951E25E7}"/>
          </ac:cxnSpMkLst>
        </pc:cxnChg>
        <pc:cxnChg chg="add mod">
          <ac:chgData name="MYUNG JIN" userId="89f3fa32ababedc4" providerId="LiveId" clId="{CBD35385-CA9C-4508-A0CB-4DC2A73ECC51}" dt="2025-06-12T09:00:05.876" v="683" actId="1076"/>
          <ac:cxnSpMkLst>
            <pc:docMk/>
            <pc:sldMk cId="853672829" sldId="316"/>
            <ac:cxnSpMk id="14" creationId="{1B1315FE-3A8D-14FD-8C3A-5514CE67AEDA}"/>
          </ac:cxnSpMkLst>
        </pc:cxnChg>
        <pc:cxnChg chg="add mod">
          <ac:chgData name="MYUNG JIN" userId="89f3fa32ababedc4" providerId="LiveId" clId="{CBD35385-CA9C-4508-A0CB-4DC2A73ECC51}" dt="2025-06-12T08:58:30.483" v="637" actId="571"/>
          <ac:cxnSpMkLst>
            <pc:docMk/>
            <pc:sldMk cId="853672829" sldId="316"/>
            <ac:cxnSpMk id="21" creationId="{04714973-DFFE-6534-FA58-47D537E89F7F}"/>
          </ac:cxnSpMkLst>
        </pc:cxnChg>
        <pc:cxnChg chg="add mod">
          <ac:chgData name="MYUNG JIN" userId="89f3fa32ababedc4" providerId="LiveId" clId="{CBD35385-CA9C-4508-A0CB-4DC2A73ECC51}" dt="2025-06-12T09:00:05.876" v="683" actId="1076"/>
          <ac:cxnSpMkLst>
            <pc:docMk/>
            <pc:sldMk cId="853672829" sldId="316"/>
            <ac:cxnSpMk id="22" creationId="{1A95EC24-7519-3D69-D9E8-5C457AD156B4}"/>
          </ac:cxnSpMkLst>
        </pc:cxnChg>
        <pc:cxnChg chg="add mod">
          <ac:chgData name="MYUNG JIN" userId="89f3fa32ababedc4" providerId="LiveId" clId="{CBD35385-CA9C-4508-A0CB-4DC2A73ECC51}" dt="2025-06-12T09:00:12.913" v="685" actId="1076"/>
          <ac:cxnSpMkLst>
            <pc:docMk/>
            <pc:sldMk cId="853672829" sldId="316"/>
            <ac:cxnSpMk id="25" creationId="{6FB5AF73-AA61-95A0-40F1-1D2C05F8C73E}"/>
          </ac:cxnSpMkLst>
        </pc:cxnChg>
        <pc:cxnChg chg="add mod">
          <ac:chgData name="MYUNG JIN" userId="89f3fa32ababedc4" providerId="LiveId" clId="{CBD35385-CA9C-4508-A0CB-4DC2A73ECC51}" dt="2025-06-12T09:00:12.913" v="685" actId="1076"/>
          <ac:cxnSpMkLst>
            <pc:docMk/>
            <pc:sldMk cId="853672829" sldId="316"/>
            <ac:cxnSpMk id="27" creationId="{B5388BA5-608A-076B-B94F-9F3C54E35988}"/>
          </ac:cxnSpMkLst>
        </pc:cxnChg>
        <pc:cxnChg chg="add mod">
          <ac:chgData name="MYUNG JIN" userId="89f3fa32ababedc4" providerId="LiveId" clId="{CBD35385-CA9C-4508-A0CB-4DC2A73ECC51}" dt="2025-06-12T09:00:12.913" v="685" actId="1076"/>
          <ac:cxnSpMkLst>
            <pc:docMk/>
            <pc:sldMk cId="853672829" sldId="316"/>
            <ac:cxnSpMk id="28" creationId="{5BC91144-36BF-FEBE-F667-6AE007CD6388}"/>
          </ac:cxnSpMkLst>
        </pc:cxnChg>
        <pc:cxnChg chg="add mod">
          <ac:chgData name="MYUNG JIN" userId="89f3fa32ababedc4" providerId="LiveId" clId="{CBD35385-CA9C-4508-A0CB-4DC2A73ECC51}" dt="2025-06-12T09:00:12.913" v="685" actId="1076"/>
          <ac:cxnSpMkLst>
            <pc:docMk/>
            <pc:sldMk cId="853672829" sldId="316"/>
            <ac:cxnSpMk id="29" creationId="{50F4212C-9ABB-2C8D-B476-A22DCACB6EB4}"/>
          </ac:cxnSpMkLst>
        </pc:cxnChg>
      </pc:sldChg>
      <pc:sldChg chg="del">
        <pc:chgData name="MYUNG JIN" userId="89f3fa32ababedc4" providerId="LiveId" clId="{CBD35385-CA9C-4508-A0CB-4DC2A73ECC51}" dt="2025-06-12T08:53:02.629" v="110" actId="47"/>
        <pc:sldMkLst>
          <pc:docMk/>
          <pc:sldMk cId="3739363777" sldId="316"/>
        </pc:sldMkLst>
      </pc:sldChg>
      <pc:sldChg chg="addSp modSp new mod">
        <pc:chgData name="MYUNG JIN" userId="89f3fa32ababedc4" providerId="LiveId" clId="{CBD35385-CA9C-4508-A0CB-4DC2A73ECC51}" dt="2025-06-16T04:58:56.661" v="1253" actId="20577"/>
        <pc:sldMkLst>
          <pc:docMk/>
          <pc:sldMk cId="744160102" sldId="317"/>
        </pc:sldMkLst>
        <pc:spChg chg="mod">
          <ac:chgData name="MYUNG JIN" userId="89f3fa32ababedc4" providerId="LiveId" clId="{CBD35385-CA9C-4508-A0CB-4DC2A73ECC51}" dt="2025-06-12T09:01:46.316" v="902" actId="20577"/>
          <ac:spMkLst>
            <pc:docMk/>
            <pc:sldMk cId="744160102" sldId="317"/>
            <ac:spMk id="2" creationId="{8A8EBF40-8A28-AE70-068F-66B1DBDB6057}"/>
          </ac:spMkLst>
        </pc:spChg>
        <pc:spChg chg="add mod">
          <ac:chgData name="MYUNG JIN" userId="89f3fa32ababedc4" providerId="LiveId" clId="{CBD35385-CA9C-4508-A0CB-4DC2A73ECC51}" dt="2025-06-16T04:51:05.590" v="1094" actId="20577"/>
          <ac:spMkLst>
            <pc:docMk/>
            <pc:sldMk cId="744160102" sldId="317"/>
            <ac:spMk id="3" creationId="{09DFFE53-F480-8E92-48A2-F36C4ECF381E}"/>
          </ac:spMkLst>
        </pc:spChg>
        <pc:spChg chg="add mod">
          <ac:chgData name="MYUNG JIN" userId="89f3fa32ababedc4" providerId="LiveId" clId="{CBD35385-CA9C-4508-A0CB-4DC2A73ECC51}" dt="2025-06-16T04:58:56.661" v="1253" actId="20577"/>
          <ac:spMkLst>
            <pc:docMk/>
            <pc:sldMk cId="744160102" sldId="317"/>
            <ac:spMk id="4" creationId="{CBF404E7-0C2B-B796-14D9-D0F94B7F5395}"/>
          </ac:spMkLst>
        </pc:spChg>
      </pc:sldChg>
      <pc:sldChg chg="del">
        <pc:chgData name="MYUNG JIN" userId="89f3fa32ababedc4" providerId="LiveId" clId="{CBD35385-CA9C-4508-A0CB-4DC2A73ECC51}" dt="2025-06-12T08:53:03.231" v="111" actId="47"/>
        <pc:sldMkLst>
          <pc:docMk/>
          <pc:sldMk cId="2174781645" sldId="317"/>
        </pc:sldMkLst>
      </pc:sldChg>
      <pc:sldChg chg="addSp delSp modSp new mod">
        <pc:chgData name="MYUNG JIN" userId="89f3fa32ababedc4" providerId="LiveId" clId="{CBD35385-CA9C-4508-A0CB-4DC2A73ECC51}" dt="2025-06-12T09:02:03.157" v="906"/>
        <pc:sldMkLst>
          <pc:docMk/>
          <pc:sldMk cId="1823069088" sldId="318"/>
        </pc:sldMkLst>
        <pc:spChg chg="mod">
          <ac:chgData name="MYUNG JIN" userId="89f3fa32ababedc4" providerId="LiveId" clId="{CBD35385-CA9C-4508-A0CB-4DC2A73ECC51}" dt="2025-06-12T09:02:03.157" v="906"/>
          <ac:spMkLst>
            <pc:docMk/>
            <pc:sldMk cId="1823069088" sldId="318"/>
            <ac:spMk id="2" creationId="{61DE61FA-5CC4-62AD-957E-2D8643F900CC}"/>
          </ac:spMkLst>
        </pc:spChg>
      </pc:sldChg>
      <pc:sldChg chg="modSp new mod">
        <pc:chgData name="MYUNG JIN" userId="89f3fa32ababedc4" providerId="LiveId" clId="{CBD35385-CA9C-4508-A0CB-4DC2A73ECC51}" dt="2025-06-12T09:05:40.520" v="1026" actId="20577"/>
        <pc:sldMkLst>
          <pc:docMk/>
          <pc:sldMk cId="2012811755" sldId="319"/>
        </pc:sldMkLst>
      </pc:sldChg>
      <pc:sldChg chg="modSp new mod ord">
        <pc:chgData name="MYUNG JIN" userId="89f3fa32ababedc4" providerId="LiveId" clId="{CBD35385-CA9C-4508-A0CB-4DC2A73ECC51}" dt="2025-06-12T09:03:32.257" v="1000"/>
        <pc:sldMkLst>
          <pc:docMk/>
          <pc:sldMk cId="3478039128" sldId="320"/>
        </pc:sldMkLst>
        <pc:spChg chg="mod">
          <ac:chgData name="MYUNG JIN" userId="89f3fa32ababedc4" providerId="LiveId" clId="{CBD35385-CA9C-4508-A0CB-4DC2A73ECC51}" dt="2025-06-12T09:03:27.598" v="997" actId="58"/>
          <ac:spMkLst>
            <pc:docMk/>
            <pc:sldMk cId="3478039128" sldId="320"/>
            <ac:spMk id="2" creationId="{FBF8E031-5BD2-9E55-BA18-A76BAFAE5F4C}"/>
          </ac:spMkLst>
        </pc:spChg>
      </pc:sldChg>
      <pc:sldChg chg="add">
        <pc:chgData name="MYUNG JIN" userId="89f3fa32ababedc4" providerId="LiveId" clId="{CBD35385-CA9C-4508-A0CB-4DC2A73ECC51}" dt="2025-06-12T09:05:45.288" v="1029"/>
        <pc:sldMkLst>
          <pc:docMk/>
          <pc:sldMk cId="767685171" sldId="321"/>
        </pc:sldMkLst>
      </pc:sldChg>
      <pc:sldChg chg="modSp new del">
        <pc:chgData name="MYUNG JIN" userId="89f3fa32ababedc4" providerId="LiveId" clId="{CBD35385-CA9C-4508-A0CB-4DC2A73ECC51}" dt="2025-06-12T09:05:43.062" v="1027" actId="47"/>
        <pc:sldMkLst>
          <pc:docMk/>
          <pc:sldMk cId="945513945" sldId="321"/>
        </pc:sldMkLst>
      </pc:sldChg>
      <pc:sldChg chg="add">
        <pc:chgData name="MYUNG JIN" userId="89f3fa32ababedc4" providerId="LiveId" clId="{CBD35385-CA9C-4508-A0CB-4DC2A73ECC51}" dt="2025-06-12T09:05:45.477" v="1030"/>
        <pc:sldMkLst>
          <pc:docMk/>
          <pc:sldMk cId="2912972721" sldId="322"/>
        </pc:sldMkLst>
      </pc:sldChg>
      <pc:sldChg chg="add del">
        <pc:chgData name="MYUNG JIN" userId="89f3fa32ababedc4" providerId="LiveId" clId="{CBD35385-CA9C-4508-A0CB-4DC2A73ECC51}" dt="2025-06-12T09:05:43.649" v="1028" actId="47"/>
        <pc:sldMkLst>
          <pc:docMk/>
          <pc:sldMk cId="3408556614" sldId="322"/>
        </pc:sldMkLst>
      </pc:sldChg>
    </pc:docChg>
  </pc:docChgLst>
  <pc:docChgLst>
    <pc:chgData name="MYUNG JIN" userId="89f3fa32ababedc4" providerId="LiveId" clId="{FDBFBC05-E0D2-4524-8C59-7CA781011B59}"/>
    <pc:docChg chg="undo custSel addSld delSld modSld sldOrd modMainMaster">
      <pc:chgData name="MYUNG JIN" userId="89f3fa32ababedc4" providerId="LiveId" clId="{FDBFBC05-E0D2-4524-8C59-7CA781011B59}" dt="2025-06-29T14:28:16.635" v="1864" actId="20577"/>
      <pc:docMkLst>
        <pc:docMk/>
      </pc:docMkLst>
      <pc:sldChg chg="modSp mod">
        <pc:chgData name="MYUNG JIN" userId="89f3fa32ababedc4" providerId="LiveId" clId="{FDBFBC05-E0D2-4524-8C59-7CA781011B59}" dt="2025-06-29T14:23:30.328" v="1617" actId="14100"/>
        <pc:sldMkLst>
          <pc:docMk/>
          <pc:sldMk cId="2415824652" sldId="314"/>
        </pc:sldMkLst>
        <pc:spChg chg="mod">
          <ac:chgData name="MYUNG JIN" userId="89f3fa32ababedc4" providerId="LiveId" clId="{FDBFBC05-E0D2-4524-8C59-7CA781011B59}" dt="2025-06-29T14:23:30.328" v="1617" actId="14100"/>
          <ac:spMkLst>
            <pc:docMk/>
            <pc:sldMk cId="2415824652" sldId="314"/>
            <ac:spMk id="2" creationId="{2BE249DC-8914-7D45-D9D6-4D9952A1CDB9}"/>
          </ac:spMkLst>
        </pc:spChg>
      </pc:sldChg>
      <pc:sldChg chg="del">
        <pc:chgData name="MYUNG JIN" userId="89f3fa32ababedc4" providerId="LiveId" clId="{FDBFBC05-E0D2-4524-8C59-7CA781011B59}" dt="2025-06-29T07:14:15.120" v="39" actId="47"/>
        <pc:sldMkLst>
          <pc:docMk/>
          <pc:sldMk cId="2899342611" sldId="315"/>
        </pc:sldMkLst>
      </pc:sldChg>
      <pc:sldChg chg="addSp delSp modSp mod">
        <pc:chgData name="MYUNG JIN" userId="89f3fa32ababedc4" providerId="LiveId" clId="{FDBFBC05-E0D2-4524-8C59-7CA781011B59}" dt="2025-06-29T14:03:11.540" v="814" actId="20577"/>
        <pc:sldMkLst>
          <pc:docMk/>
          <pc:sldMk cId="853672829" sldId="316"/>
        </pc:sldMkLst>
        <pc:spChg chg="mod">
          <ac:chgData name="MYUNG JIN" userId="89f3fa32ababedc4" providerId="LiveId" clId="{FDBFBC05-E0D2-4524-8C59-7CA781011B59}" dt="2025-06-29T14:03:11.540" v="814" actId="20577"/>
          <ac:spMkLst>
            <pc:docMk/>
            <pc:sldMk cId="853672829" sldId="316"/>
            <ac:spMk id="2" creationId="{159349FF-C4B5-805B-5C25-E7F681CBE5E4}"/>
          </ac:spMkLst>
        </pc:spChg>
        <pc:spChg chg="mod">
          <ac:chgData name="MYUNG JIN" userId="89f3fa32ababedc4" providerId="LiveId" clId="{FDBFBC05-E0D2-4524-8C59-7CA781011B59}" dt="2025-06-29T13:22:00.620" v="161" actId="20577"/>
          <ac:spMkLst>
            <pc:docMk/>
            <pc:sldMk cId="853672829" sldId="316"/>
            <ac:spMk id="4" creationId="{7BD19F0D-2FFD-E890-0807-DAA900DEC3D4}"/>
          </ac:spMkLst>
        </pc:spChg>
        <pc:spChg chg="add mod">
          <ac:chgData name="MYUNG JIN" userId="89f3fa32ababedc4" providerId="LiveId" clId="{FDBFBC05-E0D2-4524-8C59-7CA781011B59}" dt="2025-06-29T07:20:42.347" v="96" actId="693"/>
          <ac:spMkLst>
            <pc:docMk/>
            <pc:sldMk cId="853672829" sldId="316"/>
            <ac:spMk id="5" creationId="{8FB1C749-5A01-713A-3715-4356B49BFAD6}"/>
          </ac:spMkLst>
        </pc:spChg>
        <pc:spChg chg="add mod">
          <ac:chgData name="MYUNG JIN" userId="89f3fa32ababedc4" providerId="LiveId" clId="{FDBFBC05-E0D2-4524-8C59-7CA781011B59}" dt="2025-06-29T07:20:47.862" v="99" actId="1076"/>
          <ac:spMkLst>
            <pc:docMk/>
            <pc:sldMk cId="853672829" sldId="316"/>
            <ac:spMk id="10" creationId="{2E9A1578-CD98-E76A-70A9-CB9DCB55F4AA}"/>
          </ac:spMkLst>
        </pc:spChg>
        <pc:spChg chg="add mod">
          <ac:chgData name="MYUNG JIN" userId="89f3fa32ababedc4" providerId="LiveId" clId="{FDBFBC05-E0D2-4524-8C59-7CA781011B59}" dt="2025-06-29T07:21:27.753" v="141" actId="20577"/>
          <ac:spMkLst>
            <pc:docMk/>
            <pc:sldMk cId="853672829" sldId="316"/>
            <ac:spMk id="11" creationId="{1AC58E01-0E6B-A02E-DF16-F36139A1BAEC}"/>
          </ac:spMkLst>
        </pc:spChg>
        <pc:spChg chg="add del mod">
          <ac:chgData name="MYUNG JIN" userId="89f3fa32ababedc4" providerId="LiveId" clId="{FDBFBC05-E0D2-4524-8C59-7CA781011B59}" dt="2025-06-29T07:21:30.609" v="142" actId="478"/>
          <ac:spMkLst>
            <pc:docMk/>
            <pc:sldMk cId="853672829" sldId="316"/>
            <ac:spMk id="20" creationId="{7FDCAB12-1208-E747-468D-EF14712C0B8E}"/>
          </ac:spMkLst>
        </pc:spChg>
        <pc:spChg chg="add mod">
          <ac:chgData name="MYUNG JIN" userId="89f3fa32ababedc4" providerId="LiveId" clId="{FDBFBC05-E0D2-4524-8C59-7CA781011B59}" dt="2025-06-29T07:21:35.194" v="143" actId="571"/>
          <ac:spMkLst>
            <pc:docMk/>
            <pc:sldMk cId="853672829" sldId="316"/>
            <ac:spMk id="23" creationId="{0C87BFC7-50B0-ACAA-CE53-0B5FAADF02F1}"/>
          </ac:spMkLst>
        </pc:spChg>
        <pc:spChg chg="add mod">
          <ac:chgData name="MYUNG JIN" userId="89f3fa32ababedc4" providerId="LiveId" clId="{FDBFBC05-E0D2-4524-8C59-7CA781011B59}" dt="2025-06-29T07:21:50.088" v="150" actId="14100"/>
          <ac:spMkLst>
            <pc:docMk/>
            <pc:sldMk cId="853672829" sldId="316"/>
            <ac:spMk id="26" creationId="{15A77853-7AD5-0131-B766-FE530597ABCB}"/>
          </ac:spMkLst>
        </pc:spChg>
        <pc:spChg chg="add mod">
          <ac:chgData name="MYUNG JIN" userId="89f3fa32ababedc4" providerId="LiveId" clId="{FDBFBC05-E0D2-4524-8C59-7CA781011B59}" dt="2025-06-29T13:22:41.340" v="174" actId="14100"/>
          <ac:spMkLst>
            <pc:docMk/>
            <pc:sldMk cId="853672829" sldId="316"/>
            <ac:spMk id="30" creationId="{E905532E-2AF2-1FB6-CBC3-6555B0DD5E1F}"/>
          </ac:spMkLst>
        </pc:spChg>
        <pc:spChg chg="mod">
          <ac:chgData name="MYUNG JIN" userId="89f3fa32ababedc4" providerId="LiveId" clId="{FDBFBC05-E0D2-4524-8C59-7CA781011B59}" dt="2025-06-29T13:22:18.457" v="171" actId="1076"/>
          <ac:spMkLst>
            <pc:docMk/>
            <pc:sldMk cId="853672829" sldId="316"/>
            <ac:spMk id="31" creationId="{11EACD0D-EB64-FED2-33D9-13ED5CBD5609}"/>
          </ac:spMkLst>
        </pc:spChg>
        <pc:spChg chg="mod">
          <ac:chgData name="MYUNG JIN" userId="89f3fa32ababedc4" providerId="LiveId" clId="{FDBFBC05-E0D2-4524-8C59-7CA781011B59}" dt="2025-06-29T13:22:21.253" v="172" actId="122"/>
          <ac:spMkLst>
            <pc:docMk/>
            <pc:sldMk cId="853672829" sldId="316"/>
            <ac:spMk id="32" creationId="{C0DEB8CD-9D20-B542-619B-1326D6F9470E}"/>
          </ac:spMkLst>
        </pc:spChg>
        <pc:spChg chg="mod">
          <ac:chgData name="MYUNG JIN" userId="89f3fa32ababedc4" providerId="LiveId" clId="{FDBFBC05-E0D2-4524-8C59-7CA781011B59}" dt="2025-06-29T07:20:58.878" v="124" actId="20577"/>
          <ac:spMkLst>
            <pc:docMk/>
            <pc:sldMk cId="853672829" sldId="316"/>
            <ac:spMk id="34" creationId="{0B8E8188-548C-B3D9-776F-099D272C0B21}"/>
          </ac:spMkLst>
        </pc:spChg>
        <pc:spChg chg="add mod">
          <ac:chgData name="MYUNG JIN" userId="89f3fa32ababedc4" providerId="LiveId" clId="{FDBFBC05-E0D2-4524-8C59-7CA781011B59}" dt="2025-06-29T13:22:46.195" v="175" actId="571"/>
          <ac:spMkLst>
            <pc:docMk/>
            <pc:sldMk cId="853672829" sldId="316"/>
            <ac:spMk id="35" creationId="{F7D7F173-1A35-90DF-8798-1266F6381DAE}"/>
          </ac:spMkLst>
        </pc:spChg>
      </pc:sldChg>
      <pc:sldChg chg="addSp delSp modSp add del mod">
        <pc:chgData name="MYUNG JIN" userId="89f3fa32ababedc4" providerId="LiveId" clId="{FDBFBC05-E0D2-4524-8C59-7CA781011B59}" dt="2025-06-29T14:19:14.324" v="1490" actId="20577"/>
        <pc:sldMkLst>
          <pc:docMk/>
          <pc:sldMk cId="744160102" sldId="317"/>
        </pc:sldMkLst>
        <pc:spChg chg="mod">
          <ac:chgData name="MYUNG JIN" userId="89f3fa32ababedc4" providerId="LiveId" clId="{FDBFBC05-E0D2-4524-8C59-7CA781011B59}" dt="2025-06-29T14:18:33.027" v="1401" actId="1076"/>
          <ac:spMkLst>
            <pc:docMk/>
            <pc:sldMk cId="744160102" sldId="317"/>
            <ac:spMk id="3" creationId="{09DFFE53-F480-8E92-48A2-F36C4ECF381E}"/>
          </ac:spMkLst>
        </pc:spChg>
        <pc:spChg chg="mod">
          <ac:chgData name="MYUNG JIN" userId="89f3fa32ababedc4" providerId="LiveId" clId="{FDBFBC05-E0D2-4524-8C59-7CA781011B59}" dt="2025-06-29T14:19:14.324" v="1490" actId="20577"/>
          <ac:spMkLst>
            <pc:docMk/>
            <pc:sldMk cId="744160102" sldId="317"/>
            <ac:spMk id="4" creationId="{CBF404E7-0C2B-B796-14D9-D0F94B7F5395}"/>
          </ac:spMkLst>
        </pc:spChg>
        <pc:spChg chg="add mod">
          <ac:chgData name="MYUNG JIN" userId="89f3fa32ababedc4" providerId="LiveId" clId="{FDBFBC05-E0D2-4524-8C59-7CA781011B59}" dt="2025-06-29T14:18:33.027" v="1401" actId="1076"/>
          <ac:spMkLst>
            <pc:docMk/>
            <pc:sldMk cId="744160102" sldId="317"/>
            <ac:spMk id="49" creationId="{FF6C74FB-CBD3-0B78-E1B3-E2B58D48A7E1}"/>
          </ac:spMkLst>
        </pc:spChg>
        <pc:spChg chg="add mod">
          <ac:chgData name="MYUNG JIN" userId="89f3fa32ababedc4" providerId="LiveId" clId="{FDBFBC05-E0D2-4524-8C59-7CA781011B59}" dt="2025-06-29T14:18:33.027" v="1401" actId="1076"/>
          <ac:spMkLst>
            <pc:docMk/>
            <pc:sldMk cId="744160102" sldId="317"/>
            <ac:spMk id="50" creationId="{4A2D4BFC-F86D-6C6A-D2F1-56CD872CF02A}"/>
          </ac:spMkLst>
        </pc:spChg>
        <pc:spChg chg="add mod">
          <ac:chgData name="MYUNG JIN" userId="89f3fa32ababedc4" providerId="LiveId" clId="{FDBFBC05-E0D2-4524-8C59-7CA781011B59}" dt="2025-06-29T14:18:33.027" v="1401" actId="1076"/>
          <ac:spMkLst>
            <pc:docMk/>
            <pc:sldMk cId="744160102" sldId="317"/>
            <ac:spMk id="51" creationId="{C61FCAD1-0989-093A-0175-0A1CBB809FAB}"/>
          </ac:spMkLst>
        </pc:spChg>
        <pc:spChg chg="add del mod">
          <ac:chgData name="MYUNG JIN" userId="89f3fa32ababedc4" providerId="LiveId" clId="{FDBFBC05-E0D2-4524-8C59-7CA781011B59}" dt="2025-06-29T14:13:06.038" v="1206"/>
          <ac:spMkLst>
            <pc:docMk/>
            <pc:sldMk cId="744160102" sldId="317"/>
            <ac:spMk id="52" creationId="{6094FB9F-A312-85CD-5311-EDEB71CC5126}"/>
          </ac:spMkLst>
        </pc:spChg>
        <pc:spChg chg="add mod">
          <ac:chgData name="MYUNG JIN" userId="89f3fa32ababedc4" providerId="LiveId" clId="{FDBFBC05-E0D2-4524-8C59-7CA781011B59}" dt="2025-06-29T14:18:33.027" v="1401" actId="1076"/>
          <ac:spMkLst>
            <pc:docMk/>
            <pc:sldMk cId="744160102" sldId="317"/>
            <ac:spMk id="53" creationId="{A530F00B-BFC1-F892-D2B9-536846AC2D6D}"/>
          </ac:spMkLst>
        </pc:spChg>
        <pc:spChg chg="add mod">
          <ac:chgData name="MYUNG JIN" userId="89f3fa32ababedc4" providerId="LiveId" clId="{FDBFBC05-E0D2-4524-8C59-7CA781011B59}" dt="2025-06-29T14:18:42.534" v="1402" actId="14100"/>
          <ac:spMkLst>
            <pc:docMk/>
            <pc:sldMk cId="744160102" sldId="317"/>
            <ac:spMk id="54" creationId="{A3B17921-12CA-BB19-DE5D-8D06FB6A7231}"/>
          </ac:spMkLst>
        </pc:spChg>
        <pc:spChg chg="add mod">
          <ac:chgData name="MYUNG JIN" userId="89f3fa32ababedc4" providerId="LiveId" clId="{FDBFBC05-E0D2-4524-8C59-7CA781011B59}" dt="2025-06-29T14:18:44.853" v="1403" actId="14100"/>
          <ac:spMkLst>
            <pc:docMk/>
            <pc:sldMk cId="744160102" sldId="317"/>
            <ac:spMk id="55" creationId="{F0D087DB-ADCF-115A-65F6-5E09F0C19A2E}"/>
          </ac:spMkLst>
        </pc:spChg>
        <pc:grpChg chg="add mod">
          <ac:chgData name="MYUNG JIN" userId="89f3fa32ababedc4" providerId="LiveId" clId="{FDBFBC05-E0D2-4524-8C59-7CA781011B59}" dt="2025-06-29T14:18:33.027" v="1401" actId="1076"/>
          <ac:grpSpMkLst>
            <pc:docMk/>
            <pc:sldMk cId="744160102" sldId="317"/>
            <ac:grpSpMk id="16" creationId="{F22E5B0A-82F0-6D73-D8EE-DDF3FEBE728B}"/>
          </ac:grpSpMkLst>
        </pc:grpChg>
        <pc:grpChg chg="add mod">
          <ac:chgData name="MYUNG JIN" userId="89f3fa32ababedc4" providerId="LiveId" clId="{FDBFBC05-E0D2-4524-8C59-7CA781011B59}" dt="2025-06-29T13:24:14.167" v="199" actId="571"/>
          <ac:grpSpMkLst>
            <pc:docMk/>
            <pc:sldMk cId="744160102" sldId="317"/>
            <ac:grpSpMk id="17" creationId="{97DD71C4-02FE-0816-AA16-88472CAE676D}"/>
          </ac:grpSpMkLst>
        </pc:grpChg>
        <pc:grpChg chg="add mod">
          <ac:chgData name="MYUNG JIN" userId="89f3fa32ababedc4" providerId="LiveId" clId="{FDBFBC05-E0D2-4524-8C59-7CA781011B59}" dt="2025-06-29T14:18:33.027" v="1401" actId="1076"/>
          <ac:grpSpMkLst>
            <pc:docMk/>
            <pc:sldMk cId="744160102" sldId="317"/>
            <ac:grpSpMk id="25" creationId="{4143F65C-F77D-4BE0-A57A-34E1414E1EEE}"/>
          </ac:grpSpMkLst>
        </pc:grpChg>
        <pc:grpChg chg="add mod">
          <ac:chgData name="MYUNG JIN" userId="89f3fa32ababedc4" providerId="LiveId" clId="{FDBFBC05-E0D2-4524-8C59-7CA781011B59}" dt="2025-06-29T13:24:18.458" v="201" actId="571"/>
          <ac:grpSpMkLst>
            <pc:docMk/>
            <pc:sldMk cId="744160102" sldId="317"/>
            <ac:grpSpMk id="33" creationId="{964DAABF-4A4A-C538-B3B4-F237AF21B8DF}"/>
          </ac:grpSpMkLst>
        </pc:grpChg>
        <pc:grpChg chg="add mod">
          <ac:chgData name="MYUNG JIN" userId="89f3fa32ababedc4" providerId="LiveId" clId="{FDBFBC05-E0D2-4524-8C59-7CA781011B59}" dt="2025-06-29T13:24:20.365" v="202" actId="571"/>
          <ac:grpSpMkLst>
            <pc:docMk/>
            <pc:sldMk cId="744160102" sldId="317"/>
            <ac:grpSpMk id="41" creationId="{BF848BF9-933C-1010-9AEE-2479DCBAEF75}"/>
          </ac:grpSpMkLst>
        </pc:grpChg>
        <pc:cxnChg chg="add del">
          <ac:chgData name="MYUNG JIN" userId="89f3fa32ababedc4" providerId="LiveId" clId="{FDBFBC05-E0D2-4524-8C59-7CA781011B59}" dt="2025-06-29T13:23:26.711" v="177" actId="478"/>
          <ac:cxnSpMkLst>
            <pc:docMk/>
            <pc:sldMk cId="744160102" sldId="317"/>
            <ac:cxnSpMk id="6" creationId="{A475452F-2FAA-73D3-AF41-E403A5FD8719}"/>
          </ac:cxnSpMkLst>
        </pc:cxnChg>
        <pc:cxnChg chg="add mod">
          <ac:chgData name="MYUNG JIN" userId="89f3fa32ababedc4" providerId="LiveId" clId="{FDBFBC05-E0D2-4524-8C59-7CA781011B59}" dt="2025-06-29T13:24:10.110" v="197" actId="164"/>
          <ac:cxnSpMkLst>
            <pc:docMk/>
            <pc:sldMk cId="744160102" sldId="317"/>
            <ac:cxnSpMk id="8" creationId="{D8165C47-71B1-E0F9-285C-5D766E4EB85A}"/>
          </ac:cxnSpMkLst>
        </pc:cxnChg>
        <pc:cxnChg chg="add mod">
          <ac:chgData name="MYUNG JIN" userId="89f3fa32ababedc4" providerId="LiveId" clId="{FDBFBC05-E0D2-4524-8C59-7CA781011B59}" dt="2025-06-29T13:24:10.110" v="197" actId="164"/>
          <ac:cxnSpMkLst>
            <pc:docMk/>
            <pc:sldMk cId="744160102" sldId="317"/>
            <ac:cxnSpMk id="9" creationId="{F7CEB964-518C-E162-C185-90B9BDD14997}"/>
          </ac:cxnSpMkLst>
        </pc:cxnChg>
        <pc:cxnChg chg="add mod">
          <ac:chgData name="MYUNG JIN" userId="89f3fa32ababedc4" providerId="LiveId" clId="{FDBFBC05-E0D2-4524-8C59-7CA781011B59}" dt="2025-06-29T13:24:10.110" v="197" actId="164"/>
          <ac:cxnSpMkLst>
            <pc:docMk/>
            <pc:sldMk cId="744160102" sldId="317"/>
            <ac:cxnSpMk id="10" creationId="{43DC7300-AB40-7866-CC9A-D2C2720C8E9C}"/>
          </ac:cxnSpMkLst>
        </pc:cxnChg>
        <pc:cxnChg chg="add mod">
          <ac:chgData name="MYUNG JIN" userId="89f3fa32ababedc4" providerId="LiveId" clId="{FDBFBC05-E0D2-4524-8C59-7CA781011B59}" dt="2025-06-29T13:24:10.110" v="197" actId="164"/>
          <ac:cxnSpMkLst>
            <pc:docMk/>
            <pc:sldMk cId="744160102" sldId="317"/>
            <ac:cxnSpMk id="12" creationId="{E978AFE4-6F6B-9EAD-80ED-2041F063634E}"/>
          </ac:cxnSpMkLst>
        </pc:cxnChg>
        <pc:cxnChg chg="add mod">
          <ac:chgData name="MYUNG JIN" userId="89f3fa32ababedc4" providerId="LiveId" clId="{FDBFBC05-E0D2-4524-8C59-7CA781011B59}" dt="2025-06-29T13:24:10.110" v="197" actId="164"/>
          <ac:cxnSpMkLst>
            <pc:docMk/>
            <pc:sldMk cId="744160102" sldId="317"/>
            <ac:cxnSpMk id="13" creationId="{3BC1AE6C-4E1C-4F12-6EDB-3D42953A68DE}"/>
          </ac:cxnSpMkLst>
        </pc:cxnChg>
        <pc:cxnChg chg="add mod">
          <ac:chgData name="MYUNG JIN" userId="89f3fa32ababedc4" providerId="LiveId" clId="{FDBFBC05-E0D2-4524-8C59-7CA781011B59}" dt="2025-06-29T13:24:10.110" v="197" actId="164"/>
          <ac:cxnSpMkLst>
            <pc:docMk/>
            <pc:sldMk cId="744160102" sldId="317"/>
            <ac:cxnSpMk id="14" creationId="{44B459A5-B8EE-ED09-55C9-504220AD41C4}"/>
          </ac:cxnSpMkLst>
        </pc:cxnChg>
        <pc:cxnChg chg="add mod">
          <ac:chgData name="MYUNG JIN" userId="89f3fa32ababedc4" providerId="LiveId" clId="{FDBFBC05-E0D2-4524-8C59-7CA781011B59}" dt="2025-06-29T13:24:10.110" v="197" actId="164"/>
          <ac:cxnSpMkLst>
            <pc:docMk/>
            <pc:sldMk cId="744160102" sldId="317"/>
            <ac:cxnSpMk id="15" creationId="{34FCC8EE-F872-4337-FBE5-E23B4FBEB963}"/>
          </ac:cxnSpMkLst>
        </pc:cxnChg>
        <pc:cxnChg chg="mod">
          <ac:chgData name="MYUNG JIN" userId="89f3fa32ababedc4" providerId="LiveId" clId="{FDBFBC05-E0D2-4524-8C59-7CA781011B59}" dt="2025-06-29T13:24:14.167" v="199" actId="571"/>
          <ac:cxnSpMkLst>
            <pc:docMk/>
            <pc:sldMk cId="744160102" sldId="317"/>
            <ac:cxnSpMk id="18" creationId="{D099859E-DFFE-922E-1B83-C4F58C5F2FCD}"/>
          </ac:cxnSpMkLst>
        </pc:cxnChg>
        <pc:cxnChg chg="mod">
          <ac:chgData name="MYUNG JIN" userId="89f3fa32ababedc4" providerId="LiveId" clId="{FDBFBC05-E0D2-4524-8C59-7CA781011B59}" dt="2025-06-29T13:24:14.167" v="199" actId="571"/>
          <ac:cxnSpMkLst>
            <pc:docMk/>
            <pc:sldMk cId="744160102" sldId="317"/>
            <ac:cxnSpMk id="19" creationId="{2C14C01C-5366-AF42-557A-C8A761AB3915}"/>
          </ac:cxnSpMkLst>
        </pc:cxnChg>
        <pc:cxnChg chg="mod">
          <ac:chgData name="MYUNG JIN" userId="89f3fa32ababedc4" providerId="LiveId" clId="{FDBFBC05-E0D2-4524-8C59-7CA781011B59}" dt="2025-06-29T13:24:14.167" v="199" actId="571"/>
          <ac:cxnSpMkLst>
            <pc:docMk/>
            <pc:sldMk cId="744160102" sldId="317"/>
            <ac:cxnSpMk id="20" creationId="{4F1A9160-15CF-1B89-2D29-8D82468D193D}"/>
          </ac:cxnSpMkLst>
        </pc:cxnChg>
        <pc:cxnChg chg="mod">
          <ac:chgData name="MYUNG JIN" userId="89f3fa32ababedc4" providerId="LiveId" clId="{FDBFBC05-E0D2-4524-8C59-7CA781011B59}" dt="2025-06-29T13:24:14.167" v="199" actId="571"/>
          <ac:cxnSpMkLst>
            <pc:docMk/>
            <pc:sldMk cId="744160102" sldId="317"/>
            <ac:cxnSpMk id="21" creationId="{8754DB65-1331-8F79-272E-8B90D8B8BB9B}"/>
          </ac:cxnSpMkLst>
        </pc:cxnChg>
        <pc:cxnChg chg="mod">
          <ac:chgData name="MYUNG JIN" userId="89f3fa32ababedc4" providerId="LiveId" clId="{FDBFBC05-E0D2-4524-8C59-7CA781011B59}" dt="2025-06-29T13:24:14.167" v="199" actId="571"/>
          <ac:cxnSpMkLst>
            <pc:docMk/>
            <pc:sldMk cId="744160102" sldId="317"/>
            <ac:cxnSpMk id="22" creationId="{CBB397BF-EED4-29ED-B35F-9C3BCEF97342}"/>
          </ac:cxnSpMkLst>
        </pc:cxnChg>
        <pc:cxnChg chg="mod">
          <ac:chgData name="MYUNG JIN" userId="89f3fa32ababedc4" providerId="LiveId" clId="{FDBFBC05-E0D2-4524-8C59-7CA781011B59}" dt="2025-06-29T13:24:14.167" v="199" actId="571"/>
          <ac:cxnSpMkLst>
            <pc:docMk/>
            <pc:sldMk cId="744160102" sldId="317"/>
            <ac:cxnSpMk id="23" creationId="{6F422DA1-14D5-B938-B50E-B6A3CBA57506}"/>
          </ac:cxnSpMkLst>
        </pc:cxnChg>
        <pc:cxnChg chg="mod">
          <ac:chgData name="MYUNG JIN" userId="89f3fa32ababedc4" providerId="LiveId" clId="{FDBFBC05-E0D2-4524-8C59-7CA781011B59}" dt="2025-06-29T13:24:14.167" v="199" actId="571"/>
          <ac:cxnSpMkLst>
            <pc:docMk/>
            <pc:sldMk cId="744160102" sldId="317"/>
            <ac:cxnSpMk id="24" creationId="{1399202D-7636-E666-3558-C193B3F19E05}"/>
          </ac:cxnSpMkLst>
        </pc:cxnChg>
        <pc:cxnChg chg="mod">
          <ac:chgData name="MYUNG JIN" userId="89f3fa32ababedc4" providerId="LiveId" clId="{FDBFBC05-E0D2-4524-8C59-7CA781011B59}" dt="2025-06-29T13:24:16.856" v="200" actId="571"/>
          <ac:cxnSpMkLst>
            <pc:docMk/>
            <pc:sldMk cId="744160102" sldId="317"/>
            <ac:cxnSpMk id="26" creationId="{25028933-15F0-2A12-D797-6EF5DF7777F7}"/>
          </ac:cxnSpMkLst>
        </pc:cxnChg>
        <pc:cxnChg chg="mod">
          <ac:chgData name="MYUNG JIN" userId="89f3fa32ababedc4" providerId="LiveId" clId="{FDBFBC05-E0D2-4524-8C59-7CA781011B59}" dt="2025-06-29T13:24:16.856" v="200" actId="571"/>
          <ac:cxnSpMkLst>
            <pc:docMk/>
            <pc:sldMk cId="744160102" sldId="317"/>
            <ac:cxnSpMk id="27" creationId="{624AF7A7-7D46-5E86-0CC9-4CACAC82836E}"/>
          </ac:cxnSpMkLst>
        </pc:cxnChg>
        <pc:cxnChg chg="mod">
          <ac:chgData name="MYUNG JIN" userId="89f3fa32ababedc4" providerId="LiveId" clId="{FDBFBC05-E0D2-4524-8C59-7CA781011B59}" dt="2025-06-29T13:24:16.856" v="200" actId="571"/>
          <ac:cxnSpMkLst>
            <pc:docMk/>
            <pc:sldMk cId="744160102" sldId="317"/>
            <ac:cxnSpMk id="28" creationId="{200929A9-69B8-9DB6-6455-0704ADE12973}"/>
          </ac:cxnSpMkLst>
        </pc:cxnChg>
        <pc:cxnChg chg="mod">
          <ac:chgData name="MYUNG JIN" userId="89f3fa32ababedc4" providerId="LiveId" clId="{FDBFBC05-E0D2-4524-8C59-7CA781011B59}" dt="2025-06-29T13:24:16.856" v="200" actId="571"/>
          <ac:cxnSpMkLst>
            <pc:docMk/>
            <pc:sldMk cId="744160102" sldId="317"/>
            <ac:cxnSpMk id="29" creationId="{E34E5CB4-B51B-EAF1-9BE6-B8474EA85A11}"/>
          </ac:cxnSpMkLst>
        </pc:cxnChg>
        <pc:cxnChg chg="mod">
          <ac:chgData name="MYUNG JIN" userId="89f3fa32ababedc4" providerId="LiveId" clId="{FDBFBC05-E0D2-4524-8C59-7CA781011B59}" dt="2025-06-29T13:24:16.856" v="200" actId="571"/>
          <ac:cxnSpMkLst>
            <pc:docMk/>
            <pc:sldMk cId="744160102" sldId="317"/>
            <ac:cxnSpMk id="30" creationId="{FCC652DB-083F-76B2-B191-CC02ECDC5452}"/>
          </ac:cxnSpMkLst>
        </pc:cxnChg>
        <pc:cxnChg chg="mod">
          <ac:chgData name="MYUNG JIN" userId="89f3fa32ababedc4" providerId="LiveId" clId="{FDBFBC05-E0D2-4524-8C59-7CA781011B59}" dt="2025-06-29T13:24:16.856" v="200" actId="571"/>
          <ac:cxnSpMkLst>
            <pc:docMk/>
            <pc:sldMk cId="744160102" sldId="317"/>
            <ac:cxnSpMk id="31" creationId="{486756B6-FC4B-3FB8-6695-46340DDF4BEC}"/>
          </ac:cxnSpMkLst>
        </pc:cxnChg>
        <pc:cxnChg chg="mod">
          <ac:chgData name="MYUNG JIN" userId="89f3fa32ababedc4" providerId="LiveId" clId="{FDBFBC05-E0D2-4524-8C59-7CA781011B59}" dt="2025-06-29T13:24:16.856" v="200" actId="571"/>
          <ac:cxnSpMkLst>
            <pc:docMk/>
            <pc:sldMk cId="744160102" sldId="317"/>
            <ac:cxnSpMk id="32" creationId="{B59F6FCF-5351-955E-6388-F525AFC7BA39}"/>
          </ac:cxnSpMkLst>
        </pc:cxnChg>
        <pc:cxnChg chg="mod">
          <ac:chgData name="MYUNG JIN" userId="89f3fa32ababedc4" providerId="LiveId" clId="{FDBFBC05-E0D2-4524-8C59-7CA781011B59}" dt="2025-06-29T13:24:18.458" v="201" actId="571"/>
          <ac:cxnSpMkLst>
            <pc:docMk/>
            <pc:sldMk cId="744160102" sldId="317"/>
            <ac:cxnSpMk id="34" creationId="{71D90516-DE2A-CB67-9E07-66F2970A4565}"/>
          </ac:cxnSpMkLst>
        </pc:cxnChg>
        <pc:cxnChg chg="mod">
          <ac:chgData name="MYUNG JIN" userId="89f3fa32ababedc4" providerId="LiveId" clId="{FDBFBC05-E0D2-4524-8C59-7CA781011B59}" dt="2025-06-29T13:24:18.458" v="201" actId="571"/>
          <ac:cxnSpMkLst>
            <pc:docMk/>
            <pc:sldMk cId="744160102" sldId="317"/>
            <ac:cxnSpMk id="35" creationId="{D3ACB751-76E8-0EEF-0E1B-A8BE468AB5D7}"/>
          </ac:cxnSpMkLst>
        </pc:cxnChg>
        <pc:cxnChg chg="mod">
          <ac:chgData name="MYUNG JIN" userId="89f3fa32ababedc4" providerId="LiveId" clId="{FDBFBC05-E0D2-4524-8C59-7CA781011B59}" dt="2025-06-29T13:24:18.458" v="201" actId="571"/>
          <ac:cxnSpMkLst>
            <pc:docMk/>
            <pc:sldMk cId="744160102" sldId="317"/>
            <ac:cxnSpMk id="36" creationId="{A6757BC4-843B-615C-25D0-443ED5FC4F57}"/>
          </ac:cxnSpMkLst>
        </pc:cxnChg>
        <pc:cxnChg chg="mod">
          <ac:chgData name="MYUNG JIN" userId="89f3fa32ababedc4" providerId="LiveId" clId="{FDBFBC05-E0D2-4524-8C59-7CA781011B59}" dt="2025-06-29T13:24:18.458" v="201" actId="571"/>
          <ac:cxnSpMkLst>
            <pc:docMk/>
            <pc:sldMk cId="744160102" sldId="317"/>
            <ac:cxnSpMk id="37" creationId="{22211689-0138-929C-841A-64D4F48203C3}"/>
          </ac:cxnSpMkLst>
        </pc:cxnChg>
        <pc:cxnChg chg="mod">
          <ac:chgData name="MYUNG JIN" userId="89f3fa32ababedc4" providerId="LiveId" clId="{FDBFBC05-E0D2-4524-8C59-7CA781011B59}" dt="2025-06-29T13:24:18.458" v="201" actId="571"/>
          <ac:cxnSpMkLst>
            <pc:docMk/>
            <pc:sldMk cId="744160102" sldId="317"/>
            <ac:cxnSpMk id="38" creationId="{CB54AD2B-86B2-00C8-68B4-460497C7C73B}"/>
          </ac:cxnSpMkLst>
        </pc:cxnChg>
        <pc:cxnChg chg="mod">
          <ac:chgData name="MYUNG JIN" userId="89f3fa32ababedc4" providerId="LiveId" clId="{FDBFBC05-E0D2-4524-8C59-7CA781011B59}" dt="2025-06-29T13:24:18.458" v="201" actId="571"/>
          <ac:cxnSpMkLst>
            <pc:docMk/>
            <pc:sldMk cId="744160102" sldId="317"/>
            <ac:cxnSpMk id="39" creationId="{9A2D2F4B-AE38-488E-2524-62B571527D9C}"/>
          </ac:cxnSpMkLst>
        </pc:cxnChg>
        <pc:cxnChg chg="mod">
          <ac:chgData name="MYUNG JIN" userId="89f3fa32ababedc4" providerId="LiveId" clId="{FDBFBC05-E0D2-4524-8C59-7CA781011B59}" dt="2025-06-29T13:24:18.458" v="201" actId="571"/>
          <ac:cxnSpMkLst>
            <pc:docMk/>
            <pc:sldMk cId="744160102" sldId="317"/>
            <ac:cxnSpMk id="40" creationId="{CF467647-F512-BAFF-ABA6-486930B8A3BC}"/>
          </ac:cxnSpMkLst>
        </pc:cxnChg>
        <pc:cxnChg chg="mod">
          <ac:chgData name="MYUNG JIN" userId="89f3fa32ababedc4" providerId="LiveId" clId="{FDBFBC05-E0D2-4524-8C59-7CA781011B59}" dt="2025-06-29T13:24:20.365" v="202" actId="571"/>
          <ac:cxnSpMkLst>
            <pc:docMk/>
            <pc:sldMk cId="744160102" sldId="317"/>
            <ac:cxnSpMk id="42" creationId="{2ADC314A-B972-F8BB-9A52-EF853C093EBC}"/>
          </ac:cxnSpMkLst>
        </pc:cxnChg>
        <pc:cxnChg chg="mod">
          <ac:chgData name="MYUNG JIN" userId="89f3fa32ababedc4" providerId="LiveId" clId="{FDBFBC05-E0D2-4524-8C59-7CA781011B59}" dt="2025-06-29T13:24:20.365" v="202" actId="571"/>
          <ac:cxnSpMkLst>
            <pc:docMk/>
            <pc:sldMk cId="744160102" sldId="317"/>
            <ac:cxnSpMk id="43" creationId="{29B374FA-982A-286A-572E-A108E8D09507}"/>
          </ac:cxnSpMkLst>
        </pc:cxnChg>
        <pc:cxnChg chg="mod">
          <ac:chgData name="MYUNG JIN" userId="89f3fa32ababedc4" providerId="LiveId" clId="{FDBFBC05-E0D2-4524-8C59-7CA781011B59}" dt="2025-06-29T13:24:20.365" v="202" actId="571"/>
          <ac:cxnSpMkLst>
            <pc:docMk/>
            <pc:sldMk cId="744160102" sldId="317"/>
            <ac:cxnSpMk id="44" creationId="{7845CB6E-B223-8F9C-6104-1EA9D577A6D9}"/>
          </ac:cxnSpMkLst>
        </pc:cxnChg>
        <pc:cxnChg chg="mod">
          <ac:chgData name="MYUNG JIN" userId="89f3fa32ababedc4" providerId="LiveId" clId="{FDBFBC05-E0D2-4524-8C59-7CA781011B59}" dt="2025-06-29T13:24:20.365" v="202" actId="571"/>
          <ac:cxnSpMkLst>
            <pc:docMk/>
            <pc:sldMk cId="744160102" sldId="317"/>
            <ac:cxnSpMk id="45" creationId="{64A6DE7F-7BFB-4E04-449D-300EAF6AC618}"/>
          </ac:cxnSpMkLst>
        </pc:cxnChg>
        <pc:cxnChg chg="mod">
          <ac:chgData name="MYUNG JIN" userId="89f3fa32ababedc4" providerId="LiveId" clId="{FDBFBC05-E0D2-4524-8C59-7CA781011B59}" dt="2025-06-29T13:24:20.365" v="202" actId="571"/>
          <ac:cxnSpMkLst>
            <pc:docMk/>
            <pc:sldMk cId="744160102" sldId="317"/>
            <ac:cxnSpMk id="46" creationId="{8DF834E6-84AF-E41C-C3A2-B9F362339BDA}"/>
          </ac:cxnSpMkLst>
        </pc:cxnChg>
        <pc:cxnChg chg="mod">
          <ac:chgData name="MYUNG JIN" userId="89f3fa32ababedc4" providerId="LiveId" clId="{FDBFBC05-E0D2-4524-8C59-7CA781011B59}" dt="2025-06-29T13:24:20.365" v="202" actId="571"/>
          <ac:cxnSpMkLst>
            <pc:docMk/>
            <pc:sldMk cId="744160102" sldId="317"/>
            <ac:cxnSpMk id="47" creationId="{A0392EED-47EF-8434-A09B-FBC5770C4CCD}"/>
          </ac:cxnSpMkLst>
        </pc:cxnChg>
        <pc:cxnChg chg="mod">
          <ac:chgData name="MYUNG JIN" userId="89f3fa32ababedc4" providerId="LiveId" clId="{FDBFBC05-E0D2-4524-8C59-7CA781011B59}" dt="2025-06-29T13:24:20.365" v="202" actId="571"/>
          <ac:cxnSpMkLst>
            <pc:docMk/>
            <pc:sldMk cId="744160102" sldId="317"/>
            <ac:cxnSpMk id="48" creationId="{ABDDF696-94D5-48A7-A287-C01B224B1447}"/>
          </ac:cxnSpMkLst>
        </pc:cxnChg>
      </pc:sldChg>
      <pc:sldChg chg="addSp delSp modSp mod">
        <pc:chgData name="MYUNG JIN" userId="89f3fa32ababedc4" providerId="LiveId" clId="{FDBFBC05-E0D2-4524-8C59-7CA781011B59}" dt="2025-06-29T14:28:09.500" v="1863" actId="1076"/>
        <pc:sldMkLst>
          <pc:docMk/>
          <pc:sldMk cId="1823069088" sldId="318"/>
        </pc:sldMkLst>
        <pc:spChg chg="mod">
          <ac:chgData name="MYUNG JIN" userId="89f3fa32ababedc4" providerId="LiveId" clId="{FDBFBC05-E0D2-4524-8C59-7CA781011B59}" dt="2025-06-29T14:01:47.408" v="802" actId="571"/>
          <ac:spMkLst>
            <pc:docMk/>
            <pc:sldMk cId="1823069088" sldId="318"/>
            <ac:spMk id="5" creationId="{E5323FC4-AF2C-D23D-CF4A-13F57D41E698}"/>
          </ac:spMkLst>
        </pc:spChg>
        <pc:spChg chg="del">
          <ac:chgData name="MYUNG JIN" userId="89f3fa32ababedc4" providerId="LiveId" clId="{FDBFBC05-E0D2-4524-8C59-7CA781011B59}" dt="2025-06-29T13:58:51.678" v="724" actId="478"/>
          <ac:spMkLst>
            <pc:docMk/>
            <pc:sldMk cId="1823069088" sldId="318"/>
            <ac:spMk id="7" creationId="{B7C1D8DD-9DB3-184F-D714-4D0023C7DAF0}"/>
          </ac:spMkLst>
        </pc:spChg>
        <pc:spChg chg="mod">
          <ac:chgData name="MYUNG JIN" userId="89f3fa32ababedc4" providerId="LiveId" clId="{FDBFBC05-E0D2-4524-8C59-7CA781011B59}" dt="2025-06-29T14:02:15.005" v="809" actId="571"/>
          <ac:spMkLst>
            <pc:docMk/>
            <pc:sldMk cId="1823069088" sldId="318"/>
            <ac:spMk id="10" creationId="{E738DB7D-1E53-A88C-987F-7AB8DCCD92E7}"/>
          </ac:spMkLst>
        </pc:spChg>
        <pc:spChg chg="mod">
          <ac:chgData name="MYUNG JIN" userId="89f3fa32ababedc4" providerId="LiveId" clId="{FDBFBC05-E0D2-4524-8C59-7CA781011B59}" dt="2025-06-29T14:02:15.005" v="809" actId="571"/>
          <ac:spMkLst>
            <pc:docMk/>
            <pc:sldMk cId="1823069088" sldId="318"/>
            <ac:spMk id="11" creationId="{6026D9B6-D98D-1CDB-D0BE-0F79333E5BF7}"/>
          </ac:spMkLst>
        </pc:spChg>
        <pc:spChg chg="mod">
          <ac:chgData name="MYUNG JIN" userId="89f3fa32ababedc4" providerId="LiveId" clId="{FDBFBC05-E0D2-4524-8C59-7CA781011B59}" dt="2025-06-29T14:02:15.005" v="809" actId="571"/>
          <ac:spMkLst>
            <pc:docMk/>
            <pc:sldMk cId="1823069088" sldId="318"/>
            <ac:spMk id="13" creationId="{01190BBB-1FAF-4E92-00CD-BE9538402245}"/>
          </ac:spMkLst>
        </pc:spChg>
        <pc:spChg chg="add del">
          <ac:chgData name="MYUNG JIN" userId="89f3fa32ababedc4" providerId="LiveId" clId="{FDBFBC05-E0D2-4524-8C59-7CA781011B59}" dt="2025-06-29T13:59:37.295" v="733" actId="478"/>
          <ac:spMkLst>
            <pc:docMk/>
            <pc:sldMk cId="1823069088" sldId="318"/>
            <ac:spMk id="14" creationId="{83873539-DDAC-56B2-5A0E-F69E0EC1C446}"/>
          </ac:spMkLst>
        </pc:spChg>
        <pc:spChg chg="add del mod">
          <ac:chgData name="MYUNG JIN" userId="89f3fa32ababedc4" providerId="LiveId" clId="{FDBFBC05-E0D2-4524-8C59-7CA781011B59}" dt="2025-06-29T14:02:15.005" v="809" actId="571"/>
          <ac:spMkLst>
            <pc:docMk/>
            <pc:sldMk cId="1823069088" sldId="318"/>
            <ac:spMk id="15" creationId="{884DE39B-04FD-8B30-6D11-EC793E7B3947}"/>
          </ac:spMkLst>
        </pc:spChg>
        <pc:spChg chg="mod">
          <ac:chgData name="MYUNG JIN" userId="89f3fa32ababedc4" providerId="LiveId" clId="{FDBFBC05-E0D2-4524-8C59-7CA781011B59}" dt="2025-06-29T14:02:15.005" v="809" actId="571"/>
          <ac:spMkLst>
            <pc:docMk/>
            <pc:sldMk cId="1823069088" sldId="318"/>
            <ac:spMk id="16" creationId="{EFA3C239-1433-0C0C-43D6-54C2A9CED5A9}"/>
          </ac:spMkLst>
        </pc:spChg>
        <pc:spChg chg="mod">
          <ac:chgData name="MYUNG JIN" userId="89f3fa32ababedc4" providerId="LiveId" clId="{FDBFBC05-E0D2-4524-8C59-7CA781011B59}" dt="2025-06-29T14:02:15.005" v="809" actId="571"/>
          <ac:spMkLst>
            <pc:docMk/>
            <pc:sldMk cId="1823069088" sldId="318"/>
            <ac:spMk id="17" creationId="{5C381B80-B1D7-E1AE-25C2-84AC88632B1C}"/>
          </ac:spMkLst>
        </pc:spChg>
        <pc:spChg chg="mod">
          <ac:chgData name="MYUNG JIN" userId="89f3fa32ababedc4" providerId="LiveId" clId="{FDBFBC05-E0D2-4524-8C59-7CA781011B59}" dt="2025-06-29T14:02:15.005" v="809" actId="571"/>
          <ac:spMkLst>
            <pc:docMk/>
            <pc:sldMk cId="1823069088" sldId="318"/>
            <ac:spMk id="18" creationId="{BB92196B-54DF-FCF0-63CD-8510DB29F6F6}"/>
          </ac:spMkLst>
        </pc:spChg>
        <pc:spChg chg="mod">
          <ac:chgData name="MYUNG JIN" userId="89f3fa32ababedc4" providerId="LiveId" clId="{FDBFBC05-E0D2-4524-8C59-7CA781011B59}" dt="2025-06-29T13:58:42.937" v="721"/>
          <ac:spMkLst>
            <pc:docMk/>
            <pc:sldMk cId="1823069088" sldId="318"/>
            <ac:spMk id="20" creationId="{A60AF3C9-9D6C-D085-69FC-7132BEB2EF9B}"/>
          </ac:spMkLst>
        </pc:spChg>
        <pc:spChg chg="mod">
          <ac:chgData name="MYUNG JIN" userId="89f3fa32ababedc4" providerId="LiveId" clId="{FDBFBC05-E0D2-4524-8C59-7CA781011B59}" dt="2025-06-29T14:01:40.797" v="801" actId="1076"/>
          <ac:spMkLst>
            <pc:docMk/>
            <pc:sldMk cId="1823069088" sldId="318"/>
            <ac:spMk id="25" creationId="{696859F0-0741-C9FF-FE9E-AB6C6D147EF6}"/>
          </ac:spMkLst>
        </pc:spChg>
        <pc:spChg chg="mod">
          <ac:chgData name="MYUNG JIN" userId="89f3fa32ababedc4" providerId="LiveId" clId="{FDBFBC05-E0D2-4524-8C59-7CA781011B59}" dt="2025-06-29T14:01:33.991" v="797" actId="403"/>
          <ac:spMkLst>
            <pc:docMk/>
            <pc:sldMk cId="1823069088" sldId="318"/>
            <ac:spMk id="26" creationId="{BC70D4DC-12E0-04AB-CBE1-F6E574A92638}"/>
          </ac:spMkLst>
        </pc:spChg>
        <pc:spChg chg="mod">
          <ac:chgData name="MYUNG JIN" userId="89f3fa32ababedc4" providerId="LiveId" clId="{FDBFBC05-E0D2-4524-8C59-7CA781011B59}" dt="2025-06-29T14:02:15.005" v="809" actId="571"/>
          <ac:spMkLst>
            <pc:docMk/>
            <pc:sldMk cId="1823069088" sldId="318"/>
            <ac:spMk id="29" creationId="{C5366B87-CF13-714D-BC0D-CCC6F228CC92}"/>
          </ac:spMkLst>
        </pc:spChg>
        <pc:spChg chg="del mod">
          <ac:chgData name="MYUNG JIN" userId="89f3fa32ababedc4" providerId="LiveId" clId="{FDBFBC05-E0D2-4524-8C59-7CA781011B59}" dt="2025-06-29T14:01:11.142" v="786" actId="478"/>
          <ac:spMkLst>
            <pc:docMk/>
            <pc:sldMk cId="1823069088" sldId="318"/>
            <ac:spMk id="31" creationId="{6C93F779-C7A4-B84F-3C5B-24929F6BA628}"/>
          </ac:spMkLst>
        </pc:spChg>
        <pc:spChg chg="add mod">
          <ac:chgData name="MYUNG JIN" userId="89f3fa32ababedc4" providerId="LiveId" clId="{FDBFBC05-E0D2-4524-8C59-7CA781011B59}" dt="2025-06-29T14:02:15.005" v="809" actId="571"/>
          <ac:spMkLst>
            <pc:docMk/>
            <pc:sldMk cId="1823069088" sldId="318"/>
            <ac:spMk id="32" creationId="{254EBDBE-26B1-3B8C-9C6E-A1B95C6D8265}"/>
          </ac:spMkLst>
        </pc:spChg>
        <pc:spChg chg="mod">
          <ac:chgData name="MYUNG JIN" userId="89f3fa32ababedc4" providerId="LiveId" clId="{FDBFBC05-E0D2-4524-8C59-7CA781011B59}" dt="2025-06-29T14:00:29.495" v="743" actId="688"/>
          <ac:spMkLst>
            <pc:docMk/>
            <pc:sldMk cId="1823069088" sldId="318"/>
            <ac:spMk id="34" creationId="{C1B4ADF1-102D-3DA3-D1D1-808EF17D1549}"/>
          </ac:spMkLst>
        </pc:spChg>
        <pc:spChg chg="mod">
          <ac:chgData name="MYUNG JIN" userId="89f3fa32ababedc4" providerId="LiveId" clId="{FDBFBC05-E0D2-4524-8C59-7CA781011B59}" dt="2025-06-29T14:01:29.357" v="794" actId="403"/>
          <ac:spMkLst>
            <pc:docMk/>
            <pc:sldMk cId="1823069088" sldId="318"/>
            <ac:spMk id="35" creationId="{C03BDED6-B66F-ADFD-BA14-D0B4B8760382}"/>
          </ac:spMkLst>
        </pc:spChg>
        <pc:spChg chg="add mod">
          <ac:chgData name="MYUNG JIN" userId="89f3fa32ababedc4" providerId="LiveId" clId="{FDBFBC05-E0D2-4524-8C59-7CA781011B59}" dt="2025-06-29T14:02:27.986" v="813" actId="207"/>
          <ac:spMkLst>
            <pc:docMk/>
            <pc:sldMk cId="1823069088" sldId="318"/>
            <ac:spMk id="37" creationId="{E9E736EE-169D-44F6-7619-4521DAB0968C}"/>
          </ac:spMkLst>
        </pc:spChg>
        <pc:spChg chg="add mod">
          <ac:chgData name="MYUNG JIN" userId="89f3fa32ababedc4" providerId="LiveId" clId="{FDBFBC05-E0D2-4524-8C59-7CA781011B59}" dt="2025-06-29T14:27:33.345" v="1789" actId="208"/>
          <ac:spMkLst>
            <pc:docMk/>
            <pc:sldMk cId="1823069088" sldId="318"/>
            <ac:spMk id="38" creationId="{E283DFD4-7C20-479D-E7D7-070596A2161A}"/>
          </ac:spMkLst>
        </pc:spChg>
        <pc:spChg chg="add mod">
          <ac:chgData name="MYUNG JIN" userId="89f3fa32ababedc4" providerId="LiveId" clId="{FDBFBC05-E0D2-4524-8C59-7CA781011B59}" dt="2025-06-29T14:27:43.339" v="1792" actId="208"/>
          <ac:spMkLst>
            <pc:docMk/>
            <pc:sldMk cId="1823069088" sldId="318"/>
            <ac:spMk id="39" creationId="{21846D42-8492-D5FC-83F1-6398BF03EF67}"/>
          </ac:spMkLst>
        </pc:spChg>
        <pc:spChg chg="add mod">
          <ac:chgData name="MYUNG JIN" userId="89f3fa32ababedc4" providerId="LiveId" clId="{FDBFBC05-E0D2-4524-8C59-7CA781011B59}" dt="2025-06-29T14:28:09.500" v="1863" actId="1076"/>
          <ac:spMkLst>
            <pc:docMk/>
            <pc:sldMk cId="1823069088" sldId="318"/>
            <ac:spMk id="40" creationId="{7FDC1FA9-1D0B-DA19-634F-C1E83562B7E1}"/>
          </ac:spMkLst>
        </pc:spChg>
        <pc:spChg chg="add mod">
          <ac:chgData name="MYUNG JIN" userId="89f3fa32ababedc4" providerId="LiveId" clId="{FDBFBC05-E0D2-4524-8C59-7CA781011B59}" dt="2025-06-29T14:28:07.520" v="1862" actId="1076"/>
          <ac:spMkLst>
            <pc:docMk/>
            <pc:sldMk cId="1823069088" sldId="318"/>
            <ac:spMk id="41" creationId="{078BBE72-1FA6-007B-3296-DDEEA4A53236}"/>
          </ac:spMkLst>
        </pc:spChg>
        <pc:grpChg chg="mod">
          <ac:chgData name="MYUNG JIN" userId="89f3fa32ababedc4" providerId="LiveId" clId="{FDBFBC05-E0D2-4524-8C59-7CA781011B59}" dt="2025-06-29T14:01:26.282" v="791" actId="1076"/>
          <ac:grpSpMkLst>
            <pc:docMk/>
            <pc:sldMk cId="1823069088" sldId="318"/>
            <ac:grpSpMk id="3" creationId="{6272DF1B-C6DB-C0D2-4A9E-66067C18402A}"/>
          </ac:grpSpMkLst>
        </pc:grpChg>
        <pc:grpChg chg="del">
          <ac:chgData name="MYUNG JIN" userId="89f3fa32ababedc4" providerId="LiveId" clId="{FDBFBC05-E0D2-4524-8C59-7CA781011B59}" dt="2025-06-29T13:58:51.678" v="724" actId="478"/>
          <ac:grpSpMkLst>
            <pc:docMk/>
            <pc:sldMk cId="1823069088" sldId="318"/>
            <ac:grpSpMk id="4" creationId="{D2C8BCB9-2E6D-4363-EF4B-06A02F3EB5A9}"/>
          </ac:grpSpMkLst>
        </pc:grpChg>
        <pc:cxnChg chg="mod">
          <ac:chgData name="MYUNG JIN" userId="89f3fa32ababedc4" providerId="LiveId" clId="{FDBFBC05-E0D2-4524-8C59-7CA781011B59}" dt="2025-06-29T14:02:01.346" v="806" actId="1076"/>
          <ac:cxnSpMkLst>
            <pc:docMk/>
            <pc:sldMk cId="1823069088" sldId="318"/>
            <ac:cxnSpMk id="22" creationId="{1CF64886-7065-94DD-D178-9389156F6DB1}"/>
          </ac:cxnSpMkLst>
        </pc:cxnChg>
        <pc:cxnChg chg="mod">
          <ac:chgData name="MYUNG JIN" userId="89f3fa32ababedc4" providerId="LiveId" clId="{FDBFBC05-E0D2-4524-8C59-7CA781011B59}" dt="2025-06-29T14:02:09.557" v="808" actId="208"/>
          <ac:cxnSpMkLst>
            <pc:docMk/>
            <pc:sldMk cId="1823069088" sldId="318"/>
            <ac:cxnSpMk id="23" creationId="{8ADA3833-454C-EC88-7AB3-6355F4B0FC86}"/>
          </ac:cxnSpMkLst>
        </pc:cxnChg>
        <pc:cxnChg chg="mod">
          <ac:chgData name="MYUNG JIN" userId="89f3fa32ababedc4" providerId="LiveId" clId="{FDBFBC05-E0D2-4524-8C59-7CA781011B59}" dt="2025-06-29T13:59:50.798" v="736" actId="1076"/>
          <ac:cxnSpMkLst>
            <pc:docMk/>
            <pc:sldMk cId="1823069088" sldId="318"/>
            <ac:cxnSpMk id="27" creationId="{D5EA7B6D-03CB-F660-DE39-8EDF15B232EF}"/>
          </ac:cxnSpMkLst>
        </pc:cxnChg>
        <pc:cxnChg chg="mod">
          <ac:chgData name="MYUNG JIN" userId="89f3fa32ababedc4" providerId="LiveId" clId="{FDBFBC05-E0D2-4524-8C59-7CA781011B59}" dt="2025-06-29T14:00:16.538" v="741" actId="14100"/>
          <ac:cxnSpMkLst>
            <pc:docMk/>
            <pc:sldMk cId="1823069088" sldId="318"/>
            <ac:cxnSpMk id="28" creationId="{9B0774B9-1A53-DA57-4DC3-E9F43497CC6E}"/>
          </ac:cxnSpMkLst>
        </pc:cxnChg>
        <pc:cxnChg chg="mod">
          <ac:chgData name="MYUNG JIN" userId="89f3fa32ababedc4" providerId="LiveId" clId="{FDBFBC05-E0D2-4524-8C59-7CA781011B59}" dt="2025-06-29T14:02:09.557" v="808" actId="208"/>
          <ac:cxnSpMkLst>
            <pc:docMk/>
            <pc:sldMk cId="1823069088" sldId="318"/>
            <ac:cxnSpMk id="36" creationId="{42B52700-058D-ED30-D9A4-D79973255A68}"/>
          </ac:cxnSpMkLst>
        </pc:cxnChg>
      </pc:sldChg>
      <pc:sldChg chg="del">
        <pc:chgData name="MYUNG JIN" userId="89f3fa32ababedc4" providerId="LiveId" clId="{FDBFBC05-E0D2-4524-8C59-7CA781011B59}" dt="2025-06-29T01:05:24.149" v="35" actId="47"/>
        <pc:sldMkLst>
          <pc:docMk/>
          <pc:sldMk cId="2012811755" sldId="319"/>
        </pc:sldMkLst>
      </pc:sldChg>
      <pc:sldChg chg="addSp delSp modSp mod">
        <pc:chgData name="MYUNG JIN" userId="89f3fa32ababedc4" providerId="LiveId" clId="{FDBFBC05-E0D2-4524-8C59-7CA781011B59}" dt="2025-06-29T14:22:00.096" v="1549" actId="1076"/>
        <pc:sldMkLst>
          <pc:docMk/>
          <pc:sldMk cId="3478039128" sldId="320"/>
        </pc:sldMkLst>
        <pc:spChg chg="add del mod">
          <ac:chgData name="MYUNG JIN" userId="89f3fa32ababedc4" providerId="LiveId" clId="{FDBFBC05-E0D2-4524-8C59-7CA781011B59}" dt="2025-06-29T13:51:47.744" v="323" actId="478"/>
          <ac:spMkLst>
            <pc:docMk/>
            <pc:sldMk cId="3478039128" sldId="320"/>
            <ac:spMk id="3" creationId="{2313AE4E-8A8B-FA58-5F6B-69C8CA76B308}"/>
          </ac:spMkLst>
        </pc:spChg>
        <pc:spChg chg="add del mod">
          <ac:chgData name="MYUNG JIN" userId="89f3fa32ababedc4" providerId="LiveId" clId="{FDBFBC05-E0D2-4524-8C59-7CA781011B59}" dt="2025-06-29T13:51:48.657" v="324" actId="478"/>
          <ac:spMkLst>
            <pc:docMk/>
            <pc:sldMk cId="3478039128" sldId="320"/>
            <ac:spMk id="4" creationId="{0AA072B4-0162-7A68-1A19-B3D4FE23DB10}"/>
          </ac:spMkLst>
        </pc:spChg>
        <pc:spChg chg="mod">
          <ac:chgData name="MYUNG JIN" userId="89f3fa32ababedc4" providerId="LiveId" clId="{FDBFBC05-E0D2-4524-8C59-7CA781011B59}" dt="2025-06-29T13:51:08.471" v="302"/>
          <ac:spMkLst>
            <pc:docMk/>
            <pc:sldMk cId="3478039128" sldId="320"/>
            <ac:spMk id="9" creationId="{13C46FBF-7B21-AA37-41E9-EEF5B3909A70}"/>
          </ac:spMkLst>
        </pc:spChg>
        <pc:spChg chg="mod">
          <ac:chgData name="MYUNG JIN" userId="89f3fa32ababedc4" providerId="LiveId" clId="{FDBFBC05-E0D2-4524-8C59-7CA781011B59}" dt="2025-06-29T13:51:08.471" v="302"/>
          <ac:spMkLst>
            <pc:docMk/>
            <pc:sldMk cId="3478039128" sldId="320"/>
            <ac:spMk id="24" creationId="{8114B687-DBC1-A4A9-E4F2-AEFEA818E24C}"/>
          </ac:spMkLst>
        </pc:spChg>
        <pc:spChg chg="mod">
          <ac:chgData name="MYUNG JIN" userId="89f3fa32ababedc4" providerId="LiveId" clId="{FDBFBC05-E0D2-4524-8C59-7CA781011B59}" dt="2025-06-29T13:51:08.471" v="302"/>
          <ac:spMkLst>
            <pc:docMk/>
            <pc:sldMk cId="3478039128" sldId="320"/>
            <ac:spMk id="25" creationId="{BDACDCDA-D8A5-DED5-B697-F16F424AD83C}"/>
          </ac:spMkLst>
        </pc:spChg>
        <pc:spChg chg="mod">
          <ac:chgData name="MYUNG JIN" userId="89f3fa32ababedc4" providerId="LiveId" clId="{FDBFBC05-E0D2-4524-8C59-7CA781011B59}" dt="2025-06-29T13:51:08.471" v="302"/>
          <ac:spMkLst>
            <pc:docMk/>
            <pc:sldMk cId="3478039128" sldId="320"/>
            <ac:spMk id="26" creationId="{72051D3B-3229-F944-5C88-F0EF77CDF320}"/>
          </ac:spMkLst>
        </pc:spChg>
        <pc:spChg chg="mod">
          <ac:chgData name="MYUNG JIN" userId="89f3fa32ababedc4" providerId="LiveId" clId="{FDBFBC05-E0D2-4524-8C59-7CA781011B59}" dt="2025-06-29T13:51:08.471" v="302"/>
          <ac:spMkLst>
            <pc:docMk/>
            <pc:sldMk cId="3478039128" sldId="320"/>
            <ac:spMk id="28" creationId="{60DEF252-1D21-5C6F-3BEB-3F7AE078CC44}"/>
          </ac:spMkLst>
        </pc:spChg>
        <pc:spChg chg="mod">
          <ac:chgData name="MYUNG JIN" userId="89f3fa32ababedc4" providerId="LiveId" clId="{FDBFBC05-E0D2-4524-8C59-7CA781011B59}" dt="2025-06-29T13:51:08.471" v="302"/>
          <ac:spMkLst>
            <pc:docMk/>
            <pc:sldMk cId="3478039128" sldId="320"/>
            <ac:spMk id="31" creationId="{A262D0CD-1CE2-3EE3-647E-3322A243C9FE}"/>
          </ac:spMkLst>
        </pc:spChg>
        <pc:spChg chg="mod">
          <ac:chgData name="MYUNG JIN" userId="89f3fa32ababedc4" providerId="LiveId" clId="{FDBFBC05-E0D2-4524-8C59-7CA781011B59}" dt="2025-06-29T13:51:08.471" v="302"/>
          <ac:spMkLst>
            <pc:docMk/>
            <pc:sldMk cId="3478039128" sldId="320"/>
            <ac:spMk id="33" creationId="{7E0D29EB-8077-C126-55EE-577BCDF520B4}"/>
          </ac:spMkLst>
        </pc:spChg>
        <pc:spChg chg="mod">
          <ac:chgData name="MYUNG JIN" userId="89f3fa32ababedc4" providerId="LiveId" clId="{FDBFBC05-E0D2-4524-8C59-7CA781011B59}" dt="2025-06-29T13:51:08.471" v="302"/>
          <ac:spMkLst>
            <pc:docMk/>
            <pc:sldMk cId="3478039128" sldId="320"/>
            <ac:spMk id="35" creationId="{2EF3D4DA-A7B9-4715-F557-940B6F5C95D7}"/>
          </ac:spMkLst>
        </pc:spChg>
        <pc:spChg chg="mod">
          <ac:chgData name="MYUNG JIN" userId="89f3fa32ababedc4" providerId="LiveId" clId="{FDBFBC05-E0D2-4524-8C59-7CA781011B59}" dt="2025-06-29T13:51:08.471" v="302"/>
          <ac:spMkLst>
            <pc:docMk/>
            <pc:sldMk cId="3478039128" sldId="320"/>
            <ac:spMk id="41" creationId="{8457D3C2-9BF8-BF19-0572-03169132224C}"/>
          </ac:spMkLst>
        </pc:spChg>
        <pc:spChg chg="mod">
          <ac:chgData name="MYUNG JIN" userId="89f3fa32ababedc4" providerId="LiveId" clId="{FDBFBC05-E0D2-4524-8C59-7CA781011B59}" dt="2025-06-29T13:51:08.471" v="302"/>
          <ac:spMkLst>
            <pc:docMk/>
            <pc:sldMk cId="3478039128" sldId="320"/>
            <ac:spMk id="42" creationId="{35FB8E6E-CF3F-D4A8-66AA-723429A4970C}"/>
          </ac:spMkLst>
        </pc:spChg>
        <pc:spChg chg="mod">
          <ac:chgData name="MYUNG JIN" userId="89f3fa32ababedc4" providerId="LiveId" clId="{FDBFBC05-E0D2-4524-8C59-7CA781011B59}" dt="2025-06-29T13:51:24.114" v="313"/>
          <ac:spMkLst>
            <pc:docMk/>
            <pc:sldMk cId="3478039128" sldId="320"/>
            <ac:spMk id="45" creationId="{C5F99A9C-C897-7DEC-3605-59285F5F3CBF}"/>
          </ac:spMkLst>
        </pc:spChg>
        <pc:spChg chg="mod">
          <ac:chgData name="MYUNG JIN" userId="89f3fa32ababedc4" providerId="LiveId" clId="{FDBFBC05-E0D2-4524-8C59-7CA781011B59}" dt="2025-06-29T13:51:24.114" v="313"/>
          <ac:spMkLst>
            <pc:docMk/>
            <pc:sldMk cId="3478039128" sldId="320"/>
            <ac:spMk id="47" creationId="{1F37C81C-3062-3DA9-8325-18C85A0A52E6}"/>
          </ac:spMkLst>
        </pc:spChg>
        <pc:spChg chg="mod">
          <ac:chgData name="MYUNG JIN" userId="89f3fa32ababedc4" providerId="LiveId" clId="{FDBFBC05-E0D2-4524-8C59-7CA781011B59}" dt="2025-06-29T13:51:24.114" v="313"/>
          <ac:spMkLst>
            <pc:docMk/>
            <pc:sldMk cId="3478039128" sldId="320"/>
            <ac:spMk id="65" creationId="{CD1CD4EB-4CFA-CB1A-4EA2-FE7E50B5EB84}"/>
          </ac:spMkLst>
        </pc:spChg>
        <pc:spChg chg="mod">
          <ac:chgData name="MYUNG JIN" userId="89f3fa32ababedc4" providerId="LiveId" clId="{FDBFBC05-E0D2-4524-8C59-7CA781011B59}" dt="2025-06-29T13:51:24.114" v="313"/>
          <ac:spMkLst>
            <pc:docMk/>
            <pc:sldMk cId="3478039128" sldId="320"/>
            <ac:spMk id="66" creationId="{62C9BBCE-E146-0DB6-DB85-5E333F39812A}"/>
          </ac:spMkLst>
        </pc:spChg>
        <pc:spChg chg="mod">
          <ac:chgData name="MYUNG JIN" userId="89f3fa32ababedc4" providerId="LiveId" clId="{FDBFBC05-E0D2-4524-8C59-7CA781011B59}" dt="2025-06-29T13:51:24.114" v="313"/>
          <ac:spMkLst>
            <pc:docMk/>
            <pc:sldMk cId="3478039128" sldId="320"/>
            <ac:spMk id="67" creationId="{588B6918-0006-E123-0583-7E83AB3639F2}"/>
          </ac:spMkLst>
        </pc:spChg>
        <pc:spChg chg="mod">
          <ac:chgData name="MYUNG JIN" userId="89f3fa32ababedc4" providerId="LiveId" clId="{FDBFBC05-E0D2-4524-8C59-7CA781011B59}" dt="2025-06-29T13:51:24.114" v="313"/>
          <ac:spMkLst>
            <pc:docMk/>
            <pc:sldMk cId="3478039128" sldId="320"/>
            <ac:spMk id="71" creationId="{20E74C60-8F78-54BE-AC5E-AED752F70D7A}"/>
          </ac:spMkLst>
        </pc:spChg>
        <pc:spChg chg="mod">
          <ac:chgData name="MYUNG JIN" userId="89f3fa32ababedc4" providerId="LiveId" clId="{FDBFBC05-E0D2-4524-8C59-7CA781011B59}" dt="2025-06-29T13:51:24.114" v="313"/>
          <ac:spMkLst>
            <pc:docMk/>
            <pc:sldMk cId="3478039128" sldId="320"/>
            <ac:spMk id="75" creationId="{F7DCBA02-5C04-81A3-85F1-B653853E396E}"/>
          </ac:spMkLst>
        </pc:spChg>
        <pc:spChg chg="mod">
          <ac:chgData name="MYUNG JIN" userId="89f3fa32ababedc4" providerId="LiveId" clId="{FDBFBC05-E0D2-4524-8C59-7CA781011B59}" dt="2025-06-29T13:51:24.114" v="313"/>
          <ac:spMkLst>
            <pc:docMk/>
            <pc:sldMk cId="3478039128" sldId="320"/>
            <ac:spMk id="76" creationId="{99BCAD92-6172-9104-8F52-5F2FEB8312E5}"/>
          </ac:spMkLst>
        </pc:spChg>
        <pc:spChg chg="mod">
          <ac:chgData name="MYUNG JIN" userId="89f3fa32ababedc4" providerId="LiveId" clId="{FDBFBC05-E0D2-4524-8C59-7CA781011B59}" dt="2025-06-29T13:51:24.114" v="313"/>
          <ac:spMkLst>
            <pc:docMk/>
            <pc:sldMk cId="3478039128" sldId="320"/>
            <ac:spMk id="78" creationId="{F6981550-C662-3089-DEC4-B6974D1BCE75}"/>
          </ac:spMkLst>
        </pc:spChg>
        <pc:spChg chg="mod">
          <ac:chgData name="MYUNG JIN" userId="89f3fa32ababedc4" providerId="LiveId" clId="{FDBFBC05-E0D2-4524-8C59-7CA781011B59}" dt="2025-06-29T13:51:24.114" v="313"/>
          <ac:spMkLst>
            <pc:docMk/>
            <pc:sldMk cId="3478039128" sldId="320"/>
            <ac:spMk id="79" creationId="{D790CF04-80A3-13AF-0D68-D65355A65350}"/>
          </ac:spMkLst>
        </pc:spChg>
        <pc:spChg chg="add del mod">
          <ac:chgData name="MYUNG JIN" userId="89f3fa32ababedc4" providerId="LiveId" clId="{FDBFBC05-E0D2-4524-8C59-7CA781011B59}" dt="2025-06-29T13:53:22.016" v="454" actId="478"/>
          <ac:spMkLst>
            <pc:docMk/>
            <pc:sldMk cId="3478039128" sldId="320"/>
            <ac:spMk id="82" creationId="{14DE018B-209B-387A-CA64-C58F4A90100B}"/>
          </ac:spMkLst>
        </pc:spChg>
        <pc:spChg chg="add mod">
          <ac:chgData name="MYUNG JIN" userId="89f3fa32ababedc4" providerId="LiveId" clId="{FDBFBC05-E0D2-4524-8C59-7CA781011B59}" dt="2025-06-29T14:22:00.096" v="1549" actId="1076"/>
          <ac:spMkLst>
            <pc:docMk/>
            <pc:sldMk cId="3478039128" sldId="320"/>
            <ac:spMk id="83" creationId="{40A84F9B-87A9-88AB-6856-A124923AA636}"/>
          </ac:spMkLst>
        </pc:spChg>
        <pc:spChg chg="add mod">
          <ac:chgData name="MYUNG JIN" userId="89f3fa32ababedc4" providerId="LiveId" clId="{FDBFBC05-E0D2-4524-8C59-7CA781011B59}" dt="2025-06-29T14:22:00.096" v="1549" actId="1076"/>
          <ac:spMkLst>
            <pc:docMk/>
            <pc:sldMk cId="3478039128" sldId="320"/>
            <ac:spMk id="86" creationId="{78FF7260-34E1-889D-EF37-B4BF236F3C81}"/>
          </ac:spMkLst>
        </pc:spChg>
        <pc:spChg chg="add mod">
          <ac:chgData name="MYUNG JIN" userId="89f3fa32ababedc4" providerId="LiveId" clId="{FDBFBC05-E0D2-4524-8C59-7CA781011B59}" dt="2025-06-29T14:22:00.096" v="1549" actId="1076"/>
          <ac:spMkLst>
            <pc:docMk/>
            <pc:sldMk cId="3478039128" sldId="320"/>
            <ac:spMk id="87" creationId="{8A8A2AAE-12C2-35BD-AE31-DC0CE26744F4}"/>
          </ac:spMkLst>
        </pc:spChg>
        <pc:spChg chg="add del mod">
          <ac:chgData name="MYUNG JIN" userId="89f3fa32ababedc4" providerId="LiveId" clId="{FDBFBC05-E0D2-4524-8C59-7CA781011B59}" dt="2025-06-29T13:55:55.298" v="568" actId="478"/>
          <ac:spMkLst>
            <pc:docMk/>
            <pc:sldMk cId="3478039128" sldId="320"/>
            <ac:spMk id="92" creationId="{16ABDBD6-9A7C-0F9E-BF9E-EA65A3466672}"/>
          </ac:spMkLst>
        </pc:spChg>
        <pc:spChg chg="mod">
          <ac:chgData name="MYUNG JIN" userId="89f3fa32ababedc4" providerId="LiveId" clId="{FDBFBC05-E0D2-4524-8C59-7CA781011B59}" dt="2025-06-29T14:19:44.348" v="1494"/>
          <ac:spMkLst>
            <pc:docMk/>
            <pc:sldMk cId="3478039128" sldId="320"/>
            <ac:spMk id="95" creationId="{9AAE3E96-1542-B5F2-4A72-40671744A387}"/>
          </ac:spMkLst>
        </pc:spChg>
        <pc:spChg chg="mod">
          <ac:chgData name="MYUNG JIN" userId="89f3fa32ababedc4" providerId="LiveId" clId="{FDBFBC05-E0D2-4524-8C59-7CA781011B59}" dt="2025-06-29T14:19:44.348" v="1494"/>
          <ac:spMkLst>
            <pc:docMk/>
            <pc:sldMk cId="3478039128" sldId="320"/>
            <ac:spMk id="96" creationId="{84E1EB2B-DDFE-6544-F224-B49EB435618C}"/>
          </ac:spMkLst>
        </pc:spChg>
        <pc:spChg chg="mod">
          <ac:chgData name="MYUNG JIN" userId="89f3fa32ababedc4" providerId="LiveId" clId="{FDBFBC05-E0D2-4524-8C59-7CA781011B59}" dt="2025-06-29T14:19:44.348" v="1494"/>
          <ac:spMkLst>
            <pc:docMk/>
            <pc:sldMk cId="3478039128" sldId="320"/>
            <ac:spMk id="97" creationId="{F15841DB-5360-5372-CF55-660DD5FCA7F8}"/>
          </ac:spMkLst>
        </pc:spChg>
        <pc:spChg chg="mod">
          <ac:chgData name="MYUNG JIN" userId="89f3fa32ababedc4" providerId="LiveId" clId="{FDBFBC05-E0D2-4524-8C59-7CA781011B59}" dt="2025-06-29T14:19:44.348" v="1494"/>
          <ac:spMkLst>
            <pc:docMk/>
            <pc:sldMk cId="3478039128" sldId="320"/>
            <ac:spMk id="98" creationId="{A6A7A202-7F18-95AA-C77B-6F2F1F110633}"/>
          </ac:spMkLst>
        </pc:spChg>
        <pc:spChg chg="mod">
          <ac:chgData name="MYUNG JIN" userId="89f3fa32ababedc4" providerId="LiveId" clId="{FDBFBC05-E0D2-4524-8C59-7CA781011B59}" dt="2025-06-29T14:19:44.348" v="1494"/>
          <ac:spMkLst>
            <pc:docMk/>
            <pc:sldMk cId="3478039128" sldId="320"/>
            <ac:spMk id="99" creationId="{8D649E5F-8021-658E-9A18-33A09FB5AEDC}"/>
          </ac:spMkLst>
        </pc:spChg>
        <pc:spChg chg="mod">
          <ac:chgData name="MYUNG JIN" userId="89f3fa32ababedc4" providerId="LiveId" clId="{FDBFBC05-E0D2-4524-8C59-7CA781011B59}" dt="2025-06-29T14:19:44.348" v="1494"/>
          <ac:spMkLst>
            <pc:docMk/>
            <pc:sldMk cId="3478039128" sldId="320"/>
            <ac:spMk id="101" creationId="{2D6157A3-DDA9-F5E2-BEE9-DB2BFF27F81E}"/>
          </ac:spMkLst>
        </pc:spChg>
        <pc:spChg chg="mod">
          <ac:chgData name="MYUNG JIN" userId="89f3fa32ababedc4" providerId="LiveId" clId="{FDBFBC05-E0D2-4524-8C59-7CA781011B59}" dt="2025-06-29T14:19:44.348" v="1494"/>
          <ac:spMkLst>
            <pc:docMk/>
            <pc:sldMk cId="3478039128" sldId="320"/>
            <ac:spMk id="104" creationId="{67488229-E0BD-7CEB-418E-D53BC3F0D347}"/>
          </ac:spMkLst>
        </pc:spChg>
        <pc:spChg chg="mod">
          <ac:chgData name="MYUNG JIN" userId="89f3fa32ababedc4" providerId="LiveId" clId="{FDBFBC05-E0D2-4524-8C59-7CA781011B59}" dt="2025-06-29T14:19:44.348" v="1494"/>
          <ac:spMkLst>
            <pc:docMk/>
            <pc:sldMk cId="3478039128" sldId="320"/>
            <ac:spMk id="108" creationId="{55667777-E556-01D9-2C1D-182636182568}"/>
          </ac:spMkLst>
        </pc:spChg>
        <pc:spChg chg="mod">
          <ac:chgData name="MYUNG JIN" userId="89f3fa32ababedc4" providerId="LiveId" clId="{FDBFBC05-E0D2-4524-8C59-7CA781011B59}" dt="2025-06-29T14:19:44.348" v="1494"/>
          <ac:spMkLst>
            <pc:docMk/>
            <pc:sldMk cId="3478039128" sldId="320"/>
            <ac:spMk id="110" creationId="{2203D26F-2834-3848-A3BE-581F4BE37BD9}"/>
          </ac:spMkLst>
        </pc:spChg>
        <pc:spChg chg="mod">
          <ac:chgData name="MYUNG JIN" userId="89f3fa32ababedc4" providerId="LiveId" clId="{FDBFBC05-E0D2-4524-8C59-7CA781011B59}" dt="2025-06-29T14:19:44.348" v="1494"/>
          <ac:spMkLst>
            <pc:docMk/>
            <pc:sldMk cId="3478039128" sldId="320"/>
            <ac:spMk id="111" creationId="{94F94897-2470-4C2E-A2FF-860420F3A5D7}"/>
          </ac:spMkLst>
        </pc:spChg>
        <pc:spChg chg="add mod">
          <ac:chgData name="MYUNG JIN" userId="89f3fa32ababedc4" providerId="LiveId" clId="{FDBFBC05-E0D2-4524-8C59-7CA781011B59}" dt="2025-06-29T14:22:00.096" v="1549" actId="1076"/>
          <ac:spMkLst>
            <pc:docMk/>
            <pc:sldMk cId="3478039128" sldId="320"/>
            <ac:spMk id="115" creationId="{A83B1623-96AF-793E-B6E2-45DF6D3ACDCB}"/>
          </ac:spMkLst>
        </pc:spChg>
        <pc:spChg chg="add mod">
          <ac:chgData name="MYUNG JIN" userId="89f3fa32ababedc4" providerId="LiveId" clId="{FDBFBC05-E0D2-4524-8C59-7CA781011B59}" dt="2025-06-29T14:22:00.096" v="1549" actId="1076"/>
          <ac:spMkLst>
            <pc:docMk/>
            <pc:sldMk cId="3478039128" sldId="320"/>
            <ac:spMk id="117" creationId="{485F6627-EC25-98A1-3A93-6073C64B2507}"/>
          </ac:spMkLst>
        </pc:spChg>
        <pc:spChg chg="add mod">
          <ac:chgData name="MYUNG JIN" userId="89f3fa32ababedc4" providerId="LiveId" clId="{FDBFBC05-E0D2-4524-8C59-7CA781011B59}" dt="2025-06-29T14:22:00.096" v="1549" actId="1076"/>
          <ac:spMkLst>
            <pc:docMk/>
            <pc:sldMk cId="3478039128" sldId="320"/>
            <ac:spMk id="118" creationId="{AA7E4206-1ABB-9E72-6742-474E04BAB22E}"/>
          </ac:spMkLst>
        </pc:spChg>
        <pc:grpChg chg="mod">
          <ac:chgData name="MYUNG JIN" userId="89f3fa32ababedc4" providerId="LiveId" clId="{FDBFBC05-E0D2-4524-8C59-7CA781011B59}" dt="2025-06-29T13:51:21.906" v="312" actId="1076"/>
          <ac:grpSpMkLst>
            <pc:docMk/>
            <pc:sldMk cId="3478039128" sldId="320"/>
            <ac:grpSpMk id="5" creationId="{6BA13BD6-1E9B-352F-6DE4-77B14970E78B}"/>
          </ac:grpSpMkLst>
        </pc:grpChg>
        <pc:picChg chg="add mod">
          <ac:chgData name="MYUNG JIN" userId="89f3fa32ababedc4" providerId="LiveId" clId="{FDBFBC05-E0D2-4524-8C59-7CA781011B59}" dt="2025-06-29T14:22:00.096" v="1549" actId="1076"/>
          <ac:picMkLst>
            <pc:docMk/>
            <pc:sldMk cId="3478039128" sldId="320"/>
            <ac:picMk id="81" creationId="{44895F4D-99DA-6DAE-FFAD-4FEC54408A0D}"/>
          </ac:picMkLst>
        </pc:picChg>
        <pc:picChg chg="add mod ord">
          <ac:chgData name="MYUNG JIN" userId="89f3fa32ababedc4" providerId="LiveId" clId="{FDBFBC05-E0D2-4524-8C59-7CA781011B59}" dt="2025-06-29T14:22:00.096" v="1549" actId="1076"/>
          <ac:picMkLst>
            <pc:docMk/>
            <pc:sldMk cId="3478039128" sldId="320"/>
            <ac:picMk id="114" creationId="{1BDC6164-ACB4-7DFD-1178-B2119F24D18B}"/>
          </ac:picMkLst>
        </pc:picChg>
        <pc:picChg chg="add del mod">
          <ac:chgData name="MYUNG JIN" userId="89f3fa32ababedc4" providerId="LiveId" clId="{FDBFBC05-E0D2-4524-8C59-7CA781011B59}" dt="2025-06-29T14:21:00.641" v="1521" actId="478"/>
          <ac:picMkLst>
            <pc:docMk/>
            <pc:sldMk cId="3478039128" sldId="320"/>
            <ac:picMk id="116" creationId="{44B19E2D-43B3-4F87-8863-CEDD17F5B9FA}"/>
          </ac:picMkLst>
        </pc:picChg>
        <pc:cxnChg chg="add del mod">
          <ac:chgData name="MYUNG JIN" userId="89f3fa32ababedc4" providerId="LiveId" clId="{FDBFBC05-E0D2-4524-8C59-7CA781011B59}" dt="2025-06-29T14:20:06.408" v="1507" actId="478"/>
          <ac:cxnSpMkLst>
            <pc:docMk/>
            <pc:sldMk cId="3478039128" sldId="320"/>
            <ac:cxnSpMk id="85" creationId="{27744B17-D42B-BDDD-872D-DD64A27492ED}"/>
          </ac:cxnSpMkLst>
        </pc:cxnChg>
        <pc:cxnChg chg="add del mod">
          <ac:chgData name="MYUNG JIN" userId="89f3fa32ababedc4" providerId="LiveId" clId="{FDBFBC05-E0D2-4524-8C59-7CA781011B59}" dt="2025-06-29T14:20:07.380" v="1508" actId="478"/>
          <ac:cxnSpMkLst>
            <pc:docMk/>
            <pc:sldMk cId="3478039128" sldId="320"/>
            <ac:cxnSpMk id="88" creationId="{D1059A35-6766-2057-4A23-485CB3D867C6}"/>
          </ac:cxnSpMkLst>
        </pc:cxnChg>
      </pc:sldChg>
      <pc:sldChg chg="del">
        <pc:chgData name="MYUNG JIN" userId="89f3fa32ababedc4" providerId="LiveId" clId="{FDBFBC05-E0D2-4524-8C59-7CA781011B59}" dt="2025-06-29T01:05:24.721" v="36" actId="47"/>
        <pc:sldMkLst>
          <pc:docMk/>
          <pc:sldMk cId="767685171" sldId="321"/>
        </pc:sldMkLst>
      </pc:sldChg>
      <pc:sldChg chg="addSp delSp modSp add del mod">
        <pc:chgData name="MYUNG JIN" userId="89f3fa32ababedc4" providerId="LiveId" clId="{FDBFBC05-E0D2-4524-8C59-7CA781011B59}" dt="2025-06-29T14:27:08.318" v="1786" actId="58"/>
        <pc:sldMkLst>
          <pc:docMk/>
          <pc:sldMk cId="2912972721" sldId="322"/>
        </pc:sldMkLst>
        <pc:spChg chg="mod">
          <ac:chgData name="MYUNG JIN" userId="89f3fa32ababedc4" providerId="LiveId" clId="{FDBFBC05-E0D2-4524-8C59-7CA781011B59}" dt="2025-06-29T13:56:04.090" v="592" actId="20577"/>
          <ac:spMkLst>
            <pc:docMk/>
            <pc:sldMk cId="2912972721" sldId="322"/>
            <ac:spMk id="2" creationId="{E48D56EA-0141-F837-2A48-236C4D70C6A6}"/>
          </ac:spMkLst>
        </pc:spChg>
        <pc:spChg chg="add del mod">
          <ac:chgData name="MYUNG JIN" userId="89f3fa32ababedc4" providerId="LiveId" clId="{FDBFBC05-E0D2-4524-8C59-7CA781011B59}" dt="2025-06-29T13:56:13.441" v="595" actId="478"/>
          <ac:spMkLst>
            <pc:docMk/>
            <pc:sldMk cId="2912972721" sldId="322"/>
            <ac:spMk id="3" creationId="{8B8AC16D-E9CD-BD1D-F825-B1DDCAEB2101}"/>
          </ac:spMkLst>
        </pc:spChg>
        <pc:spChg chg="add mod">
          <ac:chgData name="MYUNG JIN" userId="89f3fa32ababedc4" providerId="LiveId" clId="{FDBFBC05-E0D2-4524-8C59-7CA781011B59}" dt="2025-06-29T14:22:36.794" v="1555" actId="20577"/>
          <ac:spMkLst>
            <pc:docMk/>
            <pc:sldMk cId="2912972721" sldId="322"/>
            <ac:spMk id="4" creationId="{2507C30E-C4DD-651F-2BB0-F728D19B8D3A}"/>
          </ac:spMkLst>
        </pc:spChg>
        <pc:spChg chg="add mod">
          <ac:chgData name="MYUNG JIN" userId="89f3fa32ababedc4" providerId="LiveId" clId="{FDBFBC05-E0D2-4524-8C59-7CA781011B59}" dt="2025-06-29T14:25:35.206" v="1667" actId="1076"/>
          <ac:spMkLst>
            <pc:docMk/>
            <pc:sldMk cId="2912972721" sldId="322"/>
            <ac:spMk id="5" creationId="{BBD7C17C-5956-C28E-49FF-69199AF2F77E}"/>
          </ac:spMkLst>
        </pc:spChg>
        <pc:spChg chg="add mod">
          <ac:chgData name="MYUNG JIN" userId="89f3fa32ababedc4" providerId="LiveId" clId="{FDBFBC05-E0D2-4524-8C59-7CA781011B59}" dt="2025-06-29T14:26:33.895" v="1754" actId="20577"/>
          <ac:spMkLst>
            <pc:docMk/>
            <pc:sldMk cId="2912972721" sldId="322"/>
            <ac:spMk id="8" creationId="{40FDB41E-B463-5CFA-AEC6-22ED164B2F05}"/>
          </ac:spMkLst>
        </pc:spChg>
        <pc:spChg chg="add mod">
          <ac:chgData name="MYUNG JIN" userId="89f3fa32ababedc4" providerId="LiveId" clId="{FDBFBC05-E0D2-4524-8C59-7CA781011B59}" dt="2025-06-29T14:27:08.318" v="1786" actId="58"/>
          <ac:spMkLst>
            <pc:docMk/>
            <pc:sldMk cId="2912972721" sldId="322"/>
            <ac:spMk id="10" creationId="{9996161A-A621-FE80-F91D-690CB9D5F745}"/>
          </ac:spMkLst>
        </pc:spChg>
        <pc:picChg chg="add mod">
          <ac:chgData name="MYUNG JIN" userId="89f3fa32ababedc4" providerId="LiveId" clId="{FDBFBC05-E0D2-4524-8C59-7CA781011B59}" dt="2025-06-29T14:26:49.705" v="1761" actId="1076"/>
          <ac:picMkLst>
            <pc:docMk/>
            <pc:sldMk cId="2912972721" sldId="322"/>
            <ac:picMk id="7" creationId="{DD01EDF2-F0C3-41AC-ACF0-80A2D4789C98}"/>
          </ac:picMkLst>
        </pc:picChg>
        <pc:picChg chg="add mod">
          <ac:chgData name="MYUNG JIN" userId="89f3fa32ababedc4" providerId="LiveId" clId="{FDBFBC05-E0D2-4524-8C59-7CA781011B59}" dt="2025-06-29T14:26:51.391" v="1762" actId="1076"/>
          <ac:picMkLst>
            <pc:docMk/>
            <pc:sldMk cId="2912972721" sldId="322"/>
            <ac:picMk id="9" creationId="{E493D593-250F-23E5-4A16-E0DCBE6495F2}"/>
          </ac:picMkLst>
        </pc:picChg>
      </pc:sldChg>
      <pc:sldChg chg="addSp delSp modSp new mod ord">
        <pc:chgData name="MYUNG JIN" userId="89f3fa32ababedc4" providerId="LiveId" clId="{FDBFBC05-E0D2-4524-8C59-7CA781011B59}" dt="2025-06-29T14:19:30.956" v="1491" actId="164"/>
        <pc:sldMkLst>
          <pc:docMk/>
          <pc:sldMk cId="2070458495" sldId="323"/>
        </pc:sldMkLst>
        <pc:spChg chg="mod">
          <ac:chgData name="MYUNG JIN" userId="89f3fa32ababedc4" providerId="LiveId" clId="{FDBFBC05-E0D2-4524-8C59-7CA781011B59}" dt="2025-06-29T14:04:27.736" v="871" actId="20577"/>
          <ac:spMkLst>
            <pc:docMk/>
            <pc:sldMk cId="2070458495" sldId="323"/>
            <ac:spMk id="2" creationId="{30250DD7-400A-1AD1-F0B9-5C5BB9B15A8F}"/>
          </ac:spMkLst>
        </pc:spChg>
        <pc:spChg chg="add mod">
          <ac:chgData name="MYUNG JIN" userId="89f3fa32ababedc4" providerId="LiveId" clId="{FDBFBC05-E0D2-4524-8C59-7CA781011B59}" dt="2025-06-29T14:07:38.349" v="919" actId="164"/>
          <ac:spMkLst>
            <pc:docMk/>
            <pc:sldMk cId="2070458495" sldId="323"/>
            <ac:spMk id="5" creationId="{47E907C5-A18A-960F-0CA4-20E9A14D9E82}"/>
          </ac:spMkLst>
        </pc:spChg>
        <pc:spChg chg="add del">
          <ac:chgData name="MYUNG JIN" userId="89f3fa32ababedc4" providerId="LiveId" clId="{FDBFBC05-E0D2-4524-8C59-7CA781011B59}" dt="2025-06-29T14:05:17.911" v="883" actId="478"/>
          <ac:spMkLst>
            <pc:docMk/>
            <pc:sldMk cId="2070458495" sldId="323"/>
            <ac:spMk id="8" creationId="{1BFF1BAF-4748-4B54-5F13-493C9FC2FC78}"/>
          </ac:spMkLst>
        </pc:spChg>
        <pc:spChg chg="add mod">
          <ac:chgData name="MYUNG JIN" userId="89f3fa32ababedc4" providerId="LiveId" clId="{FDBFBC05-E0D2-4524-8C59-7CA781011B59}" dt="2025-06-29T14:07:35.596" v="918" actId="164"/>
          <ac:spMkLst>
            <pc:docMk/>
            <pc:sldMk cId="2070458495" sldId="323"/>
            <ac:spMk id="9" creationId="{34C6E9DB-4C9F-5F21-AE10-78363D81426E}"/>
          </ac:spMkLst>
        </pc:spChg>
        <pc:spChg chg="add mod">
          <ac:chgData name="MYUNG JIN" userId="89f3fa32ababedc4" providerId="LiveId" clId="{FDBFBC05-E0D2-4524-8C59-7CA781011B59}" dt="2025-06-29T14:06:30.155" v="905" actId="164"/>
          <ac:spMkLst>
            <pc:docMk/>
            <pc:sldMk cId="2070458495" sldId="323"/>
            <ac:spMk id="10" creationId="{53B7301E-F4AA-FECB-2878-9F446559C5EC}"/>
          </ac:spMkLst>
        </pc:spChg>
        <pc:spChg chg="add del">
          <ac:chgData name="MYUNG JIN" userId="89f3fa32ababedc4" providerId="LiveId" clId="{FDBFBC05-E0D2-4524-8C59-7CA781011B59}" dt="2025-06-29T14:06:54.229" v="909" actId="478"/>
          <ac:spMkLst>
            <pc:docMk/>
            <pc:sldMk cId="2070458495" sldId="323"/>
            <ac:spMk id="21" creationId="{DF03AD59-0D48-A809-A51F-ADE369FE7F7A}"/>
          </ac:spMkLst>
        </pc:spChg>
        <pc:spChg chg="add mod">
          <ac:chgData name="MYUNG JIN" userId="89f3fa32ababedc4" providerId="LiveId" clId="{FDBFBC05-E0D2-4524-8C59-7CA781011B59}" dt="2025-06-29T14:07:35.596" v="918" actId="164"/>
          <ac:spMkLst>
            <pc:docMk/>
            <pc:sldMk cId="2070458495" sldId="323"/>
            <ac:spMk id="22" creationId="{0E82123E-B917-9534-F38C-3A8A27216F10}"/>
          </ac:spMkLst>
        </pc:spChg>
        <pc:spChg chg="add mod">
          <ac:chgData name="MYUNG JIN" userId="89f3fa32ababedc4" providerId="LiveId" clId="{FDBFBC05-E0D2-4524-8C59-7CA781011B59}" dt="2025-06-29T14:07:35.596" v="918" actId="164"/>
          <ac:spMkLst>
            <pc:docMk/>
            <pc:sldMk cId="2070458495" sldId="323"/>
            <ac:spMk id="23" creationId="{A33E6543-F870-02EF-40B2-C13A974F18F0}"/>
          </ac:spMkLst>
        </pc:spChg>
        <pc:spChg chg="add mod">
          <ac:chgData name="MYUNG JIN" userId="89f3fa32ababedc4" providerId="LiveId" clId="{FDBFBC05-E0D2-4524-8C59-7CA781011B59}" dt="2025-06-29T14:07:35.596" v="918" actId="164"/>
          <ac:spMkLst>
            <pc:docMk/>
            <pc:sldMk cId="2070458495" sldId="323"/>
            <ac:spMk id="24" creationId="{59466A43-58BB-CAE6-995C-195D104B4262}"/>
          </ac:spMkLst>
        </pc:spChg>
        <pc:spChg chg="add mod">
          <ac:chgData name="MYUNG JIN" userId="89f3fa32ababedc4" providerId="LiveId" clId="{FDBFBC05-E0D2-4524-8C59-7CA781011B59}" dt="2025-06-29T14:07:35.596" v="918" actId="164"/>
          <ac:spMkLst>
            <pc:docMk/>
            <pc:sldMk cId="2070458495" sldId="323"/>
            <ac:spMk id="25" creationId="{56D1A90D-DB37-6075-89EC-8B9954CC6646}"/>
          </ac:spMkLst>
        </pc:spChg>
        <pc:spChg chg="add mod">
          <ac:chgData name="MYUNG JIN" userId="89f3fa32ababedc4" providerId="LiveId" clId="{FDBFBC05-E0D2-4524-8C59-7CA781011B59}" dt="2025-06-29T14:08:08.320" v="1000" actId="14100"/>
          <ac:spMkLst>
            <pc:docMk/>
            <pc:sldMk cId="2070458495" sldId="323"/>
            <ac:spMk id="28" creationId="{F55CBF60-A12E-8AD4-1B56-1E17567ABA26}"/>
          </ac:spMkLst>
        </pc:spChg>
        <pc:spChg chg="add mod">
          <ac:chgData name="MYUNG JIN" userId="89f3fa32ababedc4" providerId="LiveId" clId="{FDBFBC05-E0D2-4524-8C59-7CA781011B59}" dt="2025-06-29T14:19:30.956" v="1491" actId="164"/>
          <ac:spMkLst>
            <pc:docMk/>
            <pc:sldMk cId="2070458495" sldId="323"/>
            <ac:spMk id="29" creationId="{2C15619F-4D71-7B9E-F9DD-3316CD7531D7}"/>
          </ac:spMkLst>
        </pc:spChg>
        <pc:spChg chg="add mod">
          <ac:chgData name="MYUNG JIN" userId="89f3fa32ababedc4" providerId="LiveId" clId="{FDBFBC05-E0D2-4524-8C59-7CA781011B59}" dt="2025-06-29T14:19:30.956" v="1491" actId="164"/>
          <ac:spMkLst>
            <pc:docMk/>
            <pc:sldMk cId="2070458495" sldId="323"/>
            <ac:spMk id="30" creationId="{7995BEF7-47F0-0225-F5F7-1C1FDD2DC945}"/>
          </ac:spMkLst>
        </pc:spChg>
        <pc:spChg chg="add mod">
          <ac:chgData name="MYUNG JIN" userId="89f3fa32ababedc4" providerId="LiveId" clId="{FDBFBC05-E0D2-4524-8C59-7CA781011B59}" dt="2025-06-29T14:19:30.956" v="1491" actId="164"/>
          <ac:spMkLst>
            <pc:docMk/>
            <pc:sldMk cId="2070458495" sldId="323"/>
            <ac:spMk id="31" creationId="{93F05493-D48C-AB84-986B-EB32B27F1408}"/>
          </ac:spMkLst>
        </pc:spChg>
        <pc:spChg chg="add mod">
          <ac:chgData name="MYUNG JIN" userId="89f3fa32ababedc4" providerId="LiveId" clId="{FDBFBC05-E0D2-4524-8C59-7CA781011B59}" dt="2025-06-29T14:12:00.731" v="1172" actId="1076"/>
          <ac:spMkLst>
            <pc:docMk/>
            <pc:sldMk cId="2070458495" sldId="323"/>
            <ac:spMk id="32" creationId="{2921EFE4-3AE7-F915-4FCA-B0B7E1E6B568}"/>
          </ac:spMkLst>
        </pc:spChg>
        <pc:spChg chg="add mod">
          <ac:chgData name="MYUNG JIN" userId="89f3fa32ababedc4" providerId="LiveId" clId="{FDBFBC05-E0D2-4524-8C59-7CA781011B59}" dt="2025-06-29T14:12:00.731" v="1172" actId="1076"/>
          <ac:spMkLst>
            <pc:docMk/>
            <pc:sldMk cId="2070458495" sldId="323"/>
            <ac:spMk id="33" creationId="{1C629963-56F5-CDE0-64DF-9D8D0841C9B1}"/>
          </ac:spMkLst>
        </pc:spChg>
        <pc:spChg chg="add mod">
          <ac:chgData name="MYUNG JIN" userId="89f3fa32ababedc4" providerId="LiveId" clId="{FDBFBC05-E0D2-4524-8C59-7CA781011B59}" dt="2025-06-29T14:12:00.731" v="1172" actId="1076"/>
          <ac:spMkLst>
            <pc:docMk/>
            <pc:sldMk cId="2070458495" sldId="323"/>
            <ac:spMk id="34" creationId="{E5C168B2-89C4-179F-8395-E59278AF8F65}"/>
          </ac:spMkLst>
        </pc:spChg>
        <pc:spChg chg="add mod">
          <ac:chgData name="MYUNG JIN" userId="89f3fa32ababedc4" providerId="LiveId" clId="{FDBFBC05-E0D2-4524-8C59-7CA781011B59}" dt="2025-06-29T14:12:00.731" v="1172" actId="1076"/>
          <ac:spMkLst>
            <pc:docMk/>
            <pc:sldMk cId="2070458495" sldId="323"/>
            <ac:spMk id="35" creationId="{12170848-75F8-14AA-F06E-6DAD446F94F1}"/>
          </ac:spMkLst>
        </pc:spChg>
        <pc:spChg chg="add mod">
          <ac:chgData name="MYUNG JIN" userId="89f3fa32ababedc4" providerId="LiveId" clId="{FDBFBC05-E0D2-4524-8C59-7CA781011B59}" dt="2025-06-29T14:12:00.731" v="1172" actId="1076"/>
          <ac:spMkLst>
            <pc:docMk/>
            <pc:sldMk cId="2070458495" sldId="323"/>
            <ac:spMk id="36" creationId="{316DE34C-FF5C-F31B-8EDC-F1C44FAF053B}"/>
          </ac:spMkLst>
        </pc:spChg>
        <pc:spChg chg="add mod">
          <ac:chgData name="MYUNG JIN" userId="89f3fa32ababedc4" providerId="LiveId" clId="{FDBFBC05-E0D2-4524-8C59-7CA781011B59}" dt="2025-06-29T14:12:00.731" v="1172" actId="1076"/>
          <ac:spMkLst>
            <pc:docMk/>
            <pc:sldMk cId="2070458495" sldId="323"/>
            <ac:spMk id="37" creationId="{18282334-9C31-E719-421F-1FE5AB0FFAD2}"/>
          </ac:spMkLst>
        </pc:spChg>
        <pc:spChg chg="add mod">
          <ac:chgData name="MYUNG JIN" userId="89f3fa32ababedc4" providerId="LiveId" clId="{FDBFBC05-E0D2-4524-8C59-7CA781011B59}" dt="2025-06-29T14:19:30.956" v="1491" actId="164"/>
          <ac:spMkLst>
            <pc:docMk/>
            <pc:sldMk cId="2070458495" sldId="323"/>
            <ac:spMk id="38" creationId="{B9C8626D-384B-C8EA-0B1B-A21FD4EEE5E5}"/>
          </ac:spMkLst>
        </pc:spChg>
        <pc:spChg chg="add mod">
          <ac:chgData name="MYUNG JIN" userId="89f3fa32ababedc4" providerId="LiveId" clId="{FDBFBC05-E0D2-4524-8C59-7CA781011B59}" dt="2025-06-29T14:19:30.956" v="1491" actId="164"/>
          <ac:spMkLst>
            <pc:docMk/>
            <pc:sldMk cId="2070458495" sldId="323"/>
            <ac:spMk id="39" creationId="{651C3823-378A-70FE-16B0-C75BF687F135}"/>
          </ac:spMkLst>
        </pc:spChg>
        <pc:spChg chg="add mod">
          <ac:chgData name="MYUNG JIN" userId="89f3fa32ababedc4" providerId="LiveId" clId="{FDBFBC05-E0D2-4524-8C59-7CA781011B59}" dt="2025-06-29T14:19:30.956" v="1491" actId="164"/>
          <ac:spMkLst>
            <pc:docMk/>
            <pc:sldMk cId="2070458495" sldId="323"/>
            <ac:spMk id="40" creationId="{99001546-F0E5-41CB-390C-428D496C0A24}"/>
          </ac:spMkLst>
        </pc:spChg>
        <pc:grpChg chg="add mod">
          <ac:chgData name="MYUNG JIN" userId="89f3fa32ababedc4" providerId="LiveId" clId="{FDBFBC05-E0D2-4524-8C59-7CA781011B59}" dt="2025-06-29T14:07:35.596" v="918" actId="164"/>
          <ac:grpSpMkLst>
            <pc:docMk/>
            <pc:sldMk cId="2070458495" sldId="323"/>
            <ac:grpSpMk id="17" creationId="{F3C00584-FF0B-BF57-9685-768885DBC13F}"/>
          </ac:grpSpMkLst>
        </pc:grpChg>
        <pc:grpChg chg="add mod">
          <ac:chgData name="MYUNG JIN" userId="89f3fa32ababedc4" providerId="LiveId" clId="{FDBFBC05-E0D2-4524-8C59-7CA781011B59}" dt="2025-06-29T14:07:38.349" v="919" actId="164"/>
          <ac:grpSpMkLst>
            <pc:docMk/>
            <pc:sldMk cId="2070458495" sldId="323"/>
            <ac:grpSpMk id="26" creationId="{937F2C27-83BE-B34B-E566-63AB06A45223}"/>
          </ac:grpSpMkLst>
        </pc:grpChg>
        <pc:grpChg chg="add mod">
          <ac:chgData name="MYUNG JIN" userId="89f3fa32ababedc4" providerId="LiveId" clId="{FDBFBC05-E0D2-4524-8C59-7CA781011B59}" dt="2025-06-29T14:19:30.956" v="1491" actId="164"/>
          <ac:grpSpMkLst>
            <pc:docMk/>
            <pc:sldMk cId="2070458495" sldId="323"/>
            <ac:grpSpMk id="27" creationId="{EACBB6F2-4428-9E9F-0AEB-C07D39BF67CD}"/>
          </ac:grpSpMkLst>
        </pc:grpChg>
        <pc:grpChg chg="add mod">
          <ac:chgData name="MYUNG JIN" userId="89f3fa32ababedc4" providerId="LiveId" clId="{FDBFBC05-E0D2-4524-8C59-7CA781011B59}" dt="2025-06-29T14:19:30.956" v="1491" actId="164"/>
          <ac:grpSpMkLst>
            <pc:docMk/>
            <pc:sldMk cId="2070458495" sldId="323"/>
            <ac:grpSpMk id="41" creationId="{52CC1CF3-FF17-A48C-9C98-307DE3DB201D}"/>
          </ac:grpSpMkLst>
        </pc:grpChg>
        <pc:cxnChg chg="add del">
          <ac:chgData name="MYUNG JIN" userId="89f3fa32ababedc4" providerId="LiveId" clId="{FDBFBC05-E0D2-4524-8C59-7CA781011B59}" dt="2025-06-29T14:04:40.767" v="873" actId="478"/>
          <ac:cxnSpMkLst>
            <pc:docMk/>
            <pc:sldMk cId="2070458495" sldId="323"/>
            <ac:cxnSpMk id="4" creationId="{3F8FA4FF-91E5-7C36-FC1B-450AF0DB48A1}"/>
          </ac:cxnSpMkLst>
        </pc:cxnChg>
        <pc:cxnChg chg="add mod">
          <ac:chgData name="MYUNG JIN" userId="89f3fa32ababedc4" providerId="LiveId" clId="{FDBFBC05-E0D2-4524-8C59-7CA781011B59}" dt="2025-06-29T14:07:35.596" v="918" actId="164"/>
          <ac:cxnSpMkLst>
            <pc:docMk/>
            <pc:sldMk cId="2070458495" sldId="323"/>
            <ac:cxnSpMk id="7" creationId="{DAA6484E-5900-F68E-5874-01F448D86056}"/>
          </ac:cxnSpMkLst>
        </pc:cxnChg>
        <pc:cxnChg chg="add mod">
          <ac:chgData name="MYUNG JIN" userId="89f3fa32ababedc4" providerId="LiveId" clId="{FDBFBC05-E0D2-4524-8C59-7CA781011B59}" dt="2025-06-29T14:06:30.155" v="905" actId="164"/>
          <ac:cxnSpMkLst>
            <pc:docMk/>
            <pc:sldMk cId="2070458495" sldId="323"/>
            <ac:cxnSpMk id="12" creationId="{718102C2-5E45-C3A8-C9B0-05E6AAD7FCEF}"/>
          </ac:cxnSpMkLst>
        </pc:cxnChg>
        <pc:cxnChg chg="add mod">
          <ac:chgData name="MYUNG JIN" userId="89f3fa32ababedc4" providerId="LiveId" clId="{FDBFBC05-E0D2-4524-8C59-7CA781011B59}" dt="2025-06-29T14:07:35.596" v="918" actId="164"/>
          <ac:cxnSpMkLst>
            <pc:docMk/>
            <pc:sldMk cId="2070458495" sldId="323"/>
            <ac:cxnSpMk id="19" creationId="{3C8C34D7-6EBB-6CBB-2385-69C2DDD63ABE}"/>
          </ac:cxnSpMkLst>
        </pc:cxnChg>
        <pc:cxnChg chg="add mod">
          <ac:chgData name="MYUNG JIN" userId="89f3fa32ababedc4" providerId="LiveId" clId="{FDBFBC05-E0D2-4524-8C59-7CA781011B59}" dt="2025-06-29T14:07:35.596" v="918" actId="164"/>
          <ac:cxnSpMkLst>
            <pc:docMk/>
            <pc:sldMk cId="2070458495" sldId="323"/>
            <ac:cxnSpMk id="20" creationId="{DBC29BEF-E216-8EBF-3D68-F19318228A7A}"/>
          </ac:cxnSpMkLst>
        </pc:cxnChg>
      </pc:sldChg>
      <pc:sldChg chg="add del">
        <pc:chgData name="MYUNG JIN" userId="89f3fa32ababedc4" providerId="LiveId" clId="{FDBFBC05-E0D2-4524-8C59-7CA781011B59}" dt="2025-06-29T14:19:37.766" v="1493"/>
        <pc:sldMkLst>
          <pc:docMk/>
          <pc:sldMk cId="149407845" sldId="324"/>
        </pc:sldMkLst>
      </pc:sldChg>
      <pc:sldMasterChg chg="modSldLayout">
        <pc:chgData name="MYUNG JIN" userId="89f3fa32ababedc4" providerId="LiveId" clId="{FDBFBC05-E0D2-4524-8C59-7CA781011B59}" dt="2025-06-29T14:28:16.635" v="1864" actId="20577"/>
        <pc:sldMasterMkLst>
          <pc:docMk/>
          <pc:sldMasterMk cId="865822706" sldId="2147483672"/>
        </pc:sldMasterMkLst>
        <pc:sldLayoutChg chg="modSp mod">
          <pc:chgData name="MYUNG JIN" userId="89f3fa32ababedc4" providerId="LiveId" clId="{FDBFBC05-E0D2-4524-8C59-7CA781011B59}" dt="2025-06-29T14:28:16.635" v="1864" actId="20577"/>
          <pc:sldLayoutMkLst>
            <pc:docMk/>
            <pc:sldMasterMk cId="865822706" sldId="2147483672"/>
            <pc:sldLayoutMk cId="1527371085" sldId="2147483662"/>
          </pc:sldLayoutMkLst>
          <pc:spChg chg="mod">
            <ac:chgData name="MYUNG JIN" userId="89f3fa32ababedc4" providerId="LiveId" clId="{FDBFBC05-E0D2-4524-8C59-7CA781011B59}" dt="2025-06-29T14:28:16.635" v="1864" actId="20577"/>
            <ac:spMkLst>
              <pc:docMk/>
              <pc:sldMasterMk cId="865822706" sldId="2147483672"/>
              <pc:sldLayoutMk cId="1527371085" sldId="2147483662"/>
              <ac:spMk id="2" creationId="{A7AFC566-22A4-29F2-DC8E-5E0F72383F7D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8180F2F1-247D-439A-AE1A-1AD18BF0EBC5}" type="datetime1">
              <a:rPr lang="ko-KR" altLang="en-US"/>
              <a:pPr lvl="0">
                <a:defRPr/>
              </a:pPr>
              <a:t>2025-06-29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969D8441-CF3E-4C34-A420-65ADD8A7BB05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C47ACFDF-210B-4108-EB77-9160E7834D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kumimoji="1" lang="en-US" sz="3200" b="1" dirty="0">
                <a:solidFill>
                  <a:srgbClr val="0000FF"/>
                </a:solidFill>
                <a:effectLst/>
                <a:latin typeface="Calibri"/>
                <a:ea typeface="굴림"/>
                <a:cs typeface="굴림"/>
              </a:defRPr>
            </a:lvl1pPr>
          </a:lstStyle>
          <a:p>
            <a:pPr lvl="0" algn="ctr"/>
            <a:r>
              <a:rPr lang="ko-KR" altLang="en-US" dirty="0"/>
              <a:t>제목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진명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27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2B732FBD-70BB-590B-EED9-6BA8F8E91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" y="165556"/>
            <a:ext cx="8955742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>
              <a:defRPr lang="en-US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algn="ctr"/>
            <a:endParaRPr lang="en-US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68D360D-C118-14A3-C8B6-E639F8DD026C}"/>
              </a:ext>
            </a:extLst>
          </p:cNvPr>
          <p:cNvCxnSpPr/>
          <p:nvPr userDrawn="1"/>
        </p:nvCxnSpPr>
        <p:spPr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w="med" len="med"/>
          </a:ln>
          <a:effectLst/>
        </p:spPr>
      </p:cxn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AFC566-22A4-29F2-DC8E-5E0F72383F7D}"/>
              </a:ext>
            </a:extLst>
          </p:cNvPr>
          <p:cNvSpPr txBox="1">
            <a:spLocks/>
          </p:cNvSpPr>
          <p:nvPr userDrawn="1"/>
        </p:nvSpPr>
        <p:spPr>
          <a:xfrm>
            <a:off x="4125611" y="6467849"/>
            <a:ext cx="8908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1F989CB1-DA8A-44BB-A4A9-D7F9352F01ED}" type="slidenum">
              <a:rPr lang="ko-KR" altLang="en-US" sz="1800" smtClean="0">
                <a:solidFill>
                  <a:srgbClr val="FFFFFF"/>
                </a:solidFill>
              </a:rPr>
              <a:pPr algn="ctr">
                <a:defRPr/>
              </a:pPr>
              <a:t>‹#›</a:t>
            </a:fld>
            <a:r>
              <a:rPr lang="ko-KR" altLang="en-US" sz="1800" dirty="0">
                <a:solidFill>
                  <a:srgbClr val="FFFFFF"/>
                </a:solidFill>
              </a:rPr>
              <a:t> </a:t>
            </a:r>
            <a:r>
              <a:rPr lang="en-US" altLang="ko-KR" sz="1800" dirty="0">
                <a:solidFill>
                  <a:srgbClr val="FFFFFF"/>
                </a:solidFill>
              </a:rPr>
              <a:t>/ 6</a:t>
            </a:r>
            <a:endParaRPr lang="ko-KR" alt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7371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_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C47ACFDF-210B-4108-EB77-9160E7834D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kumimoji="1" lang="en-US" sz="3200" b="1" dirty="0">
                <a:solidFill>
                  <a:srgbClr val="0000FF"/>
                </a:solidFill>
                <a:effectLst/>
                <a:latin typeface="Calibri"/>
                <a:ea typeface="굴림"/>
                <a:cs typeface="굴림"/>
              </a:defRPr>
            </a:lvl1pPr>
          </a:lstStyle>
          <a:p>
            <a:pPr lvl="0" algn="ctr"/>
            <a:r>
              <a:rPr lang="ko-KR" altLang="en-US" dirty="0"/>
              <a:t>제목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진명</a:t>
            </a:r>
            <a:endParaRPr lang="en-US" dirty="0"/>
          </a:p>
        </p:txBody>
      </p:sp>
      <p:sp>
        <p:nvSpPr>
          <p:cNvPr id="12" name="슬라이드 번호 개체 틀 1">
            <a:extLst>
              <a:ext uri="{FF2B5EF4-FFF2-40B4-BE49-F238E27FC236}">
                <a16:creationId xmlns:a16="http://schemas.microsoft.com/office/drawing/2014/main" id="{73E09DDB-F9AA-B7CF-1BD1-467229BF433E}"/>
              </a:ext>
            </a:extLst>
          </p:cNvPr>
          <p:cNvSpPr txBox="1">
            <a:spLocks/>
          </p:cNvSpPr>
          <p:nvPr userDrawn="1"/>
        </p:nvSpPr>
        <p:spPr>
          <a:xfrm>
            <a:off x="4125611" y="6467849"/>
            <a:ext cx="8908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1F989CB1-DA8A-44BB-A4A9-D7F9352F01ED}" type="slidenum">
              <a:rPr lang="ko-KR" altLang="en-US" sz="1800" smtClean="0">
                <a:solidFill>
                  <a:srgbClr val="FFFFFF"/>
                </a:solidFill>
              </a:rPr>
              <a:pPr algn="ctr">
                <a:defRPr/>
              </a:pPr>
              <a:t>‹#›</a:t>
            </a:fld>
            <a:r>
              <a:rPr lang="ko-KR" altLang="en-US" sz="1800" dirty="0">
                <a:solidFill>
                  <a:srgbClr val="FFFFFF"/>
                </a:solidFill>
              </a:rPr>
              <a:t> </a:t>
            </a:r>
            <a:r>
              <a:rPr lang="en-US" altLang="ko-KR" sz="1800" dirty="0">
                <a:solidFill>
                  <a:srgbClr val="FFFFFF"/>
                </a:solidFill>
              </a:rPr>
              <a:t>/ A</a:t>
            </a:r>
            <a:endParaRPr lang="ko-KR" alt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8637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_본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2B732FBD-70BB-590B-EED9-6BA8F8E91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" y="165556"/>
            <a:ext cx="8955742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>
              <a:defRPr lang="en-US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algn="ctr"/>
            <a:endParaRPr lang="en-US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68D360D-C118-14A3-C8B6-E639F8DD026C}"/>
              </a:ext>
            </a:extLst>
          </p:cNvPr>
          <p:cNvCxnSpPr/>
          <p:nvPr userDrawn="1"/>
        </p:nvCxnSpPr>
        <p:spPr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w="med" len="med"/>
          </a:ln>
          <a:effectLst/>
        </p:spPr>
      </p:cxn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AFC566-22A4-29F2-DC8E-5E0F72383F7D}"/>
              </a:ext>
            </a:extLst>
          </p:cNvPr>
          <p:cNvSpPr txBox="1">
            <a:spLocks/>
          </p:cNvSpPr>
          <p:nvPr userDrawn="1"/>
        </p:nvSpPr>
        <p:spPr>
          <a:xfrm>
            <a:off x="4125611" y="6467849"/>
            <a:ext cx="8908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1F989CB1-DA8A-44BB-A4A9-D7F9352F01ED}" type="slidenum">
              <a:rPr lang="ko-KR" altLang="en-US" sz="1800" smtClean="0">
                <a:solidFill>
                  <a:srgbClr val="FFFFFF"/>
                </a:solidFill>
              </a:rPr>
              <a:pPr algn="ctr">
                <a:defRPr/>
              </a:pPr>
              <a:t>‹#›</a:t>
            </a:fld>
            <a:r>
              <a:rPr lang="ko-KR" altLang="en-US" sz="1800" dirty="0">
                <a:solidFill>
                  <a:srgbClr val="FFFFFF"/>
                </a:solidFill>
              </a:rPr>
              <a:t> </a:t>
            </a:r>
            <a:r>
              <a:rPr lang="en-US" altLang="ko-KR" sz="1800" dirty="0">
                <a:solidFill>
                  <a:srgbClr val="FFFFFF"/>
                </a:solidFill>
              </a:rPr>
              <a:t>/ A</a:t>
            </a:r>
            <a:endParaRPr lang="ko-KR" alt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3303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34A334C5-B9FA-4ED1-A744-F408B6777B24}" type="datetime1">
              <a:rPr lang="ko-KR" altLang="en-US" smtClean="0"/>
              <a:t>2025-06-29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00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9E5042A7-DF43-46DE-92FC-CFB97544BBB3}" type="datetime1">
              <a:rPr lang="ko-KR" altLang="en-US" smtClean="0"/>
              <a:t>2025-06-29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779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916D5AD-5A6F-454C-9545-6885344E280D}" type="datetime1">
              <a:rPr lang="ko-KR" altLang="en-US" smtClean="0"/>
              <a:t>2025-06-29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6316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3F7BB00-28E5-4A3B-9E5F-1F4BB3A8F165}" type="datetime1">
              <a:rPr lang="ko-KR" altLang="en-US" smtClean="0"/>
              <a:t>2025-06-29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5328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CEAC59B-C817-48F5-8ACE-D9D17C2470A4}" type="datetime1">
              <a:rPr lang="ko-KR" altLang="en-US" smtClean="0"/>
              <a:t>2025-06-29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4692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3B0509C-DF52-4D9E-B08B-80FF4BADBE5B}" type="datetime1">
              <a:rPr lang="ko-KR" altLang="en-US" smtClean="0"/>
              <a:t>2025-06-29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1618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D7E32654-65AB-44C2-B15A-24814E9FAC6C}" type="datetime1">
              <a:rPr lang="ko-KR" altLang="en-US" smtClean="0"/>
              <a:t>2025-06-29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39343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A4443EB-2E16-4E63-8781-456863843F67}" type="datetime1">
              <a:rPr lang="ko-KR" altLang="en-US" smtClean="0"/>
              <a:t>2025-06-29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12590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33B04AE-6A3D-446A-BA2E-D60D9DF7E98F}" type="datetime1">
              <a:rPr lang="ko-KR" altLang="en-US" smtClean="0"/>
              <a:t>2025-06-29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87923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F9506-E5DD-4FE8-0BB7-EACC1C891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25DBDE6-F08E-5E13-9BC0-67987A6A88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DDA8C695-F3F3-4DFA-BE8E-F96FA1E20C9A}" type="datetime1">
              <a:rPr lang="ko-KR" altLang="en-US" smtClean="0"/>
              <a:t>2025-06-29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7BAB051-DD19-19B3-C999-DD1B7F47C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796CDF9-9319-B249-5F10-09AFE0D96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8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7706" y="2329156"/>
            <a:ext cx="7886700" cy="21996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 latinLnBrk="1">
              <a:defRPr/>
            </a:pPr>
            <a:endParaRPr kumimoji="1" lang="ko-KR" altLang="en-US" sz="4400" b="1" dirty="0">
              <a:solidFill>
                <a:srgbClr val="0000FF"/>
              </a:solidFill>
              <a:effectLst/>
              <a:latin typeface="Calibri"/>
              <a:ea typeface="굴림"/>
              <a:cs typeface="굴림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5B2251B-B63B-3A95-4A71-181753A1254A}"/>
              </a:ext>
            </a:extLst>
          </p:cNvPr>
          <p:cNvSpPr/>
          <p:nvPr userDrawn="1"/>
        </p:nvSpPr>
        <p:spPr>
          <a:xfrm>
            <a:off x="-10765" y="6476626"/>
            <a:ext cx="9163643" cy="390252"/>
          </a:xfrm>
          <a:prstGeom prst="rect">
            <a:avLst/>
          </a:prstGeom>
          <a:solidFill>
            <a:srgbClr val="00397F"/>
          </a:solidFill>
          <a:ln w="9525" cap="flat" cmpd="sng" algn="ctr">
            <a:noFill/>
            <a:prstDash val="solid"/>
            <a:round/>
            <a:headEnd w="med" len="med"/>
            <a:tailEnd w="med" len="med"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</a:bodyPr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1" lang="ko-KR" altLang="en-US" sz="1600" b="0" i="0" u="none" strike="noStrike" cap="none" normalizeH="0">
              <a:solidFill>
                <a:schemeClr val="tx1"/>
              </a:solidFill>
              <a:effectLst/>
              <a:latin typeface="Times New Roman"/>
              <a:ea typeface="맑은 고딕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5AE41EA-423B-2D50-1B61-33F790630545}"/>
              </a:ext>
            </a:extLst>
          </p:cNvPr>
          <p:cNvSpPr/>
          <p:nvPr userDrawn="1"/>
        </p:nvSpPr>
        <p:spPr>
          <a:xfrm>
            <a:off x="5104660" y="6547575"/>
            <a:ext cx="4039339" cy="236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85000"/>
              </a:lnSpc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r>
              <a:rPr lang="en-US" altLang="ko-KR" sz="1100" b="1" i="1">
                <a:solidFill>
                  <a:schemeClr val="bg1">
                    <a:lumMod val="75000"/>
                  </a:schemeClr>
                </a:solidFill>
                <a:latin typeface="Times New Roman"/>
                <a:ea typeface="맑은 고딕"/>
                <a:cs typeface="Times New Roman"/>
              </a:rPr>
              <a:t>School of Electrical Engineering, Seoul National University</a:t>
            </a:r>
            <a:endParaRPr lang="en-US" altLang="ko-KR" sz="1100" b="1" kern="0">
              <a:solidFill>
                <a:schemeClr val="bg1">
                  <a:lumMod val="75000"/>
                </a:schemeClr>
              </a:solidFill>
              <a:latin typeface="Times New Roman"/>
              <a:ea typeface="맑은 고딕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E44581E-9BA8-E469-247F-0330F2662E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/>
          <a:stretch>
            <a:fillRect/>
          </a:stretch>
        </p:blipFill>
        <p:spPr>
          <a:xfrm>
            <a:off x="278983" y="6525344"/>
            <a:ext cx="1023426" cy="287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822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4" r:id="rId3"/>
    <p:sldLayoutId id="2147483675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3" r:id="rId14"/>
  </p:sldLayoutIdLst>
  <p:hf hdr="0" ftr="0" dt="0"/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E249DC-8914-7D45-D9D6-4D9952A1C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210" y="2329156"/>
            <a:ext cx="8311580" cy="2199687"/>
          </a:xfrm>
        </p:spPr>
        <p:txBody>
          <a:bodyPr/>
          <a:lstStyle/>
          <a:p>
            <a:r>
              <a:rPr lang="en-US" altLang="ko-KR" dirty="0"/>
              <a:t>Electron Trapping-</a:t>
            </a:r>
            <a:r>
              <a:rPr lang="en-US" altLang="ko-KR" dirty="0" err="1"/>
              <a:t>Detrapping</a:t>
            </a:r>
            <a:r>
              <a:rPr lang="en-US" altLang="ko-KR" dirty="0"/>
              <a:t> Soft Programming:</a:t>
            </a:r>
            <a:br>
              <a:rPr lang="en-US" altLang="ko-KR" dirty="0"/>
            </a:br>
            <a:r>
              <a:rPr lang="en-US" altLang="ko-KR" dirty="0"/>
              <a:t>Road to Trap-to-Trap Transition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20250630 </a:t>
            </a:r>
            <a:r>
              <a:rPr lang="ko-KR" altLang="en-US" dirty="0"/>
              <a:t>진명</a:t>
            </a:r>
          </a:p>
        </p:txBody>
      </p:sp>
    </p:spTree>
    <p:extLst>
      <p:ext uri="{BB962C8B-B14F-4D97-AF65-F5344CB8AC3E}">
        <p14:creationId xmlns:p14="http://schemas.microsoft.com/office/powerpoint/2010/main" val="24158246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250DD7-400A-1AD1-F0B9-5C5BB9B15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Trap-Assisted Soft Programming</a:t>
            </a:r>
            <a:endParaRPr lang="ko-KR" alt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55CBF60-A12E-8AD4-1B56-1E17567ABA26}"/>
              </a:ext>
            </a:extLst>
          </p:cNvPr>
          <p:cNvSpPr txBox="1"/>
          <p:nvPr/>
        </p:nvSpPr>
        <p:spPr>
          <a:xfrm>
            <a:off x="561251" y="977462"/>
            <a:ext cx="66656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Trap-Assisted Soft Program = Band-to-Trap + Trap-to-Band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921EFE4-3AE7-F915-4FCA-B0B7E1E6B568}"/>
              </a:ext>
            </a:extLst>
          </p:cNvPr>
          <p:cNvSpPr txBox="1"/>
          <p:nvPr/>
        </p:nvSpPr>
        <p:spPr>
          <a:xfrm>
            <a:off x="4325402" y="2375618"/>
            <a:ext cx="15828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Band-to-Trap</a:t>
            </a:r>
          </a:p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Trap-to-Band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C629963-56F5-CDE0-64DF-9D8D0841C9B1}"/>
              </a:ext>
            </a:extLst>
          </p:cNvPr>
          <p:cNvSpPr txBox="1"/>
          <p:nvPr/>
        </p:nvSpPr>
        <p:spPr>
          <a:xfrm>
            <a:off x="7387332" y="2375618"/>
            <a:ext cx="15828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Detrapping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Modeling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5C168B2-89C4-179F-8395-E59278AF8F65}"/>
                  </a:ext>
                </a:extLst>
              </p:cNvPr>
              <p:cNvSpPr txBox="1"/>
              <p:nvPr/>
            </p:nvSpPr>
            <p:spPr>
              <a:xfrm>
                <a:off x="5830354" y="2421298"/>
                <a:ext cx="127385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2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𝜈</m:t>
                          </m:r>
                        </m:e>
                        <m:sub>
                          <m:r>
                            <a:rPr lang="en-US" altLang="ko-KR" sz="12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𝑇𝐵𝑇</m:t>
                          </m:r>
                        </m:sub>
                      </m:sSub>
                      <m:r>
                        <m:rPr>
                          <m:lit/>
                        </m:rPr>
                        <a:rPr lang="en-US" altLang="ko-KR" sz="12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|</m:t>
                      </m:r>
                      <m:r>
                        <a:rPr lang="en-US" altLang="ko-KR" sz="12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𝑇</m:t>
                      </m:r>
                      <m:sSub>
                        <m:sSubPr>
                          <m:ctrlPr>
                            <a:rPr lang="en-US" altLang="ko-KR" sz="12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𝐶</m:t>
                          </m:r>
                        </m:e>
                        <m:sub>
                          <m:r>
                            <a:rPr lang="en-US" altLang="ko-KR" sz="12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𝑜</m:t>
                          </m:r>
                          <m:r>
                            <a:rPr lang="en-US" altLang="ko-KR" sz="12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1</m:t>
                          </m:r>
                        </m:sub>
                      </m:sSub>
                      <m:r>
                        <m:rPr>
                          <m:lit/>
                        </m:rPr>
                        <a:rPr lang="en-US" altLang="ko-KR" sz="12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|</m:t>
                      </m:r>
                    </m:oMath>
                  </m:oMathPara>
                </a14:m>
                <a:endParaRPr lang="ko-KR" altLang="en-US" sz="12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5C168B2-89C4-179F-8395-E59278AF8F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0354" y="2421298"/>
                <a:ext cx="1273854" cy="2769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12170848-75F8-14AA-F06E-6DAD446F94F1}"/>
                  </a:ext>
                </a:extLst>
              </p:cNvPr>
              <p:cNvSpPr txBox="1"/>
              <p:nvPr/>
            </p:nvSpPr>
            <p:spPr>
              <a:xfrm>
                <a:off x="5830354" y="2743976"/>
                <a:ext cx="127385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𝜈</m:t>
                        </m:r>
                      </m:e>
                      <m:sub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𝑇𝐵𝑇</m:t>
                        </m:r>
                      </m:sub>
                    </m:sSub>
                    <m:r>
                      <m:rPr>
                        <m:lit/>
                      </m:rPr>
                      <a:rPr lang="en-US" altLang="ko-KR" sz="12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|</m:t>
                    </m:r>
                    <m:r>
                      <a:rPr lang="en-US" altLang="ko-KR" sz="12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𝑇</m:t>
                    </m:r>
                    <m:sSub>
                      <m:sSub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𝐶</m:t>
                        </m:r>
                      </m:e>
                      <m:sub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𝑜</m:t>
                        </m:r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sub>
                    </m:sSub>
                    <m:r>
                      <m:rPr>
                        <m:lit/>
                      </m:rPr>
                      <a:rPr lang="en-US" altLang="ko-KR" sz="12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|</m:t>
                    </m:r>
                  </m:oMath>
                </a14:m>
                <a:r>
                  <a:rPr lang="ko-KR" altLang="en-US" sz="12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12170848-75F8-14AA-F06E-6DAD446F94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0354" y="2743976"/>
                <a:ext cx="1273854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왼쪽 중괄호 35">
            <a:extLst>
              <a:ext uri="{FF2B5EF4-FFF2-40B4-BE49-F238E27FC236}">
                <a16:creationId xmlns:a16="http://schemas.microsoft.com/office/drawing/2014/main" id="{316DE34C-FF5C-F31B-8EDC-F1C44FAF053B}"/>
              </a:ext>
            </a:extLst>
          </p:cNvPr>
          <p:cNvSpPr/>
          <p:nvPr/>
        </p:nvSpPr>
        <p:spPr>
          <a:xfrm>
            <a:off x="4137796" y="2486457"/>
            <a:ext cx="157656" cy="515038"/>
          </a:xfrm>
          <a:prstGeom prst="leftBrace">
            <a:avLst>
              <a:gd name="adj1" fmla="val 22415"/>
              <a:gd name="adj2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같음 기호 36">
            <a:extLst>
              <a:ext uri="{FF2B5EF4-FFF2-40B4-BE49-F238E27FC236}">
                <a16:creationId xmlns:a16="http://schemas.microsoft.com/office/drawing/2014/main" id="{18282334-9C31-E719-421F-1FE5AB0FFAD2}"/>
              </a:ext>
            </a:extLst>
          </p:cNvPr>
          <p:cNvSpPr/>
          <p:nvPr/>
        </p:nvSpPr>
        <p:spPr>
          <a:xfrm>
            <a:off x="6820428" y="2557426"/>
            <a:ext cx="567559" cy="365945"/>
          </a:xfrm>
          <a:prstGeom prst="mathEqual">
            <a:avLst>
              <a:gd name="adj1" fmla="val 14904"/>
              <a:gd name="adj2" fmla="val 18653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52CC1CF3-FF17-A48C-9C98-307DE3DB201D}"/>
              </a:ext>
            </a:extLst>
          </p:cNvPr>
          <p:cNvGrpSpPr/>
          <p:nvPr/>
        </p:nvGrpSpPr>
        <p:grpSpPr>
          <a:xfrm>
            <a:off x="255795" y="1609104"/>
            <a:ext cx="5088331" cy="4056671"/>
            <a:chOff x="255795" y="1609104"/>
            <a:chExt cx="5088331" cy="4056671"/>
          </a:xfrm>
        </p:grpSpPr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EACBB6F2-4428-9E9F-0AEB-C07D39BF67CD}"/>
                </a:ext>
              </a:extLst>
            </p:cNvPr>
            <p:cNvGrpSpPr/>
            <p:nvPr/>
          </p:nvGrpSpPr>
          <p:grpSpPr>
            <a:xfrm>
              <a:off x="366150" y="1671496"/>
              <a:ext cx="4413035" cy="3994279"/>
              <a:chOff x="1792272" y="1251375"/>
              <a:chExt cx="4413035" cy="3994279"/>
            </a:xfrm>
          </p:grpSpPr>
          <p:sp>
            <p:nvSpPr>
              <p:cNvPr id="5" name="자유형: 도형 4">
                <a:extLst>
                  <a:ext uri="{FF2B5EF4-FFF2-40B4-BE49-F238E27FC236}">
                    <a16:creationId xmlns:a16="http://schemas.microsoft.com/office/drawing/2014/main" id="{47E907C5-A18A-960F-0CA4-20E9A14D9E82}"/>
                  </a:ext>
                </a:extLst>
              </p:cNvPr>
              <p:cNvSpPr/>
              <p:nvPr/>
            </p:nvSpPr>
            <p:spPr>
              <a:xfrm>
                <a:off x="1792272" y="1251375"/>
                <a:ext cx="4413035" cy="3994279"/>
              </a:xfrm>
              <a:custGeom>
                <a:avLst/>
                <a:gdLst>
                  <a:gd name="connsiteX0" fmla="*/ 0 w 1704392"/>
                  <a:gd name="connsiteY0" fmla="*/ 1051249 h 1542661"/>
                  <a:gd name="connsiteX1" fmla="*/ 460310 w 1704392"/>
                  <a:gd name="connsiteY1" fmla="*/ 1051249 h 1542661"/>
                  <a:gd name="connsiteX2" fmla="*/ 460310 w 1704392"/>
                  <a:gd name="connsiteY2" fmla="*/ 0 h 1542661"/>
                  <a:gd name="connsiteX3" fmla="*/ 752669 w 1704392"/>
                  <a:gd name="connsiteY3" fmla="*/ 298579 h 1542661"/>
                  <a:gd name="connsiteX4" fmla="*/ 752669 w 1704392"/>
                  <a:gd name="connsiteY4" fmla="*/ 814873 h 1542661"/>
                  <a:gd name="connsiteX5" fmla="*/ 1007706 w 1704392"/>
                  <a:gd name="connsiteY5" fmla="*/ 914400 h 1542661"/>
                  <a:gd name="connsiteX6" fmla="*/ 1007706 w 1704392"/>
                  <a:gd name="connsiteY6" fmla="*/ 429208 h 1542661"/>
                  <a:gd name="connsiteX7" fmla="*/ 1256522 w 1704392"/>
                  <a:gd name="connsiteY7" fmla="*/ 659363 h 1542661"/>
                  <a:gd name="connsiteX8" fmla="*/ 1256522 w 1704392"/>
                  <a:gd name="connsiteY8" fmla="*/ 1312506 h 1542661"/>
                  <a:gd name="connsiteX9" fmla="*/ 1704392 w 1704392"/>
                  <a:gd name="connsiteY9" fmla="*/ 1542661 h 15426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704392" h="1542661">
                    <a:moveTo>
                      <a:pt x="0" y="1051249"/>
                    </a:moveTo>
                    <a:lnTo>
                      <a:pt x="460310" y="1051249"/>
                    </a:lnTo>
                    <a:lnTo>
                      <a:pt x="460310" y="0"/>
                    </a:lnTo>
                    <a:lnTo>
                      <a:pt x="752669" y="298579"/>
                    </a:lnTo>
                    <a:lnTo>
                      <a:pt x="752669" y="814873"/>
                    </a:lnTo>
                    <a:lnTo>
                      <a:pt x="1007706" y="914400"/>
                    </a:lnTo>
                    <a:lnTo>
                      <a:pt x="1007706" y="429208"/>
                    </a:lnTo>
                    <a:lnTo>
                      <a:pt x="1256522" y="659363"/>
                    </a:lnTo>
                    <a:lnTo>
                      <a:pt x="1256522" y="1312506"/>
                    </a:lnTo>
                    <a:lnTo>
                      <a:pt x="1704392" y="1542661"/>
                    </a:lnTo>
                  </a:path>
                </a:pathLst>
              </a:custGeom>
              <a:noFill/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6" name="그룹 25">
                <a:extLst>
                  <a:ext uri="{FF2B5EF4-FFF2-40B4-BE49-F238E27FC236}">
                    <a16:creationId xmlns:a16="http://schemas.microsoft.com/office/drawing/2014/main" id="{937F2C27-83BE-B34B-E566-63AB06A45223}"/>
                  </a:ext>
                </a:extLst>
              </p:cNvPr>
              <p:cNvGrpSpPr/>
              <p:nvPr/>
            </p:nvGrpSpPr>
            <p:grpSpPr>
              <a:xfrm>
                <a:off x="2620884" y="3717508"/>
                <a:ext cx="3335863" cy="324771"/>
                <a:chOff x="2620884" y="3717508"/>
                <a:chExt cx="3335863" cy="324771"/>
              </a:xfrm>
            </p:grpSpPr>
            <p:cxnSp>
              <p:nvCxnSpPr>
                <p:cNvPr id="7" name="직선 연결선 6">
                  <a:extLst>
                    <a:ext uri="{FF2B5EF4-FFF2-40B4-BE49-F238E27FC236}">
                      <a16:creationId xmlns:a16="http://schemas.microsoft.com/office/drawing/2014/main" id="{DAA6484E-5900-F68E-5874-01F448D86056}"/>
                    </a:ext>
                  </a:extLst>
                </p:cNvPr>
                <p:cNvCxnSpPr/>
                <p:nvPr/>
              </p:nvCxnSpPr>
              <p:spPr>
                <a:xfrm>
                  <a:off x="3676519" y="3717508"/>
                  <a:ext cx="687376" cy="264861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" name="타원 8">
                  <a:extLst>
                    <a:ext uri="{FF2B5EF4-FFF2-40B4-BE49-F238E27FC236}">
                      <a16:creationId xmlns:a16="http://schemas.microsoft.com/office/drawing/2014/main" id="{34C6E9DB-4C9F-5F21-AE10-78363D81426E}"/>
                    </a:ext>
                  </a:extLst>
                </p:cNvPr>
                <p:cNvSpPr/>
                <p:nvPr/>
              </p:nvSpPr>
              <p:spPr>
                <a:xfrm>
                  <a:off x="3909848" y="3739580"/>
                  <a:ext cx="227024" cy="220718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2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grpSp>
              <p:nvGrpSpPr>
                <p:cNvPr id="17" name="그룹 16">
                  <a:extLst>
                    <a:ext uri="{FF2B5EF4-FFF2-40B4-BE49-F238E27FC236}">
                      <a16:creationId xmlns:a16="http://schemas.microsoft.com/office/drawing/2014/main" id="{F3C00584-FF0B-BF57-9685-768885DBC13F}"/>
                    </a:ext>
                  </a:extLst>
                </p:cNvPr>
                <p:cNvGrpSpPr/>
                <p:nvPr/>
              </p:nvGrpSpPr>
              <p:grpSpPr>
                <a:xfrm>
                  <a:off x="2620884" y="3739581"/>
                  <a:ext cx="227024" cy="220718"/>
                  <a:chOff x="2620884" y="3739581"/>
                  <a:chExt cx="227024" cy="220718"/>
                </a:xfrm>
              </p:grpSpPr>
              <p:sp>
                <p:nvSpPr>
                  <p:cNvPr id="10" name="타원 9">
                    <a:extLst>
                      <a:ext uri="{FF2B5EF4-FFF2-40B4-BE49-F238E27FC236}">
                        <a16:creationId xmlns:a16="http://schemas.microsoft.com/office/drawing/2014/main" id="{53B7301E-F4AA-FECB-2878-9F446559C5EC}"/>
                      </a:ext>
                    </a:extLst>
                  </p:cNvPr>
                  <p:cNvSpPr/>
                  <p:nvPr/>
                </p:nvSpPr>
                <p:spPr>
                  <a:xfrm>
                    <a:off x="2620884" y="3739581"/>
                    <a:ext cx="227024" cy="220718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2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cxnSp>
                <p:nvCxnSpPr>
                  <p:cNvPr id="12" name="직선 연결선 11">
                    <a:extLst>
                      <a:ext uri="{FF2B5EF4-FFF2-40B4-BE49-F238E27FC236}">
                        <a16:creationId xmlns:a16="http://schemas.microsoft.com/office/drawing/2014/main" id="{718102C2-5E45-C3A8-C9B0-05E6AAD7FCE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692975" y="3849940"/>
                    <a:ext cx="93741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9" name="직선 화살표 연결선 18">
                  <a:extLst>
                    <a:ext uri="{FF2B5EF4-FFF2-40B4-BE49-F238E27FC236}">
                      <a16:creationId xmlns:a16="http://schemas.microsoft.com/office/drawing/2014/main" id="{3C8C34D7-6EBB-6CBB-2385-69C2DDD63ABE}"/>
                    </a:ext>
                  </a:extLst>
                </p:cNvPr>
                <p:cNvCxnSpPr>
                  <a:stCxn id="10" idx="6"/>
                  <a:endCxn id="9" idx="2"/>
                </p:cNvCxnSpPr>
                <p:nvPr/>
              </p:nvCxnSpPr>
              <p:spPr>
                <a:xfrm flipV="1">
                  <a:off x="2847908" y="3849939"/>
                  <a:ext cx="1061940" cy="1"/>
                </a:xfrm>
                <a:prstGeom prst="straightConnector1">
                  <a:avLst/>
                </a:prstGeom>
                <a:ln w="28575">
                  <a:solidFill>
                    <a:srgbClr val="00206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직선 화살표 연결선 19">
                  <a:extLst>
                    <a:ext uri="{FF2B5EF4-FFF2-40B4-BE49-F238E27FC236}">
                      <a16:creationId xmlns:a16="http://schemas.microsoft.com/office/drawing/2014/main" id="{DBC29BEF-E216-8EBF-3D68-F19318228A7A}"/>
                    </a:ext>
                  </a:extLst>
                </p:cNvPr>
                <p:cNvCxnSpPr/>
                <p:nvPr/>
              </p:nvCxnSpPr>
              <p:spPr>
                <a:xfrm flipV="1">
                  <a:off x="4130566" y="3849939"/>
                  <a:ext cx="1061940" cy="1"/>
                </a:xfrm>
                <a:prstGeom prst="straightConnector1">
                  <a:avLst/>
                </a:prstGeom>
                <a:ln w="28575">
                  <a:solidFill>
                    <a:srgbClr val="00206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2" name="자유형: 도형 21">
                  <a:extLst>
                    <a:ext uri="{FF2B5EF4-FFF2-40B4-BE49-F238E27FC236}">
                      <a16:creationId xmlns:a16="http://schemas.microsoft.com/office/drawing/2014/main" id="{0E82123E-B917-9534-F38C-3A8A27216F10}"/>
                    </a:ext>
                  </a:extLst>
                </p:cNvPr>
                <p:cNvSpPr/>
                <p:nvPr/>
              </p:nvSpPr>
              <p:spPr>
                <a:xfrm>
                  <a:off x="5171090" y="3853092"/>
                  <a:ext cx="460353" cy="189187"/>
                </a:xfrm>
                <a:custGeom>
                  <a:avLst/>
                  <a:gdLst>
                    <a:gd name="connsiteX0" fmla="*/ 0 w 460353"/>
                    <a:gd name="connsiteY0" fmla="*/ 0 h 189187"/>
                    <a:gd name="connsiteX1" fmla="*/ 309004 w 460353"/>
                    <a:gd name="connsiteY1" fmla="*/ 31531 h 189187"/>
                    <a:gd name="connsiteX2" fmla="*/ 460353 w 460353"/>
                    <a:gd name="connsiteY2" fmla="*/ 189187 h 1891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60353" h="189187">
                      <a:moveTo>
                        <a:pt x="0" y="0"/>
                      </a:moveTo>
                      <a:cubicBezTo>
                        <a:pt x="116139" y="0"/>
                        <a:pt x="232279" y="0"/>
                        <a:pt x="309004" y="31531"/>
                      </a:cubicBezTo>
                      <a:cubicBezTo>
                        <a:pt x="385729" y="63062"/>
                        <a:pt x="423041" y="126124"/>
                        <a:pt x="460353" y="189187"/>
                      </a:cubicBezTo>
                    </a:path>
                  </a:pathLst>
                </a:custGeom>
                <a:noFill/>
                <a:ln>
                  <a:headEnd type="none" w="med" len="med"/>
                  <a:tailEnd type="triangle" w="med" len="med"/>
                </a:ln>
              </p:spPr>
              <p:style>
                <a:lnRef idx="2">
                  <a:schemeClr val="accent1">
                    <a:shade val="2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3" name="자유형: 도형 22">
                  <a:extLst>
                    <a:ext uri="{FF2B5EF4-FFF2-40B4-BE49-F238E27FC236}">
                      <a16:creationId xmlns:a16="http://schemas.microsoft.com/office/drawing/2014/main" id="{A33E6543-F870-02EF-40B2-C13A974F18F0}"/>
                    </a:ext>
                  </a:extLst>
                </p:cNvPr>
                <p:cNvSpPr/>
                <p:nvPr/>
              </p:nvSpPr>
              <p:spPr>
                <a:xfrm>
                  <a:off x="5333742" y="3853092"/>
                  <a:ext cx="460353" cy="189187"/>
                </a:xfrm>
                <a:custGeom>
                  <a:avLst/>
                  <a:gdLst>
                    <a:gd name="connsiteX0" fmla="*/ 0 w 460353"/>
                    <a:gd name="connsiteY0" fmla="*/ 0 h 189187"/>
                    <a:gd name="connsiteX1" fmla="*/ 309004 w 460353"/>
                    <a:gd name="connsiteY1" fmla="*/ 31531 h 189187"/>
                    <a:gd name="connsiteX2" fmla="*/ 460353 w 460353"/>
                    <a:gd name="connsiteY2" fmla="*/ 189187 h 1891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60353" h="189187">
                      <a:moveTo>
                        <a:pt x="0" y="0"/>
                      </a:moveTo>
                      <a:cubicBezTo>
                        <a:pt x="116139" y="0"/>
                        <a:pt x="232279" y="0"/>
                        <a:pt x="309004" y="31531"/>
                      </a:cubicBezTo>
                      <a:cubicBezTo>
                        <a:pt x="385729" y="63062"/>
                        <a:pt x="423041" y="126124"/>
                        <a:pt x="460353" y="189187"/>
                      </a:cubicBezTo>
                    </a:path>
                  </a:pathLst>
                </a:custGeom>
                <a:noFill/>
                <a:ln>
                  <a:headEnd type="none" w="med" len="med"/>
                  <a:tailEnd type="triangle" w="med" len="med"/>
                </a:ln>
              </p:spPr>
              <p:style>
                <a:lnRef idx="2">
                  <a:schemeClr val="accent1">
                    <a:shade val="2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4" name="자유형: 도형 23">
                  <a:extLst>
                    <a:ext uri="{FF2B5EF4-FFF2-40B4-BE49-F238E27FC236}">
                      <a16:creationId xmlns:a16="http://schemas.microsoft.com/office/drawing/2014/main" id="{59466A43-58BB-CAE6-995C-195D104B4262}"/>
                    </a:ext>
                  </a:extLst>
                </p:cNvPr>
                <p:cNvSpPr/>
                <p:nvPr/>
              </p:nvSpPr>
              <p:spPr>
                <a:xfrm>
                  <a:off x="5496394" y="3853092"/>
                  <a:ext cx="460353" cy="189187"/>
                </a:xfrm>
                <a:custGeom>
                  <a:avLst/>
                  <a:gdLst>
                    <a:gd name="connsiteX0" fmla="*/ 0 w 460353"/>
                    <a:gd name="connsiteY0" fmla="*/ 0 h 189187"/>
                    <a:gd name="connsiteX1" fmla="*/ 309004 w 460353"/>
                    <a:gd name="connsiteY1" fmla="*/ 31531 h 189187"/>
                    <a:gd name="connsiteX2" fmla="*/ 460353 w 460353"/>
                    <a:gd name="connsiteY2" fmla="*/ 189187 h 1891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60353" h="189187">
                      <a:moveTo>
                        <a:pt x="0" y="0"/>
                      </a:moveTo>
                      <a:cubicBezTo>
                        <a:pt x="116139" y="0"/>
                        <a:pt x="232279" y="0"/>
                        <a:pt x="309004" y="31531"/>
                      </a:cubicBezTo>
                      <a:cubicBezTo>
                        <a:pt x="385729" y="63062"/>
                        <a:pt x="423041" y="126124"/>
                        <a:pt x="460353" y="189187"/>
                      </a:cubicBezTo>
                    </a:path>
                  </a:pathLst>
                </a:custGeom>
                <a:noFill/>
                <a:ln>
                  <a:headEnd type="none" w="med" len="med"/>
                  <a:tailEnd type="triangle" w="med" len="med"/>
                </a:ln>
              </p:spPr>
              <p:style>
                <a:lnRef idx="2">
                  <a:schemeClr val="accent1">
                    <a:shade val="2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5" name="자유형: 도형 24">
                  <a:extLst>
                    <a:ext uri="{FF2B5EF4-FFF2-40B4-BE49-F238E27FC236}">
                      <a16:creationId xmlns:a16="http://schemas.microsoft.com/office/drawing/2014/main" id="{56D1A90D-DB37-6075-89EC-8B9954CC6646}"/>
                    </a:ext>
                  </a:extLst>
                </p:cNvPr>
                <p:cNvSpPr/>
                <p:nvPr/>
              </p:nvSpPr>
              <p:spPr>
                <a:xfrm>
                  <a:off x="5008438" y="3853092"/>
                  <a:ext cx="460353" cy="189187"/>
                </a:xfrm>
                <a:custGeom>
                  <a:avLst/>
                  <a:gdLst>
                    <a:gd name="connsiteX0" fmla="*/ 0 w 460353"/>
                    <a:gd name="connsiteY0" fmla="*/ 0 h 189187"/>
                    <a:gd name="connsiteX1" fmla="*/ 309004 w 460353"/>
                    <a:gd name="connsiteY1" fmla="*/ 31531 h 189187"/>
                    <a:gd name="connsiteX2" fmla="*/ 460353 w 460353"/>
                    <a:gd name="connsiteY2" fmla="*/ 189187 h 1891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60353" h="189187">
                      <a:moveTo>
                        <a:pt x="0" y="0"/>
                      </a:moveTo>
                      <a:cubicBezTo>
                        <a:pt x="116139" y="0"/>
                        <a:pt x="232279" y="0"/>
                        <a:pt x="309004" y="31531"/>
                      </a:cubicBezTo>
                      <a:cubicBezTo>
                        <a:pt x="385729" y="63062"/>
                        <a:pt x="423041" y="126124"/>
                        <a:pt x="460353" y="189187"/>
                      </a:cubicBezTo>
                    </a:path>
                  </a:pathLst>
                </a:custGeom>
                <a:noFill/>
                <a:ln>
                  <a:headEnd type="none" w="med" len="med"/>
                  <a:tailEnd type="triangle" w="med" len="med"/>
                </a:ln>
              </p:spPr>
              <p:style>
                <a:lnRef idx="2">
                  <a:schemeClr val="accent1">
                    <a:shade val="2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2C15619F-4D71-7B9E-F9DD-3316CD7531D7}"/>
                    </a:ext>
                  </a:extLst>
                </p:cNvPr>
                <p:cNvSpPr txBox="1"/>
                <p:nvPr/>
              </p:nvSpPr>
              <p:spPr>
                <a:xfrm>
                  <a:off x="1209872" y="3711477"/>
                  <a:ext cx="127385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𝜈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𝑇𝐵𝑇</m:t>
                            </m:r>
                          </m:sub>
                        </m:sSub>
                        <m:r>
                          <m:rPr>
                            <m:lit/>
                          </m:r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|</m:t>
                        </m:r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𝑇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</m:t>
                            </m:r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lit/>
                          </m:r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|</m:t>
                        </m:r>
                      </m:oMath>
                    </m:oMathPara>
                  </a14:m>
                  <a:endPara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endParaRPr>
                </a:p>
              </p:txBody>
            </p:sp>
          </mc:Choice>
          <mc:Fallback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2C15619F-4D71-7B9E-F9DD-3316CD7531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9872" y="3711477"/>
                  <a:ext cx="1273854" cy="4001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7995BEF7-47F0-0225-F5F7-1C1FDD2DC945}"/>
                    </a:ext>
                  </a:extLst>
                </p:cNvPr>
                <p:cNvSpPr txBox="1"/>
                <p:nvPr/>
              </p:nvSpPr>
              <p:spPr>
                <a:xfrm>
                  <a:off x="2483726" y="4324349"/>
                  <a:ext cx="127385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𝜈</m:t>
                          </m:r>
                        </m:e>
                        <m:sub>
                          <m: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𝑇𝐵𝑇</m:t>
                          </m:r>
                        </m:sub>
                      </m:sSub>
                      <m:r>
                        <m:rPr>
                          <m:lit/>
                        </m:rPr>
                        <a:rPr lang="en-US" altLang="ko-KR" sz="20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|</m:t>
                      </m:r>
                      <m:r>
                        <a:rPr lang="en-US" altLang="ko-KR" sz="20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𝑇</m:t>
                      </m:r>
                      <m:sSub>
                        <m:sSubPr>
                          <m:ctrlP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𝐶</m:t>
                          </m:r>
                        </m:e>
                        <m:sub>
                          <m: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𝑜</m:t>
                          </m:r>
                          <m: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2</m:t>
                          </m:r>
                        </m:sub>
                      </m:sSub>
                      <m:r>
                        <m:rPr>
                          <m:lit/>
                        </m:rPr>
                        <a:rPr lang="en-US" altLang="ko-KR" sz="20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|</m:t>
                      </m:r>
                    </m:oMath>
                  </a14:m>
                  <a:r>
                    <a:rPr lang="ko-KR" altLang="en-US" sz="20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 </a:t>
                  </a:r>
                </a:p>
              </p:txBody>
            </p:sp>
          </mc:Choice>
          <mc:Fallback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7995BEF7-47F0-0225-F5F7-1C1FDD2DC9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83726" y="4324349"/>
                  <a:ext cx="1273854" cy="4001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93F05493-D48C-AB84-986B-EB32B27F1408}"/>
                    </a:ext>
                  </a:extLst>
                </p:cNvPr>
                <p:cNvSpPr txBox="1"/>
                <p:nvPr/>
              </p:nvSpPr>
              <p:spPr>
                <a:xfrm>
                  <a:off x="3567083" y="3787626"/>
                  <a:ext cx="127385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𝐽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𝑖𝑛</m:t>
                            </m:r>
                          </m:sub>
                        </m:sSub>
                      </m:oMath>
                    </m:oMathPara>
                  </a14:m>
                  <a:endPara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endParaRPr>
                </a:p>
              </p:txBody>
            </p:sp>
          </mc:Choice>
          <mc:Fallback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93F05493-D48C-AB84-986B-EB32B27F14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67083" y="3787626"/>
                  <a:ext cx="1273854" cy="4001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B9C8626D-384B-C8EA-0B1B-A21FD4EEE5E5}"/>
                </a:ext>
              </a:extLst>
            </p:cNvPr>
            <p:cNvSpPr txBox="1"/>
            <p:nvPr/>
          </p:nvSpPr>
          <p:spPr>
            <a:xfrm>
              <a:off x="2067517" y="1609104"/>
              <a:ext cx="127385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BETOX</a:t>
              </a:r>
              <a:endPara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651C3823-378A-70FE-16B0-C75BF687F135}"/>
                </a:ext>
              </a:extLst>
            </p:cNvPr>
            <p:cNvSpPr txBox="1"/>
            <p:nvPr/>
          </p:nvSpPr>
          <p:spPr>
            <a:xfrm>
              <a:off x="255795" y="2682420"/>
              <a:ext cx="127385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Channel</a:t>
              </a:r>
              <a:endPara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9001546-F0E5-41CB-390C-428D496C0A24}"/>
                </a:ext>
              </a:extLst>
            </p:cNvPr>
            <p:cNvSpPr txBox="1"/>
            <p:nvPr/>
          </p:nvSpPr>
          <p:spPr>
            <a:xfrm>
              <a:off x="4070272" y="4977299"/>
              <a:ext cx="127385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CTN</a:t>
              </a:r>
              <a:endPara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704584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9349FF-C4B5-805B-5C25-E7F681CBE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Trap-Assisted Soft Programming</a:t>
            </a:r>
            <a:endParaRPr lang="ko-KR" altLang="en-US" dirty="0"/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8B636DB8-0A78-6303-4E93-7034D4C71755}"/>
              </a:ext>
            </a:extLst>
          </p:cNvPr>
          <p:cNvSpPr/>
          <p:nvPr/>
        </p:nvSpPr>
        <p:spPr>
          <a:xfrm>
            <a:off x="849086" y="1249927"/>
            <a:ext cx="1816359" cy="1412032"/>
          </a:xfrm>
          <a:custGeom>
            <a:avLst/>
            <a:gdLst>
              <a:gd name="connsiteX0" fmla="*/ 0 w 1816359"/>
              <a:gd name="connsiteY0" fmla="*/ 1412032 h 1412032"/>
              <a:gd name="connsiteX1" fmla="*/ 528735 w 1816359"/>
              <a:gd name="connsiteY1" fmla="*/ 1412032 h 1412032"/>
              <a:gd name="connsiteX2" fmla="*/ 528735 w 1816359"/>
              <a:gd name="connsiteY2" fmla="*/ 597159 h 1412032"/>
              <a:gd name="connsiteX3" fmla="*/ 789992 w 1816359"/>
              <a:gd name="connsiteY3" fmla="*/ 348343 h 1412032"/>
              <a:gd name="connsiteX4" fmla="*/ 789992 w 1816359"/>
              <a:gd name="connsiteY4" fmla="*/ 808653 h 1412032"/>
              <a:gd name="connsiteX5" fmla="*/ 1013927 w 1816359"/>
              <a:gd name="connsiteY5" fmla="*/ 702906 h 1412032"/>
              <a:gd name="connsiteX6" fmla="*/ 1013927 w 1816359"/>
              <a:gd name="connsiteY6" fmla="*/ 248816 h 1412032"/>
              <a:gd name="connsiteX7" fmla="*/ 1300065 w 1816359"/>
              <a:gd name="connsiteY7" fmla="*/ 0 h 1412032"/>
              <a:gd name="connsiteX8" fmla="*/ 1300065 w 1816359"/>
              <a:gd name="connsiteY8" fmla="*/ 1101012 h 1412032"/>
              <a:gd name="connsiteX9" fmla="*/ 1816359 w 1816359"/>
              <a:gd name="connsiteY9" fmla="*/ 926841 h 1412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16359" h="1412032">
                <a:moveTo>
                  <a:pt x="0" y="1412032"/>
                </a:moveTo>
                <a:lnTo>
                  <a:pt x="528735" y="1412032"/>
                </a:lnTo>
                <a:lnTo>
                  <a:pt x="528735" y="597159"/>
                </a:lnTo>
                <a:lnTo>
                  <a:pt x="789992" y="348343"/>
                </a:lnTo>
                <a:lnTo>
                  <a:pt x="789992" y="808653"/>
                </a:lnTo>
                <a:lnTo>
                  <a:pt x="1013927" y="702906"/>
                </a:lnTo>
                <a:lnTo>
                  <a:pt x="1013927" y="248816"/>
                </a:lnTo>
                <a:lnTo>
                  <a:pt x="1300065" y="0"/>
                </a:lnTo>
                <a:lnTo>
                  <a:pt x="1300065" y="1101012"/>
                </a:lnTo>
                <a:lnTo>
                  <a:pt x="1816359" y="926841"/>
                </a:lnTo>
              </a:path>
            </a:pathLst>
          </a:cu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D19F0D-2FFD-E890-0807-DAA900DEC3D4}"/>
              </a:ext>
            </a:extLst>
          </p:cNvPr>
          <p:cNvSpPr txBox="1"/>
          <p:nvPr/>
        </p:nvSpPr>
        <p:spPr>
          <a:xfrm>
            <a:off x="1315616" y="3011857"/>
            <a:ext cx="11694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1 x TBT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7F5802CA-2165-DF44-F066-7880B1C617D9}"/>
              </a:ext>
            </a:extLst>
          </p:cNvPr>
          <p:cNvCxnSpPr/>
          <p:nvPr/>
        </p:nvCxnSpPr>
        <p:spPr>
          <a:xfrm flipH="1">
            <a:off x="1197429" y="2220310"/>
            <a:ext cx="5598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27D17896-C4FE-5475-3C08-E411BD4CE750}"/>
              </a:ext>
            </a:extLst>
          </p:cNvPr>
          <p:cNvCxnSpPr/>
          <p:nvPr/>
        </p:nvCxnSpPr>
        <p:spPr>
          <a:xfrm flipH="1">
            <a:off x="1197429" y="2301175"/>
            <a:ext cx="5598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EB6F7C40-74F4-ADA7-894F-70A26196981F}"/>
              </a:ext>
            </a:extLst>
          </p:cNvPr>
          <p:cNvCxnSpPr/>
          <p:nvPr/>
        </p:nvCxnSpPr>
        <p:spPr>
          <a:xfrm flipH="1">
            <a:off x="1197429" y="2388261"/>
            <a:ext cx="5598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자유형: 도형 8">
            <a:extLst>
              <a:ext uri="{FF2B5EF4-FFF2-40B4-BE49-F238E27FC236}">
                <a16:creationId xmlns:a16="http://schemas.microsoft.com/office/drawing/2014/main" id="{BB841924-4CC0-B2C3-727E-2025435C75E7}"/>
              </a:ext>
            </a:extLst>
          </p:cNvPr>
          <p:cNvSpPr/>
          <p:nvPr/>
        </p:nvSpPr>
        <p:spPr>
          <a:xfrm>
            <a:off x="6245289" y="1094792"/>
            <a:ext cx="2444621" cy="1660849"/>
          </a:xfrm>
          <a:custGeom>
            <a:avLst/>
            <a:gdLst>
              <a:gd name="connsiteX0" fmla="*/ 0 w 2444621"/>
              <a:gd name="connsiteY0" fmla="*/ 1660849 h 1660849"/>
              <a:gd name="connsiteX1" fmla="*/ 422988 w 2444621"/>
              <a:gd name="connsiteY1" fmla="*/ 1660849 h 1660849"/>
              <a:gd name="connsiteX2" fmla="*/ 422988 w 2444621"/>
              <a:gd name="connsiteY2" fmla="*/ 702906 h 1660849"/>
              <a:gd name="connsiteX3" fmla="*/ 715347 w 2444621"/>
              <a:gd name="connsiteY3" fmla="*/ 385665 h 1660849"/>
              <a:gd name="connsiteX4" fmla="*/ 715347 w 2444621"/>
              <a:gd name="connsiteY4" fmla="*/ 1094792 h 1660849"/>
              <a:gd name="connsiteX5" fmla="*/ 939282 w 2444621"/>
              <a:gd name="connsiteY5" fmla="*/ 889518 h 1660849"/>
              <a:gd name="connsiteX6" fmla="*/ 939282 w 2444621"/>
              <a:gd name="connsiteY6" fmla="*/ 255037 h 1660849"/>
              <a:gd name="connsiteX7" fmla="*/ 1132115 w 2444621"/>
              <a:gd name="connsiteY7" fmla="*/ 0 h 1660849"/>
              <a:gd name="connsiteX8" fmla="*/ 1132115 w 2444621"/>
              <a:gd name="connsiteY8" fmla="*/ 1250302 h 1660849"/>
              <a:gd name="connsiteX9" fmla="*/ 1915886 w 2444621"/>
              <a:gd name="connsiteY9" fmla="*/ 920620 h 1660849"/>
              <a:gd name="connsiteX10" fmla="*/ 2401078 w 2444621"/>
              <a:gd name="connsiteY10" fmla="*/ 1020147 h 1660849"/>
              <a:gd name="connsiteX11" fmla="*/ 2444621 w 2444621"/>
              <a:gd name="connsiteY11" fmla="*/ 1038808 h 16608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444621" h="1660849">
                <a:moveTo>
                  <a:pt x="0" y="1660849"/>
                </a:moveTo>
                <a:lnTo>
                  <a:pt x="422988" y="1660849"/>
                </a:lnTo>
                <a:lnTo>
                  <a:pt x="422988" y="702906"/>
                </a:lnTo>
                <a:lnTo>
                  <a:pt x="715347" y="385665"/>
                </a:lnTo>
                <a:lnTo>
                  <a:pt x="715347" y="1094792"/>
                </a:lnTo>
                <a:lnTo>
                  <a:pt x="939282" y="889518"/>
                </a:lnTo>
                <a:lnTo>
                  <a:pt x="939282" y="255037"/>
                </a:lnTo>
                <a:lnTo>
                  <a:pt x="1132115" y="0"/>
                </a:lnTo>
                <a:lnTo>
                  <a:pt x="1132115" y="1250302"/>
                </a:lnTo>
                <a:lnTo>
                  <a:pt x="1915886" y="920620"/>
                </a:lnTo>
                <a:lnTo>
                  <a:pt x="2401078" y="1020147"/>
                </a:lnTo>
                <a:lnTo>
                  <a:pt x="2444621" y="1038808"/>
                </a:lnTo>
              </a:path>
            </a:pathLst>
          </a:cu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EA3F1242-FAA4-C817-F603-8AFFABCC245E}"/>
              </a:ext>
            </a:extLst>
          </p:cNvPr>
          <p:cNvCxnSpPr/>
          <p:nvPr/>
        </p:nvCxnSpPr>
        <p:spPr>
          <a:xfrm flipH="1">
            <a:off x="6518988" y="2326433"/>
            <a:ext cx="5598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2F64352F-0BFD-6EED-2F1B-9D78951E25E7}"/>
              </a:ext>
            </a:extLst>
          </p:cNvPr>
          <p:cNvCxnSpPr/>
          <p:nvPr/>
        </p:nvCxnSpPr>
        <p:spPr>
          <a:xfrm flipH="1">
            <a:off x="6518988" y="2407298"/>
            <a:ext cx="5598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1B1315FE-3A8D-14FD-8C3A-5514CE67AEDA}"/>
              </a:ext>
            </a:extLst>
          </p:cNvPr>
          <p:cNvCxnSpPr/>
          <p:nvPr/>
        </p:nvCxnSpPr>
        <p:spPr>
          <a:xfrm flipH="1">
            <a:off x="6518988" y="2494384"/>
            <a:ext cx="5598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9314F788-ACE4-C381-F137-DCB218B4A9F1}"/>
              </a:ext>
            </a:extLst>
          </p:cNvPr>
          <p:cNvSpPr/>
          <p:nvPr/>
        </p:nvSpPr>
        <p:spPr>
          <a:xfrm>
            <a:off x="8030547" y="2263853"/>
            <a:ext cx="192832" cy="124784"/>
          </a:xfrm>
          <a:custGeom>
            <a:avLst/>
            <a:gdLst>
              <a:gd name="connsiteX0" fmla="*/ 192832 w 192832"/>
              <a:gd name="connsiteY0" fmla="*/ 93682 h 124784"/>
              <a:gd name="connsiteX1" fmla="*/ 105747 w 192832"/>
              <a:gd name="connsiteY1" fmla="*/ 376 h 124784"/>
              <a:gd name="connsiteX2" fmla="*/ 0 w 192832"/>
              <a:gd name="connsiteY2" fmla="*/ 124784 h 124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2832" h="124784">
                <a:moveTo>
                  <a:pt x="192832" y="93682"/>
                </a:moveTo>
                <a:cubicBezTo>
                  <a:pt x="165359" y="44437"/>
                  <a:pt x="137886" y="-4808"/>
                  <a:pt x="105747" y="376"/>
                </a:cubicBezTo>
                <a:cubicBezTo>
                  <a:pt x="73608" y="5560"/>
                  <a:pt x="36804" y="65172"/>
                  <a:pt x="0" y="124784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자유형: 도형 15">
            <a:extLst>
              <a:ext uri="{FF2B5EF4-FFF2-40B4-BE49-F238E27FC236}">
                <a16:creationId xmlns:a16="http://schemas.microsoft.com/office/drawing/2014/main" id="{ABBC7162-7608-5A69-E69D-AA5A8E57F559}"/>
              </a:ext>
            </a:extLst>
          </p:cNvPr>
          <p:cNvSpPr/>
          <p:nvPr/>
        </p:nvSpPr>
        <p:spPr>
          <a:xfrm>
            <a:off x="7787951" y="2344906"/>
            <a:ext cx="192832" cy="124784"/>
          </a:xfrm>
          <a:custGeom>
            <a:avLst/>
            <a:gdLst>
              <a:gd name="connsiteX0" fmla="*/ 192832 w 192832"/>
              <a:gd name="connsiteY0" fmla="*/ 93682 h 124784"/>
              <a:gd name="connsiteX1" fmla="*/ 105747 w 192832"/>
              <a:gd name="connsiteY1" fmla="*/ 376 h 124784"/>
              <a:gd name="connsiteX2" fmla="*/ 0 w 192832"/>
              <a:gd name="connsiteY2" fmla="*/ 124784 h 124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2832" h="124784">
                <a:moveTo>
                  <a:pt x="192832" y="93682"/>
                </a:moveTo>
                <a:cubicBezTo>
                  <a:pt x="165359" y="44437"/>
                  <a:pt x="137886" y="-4808"/>
                  <a:pt x="105747" y="376"/>
                </a:cubicBezTo>
                <a:cubicBezTo>
                  <a:pt x="73608" y="5560"/>
                  <a:pt x="36804" y="65172"/>
                  <a:pt x="0" y="124784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자유형: 도형 16">
            <a:extLst>
              <a:ext uri="{FF2B5EF4-FFF2-40B4-BE49-F238E27FC236}">
                <a16:creationId xmlns:a16="http://schemas.microsoft.com/office/drawing/2014/main" id="{6561DE8C-1DCC-4CC9-EC4C-1D2ADCCD587A}"/>
              </a:ext>
            </a:extLst>
          </p:cNvPr>
          <p:cNvSpPr/>
          <p:nvPr/>
        </p:nvSpPr>
        <p:spPr>
          <a:xfrm>
            <a:off x="7595119" y="2431992"/>
            <a:ext cx="192832" cy="124784"/>
          </a:xfrm>
          <a:custGeom>
            <a:avLst/>
            <a:gdLst>
              <a:gd name="connsiteX0" fmla="*/ 192832 w 192832"/>
              <a:gd name="connsiteY0" fmla="*/ 93682 h 124784"/>
              <a:gd name="connsiteX1" fmla="*/ 105747 w 192832"/>
              <a:gd name="connsiteY1" fmla="*/ 376 h 124784"/>
              <a:gd name="connsiteX2" fmla="*/ 0 w 192832"/>
              <a:gd name="connsiteY2" fmla="*/ 124784 h 124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2832" h="124784">
                <a:moveTo>
                  <a:pt x="192832" y="93682"/>
                </a:moveTo>
                <a:cubicBezTo>
                  <a:pt x="165359" y="44437"/>
                  <a:pt x="137886" y="-4808"/>
                  <a:pt x="105747" y="376"/>
                </a:cubicBezTo>
                <a:cubicBezTo>
                  <a:pt x="73608" y="5560"/>
                  <a:pt x="36804" y="65172"/>
                  <a:pt x="0" y="124784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자유형: 도형 17">
            <a:extLst>
              <a:ext uri="{FF2B5EF4-FFF2-40B4-BE49-F238E27FC236}">
                <a16:creationId xmlns:a16="http://schemas.microsoft.com/office/drawing/2014/main" id="{D3A8C256-173D-32E5-9F27-6E006C4E91A1}"/>
              </a:ext>
            </a:extLst>
          </p:cNvPr>
          <p:cNvSpPr/>
          <p:nvPr/>
        </p:nvSpPr>
        <p:spPr>
          <a:xfrm>
            <a:off x="7371183" y="2500792"/>
            <a:ext cx="192832" cy="124784"/>
          </a:xfrm>
          <a:custGeom>
            <a:avLst/>
            <a:gdLst>
              <a:gd name="connsiteX0" fmla="*/ 192832 w 192832"/>
              <a:gd name="connsiteY0" fmla="*/ 93682 h 124784"/>
              <a:gd name="connsiteX1" fmla="*/ 105747 w 192832"/>
              <a:gd name="connsiteY1" fmla="*/ 376 h 124784"/>
              <a:gd name="connsiteX2" fmla="*/ 0 w 192832"/>
              <a:gd name="connsiteY2" fmla="*/ 124784 h 124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2832" h="124784">
                <a:moveTo>
                  <a:pt x="192832" y="93682"/>
                </a:moveTo>
                <a:cubicBezTo>
                  <a:pt x="165359" y="44437"/>
                  <a:pt x="137886" y="-4808"/>
                  <a:pt x="105747" y="376"/>
                </a:cubicBezTo>
                <a:cubicBezTo>
                  <a:pt x="73608" y="5560"/>
                  <a:pt x="36804" y="65172"/>
                  <a:pt x="0" y="124784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자유형: 도형 18">
            <a:extLst>
              <a:ext uri="{FF2B5EF4-FFF2-40B4-BE49-F238E27FC236}">
                <a16:creationId xmlns:a16="http://schemas.microsoft.com/office/drawing/2014/main" id="{F2F77D8E-E711-C8E9-C66F-0B0B8E3A3326}"/>
              </a:ext>
            </a:extLst>
          </p:cNvPr>
          <p:cNvSpPr/>
          <p:nvPr/>
        </p:nvSpPr>
        <p:spPr>
          <a:xfrm>
            <a:off x="7063272" y="2345093"/>
            <a:ext cx="258147" cy="330243"/>
          </a:xfrm>
          <a:custGeom>
            <a:avLst/>
            <a:gdLst>
              <a:gd name="connsiteX0" fmla="*/ 192832 w 192832"/>
              <a:gd name="connsiteY0" fmla="*/ 93682 h 124784"/>
              <a:gd name="connsiteX1" fmla="*/ 105747 w 192832"/>
              <a:gd name="connsiteY1" fmla="*/ 376 h 124784"/>
              <a:gd name="connsiteX2" fmla="*/ 0 w 192832"/>
              <a:gd name="connsiteY2" fmla="*/ 124784 h 124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2832" h="124784">
                <a:moveTo>
                  <a:pt x="192832" y="93682"/>
                </a:moveTo>
                <a:cubicBezTo>
                  <a:pt x="165359" y="44437"/>
                  <a:pt x="137886" y="-4808"/>
                  <a:pt x="105747" y="376"/>
                </a:cubicBezTo>
                <a:cubicBezTo>
                  <a:pt x="73608" y="5560"/>
                  <a:pt x="36804" y="65172"/>
                  <a:pt x="0" y="124784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04714973-DFFE-6534-FA58-47D537E89F7F}"/>
              </a:ext>
            </a:extLst>
          </p:cNvPr>
          <p:cNvCxnSpPr/>
          <p:nvPr/>
        </p:nvCxnSpPr>
        <p:spPr>
          <a:xfrm flipH="1">
            <a:off x="7131699" y="2158482"/>
            <a:ext cx="5598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1A95EC24-7519-3D69-D9E8-5C457AD156B4}"/>
              </a:ext>
            </a:extLst>
          </p:cNvPr>
          <p:cNvCxnSpPr>
            <a:cxnSpLocks/>
          </p:cNvCxnSpPr>
          <p:nvPr/>
        </p:nvCxnSpPr>
        <p:spPr>
          <a:xfrm flipH="1">
            <a:off x="7131699" y="2263853"/>
            <a:ext cx="3359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자유형: 도형 23">
            <a:extLst>
              <a:ext uri="{FF2B5EF4-FFF2-40B4-BE49-F238E27FC236}">
                <a16:creationId xmlns:a16="http://schemas.microsoft.com/office/drawing/2014/main" id="{F16A5841-6072-FDAC-9A87-1A8AF3F20D96}"/>
              </a:ext>
            </a:extLst>
          </p:cNvPr>
          <p:cNvSpPr/>
          <p:nvPr/>
        </p:nvSpPr>
        <p:spPr>
          <a:xfrm>
            <a:off x="3791340" y="2720721"/>
            <a:ext cx="1704392" cy="1542661"/>
          </a:xfrm>
          <a:custGeom>
            <a:avLst/>
            <a:gdLst>
              <a:gd name="connsiteX0" fmla="*/ 0 w 1704392"/>
              <a:gd name="connsiteY0" fmla="*/ 1051249 h 1542661"/>
              <a:gd name="connsiteX1" fmla="*/ 460310 w 1704392"/>
              <a:gd name="connsiteY1" fmla="*/ 1051249 h 1542661"/>
              <a:gd name="connsiteX2" fmla="*/ 460310 w 1704392"/>
              <a:gd name="connsiteY2" fmla="*/ 0 h 1542661"/>
              <a:gd name="connsiteX3" fmla="*/ 752669 w 1704392"/>
              <a:gd name="connsiteY3" fmla="*/ 298579 h 1542661"/>
              <a:gd name="connsiteX4" fmla="*/ 752669 w 1704392"/>
              <a:gd name="connsiteY4" fmla="*/ 814873 h 1542661"/>
              <a:gd name="connsiteX5" fmla="*/ 1007706 w 1704392"/>
              <a:gd name="connsiteY5" fmla="*/ 914400 h 1542661"/>
              <a:gd name="connsiteX6" fmla="*/ 1007706 w 1704392"/>
              <a:gd name="connsiteY6" fmla="*/ 429208 h 1542661"/>
              <a:gd name="connsiteX7" fmla="*/ 1256522 w 1704392"/>
              <a:gd name="connsiteY7" fmla="*/ 659363 h 1542661"/>
              <a:gd name="connsiteX8" fmla="*/ 1256522 w 1704392"/>
              <a:gd name="connsiteY8" fmla="*/ 1312506 h 1542661"/>
              <a:gd name="connsiteX9" fmla="*/ 1704392 w 1704392"/>
              <a:gd name="connsiteY9" fmla="*/ 1542661 h 1542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04392" h="1542661">
                <a:moveTo>
                  <a:pt x="0" y="1051249"/>
                </a:moveTo>
                <a:lnTo>
                  <a:pt x="460310" y="1051249"/>
                </a:lnTo>
                <a:lnTo>
                  <a:pt x="460310" y="0"/>
                </a:lnTo>
                <a:lnTo>
                  <a:pt x="752669" y="298579"/>
                </a:lnTo>
                <a:lnTo>
                  <a:pt x="752669" y="814873"/>
                </a:lnTo>
                <a:lnTo>
                  <a:pt x="1007706" y="914400"/>
                </a:lnTo>
                <a:lnTo>
                  <a:pt x="1007706" y="429208"/>
                </a:lnTo>
                <a:lnTo>
                  <a:pt x="1256522" y="659363"/>
                </a:lnTo>
                <a:lnTo>
                  <a:pt x="1256522" y="1312506"/>
                </a:lnTo>
                <a:lnTo>
                  <a:pt x="1704392" y="1542661"/>
                </a:lnTo>
              </a:path>
            </a:pathLst>
          </a:cu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6FB5AF73-AA61-95A0-40F1-1D2C05F8C73E}"/>
              </a:ext>
            </a:extLst>
          </p:cNvPr>
          <p:cNvCxnSpPr>
            <a:cxnSpLocks/>
          </p:cNvCxnSpPr>
          <p:nvPr/>
        </p:nvCxnSpPr>
        <p:spPr>
          <a:xfrm>
            <a:off x="4058815" y="3676108"/>
            <a:ext cx="52873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B5388BA5-608A-076B-B94F-9F3C54E35988}"/>
              </a:ext>
            </a:extLst>
          </p:cNvPr>
          <p:cNvCxnSpPr>
            <a:cxnSpLocks/>
          </p:cNvCxnSpPr>
          <p:nvPr/>
        </p:nvCxnSpPr>
        <p:spPr>
          <a:xfrm>
            <a:off x="4687076" y="3676108"/>
            <a:ext cx="62826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5BC91144-36BF-FEBE-F667-6AE007CD6388}"/>
              </a:ext>
            </a:extLst>
          </p:cNvPr>
          <p:cNvCxnSpPr>
            <a:cxnSpLocks/>
          </p:cNvCxnSpPr>
          <p:nvPr/>
        </p:nvCxnSpPr>
        <p:spPr>
          <a:xfrm>
            <a:off x="4158341" y="3750753"/>
            <a:ext cx="52873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50F4212C-9ABB-2C8D-B476-A22DCACB6EB4}"/>
              </a:ext>
            </a:extLst>
          </p:cNvPr>
          <p:cNvCxnSpPr>
            <a:cxnSpLocks/>
          </p:cNvCxnSpPr>
          <p:nvPr/>
        </p:nvCxnSpPr>
        <p:spPr>
          <a:xfrm>
            <a:off x="4786602" y="3750753"/>
            <a:ext cx="52873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11EACD0D-EB64-FED2-33D9-13ED5CBD5609}"/>
              </a:ext>
            </a:extLst>
          </p:cNvPr>
          <p:cNvSpPr txBox="1"/>
          <p:nvPr/>
        </p:nvSpPr>
        <p:spPr>
          <a:xfrm>
            <a:off x="6318477" y="3091941"/>
            <a:ext cx="2553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2 x TBT + n x TAT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0DEB8CD-9D20-B542-619B-1326D6F9470E}"/>
              </a:ext>
            </a:extLst>
          </p:cNvPr>
          <p:cNvSpPr txBox="1"/>
          <p:nvPr/>
        </p:nvSpPr>
        <p:spPr>
          <a:xfrm>
            <a:off x="3486150" y="4431441"/>
            <a:ext cx="12491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2 x TBT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33" name="화살표: 오른쪽 32">
            <a:extLst>
              <a:ext uri="{FF2B5EF4-FFF2-40B4-BE49-F238E27FC236}">
                <a16:creationId xmlns:a16="http://schemas.microsoft.com/office/drawing/2014/main" id="{7F56DE69-E35A-20EA-7FFA-66B6416868FF}"/>
              </a:ext>
            </a:extLst>
          </p:cNvPr>
          <p:cNvSpPr/>
          <p:nvPr/>
        </p:nvSpPr>
        <p:spPr>
          <a:xfrm>
            <a:off x="2886269" y="1667069"/>
            <a:ext cx="3359019" cy="721192"/>
          </a:xfrm>
          <a:prstGeom prst="rightArrow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B8E8188-548C-B3D9-776F-099D272C0B21}"/>
              </a:ext>
            </a:extLst>
          </p:cNvPr>
          <p:cNvSpPr txBox="1"/>
          <p:nvPr/>
        </p:nvSpPr>
        <p:spPr>
          <a:xfrm>
            <a:off x="2886269" y="5057192"/>
            <a:ext cx="429830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Symbol" panose="05050102010706020507" pitchFamily="18" charset="2"/>
              <a:buChar char="Þ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0 &lt; V &lt;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Vpgm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: V ~ pass voltage!</a:t>
            </a:r>
          </a:p>
          <a:p>
            <a:pPr marL="342900" indent="-342900">
              <a:buFont typeface="Symbol" panose="05050102010706020507" pitchFamily="18" charset="2"/>
              <a:buChar char="Þ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Therefore… Soft Program = 2 TBT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FB1C749-5A01-713A-3715-4356B49BFAD6}"/>
              </a:ext>
            </a:extLst>
          </p:cNvPr>
          <p:cNvSpPr/>
          <p:nvPr/>
        </p:nvSpPr>
        <p:spPr>
          <a:xfrm rot="20062313">
            <a:off x="6278890" y="2097860"/>
            <a:ext cx="1486678" cy="441649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E9A1578-CD98-E76A-70A9-CB9DCB55F4AA}"/>
              </a:ext>
            </a:extLst>
          </p:cNvPr>
          <p:cNvSpPr/>
          <p:nvPr/>
        </p:nvSpPr>
        <p:spPr>
          <a:xfrm>
            <a:off x="3991946" y="3464767"/>
            <a:ext cx="1486678" cy="441649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C58E01-0E6B-A02E-DF16-F36139A1BAEC}"/>
              </a:ext>
            </a:extLst>
          </p:cNvPr>
          <p:cNvSpPr txBox="1"/>
          <p:nvPr/>
        </p:nvSpPr>
        <p:spPr>
          <a:xfrm>
            <a:off x="1113453" y="3446034"/>
            <a:ext cx="12876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(V</a:t>
            </a:r>
            <a:r>
              <a:rPr lang="en-US" altLang="ko-KR" sz="2000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G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= 0 V)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C87BFC7-50B0-ACAA-CE53-0B5FAADF02F1}"/>
              </a:ext>
            </a:extLst>
          </p:cNvPr>
          <p:cNvSpPr txBox="1"/>
          <p:nvPr/>
        </p:nvSpPr>
        <p:spPr>
          <a:xfrm>
            <a:off x="7047723" y="3446034"/>
            <a:ext cx="12876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(V</a:t>
            </a:r>
            <a:r>
              <a:rPr lang="en-US" altLang="ko-KR" sz="2000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G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= 0 V)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5A77853-7AD5-0131-B766-FE530597ABCB}"/>
              </a:ext>
            </a:extLst>
          </p:cNvPr>
          <p:cNvSpPr txBox="1"/>
          <p:nvPr/>
        </p:nvSpPr>
        <p:spPr>
          <a:xfrm>
            <a:off x="4671524" y="4406098"/>
            <a:ext cx="13684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(V</a:t>
            </a:r>
            <a:r>
              <a:rPr lang="en-US" altLang="ko-KR" sz="2000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G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~ 11 V)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E905532E-2AF2-1FB6-CBC3-6555B0DD5E1F}"/>
              </a:ext>
            </a:extLst>
          </p:cNvPr>
          <p:cNvSpPr/>
          <p:nvPr/>
        </p:nvSpPr>
        <p:spPr>
          <a:xfrm>
            <a:off x="6518987" y="3109734"/>
            <a:ext cx="1007705" cy="358572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F7D7F173-1A35-90DF-8798-1266F6381DAE}"/>
              </a:ext>
            </a:extLst>
          </p:cNvPr>
          <p:cNvSpPr/>
          <p:nvPr/>
        </p:nvSpPr>
        <p:spPr>
          <a:xfrm>
            <a:off x="3606864" y="4452210"/>
            <a:ext cx="1007705" cy="358572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3672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8EBF40-8A28-AE70-068F-66B1DBDB6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Program/Read Disturbance – Reliability</a:t>
            </a:r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DFFE53-F480-8E92-48A2-F36C4ECF381E}"/>
              </a:ext>
            </a:extLst>
          </p:cNvPr>
          <p:cNvSpPr txBox="1"/>
          <p:nvPr/>
        </p:nvSpPr>
        <p:spPr>
          <a:xfrm>
            <a:off x="2686574" y="4148411"/>
            <a:ext cx="49763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Target Cell :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일반적인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ISPP program (~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μs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F404E7-0C2B-B796-14D9-D0F94B7F5395}"/>
              </a:ext>
            </a:extLst>
          </p:cNvPr>
          <p:cNvSpPr txBox="1"/>
          <p:nvPr/>
        </p:nvSpPr>
        <p:spPr>
          <a:xfrm>
            <a:off x="3177711" y="1765637"/>
            <a:ext cx="519404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Untarget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Cell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: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soft program (~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ms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)</a:t>
            </a:r>
          </a:p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⸪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100 – 200 WL program scheme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모두 적용될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</a:p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 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동안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pass voltage (~11V)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노출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F22E5B0A-82F0-6D73-D8EE-DDF3FEBE728B}"/>
              </a:ext>
            </a:extLst>
          </p:cNvPr>
          <p:cNvGrpSpPr/>
          <p:nvPr/>
        </p:nvGrpSpPr>
        <p:grpSpPr>
          <a:xfrm>
            <a:off x="1494703" y="1169437"/>
            <a:ext cx="695325" cy="926063"/>
            <a:chOff x="504825" y="1169437"/>
            <a:chExt cx="695325" cy="926063"/>
          </a:xfrm>
        </p:grpSpPr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D8165C47-71B1-E0F9-285C-5D766E4EB85A}"/>
                </a:ext>
              </a:extLst>
            </p:cNvPr>
            <p:cNvCxnSpPr/>
            <p:nvPr/>
          </p:nvCxnSpPr>
          <p:spPr>
            <a:xfrm>
              <a:off x="1200150" y="1169437"/>
              <a:ext cx="0" cy="31646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F7CEB964-518C-E162-C185-90B9BDD14997}"/>
                </a:ext>
              </a:extLst>
            </p:cNvPr>
            <p:cNvCxnSpPr/>
            <p:nvPr/>
          </p:nvCxnSpPr>
          <p:spPr>
            <a:xfrm>
              <a:off x="1200150" y="1779037"/>
              <a:ext cx="0" cy="31646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43DC7300-AB40-7866-CC9A-D2C2720C8E9C}"/>
                </a:ext>
              </a:extLst>
            </p:cNvPr>
            <p:cNvCxnSpPr>
              <a:cxnSpLocks/>
            </p:cNvCxnSpPr>
            <p:nvPr/>
          </p:nvCxnSpPr>
          <p:spPr>
            <a:xfrm>
              <a:off x="895350" y="1493347"/>
              <a:ext cx="3048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E978AFE4-6F6B-9EAD-80ED-2041F063634E}"/>
                </a:ext>
              </a:extLst>
            </p:cNvPr>
            <p:cNvCxnSpPr>
              <a:cxnSpLocks/>
            </p:cNvCxnSpPr>
            <p:nvPr/>
          </p:nvCxnSpPr>
          <p:spPr>
            <a:xfrm>
              <a:off x="895350" y="1788562"/>
              <a:ext cx="3048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3BC1AE6C-4E1C-4F12-6EDB-3D42953A68DE}"/>
                </a:ext>
              </a:extLst>
            </p:cNvPr>
            <p:cNvCxnSpPr/>
            <p:nvPr/>
          </p:nvCxnSpPr>
          <p:spPr>
            <a:xfrm>
              <a:off x="904875" y="1485900"/>
              <a:ext cx="0" cy="31646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44B459A5-B8EE-ED09-55C9-504220AD41C4}"/>
                </a:ext>
              </a:extLst>
            </p:cNvPr>
            <p:cNvCxnSpPr>
              <a:cxnSpLocks/>
            </p:cNvCxnSpPr>
            <p:nvPr/>
          </p:nvCxnSpPr>
          <p:spPr>
            <a:xfrm>
              <a:off x="504825" y="1645687"/>
              <a:ext cx="3048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4FCC8EE-F872-4337-FBE5-E23B4FBEB963}"/>
                </a:ext>
              </a:extLst>
            </p:cNvPr>
            <p:cNvCxnSpPr/>
            <p:nvPr/>
          </p:nvCxnSpPr>
          <p:spPr>
            <a:xfrm>
              <a:off x="828675" y="1485900"/>
              <a:ext cx="0" cy="31646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97DD71C4-02FE-0816-AA16-88472CAE676D}"/>
              </a:ext>
            </a:extLst>
          </p:cNvPr>
          <p:cNvGrpSpPr/>
          <p:nvPr/>
        </p:nvGrpSpPr>
        <p:grpSpPr>
          <a:xfrm>
            <a:off x="1494703" y="1855237"/>
            <a:ext cx="695325" cy="926063"/>
            <a:chOff x="504825" y="1169437"/>
            <a:chExt cx="695325" cy="926063"/>
          </a:xfrm>
        </p:grpSpPr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D099859E-DFFE-922E-1B83-C4F58C5F2FCD}"/>
                </a:ext>
              </a:extLst>
            </p:cNvPr>
            <p:cNvCxnSpPr/>
            <p:nvPr/>
          </p:nvCxnSpPr>
          <p:spPr>
            <a:xfrm>
              <a:off x="1200150" y="1169437"/>
              <a:ext cx="0" cy="31646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2C14C01C-5366-AF42-557A-C8A761AB3915}"/>
                </a:ext>
              </a:extLst>
            </p:cNvPr>
            <p:cNvCxnSpPr/>
            <p:nvPr/>
          </p:nvCxnSpPr>
          <p:spPr>
            <a:xfrm>
              <a:off x="1200150" y="1779037"/>
              <a:ext cx="0" cy="31646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4F1A9160-15CF-1B89-2D29-8D82468D193D}"/>
                </a:ext>
              </a:extLst>
            </p:cNvPr>
            <p:cNvCxnSpPr>
              <a:cxnSpLocks/>
            </p:cNvCxnSpPr>
            <p:nvPr/>
          </p:nvCxnSpPr>
          <p:spPr>
            <a:xfrm>
              <a:off x="895350" y="1493347"/>
              <a:ext cx="3048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8754DB65-1331-8F79-272E-8B90D8B8BB9B}"/>
                </a:ext>
              </a:extLst>
            </p:cNvPr>
            <p:cNvCxnSpPr>
              <a:cxnSpLocks/>
            </p:cNvCxnSpPr>
            <p:nvPr/>
          </p:nvCxnSpPr>
          <p:spPr>
            <a:xfrm>
              <a:off x="895350" y="1788562"/>
              <a:ext cx="3048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CBB397BF-EED4-29ED-B35F-9C3BCEF97342}"/>
                </a:ext>
              </a:extLst>
            </p:cNvPr>
            <p:cNvCxnSpPr/>
            <p:nvPr/>
          </p:nvCxnSpPr>
          <p:spPr>
            <a:xfrm>
              <a:off x="904875" y="1485900"/>
              <a:ext cx="0" cy="31646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6F422DA1-14D5-B938-B50E-B6A3CBA57506}"/>
                </a:ext>
              </a:extLst>
            </p:cNvPr>
            <p:cNvCxnSpPr>
              <a:cxnSpLocks/>
            </p:cNvCxnSpPr>
            <p:nvPr/>
          </p:nvCxnSpPr>
          <p:spPr>
            <a:xfrm>
              <a:off x="504825" y="1645687"/>
              <a:ext cx="3048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1399202D-7636-E666-3558-C193B3F19E05}"/>
                </a:ext>
              </a:extLst>
            </p:cNvPr>
            <p:cNvCxnSpPr/>
            <p:nvPr/>
          </p:nvCxnSpPr>
          <p:spPr>
            <a:xfrm>
              <a:off x="828675" y="1485900"/>
              <a:ext cx="0" cy="31646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4143F65C-F77D-4BE0-A57A-34E1414E1EEE}"/>
              </a:ext>
            </a:extLst>
          </p:cNvPr>
          <p:cNvGrpSpPr/>
          <p:nvPr/>
        </p:nvGrpSpPr>
        <p:grpSpPr>
          <a:xfrm>
            <a:off x="1494703" y="3103012"/>
            <a:ext cx="695325" cy="926063"/>
            <a:chOff x="504825" y="1169437"/>
            <a:chExt cx="695325" cy="926063"/>
          </a:xfrm>
        </p:grpSpPr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25028933-15F0-2A12-D797-6EF5DF7777F7}"/>
                </a:ext>
              </a:extLst>
            </p:cNvPr>
            <p:cNvCxnSpPr/>
            <p:nvPr/>
          </p:nvCxnSpPr>
          <p:spPr>
            <a:xfrm>
              <a:off x="1200150" y="1169437"/>
              <a:ext cx="0" cy="31646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624AF7A7-7D46-5E86-0CC9-4CACAC82836E}"/>
                </a:ext>
              </a:extLst>
            </p:cNvPr>
            <p:cNvCxnSpPr/>
            <p:nvPr/>
          </p:nvCxnSpPr>
          <p:spPr>
            <a:xfrm>
              <a:off x="1200150" y="1779037"/>
              <a:ext cx="0" cy="31646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200929A9-69B8-9DB6-6455-0704ADE12973}"/>
                </a:ext>
              </a:extLst>
            </p:cNvPr>
            <p:cNvCxnSpPr>
              <a:cxnSpLocks/>
            </p:cNvCxnSpPr>
            <p:nvPr/>
          </p:nvCxnSpPr>
          <p:spPr>
            <a:xfrm>
              <a:off x="895350" y="1493347"/>
              <a:ext cx="3048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E34E5CB4-B51B-EAF1-9BE6-B8474EA85A11}"/>
                </a:ext>
              </a:extLst>
            </p:cNvPr>
            <p:cNvCxnSpPr>
              <a:cxnSpLocks/>
            </p:cNvCxnSpPr>
            <p:nvPr/>
          </p:nvCxnSpPr>
          <p:spPr>
            <a:xfrm>
              <a:off x="895350" y="1788562"/>
              <a:ext cx="3048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FCC652DB-083F-76B2-B191-CC02ECDC5452}"/>
                </a:ext>
              </a:extLst>
            </p:cNvPr>
            <p:cNvCxnSpPr/>
            <p:nvPr/>
          </p:nvCxnSpPr>
          <p:spPr>
            <a:xfrm>
              <a:off x="904875" y="1485900"/>
              <a:ext cx="0" cy="31646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486756B6-FC4B-3FB8-6695-46340DDF4BEC}"/>
                </a:ext>
              </a:extLst>
            </p:cNvPr>
            <p:cNvCxnSpPr>
              <a:cxnSpLocks/>
            </p:cNvCxnSpPr>
            <p:nvPr/>
          </p:nvCxnSpPr>
          <p:spPr>
            <a:xfrm>
              <a:off x="504825" y="1645687"/>
              <a:ext cx="3048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B59F6FCF-5351-955E-6388-F525AFC7BA39}"/>
                </a:ext>
              </a:extLst>
            </p:cNvPr>
            <p:cNvCxnSpPr/>
            <p:nvPr/>
          </p:nvCxnSpPr>
          <p:spPr>
            <a:xfrm>
              <a:off x="828675" y="1485900"/>
              <a:ext cx="0" cy="31646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964DAABF-4A4A-C538-B3B4-F237AF21B8DF}"/>
              </a:ext>
            </a:extLst>
          </p:cNvPr>
          <p:cNvGrpSpPr/>
          <p:nvPr/>
        </p:nvGrpSpPr>
        <p:grpSpPr>
          <a:xfrm>
            <a:off x="1494703" y="3906806"/>
            <a:ext cx="695325" cy="926063"/>
            <a:chOff x="504825" y="1169437"/>
            <a:chExt cx="695325" cy="926063"/>
          </a:xfrm>
        </p:grpSpPr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71D90516-DE2A-CB67-9E07-66F2970A4565}"/>
                </a:ext>
              </a:extLst>
            </p:cNvPr>
            <p:cNvCxnSpPr/>
            <p:nvPr/>
          </p:nvCxnSpPr>
          <p:spPr>
            <a:xfrm>
              <a:off x="1200150" y="1169437"/>
              <a:ext cx="0" cy="31646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D3ACB751-76E8-0EEF-0E1B-A8BE468AB5D7}"/>
                </a:ext>
              </a:extLst>
            </p:cNvPr>
            <p:cNvCxnSpPr/>
            <p:nvPr/>
          </p:nvCxnSpPr>
          <p:spPr>
            <a:xfrm>
              <a:off x="1200150" y="1779037"/>
              <a:ext cx="0" cy="31646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직선 연결선 35">
              <a:extLst>
                <a:ext uri="{FF2B5EF4-FFF2-40B4-BE49-F238E27FC236}">
                  <a16:creationId xmlns:a16="http://schemas.microsoft.com/office/drawing/2014/main" id="{A6757BC4-843B-615C-25D0-443ED5FC4F57}"/>
                </a:ext>
              </a:extLst>
            </p:cNvPr>
            <p:cNvCxnSpPr>
              <a:cxnSpLocks/>
            </p:cNvCxnSpPr>
            <p:nvPr/>
          </p:nvCxnSpPr>
          <p:spPr>
            <a:xfrm>
              <a:off x="895350" y="1493347"/>
              <a:ext cx="3048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직선 연결선 36">
              <a:extLst>
                <a:ext uri="{FF2B5EF4-FFF2-40B4-BE49-F238E27FC236}">
                  <a16:creationId xmlns:a16="http://schemas.microsoft.com/office/drawing/2014/main" id="{22211689-0138-929C-841A-64D4F48203C3}"/>
                </a:ext>
              </a:extLst>
            </p:cNvPr>
            <p:cNvCxnSpPr>
              <a:cxnSpLocks/>
            </p:cNvCxnSpPr>
            <p:nvPr/>
          </p:nvCxnSpPr>
          <p:spPr>
            <a:xfrm>
              <a:off x="895350" y="1788562"/>
              <a:ext cx="3048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CB54AD2B-86B2-00C8-68B4-460497C7C73B}"/>
                </a:ext>
              </a:extLst>
            </p:cNvPr>
            <p:cNvCxnSpPr/>
            <p:nvPr/>
          </p:nvCxnSpPr>
          <p:spPr>
            <a:xfrm>
              <a:off x="904875" y="1485900"/>
              <a:ext cx="0" cy="31646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직선 연결선 38">
              <a:extLst>
                <a:ext uri="{FF2B5EF4-FFF2-40B4-BE49-F238E27FC236}">
                  <a16:creationId xmlns:a16="http://schemas.microsoft.com/office/drawing/2014/main" id="{9A2D2F4B-AE38-488E-2524-62B571527D9C}"/>
                </a:ext>
              </a:extLst>
            </p:cNvPr>
            <p:cNvCxnSpPr>
              <a:cxnSpLocks/>
            </p:cNvCxnSpPr>
            <p:nvPr/>
          </p:nvCxnSpPr>
          <p:spPr>
            <a:xfrm>
              <a:off x="504825" y="1645687"/>
              <a:ext cx="3048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직선 연결선 39">
              <a:extLst>
                <a:ext uri="{FF2B5EF4-FFF2-40B4-BE49-F238E27FC236}">
                  <a16:creationId xmlns:a16="http://schemas.microsoft.com/office/drawing/2014/main" id="{CF467647-F512-BAFF-ABA6-486930B8A3BC}"/>
                </a:ext>
              </a:extLst>
            </p:cNvPr>
            <p:cNvCxnSpPr/>
            <p:nvPr/>
          </p:nvCxnSpPr>
          <p:spPr>
            <a:xfrm>
              <a:off x="828675" y="1485900"/>
              <a:ext cx="0" cy="31646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BF848BF9-933C-1010-9AEE-2479DCBAEF75}"/>
              </a:ext>
            </a:extLst>
          </p:cNvPr>
          <p:cNvGrpSpPr/>
          <p:nvPr/>
        </p:nvGrpSpPr>
        <p:grpSpPr>
          <a:xfrm>
            <a:off x="1494703" y="4667249"/>
            <a:ext cx="695325" cy="926063"/>
            <a:chOff x="504825" y="1169437"/>
            <a:chExt cx="695325" cy="926063"/>
          </a:xfrm>
        </p:grpSpPr>
        <p:cxnSp>
          <p:nvCxnSpPr>
            <p:cNvPr id="42" name="직선 연결선 41">
              <a:extLst>
                <a:ext uri="{FF2B5EF4-FFF2-40B4-BE49-F238E27FC236}">
                  <a16:creationId xmlns:a16="http://schemas.microsoft.com/office/drawing/2014/main" id="{2ADC314A-B972-F8BB-9A52-EF853C093EBC}"/>
                </a:ext>
              </a:extLst>
            </p:cNvPr>
            <p:cNvCxnSpPr/>
            <p:nvPr/>
          </p:nvCxnSpPr>
          <p:spPr>
            <a:xfrm>
              <a:off x="1200150" y="1169437"/>
              <a:ext cx="0" cy="31646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직선 연결선 42">
              <a:extLst>
                <a:ext uri="{FF2B5EF4-FFF2-40B4-BE49-F238E27FC236}">
                  <a16:creationId xmlns:a16="http://schemas.microsoft.com/office/drawing/2014/main" id="{29B374FA-982A-286A-572E-A108E8D09507}"/>
                </a:ext>
              </a:extLst>
            </p:cNvPr>
            <p:cNvCxnSpPr/>
            <p:nvPr/>
          </p:nvCxnSpPr>
          <p:spPr>
            <a:xfrm>
              <a:off x="1200150" y="1779037"/>
              <a:ext cx="0" cy="31646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직선 연결선 43">
              <a:extLst>
                <a:ext uri="{FF2B5EF4-FFF2-40B4-BE49-F238E27FC236}">
                  <a16:creationId xmlns:a16="http://schemas.microsoft.com/office/drawing/2014/main" id="{7845CB6E-B223-8F9C-6104-1EA9D577A6D9}"/>
                </a:ext>
              </a:extLst>
            </p:cNvPr>
            <p:cNvCxnSpPr>
              <a:cxnSpLocks/>
            </p:cNvCxnSpPr>
            <p:nvPr/>
          </p:nvCxnSpPr>
          <p:spPr>
            <a:xfrm>
              <a:off x="895350" y="1493347"/>
              <a:ext cx="3048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직선 연결선 44">
              <a:extLst>
                <a:ext uri="{FF2B5EF4-FFF2-40B4-BE49-F238E27FC236}">
                  <a16:creationId xmlns:a16="http://schemas.microsoft.com/office/drawing/2014/main" id="{64A6DE7F-7BFB-4E04-449D-300EAF6AC618}"/>
                </a:ext>
              </a:extLst>
            </p:cNvPr>
            <p:cNvCxnSpPr>
              <a:cxnSpLocks/>
            </p:cNvCxnSpPr>
            <p:nvPr/>
          </p:nvCxnSpPr>
          <p:spPr>
            <a:xfrm>
              <a:off x="895350" y="1788562"/>
              <a:ext cx="3048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직선 연결선 45">
              <a:extLst>
                <a:ext uri="{FF2B5EF4-FFF2-40B4-BE49-F238E27FC236}">
                  <a16:creationId xmlns:a16="http://schemas.microsoft.com/office/drawing/2014/main" id="{8DF834E6-84AF-E41C-C3A2-B9F362339BDA}"/>
                </a:ext>
              </a:extLst>
            </p:cNvPr>
            <p:cNvCxnSpPr/>
            <p:nvPr/>
          </p:nvCxnSpPr>
          <p:spPr>
            <a:xfrm>
              <a:off x="904875" y="1485900"/>
              <a:ext cx="0" cy="31646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A0392EED-47EF-8434-A09B-FBC5770C4CCD}"/>
                </a:ext>
              </a:extLst>
            </p:cNvPr>
            <p:cNvCxnSpPr>
              <a:cxnSpLocks/>
            </p:cNvCxnSpPr>
            <p:nvPr/>
          </p:nvCxnSpPr>
          <p:spPr>
            <a:xfrm>
              <a:off x="504825" y="1645687"/>
              <a:ext cx="3048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직선 연결선 47">
              <a:extLst>
                <a:ext uri="{FF2B5EF4-FFF2-40B4-BE49-F238E27FC236}">
                  <a16:creationId xmlns:a16="http://schemas.microsoft.com/office/drawing/2014/main" id="{ABDDF696-94D5-48A7-A287-C01B224B1447}"/>
                </a:ext>
              </a:extLst>
            </p:cNvPr>
            <p:cNvCxnSpPr/>
            <p:nvPr/>
          </p:nvCxnSpPr>
          <p:spPr>
            <a:xfrm>
              <a:off x="828675" y="1485900"/>
              <a:ext cx="0" cy="31646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FF6C74FB-CBD3-0B78-E1B3-E2B58D48A7E1}"/>
              </a:ext>
            </a:extLst>
          </p:cNvPr>
          <p:cNvSpPr txBox="1"/>
          <p:nvPr/>
        </p:nvSpPr>
        <p:spPr>
          <a:xfrm rot="16200000">
            <a:off x="1628023" y="2729951"/>
            <a:ext cx="7239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…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A2D4BFC-F86D-6C6A-D2F1-56CD872CF02A}"/>
              </a:ext>
            </a:extLst>
          </p:cNvPr>
          <p:cNvSpPr txBox="1"/>
          <p:nvPr/>
        </p:nvSpPr>
        <p:spPr>
          <a:xfrm rot="16200000">
            <a:off x="1628023" y="852364"/>
            <a:ext cx="7239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…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61FCAD1-0989-093A-0175-0A1CBB809FAB}"/>
              </a:ext>
            </a:extLst>
          </p:cNvPr>
          <p:cNvSpPr txBox="1"/>
          <p:nvPr/>
        </p:nvSpPr>
        <p:spPr>
          <a:xfrm rot="16200000">
            <a:off x="1628023" y="5618282"/>
            <a:ext cx="7239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…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A530F00B-BFC1-F892-D2B9-536846AC2D6D}"/>
              </a:ext>
            </a:extLst>
          </p:cNvPr>
          <p:cNvSpPr/>
          <p:nvPr/>
        </p:nvSpPr>
        <p:spPr>
          <a:xfrm>
            <a:off x="1150555" y="3991463"/>
            <a:ext cx="1469345" cy="71400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오른쪽 중괄호 53">
            <a:extLst>
              <a:ext uri="{FF2B5EF4-FFF2-40B4-BE49-F238E27FC236}">
                <a16:creationId xmlns:a16="http://schemas.microsoft.com/office/drawing/2014/main" id="{A3B17921-12CA-BB19-DE5D-8D06FB6A7231}"/>
              </a:ext>
            </a:extLst>
          </p:cNvPr>
          <p:cNvSpPr/>
          <p:nvPr/>
        </p:nvSpPr>
        <p:spPr>
          <a:xfrm>
            <a:off x="2389029" y="1134806"/>
            <a:ext cx="423643" cy="2478338"/>
          </a:xfrm>
          <a:prstGeom prst="rightBrace">
            <a:avLst>
              <a:gd name="adj1" fmla="val 54478"/>
              <a:gd name="adj2" fmla="val 50000"/>
            </a:avLst>
          </a:prstGeom>
          <a:noFill/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오른쪽 중괄호 54">
            <a:extLst>
              <a:ext uri="{FF2B5EF4-FFF2-40B4-BE49-F238E27FC236}">
                <a16:creationId xmlns:a16="http://schemas.microsoft.com/office/drawing/2014/main" id="{F0D087DB-ADCF-115A-65F6-5E09F0C19A2E}"/>
              </a:ext>
            </a:extLst>
          </p:cNvPr>
          <p:cNvSpPr/>
          <p:nvPr/>
        </p:nvSpPr>
        <p:spPr>
          <a:xfrm>
            <a:off x="2389029" y="4912535"/>
            <a:ext cx="423643" cy="1557265"/>
          </a:xfrm>
          <a:prstGeom prst="rightBrace">
            <a:avLst>
              <a:gd name="adj1" fmla="val 33843"/>
              <a:gd name="adj2" fmla="val 50000"/>
            </a:avLst>
          </a:prstGeom>
          <a:noFill/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41601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DE61FA-5CC4-62AD-957E-2D8643F90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Program/Read Disturbance – Reliability</a:t>
            </a:r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6272DF1B-C6DB-C0D2-4A9E-66067C18402A}"/>
              </a:ext>
            </a:extLst>
          </p:cNvPr>
          <p:cNvGrpSpPr/>
          <p:nvPr/>
        </p:nvGrpSpPr>
        <p:grpSpPr>
          <a:xfrm>
            <a:off x="627202" y="2251329"/>
            <a:ext cx="7652139" cy="3083722"/>
            <a:chOff x="954427" y="6525328"/>
            <a:chExt cx="5144448" cy="2073152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5830179A-FD9D-BD36-47DE-E2F41E5E8369}"/>
                </a:ext>
              </a:extLst>
            </p:cNvPr>
            <p:cNvGrpSpPr/>
            <p:nvPr/>
          </p:nvGrpSpPr>
          <p:grpSpPr>
            <a:xfrm>
              <a:off x="954427" y="6525328"/>
              <a:ext cx="5144448" cy="2073152"/>
              <a:chOff x="1602127" y="93294"/>
              <a:chExt cx="5144448" cy="4408947"/>
            </a:xfrm>
          </p:grpSpPr>
          <p:sp>
            <p:nvSpPr>
              <p:cNvPr id="8" name="자유형: 도형 7">
                <a:extLst>
                  <a:ext uri="{FF2B5EF4-FFF2-40B4-BE49-F238E27FC236}">
                    <a16:creationId xmlns:a16="http://schemas.microsoft.com/office/drawing/2014/main" id="{9D2C8B4A-07A3-194D-1ABB-598D4F27F935}"/>
                  </a:ext>
                </a:extLst>
              </p:cNvPr>
              <p:cNvSpPr/>
              <p:nvPr/>
            </p:nvSpPr>
            <p:spPr>
              <a:xfrm>
                <a:off x="2114550" y="1733542"/>
                <a:ext cx="1085850" cy="1714508"/>
              </a:xfrm>
              <a:custGeom>
                <a:avLst/>
                <a:gdLst>
                  <a:gd name="connsiteX0" fmla="*/ 0 w 1085850"/>
                  <a:gd name="connsiteY0" fmla="*/ 1714508 h 1714508"/>
                  <a:gd name="connsiteX1" fmla="*/ 577850 w 1085850"/>
                  <a:gd name="connsiteY1" fmla="*/ 8 h 1714508"/>
                  <a:gd name="connsiteX2" fmla="*/ 1085850 w 1085850"/>
                  <a:gd name="connsiteY2" fmla="*/ 1695458 h 17145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85850" h="1714508">
                    <a:moveTo>
                      <a:pt x="0" y="1714508"/>
                    </a:moveTo>
                    <a:cubicBezTo>
                      <a:pt x="198437" y="858845"/>
                      <a:pt x="396875" y="3183"/>
                      <a:pt x="577850" y="8"/>
                    </a:cubicBezTo>
                    <a:cubicBezTo>
                      <a:pt x="758825" y="-3167"/>
                      <a:pt x="922337" y="846145"/>
                      <a:pt x="1085850" y="1695458"/>
                    </a:cubicBezTo>
                  </a:path>
                </a:pathLst>
              </a:custGeom>
              <a:noFill/>
              <a:ln w="571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9" name="직선 연결선 8">
                <a:extLst>
                  <a:ext uri="{FF2B5EF4-FFF2-40B4-BE49-F238E27FC236}">
                    <a16:creationId xmlns:a16="http://schemas.microsoft.com/office/drawing/2014/main" id="{B67E38A5-EBA2-3A54-CE5F-A399D6F0C7B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91552" y="3437470"/>
                <a:ext cx="4855023" cy="8768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자유형: 도형 9">
                <a:extLst>
                  <a:ext uri="{FF2B5EF4-FFF2-40B4-BE49-F238E27FC236}">
                    <a16:creationId xmlns:a16="http://schemas.microsoft.com/office/drawing/2014/main" id="{E738DB7D-1E53-A88C-987F-7AB8DCCD92E7}"/>
                  </a:ext>
                </a:extLst>
              </p:cNvPr>
              <p:cNvSpPr/>
              <p:nvPr/>
            </p:nvSpPr>
            <p:spPr>
              <a:xfrm>
                <a:off x="4508500" y="1733542"/>
                <a:ext cx="330200" cy="1714508"/>
              </a:xfrm>
              <a:custGeom>
                <a:avLst/>
                <a:gdLst>
                  <a:gd name="connsiteX0" fmla="*/ 0 w 1085850"/>
                  <a:gd name="connsiteY0" fmla="*/ 1714508 h 1714508"/>
                  <a:gd name="connsiteX1" fmla="*/ 577850 w 1085850"/>
                  <a:gd name="connsiteY1" fmla="*/ 8 h 1714508"/>
                  <a:gd name="connsiteX2" fmla="*/ 1085850 w 1085850"/>
                  <a:gd name="connsiteY2" fmla="*/ 1695458 h 17145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85850" h="1714508">
                    <a:moveTo>
                      <a:pt x="0" y="1714508"/>
                    </a:moveTo>
                    <a:cubicBezTo>
                      <a:pt x="198437" y="858845"/>
                      <a:pt x="396875" y="3183"/>
                      <a:pt x="577850" y="8"/>
                    </a:cubicBezTo>
                    <a:cubicBezTo>
                      <a:pt x="758825" y="-3167"/>
                      <a:pt x="922337" y="846145"/>
                      <a:pt x="1085850" y="1695458"/>
                    </a:cubicBezTo>
                  </a:path>
                </a:pathLst>
              </a:custGeom>
              <a:no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" name="자유형: 도형 10">
                <a:extLst>
                  <a:ext uri="{FF2B5EF4-FFF2-40B4-BE49-F238E27FC236}">
                    <a16:creationId xmlns:a16="http://schemas.microsoft.com/office/drawing/2014/main" id="{6026D9B6-D98D-1CDB-D0BE-0F79333E5BF7}"/>
                  </a:ext>
                </a:extLst>
              </p:cNvPr>
              <p:cNvSpPr/>
              <p:nvPr/>
            </p:nvSpPr>
            <p:spPr>
              <a:xfrm>
                <a:off x="5029200" y="1733542"/>
                <a:ext cx="330200" cy="1714508"/>
              </a:xfrm>
              <a:custGeom>
                <a:avLst/>
                <a:gdLst>
                  <a:gd name="connsiteX0" fmla="*/ 0 w 1085850"/>
                  <a:gd name="connsiteY0" fmla="*/ 1714508 h 1714508"/>
                  <a:gd name="connsiteX1" fmla="*/ 577850 w 1085850"/>
                  <a:gd name="connsiteY1" fmla="*/ 8 h 1714508"/>
                  <a:gd name="connsiteX2" fmla="*/ 1085850 w 1085850"/>
                  <a:gd name="connsiteY2" fmla="*/ 1695458 h 17145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85850" h="1714508">
                    <a:moveTo>
                      <a:pt x="0" y="1714508"/>
                    </a:moveTo>
                    <a:cubicBezTo>
                      <a:pt x="198437" y="858845"/>
                      <a:pt x="396875" y="3183"/>
                      <a:pt x="577850" y="8"/>
                    </a:cubicBezTo>
                    <a:cubicBezTo>
                      <a:pt x="758825" y="-3167"/>
                      <a:pt x="922337" y="846145"/>
                      <a:pt x="1085850" y="1695458"/>
                    </a:cubicBezTo>
                  </a:path>
                </a:pathLst>
              </a:custGeom>
              <a:no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" name="자유형: 도형 11">
                <a:extLst>
                  <a:ext uri="{FF2B5EF4-FFF2-40B4-BE49-F238E27FC236}">
                    <a16:creationId xmlns:a16="http://schemas.microsoft.com/office/drawing/2014/main" id="{BF665FF0-9A91-CE80-6A1E-1F7603185634}"/>
                  </a:ext>
                </a:extLst>
              </p:cNvPr>
              <p:cNvSpPr/>
              <p:nvPr/>
            </p:nvSpPr>
            <p:spPr>
              <a:xfrm>
                <a:off x="5549900" y="1733542"/>
                <a:ext cx="330200" cy="1714508"/>
              </a:xfrm>
              <a:custGeom>
                <a:avLst/>
                <a:gdLst>
                  <a:gd name="connsiteX0" fmla="*/ 0 w 1085850"/>
                  <a:gd name="connsiteY0" fmla="*/ 1714508 h 1714508"/>
                  <a:gd name="connsiteX1" fmla="*/ 577850 w 1085850"/>
                  <a:gd name="connsiteY1" fmla="*/ 8 h 1714508"/>
                  <a:gd name="connsiteX2" fmla="*/ 1085850 w 1085850"/>
                  <a:gd name="connsiteY2" fmla="*/ 1695458 h 17145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85850" h="1714508">
                    <a:moveTo>
                      <a:pt x="0" y="1714508"/>
                    </a:moveTo>
                    <a:cubicBezTo>
                      <a:pt x="198437" y="858845"/>
                      <a:pt x="396875" y="3183"/>
                      <a:pt x="577850" y="8"/>
                    </a:cubicBezTo>
                    <a:cubicBezTo>
                      <a:pt x="758825" y="-3167"/>
                      <a:pt x="922337" y="846145"/>
                      <a:pt x="1085850" y="1695458"/>
                    </a:cubicBezTo>
                  </a:path>
                </a:pathLst>
              </a:custGeom>
              <a:no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" name="자유형: 도형 12">
                <a:extLst>
                  <a:ext uri="{FF2B5EF4-FFF2-40B4-BE49-F238E27FC236}">
                    <a16:creationId xmlns:a16="http://schemas.microsoft.com/office/drawing/2014/main" id="{01190BBB-1FAF-4E92-00CD-BE9538402245}"/>
                  </a:ext>
                </a:extLst>
              </p:cNvPr>
              <p:cNvSpPr/>
              <p:nvPr/>
            </p:nvSpPr>
            <p:spPr>
              <a:xfrm>
                <a:off x="6070600" y="1733542"/>
                <a:ext cx="330200" cy="1714508"/>
              </a:xfrm>
              <a:custGeom>
                <a:avLst/>
                <a:gdLst>
                  <a:gd name="connsiteX0" fmla="*/ 0 w 1085850"/>
                  <a:gd name="connsiteY0" fmla="*/ 1714508 h 1714508"/>
                  <a:gd name="connsiteX1" fmla="*/ 577850 w 1085850"/>
                  <a:gd name="connsiteY1" fmla="*/ 8 h 1714508"/>
                  <a:gd name="connsiteX2" fmla="*/ 1085850 w 1085850"/>
                  <a:gd name="connsiteY2" fmla="*/ 1695458 h 17145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85850" h="1714508">
                    <a:moveTo>
                      <a:pt x="0" y="1714508"/>
                    </a:moveTo>
                    <a:cubicBezTo>
                      <a:pt x="198437" y="858845"/>
                      <a:pt x="396875" y="3183"/>
                      <a:pt x="577850" y="8"/>
                    </a:cubicBezTo>
                    <a:cubicBezTo>
                      <a:pt x="758825" y="-3167"/>
                      <a:pt x="922337" y="846145"/>
                      <a:pt x="1085850" y="1695458"/>
                    </a:cubicBezTo>
                  </a:path>
                </a:pathLst>
              </a:custGeom>
              <a:no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" name="자유형: 도형 13">
                <a:extLst>
                  <a:ext uri="{FF2B5EF4-FFF2-40B4-BE49-F238E27FC236}">
                    <a16:creationId xmlns:a16="http://schemas.microsoft.com/office/drawing/2014/main" id="{83873539-DDAC-56B2-5A0E-F69E0EC1C446}"/>
                  </a:ext>
                </a:extLst>
              </p:cNvPr>
              <p:cNvSpPr/>
              <p:nvPr/>
            </p:nvSpPr>
            <p:spPr>
              <a:xfrm>
                <a:off x="4368800" y="1733542"/>
                <a:ext cx="330200" cy="1714508"/>
              </a:xfrm>
              <a:custGeom>
                <a:avLst/>
                <a:gdLst>
                  <a:gd name="connsiteX0" fmla="*/ 0 w 1085850"/>
                  <a:gd name="connsiteY0" fmla="*/ 1714508 h 1714508"/>
                  <a:gd name="connsiteX1" fmla="*/ 577850 w 1085850"/>
                  <a:gd name="connsiteY1" fmla="*/ 8 h 1714508"/>
                  <a:gd name="connsiteX2" fmla="*/ 1085850 w 1085850"/>
                  <a:gd name="connsiteY2" fmla="*/ 1695458 h 17145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85850" h="1714508">
                    <a:moveTo>
                      <a:pt x="0" y="1714508"/>
                    </a:moveTo>
                    <a:cubicBezTo>
                      <a:pt x="198437" y="858845"/>
                      <a:pt x="396875" y="3183"/>
                      <a:pt x="577850" y="8"/>
                    </a:cubicBezTo>
                    <a:cubicBezTo>
                      <a:pt x="758825" y="-3167"/>
                      <a:pt x="922337" y="846145"/>
                      <a:pt x="1085850" y="1695458"/>
                    </a:cubicBezTo>
                  </a:path>
                </a:pathLst>
              </a:custGeom>
              <a:noFill/>
              <a:ln w="19050">
                <a:solidFill>
                  <a:srgbClr val="FF0000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" name="자유형: 도형 14">
                <a:extLst>
                  <a:ext uri="{FF2B5EF4-FFF2-40B4-BE49-F238E27FC236}">
                    <a16:creationId xmlns:a16="http://schemas.microsoft.com/office/drawing/2014/main" id="{884DE39B-04FD-8B30-6D11-EC793E7B3947}"/>
                  </a:ext>
                </a:extLst>
              </p:cNvPr>
              <p:cNvSpPr/>
              <p:nvPr/>
            </p:nvSpPr>
            <p:spPr>
              <a:xfrm>
                <a:off x="4889500" y="1733542"/>
                <a:ext cx="330200" cy="1714508"/>
              </a:xfrm>
              <a:custGeom>
                <a:avLst/>
                <a:gdLst>
                  <a:gd name="connsiteX0" fmla="*/ 0 w 1085850"/>
                  <a:gd name="connsiteY0" fmla="*/ 1714508 h 1714508"/>
                  <a:gd name="connsiteX1" fmla="*/ 577850 w 1085850"/>
                  <a:gd name="connsiteY1" fmla="*/ 8 h 1714508"/>
                  <a:gd name="connsiteX2" fmla="*/ 1085850 w 1085850"/>
                  <a:gd name="connsiteY2" fmla="*/ 1695458 h 17145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85850" h="1714508">
                    <a:moveTo>
                      <a:pt x="0" y="1714508"/>
                    </a:moveTo>
                    <a:cubicBezTo>
                      <a:pt x="198437" y="858845"/>
                      <a:pt x="396875" y="3183"/>
                      <a:pt x="577850" y="8"/>
                    </a:cubicBezTo>
                    <a:cubicBezTo>
                      <a:pt x="758825" y="-3167"/>
                      <a:pt x="922337" y="846145"/>
                      <a:pt x="1085850" y="1695458"/>
                    </a:cubicBezTo>
                  </a:path>
                </a:pathLst>
              </a:custGeom>
              <a:noFill/>
              <a:ln w="19050">
                <a:solidFill>
                  <a:srgbClr val="FF0000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" name="자유형: 도형 15">
                <a:extLst>
                  <a:ext uri="{FF2B5EF4-FFF2-40B4-BE49-F238E27FC236}">
                    <a16:creationId xmlns:a16="http://schemas.microsoft.com/office/drawing/2014/main" id="{EFA3C239-1433-0C0C-43D6-54C2A9CED5A9}"/>
                  </a:ext>
                </a:extLst>
              </p:cNvPr>
              <p:cNvSpPr/>
              <p:nvPr/>
            </p:nvSpPr>
            <p:spPr>
              <a:xfrm>
                <a:off x="5410200" y="1733542"/>
                <a:ext cx="330200" cy="1714508"/>
              </a:xfrm>
              <a:custGeom>
                <a:avLst/>
                <a:gdLst>
                  <a:gd name="connsiteX0" fmla="*/ 0 w 1085850"/>
                  <a:gd name="connsiteY0" fmla="*/ 1714508 h 1714508"/>
                  <a:gd name="connsiteX1" fmla="*/ 577850 w 1085850"/>
                  <a:gd name="connsiteY1" fmla="*/ 8 h 1714508"/>
                  <a:gd name="connsiteX2" fmla="*/ 1085850 w 1085850"/>
                  <a:gd name="connsiteY2" fmla="*/ 1695458 h 17145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85850" h="1714508">
                    <a:moveTo>
                      <a:pt x="0" y="1714508"/>
                    </a:moveTo>
                    <a:cubicBezTo>
                      <a:pt x="198437" y="858845"/>
                      <a:pt x="396875" y="3183"/>
                      <a:pt x="577850" y="8"/>
                    </a:cubicBezTo>
                    <a:cubicBezTo>
                      <a:pt x="758825" y="-3167"/>
                      <a:pt x="922337" y="846145"/>
                      <a:pt x="1085850" y="1695458"/>
                    </a:cubicBezTo>
                  </a:path>
                </a:pathLst>
              </a:custGeom>
              <a:noFill/>
              <a:ln w="19050">
                <a:solidFill>
                  <a:srgbClr val="FF0000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" name="자유형: 도형 16">
                <a:extLst>
                  <a:ext uri="{FF2B5EF4-FFF2-40B4-BE49-F238E27FC236}">
                    <a16:creationId xmlns:a16="http://schemas.microsoft.com/office/drawing/2014/main" id="{5C381B80-B1D7-E1AE-25C2-84AC88632B1C}"/>
                  </a:ext>
                </a:extLst>
              </p:cNvPr>
              <p:cNvSpPr/>
              <p:nvPr/>
            </p:nvSpPr>
            <p:spPr>
              <a:xfrm>
                <a:off x="5930900" y="1733542"/>
                <a:ext cx="330200" cy="1714508"/>
              </a:xfrm>
              <a:custGeom>
                <a:avLst/>
                <a:gdLst>
                  <a:gd name="connsiteX0" fmla="*/ 0 w 1085850"/>
                  <a:gd name="connsiteY0" fmla="*/ 1714508 h 1714508"/>
                  <a:gd name="connsiteX1" fmla="*/ 577850 w 1085850"/>
                  <a:gd name="connsiteY1" fmla="*/ 8 h 1714508"/>
                  <a:gd name="connsiteX2" fmla="*/ 1085850 w 1085850"/>
                  <a:gd name="connsiteY2" fmla="*/ 1695458 h 17145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85850" h="1714508">
                    <a:moveTo>
                      <a:pt x="0" y="1714508"/>
                    </a:moveTo>
                    <a:cubicBezTo>
                      <a:pt x="198437" y="858845"/>
                      <a:pt x="396875" y="3183"/>
                      <a:pt x="577850" y="8"/>
                    </a:cubicBezTo>
                    <a:cubicBezTo>
                      <a:pt x="758825" y="-3167"/>
                      <a:pt x="922337" y="846145"/>
                      <a:pt x="1085850" y="1695458"/>
                    </a:cubicBezTo>
                  </a:path>
                </a:pathLst>
              </a:custGeom>
              <a:noFill/>
              <a:ln w="19050">
                <a:solidFill>
                  <a:srgbClr val="FF0000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" name="화살표: 왼쪽 17">
                <a:extLst>
                  <a:ext uri="{FF2B5EF4-FFF2-40B4-BE49-F238E27FC236}">
                    <a16:creationId xmlns:a16="http://schemas.microsoft.com/office/drawing/2014/main" id="{BB92196B-54DF-FCF0-63CD-8510DB29F6F6}"/>
                  </a:ext>
                </a:extLst>
              </p:cNvPr>
              <p:cNvSpPr/>
              <p:nvPr/>
            </p:nvSpPr>
            <p:spPr>
              <a:xfrm>
                <a:off x="4518025" y="1555750"/>
                <a:ext cx="209550" cy="82550"/>
              </a:xfrm>
              <a:prstGeom prst="lef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" name="화살표: 왼쪽 18">
                <a:extLst>
                  <a:ext uri="{FF2B5EF4-FFF2-40B4-BE49-F238E27FC236}">
                    <a16:creationId xmlns:a16="http://schemas.microsoft.com/office/drawing/2014/main" id="{767B383A-DD41-AA18-B051-2930668F4D4A}"/>
                  </a:ext>
                </a:extLst>
              </p:cNvPr>
              <p:cNvSpPr/>
              <p:nvPr/>
            </p:nvSpPr>
            <p:spPr>
              <a:xfrm>
                <a:off x="5029200" y="1555750"/>
                <a:ext cx="209550" cy="82550"/>
              </a:xfrm>
              <a:prstGeom prst="lef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" name="화살표: 왼쪽 19">
                <a:extLst>
                  <a:ext uri="{FF2B5EF4-FFF2-40B4-BE49-F238E27FC236}">
                    <a16:creationId xmlns:a16="http://schemas.microsoft.com/office/drawing/2014/main" id="{A60AF3C9-9D6C-D085-69FC-7132BEB2EF9B}"/>
                  </a:ext>
                </a:extLst>
              </p:cNvPr>
              <p:cNvSpPr/>
              <p:nvPr/>
            </p:nvSpPr>
            <p:spPr>
              <a:xfrm>
                <a:off x="5540375" y="1555750"/>
                <a:ext cx="209550" cy="82550"/>
              </a:xfrm>
              <a:prstGeom prst="lef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" name="화살표: 왼쪽 20">
                <a:extLst>
                  <a:ext uri="{FF2B5EF4-FFF2-40B4-BE49-F238E27FC236}">
                    <a16:creationId xmlns:a16="http://schemas.microsoft.com/office/drawing/2014/main" id="{CB56ACBF-F0B1-8508-84AD-BCCFA343140C}"/>
                  </a:ext>
                </a:extLst>
              </p:cNvPr>
              <p:cNvSpPr/>
              <p:nvPr/>
            </p:nvSpPr>
            <p:spPr>
              <a:xfrm>
                <a:off x="6051550" y="1555750"/>
                <a:ext cx="209550" cy="82550"/>
              </a:xfrm>
              <a:prstGeom prst="lef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22" name="직선 연결선 21">
                <a:extLst>
                  <a:ext uri="{FF2B5EF4-FFF2-40B4-BE49-F238E27FC236}">
                    <a16:creationId xmlns:a16="http://schemas.microsoft.com/office/drawing/2014/main" id="{1CF64886-7065-94DD-D178-9389156F6DB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55113" y="1155700"/>
                <a:ext cx="0" cy="3143251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직선 연결선 22">
                <a:extLst>
                  <a:ext uri="{FF2B5EF4-FFF2-40B4-BE49-F238E27FC236}">
                    <a16:creationId xmlns:a16="http://schemas.microsoft.com/office/drawing/2014/main" id="{8ADA3833-454C-EC88-7AB3-6355F4B0FC8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70600" y="1149350"/>
                <a:ext cx="0" cy="3149600"/>
              </a:xfrm>
              <a:prstGeom prst="line">
                <a:avLst/>
              </a:prstGeom>
              <a:ln>
                <a:solidFill>
                  <a:srgbClr val="00206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직선 연결선 23">
                <a:extLst>
                  <a:ext uri="{FF2B5EF4-FFF2-40B4-BE49-F238E27FC236}">
                    <a16:creationId xmlns:a16="http://schemas.microsoft.com/office/drawing/2014/main" id="{52D2FD0D-8266-55B0-5393-7688EB2F986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30900" y="1149350"/>
                <a:ext cx="0" cy="31496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96859F0-0741-C9FF-FE9E-AB6C6D147EF6}"/>
                  </a:ext>
                </a:extLst>
              </p:cNvPr>
              <p:cNvSpPr txBox="1"/>
              <p:nvPr/>
            </p:nvSpPr>
            <p:spPr>
              <a:xfrm>
                <a:off x="3660906" y="3631890"/>
                <a:ext cx="2070102" cy="6600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b="1" dirty="0"/>
                  <a:t>gap margin (memory window)</a:t>
                </a:r>
              </a:p>
              <a:p>
                <a:pPr algn="ctr"/>
                <a:r>
                  <a:rPr lang="en-US" altLang="ko-KR" sz="1200" b="1" dirty="0"/>
                  <a:t>degradation</a:t>
                </a:r>
                <a:endParaRPr lang="ko-KR" altLang="en-US" sz="1200" b="1" dirty="0"/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C70D4DC-12E0-04AB-CBE1-F6E574A92638}"/>
                  </a:ext>
                </a:extLst>
              </p:cNvPr>
              <p:cNvSpPr txBox="1"/>
              <p:nvPr/>
            </p:nvSpPr>
            <p:spPr>
              <a:xfrm>
                <a:off x="4218907" y="93294"/>
                <a:ext cx="2280985" cy="11881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600" dirty="0"/>
                  <a:t>Electron </a:t>
                </a:r>
                <a:r>
                  <a:rPr lang="en-US" altLang="ko-KR" sz="1600" dirty="0" err="1"/>
                  <a:t>Detrapping</a:t>
                </a:r>
                <a:r>
                  <a:rPr lang="en-US" altLang="ko-KR" sz="1600" dirty="0"/>
                  <a:t> effect</a:t>
                </a:r>
                <a:br>
                  <a:rPr lang="en-US" altLang="ko-KR" sz="1600" dirty="0"/>
                </a:br>
                <a:r>
                  <a:rPr lang="en-US" altLang="ko-KR" sz="1600" dirty="0"/>
                  <a:t>in </a:t>
                </a:r>
                <a:r>
                  <a:rPr lang="en-US" altLang="ko-KR" sz="1600" dirty="0" err="1"/>
                  <a:t>Δ</a:t>
                </a:r>
                <a:r>
                  <a:rPr lang="en-US" altLang="ko-KR" sz="1600" i="1" dirty="0" err="1"/>
                  <a:t>V</a:t>
                </a:r>
                <a:r>
                  <a:rPr lang="en-US" altLang="ko-KR" sz="1600" baseline="-25000" dirty="0" err="1"/>
                  <a:t>th</a:t>
                </a:r>
                <a:r>
                  <a:rPr lang="en-US" altLang="ko-KR" sz="1600" dirty="0"/>
                  <a:t> distribution</a:t>
                </a:r>
              </a:p>
              <a:p>
                <a:pPr algn="ctr"/>
                <a:r>
                  <a:rPr lang="en-US" altLang="ko-KR" sz="1600" dirty="0"/>
                  <a:t>(</a:t>
                </a:r>
                <a:r>
                  <a:rPr lang="en-US" altLang="ko-KR" sz="1600" dirty="0" err="1"/>
                  <a:t>Detrapping</a:t>
                </a:r>
                <a:r>
                  <a:rPr lang="en-US" altLang="ko-KR" sz="1600" dirty="0"/>
                  <a:t>)</a:t>
                </a:r>
                <a:endParaRPr lang="ko-KR" altLang="en-US" sz="1600" dirty="0"/>
              </a:p>
            </p:txBody>
          </p:sp>
          <p:cxnSp>
            <p:nvCxnSpPr>
              <p:cNvPr id="27" name="직선 화살표 연결선 26">
                <a:extLst>
                  <a:ext uri="{FF2B5EF4-FFF2-40B4-BE49-F238E27FC236}">
                    <a16:creationId xmlns:a16="http://schemas.microsoft.com/office/drawing/2014/main" id="{D5EA7B6D-03CB-F660-DE39-8EDF15B232E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455113" y="3961926"/>
                <a:ext cx="330199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직선 화살표 연결선 27">
                <a:extLst>
                  <a:ext uri="{FF2B5EF4-FFF2-40B4-BE49-F238E27FC236}">
                    <a16:creationId xmlns:a16="http://schemas.microsoft.com/office/drawing/2014/main" id="{9B0774B9-1A53-DA57-4DC3-E9F43497CC6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75300" y="3961924"/>
                <a:ext cx="35288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화살표: 왼쪽 28">
                <a:extLst>
                  <a:ext uri="{FF2B5EF4-FFF2-40B4-BE49-F238E27FC236}">
                    <a16:creationId xmlns:a16="http://schemas.microsoft.com/office/drawing/2014/main" id="{C5366B87-CF13-714D-BC0D-CCC6F228CC92}"/>
                  </a:ext>
                </a:extLst>
              </p:cNvPr>
              <p:cNvSpPr/>
              <p:nvPr/>
            </p:nvSpPr>
            <p:spPr>
              <a:xfrm>
                <a:off x="5761036" y="4305908"/>
                <a:ext cx="339725" cy="196333"/>
              </a:xfrm>
              <a:prstGeom prst="leftArrow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E2BFF10-098F-F886-E5EA-267FD85709DD}"/>
                  </a:ext>
                </a:extLst>
              </p:cNvPr>
              <p:cNvSpPr txBox="1"/>
              <p:nvPr/>
            </p:nvSpPr>
            <p:spPr>
              <a:xfrm>
                <a:off x="2343147" y="2444392"/>
                <a:ext cx="692154" cy="461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/>
                  <a:t>Erased</a:t>
                </a:r>
                <a:br>
                  <a:rPr lang="en-US" altLang="ko-KR" sz="1200"/>
                </a:br>
                <a:r>
                  <a:rPr lang="en-US" altLang="ko-KR" sz="1200"/>
                  <a:t>Cells</a:t>
                </a:r>
                <a:endParaRPr lang="ko-KR" altLang="en-US" sz="1200"/>
              </a:p>
            </p:txBody>
          </p:sp>
          <p:sp>
            <p:nvSpPr>
              <p:cNvPr id="32" name="자유형: 도형 31">
                <a:extLst>
                  <a:ext uri="{FF2B5EF4-FFF2-40B4-BE49-F238E27FC236}">
                    <a16:creationId xmlns:a16="http://schemas.microsoft.com/office/drawing/2014/main" id="{254EBDBE-26B1-3B8C-9C6E-A1B95C6D8265}"/>
                  </a:ext>
                </a:extLst>
              </p:cNvPr>
              <p:cNvSpPr/>
              <p:nvPr/>
            </p:nvSpPr>
            <p:spPr>
              <a:xfrm>
                <a:off x="2369263" y="1733542"/>
                <a:ext cx="1085850" cy="1714508"/>
              </a:xfrm>
              <a:custGeom>
                <a:avLst/>
                <a:gdLst>
                  <a:gd name="connsiteX0" fmla="*/ 0 w 1085850"/>
                  <a:gd name="connsiteY0" fmla="*/ 1714508 h 1714508"/>
                  <a:gd name="connsiteX1" fmla="*/ 577850 w 1085850"/>
                  <a:gd name="connsiteY1" fmla="*/ 8 h 1714508"/>
                  <a:gd name="connsiteX2" fmla="*/ 1085850 w 1085850"/>
                  <a:gd name="connsiteY2" fmla="*/ 1695458 h 17145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85850" h="1714508">
                    <a:moveTo>
                      <a:pt x="0" y="1714508"/>
                    </a:moveTo>
                    <a:cubicBezTo>
                      <a:pt x="198437" y="858845"/>
                      <a:pt x="396875" y="3183"/>
                      <a:pt x="577850" y="8"/>
                    </a:cubicBezTo>
                    <a:cubicBezTo>
                      <a:pt x="758825" y="-3167"/>
                      <a:pt x="922337" y="846145"/>
                      <a:pt x="1085850" y="1695458"/>
                    </a:cubicBezTo>
                  </a:path>
                </a:pathLst>
              </a:custGeom>
              <a:noFill/>
              <a:ln w="19050">
                <a:solidFill>
                  <a:srgbClr val="00B0F0"/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4" name="화살표: 왼쪽 33">
                <a:extLst>
                  <a:ext uri="{FF2B5EF4-FFF2-40B4-BE49-F238E27FC236}">
                    <a16:creationId xmlns:a16="http://schemas.microsoft.com/office/drawing/2014/main" id="{C1B4ADF1-102D-3DA3-D1D1-808EF17D1549}"/>
                  </a:ext>
                </a:extLst>
              </p:cNvPr>
              <p:cNvSpPr/>
              <p:nvPr/>
            </p:nvSpPr>
            <p:spPr>
              <a:xfrm rot="10800000">
                <a:off x="2742621" y="1555749"/>
                <a:ext cx="209550" cy="82550"/>
              </a:xfrm>
              <a:prstGeom prst="lef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03BDED6-B66F-ADFD-BA14-D0B4B8760382}"/>
                  </a:ext>
                </a:extLst>
              </p:cNvPr>
              <p:cNvSpPr txBox="1"/>
              <p:nvPr/>
            </p:nvSpPr>
            <p:spPr>
              <a:xfrm>
                <a:off x="1602127" y="93294"/>
                <a:ext cx="2280985" cy="11881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600" dirty="0"/>
                  <a:t>Electron Trapping effect</a:t>
                </a:r>
                <a:br>
                  <a:rPr lang="en-US" altLang="ko-KR" sz="1600" dirty="0"/>
                </a:br>
                <a:r>
                  <a:rPr lang="en-US" altLang="ko-KR" sz="1600" dirty="0"/>
                  <a:t>in </a:t>
                </a:r>
                <a:r>
                  <a:rPr lang="en-US" altLang="ko-KR" sz="1600" dirty="0" err="1"/>
                  <a:t>Δ</a:t>
                </a:r>
                <a:r>
                  <a:rPr lang="en-US" altLang="ko-KR" sz="1600" i="1" dirty="0" err="1"/>
                  <a:t>V</a:t>
                </a:r>
                <a:r>
                  <a:rPr lang="en-US" altLang="ko-KR" sz="1600" baseline="-25000" dirty="0" err="1"/>
                  <a:t>th</a:t>
                </a:r>
                <a:r>
                  <a:rPr lang="en-US" altLang="ko-KR" sz="1600" dirty="0"/>
                  <a:t> distribution</a:t>
                </a:r>
              </a:p>
              <a:p>
                <a:pPr algn="ctr"/>
                <a:r>
                  <a:rPr lang="en-US" altLang="ko-KR" sz="1600" dirty="0"/>
                  <a:t>(Soft Program)</a:t>
                </a:r>
                <a:endParaRPr lang="ko-KR" altLang="en-US" sz="1600" dirty="0"/>
              </a:p>
            </p:txBody>
          </p:sp>
          <p:cxnSp>
            <p:nvCxnSpPr>
              <p:cNvPr id="36" name="직선 연결선 35">
                <a:extLst>
                  <a:ext uri="{FF2B5EF4-FFF2-40B4-BE49-F238E27FC236}">
                    <a16:creationId xmlns:a16="http://schemas.microsoft.com/office/drawing/2014/main" id="{42B52700-058D-ED30-D9A4-D79973255A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04758" y="1149351"/>
                <a:ext cx="0" cy="3149600"/>
              </a:xfrm>
              <a:prstGeom prst="line">
                <a:avLst/>
              </a:prstGeom>
              <a:ln>
                <a:solidFill>
                  <a:srgbClr val="00206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화살표: 왼쪽 36">
                <a:extLst>
                  <a:ext uri="{FF2B5EF4-FFF2-40B4-BE49-F238E27FC236}">
                    <a16:creationId xmlns:a16="http://schemas.microsoft.com/office/drawing/2014/main" id="{E9E736EE-169D-44F6-7619-4521DAB0968C}"/>
                  </a:ext>
                </a:extLst>
              </p:cNvPr>
              <p:cNvSpPr/>
              <p:nvPr/>
            </p:nvSpPr>
            <p:spPr>
              <a:xfrm rot="10800000">
                <a:off x="3200400" y="4305908"/>
                <a:ext cx="339725" cy="196333"/>
              </a:xfrm>
              <a:prstGeom prst="leftArrow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5323FC4-AF2C-D23D-CF4A-13F57D41E698}"/>
                </a:ext>
              </a:extLst>
            </p:cNvPr>
            <p:cNvSpPr txBox="1"/>
            <p:nvPr/>
          </p:nvSpPr>
          <p:spPr>
            <a:xfrm>
              <a:off x="3328113" y="7425866"/>
              <a:ext cx="3773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/>
                <a:t>…</a:t>
              </a:r>
              <a:endParaRPr lang="ko-KR" altLang="en-US"/>
            </a:p>
          </p:txBody>
        </p:sp>
      </p:grp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E283DFD4-7C20-479D-E7D7-070596A2161A}"/>
              </a:ext>
            </a:extLst>
          </p:cNvPr>
          <p:cNvSpPr/>
          <p:nvPr/>
        </p:nvSpPr>
        <p:spPr>
          <a:xfrm>
            <a:off x="4020066" y="1702676"/>
            <a:ext cx="3988811" cy="39098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21846D42-8492-D5FC-83F1-6398BF03EF67}"/>
              </a:ext>
            </a:extLst>
          </p:cNvPr>
          <p:cNvSpPr/>
          <p:nvPr/>
        </p:nvSpPr>
        <p:spPr>
          <a:xfrm>
            <a:off x="871761" y="1702676"/>
            <a:ext cx="2817783" cy="3909848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FDC1FA9-1D0B-DA19-634F-C1E83562B7E1}"/>
              </a:ext>
            </a:extLst>
          </p:cNvPr>
          <p:cNvSpPr txBox="1"/>
          <p:nvPr/>
        </p:nvSpPr>
        <p:spPr>
          <a:xfrm>
            <a:off x="4589649" y="1277561"/>
            <a:ext cx="26069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기존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Detrapping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effect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78BBE72-1FA6-007B-3296-DDEEA4A53236}"/>
              </a:ext>
            </a:extLst>
          </p:cNvPr>
          <p:cNvSpPr txBox="1"/>
          <p:nvPr/>
        </p:nvSpPr>
        <p:spPr>
          <a:xfrm>
            <a:off x="781669" y="1277561"/>
            <a:ext cx="29979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Trapping-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Detrapping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effect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230690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그림 113">
            <a:extLst>
              <a:ext uri="{FF2B5EF4-FFF2-40B4-BE49-F238E27FC236}">
                <a16:creationId xmlns:a16="http://schemas.microsoft.com/office/drawing/2014/main" id="{1BDC6164-ACB4-7DFD-1178-B2119F24D1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046" y="2016568"/>
            <a:ext cx="3541682" cy="2824863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BF8E031-5BD2-9E55-BA18-A76BAFAE5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Modeling of Elastic</a:t>
            </a:r>
            <a:r>
              <a:rPr lang="ko-KR" altLang="en-US"/>
              <a:t> </a:t>
            </a:r>
            <a:r>
              <a:rPr lang="en-US" altLang="ko-KR"/>
              <a:t>TAT under V</a:t>
            </a:r>
            <a:r>
              <a:rPr lang="en-US" altLang="ko-KR" baseline="-25000"/>
              <a:t>pass</a:t>
            </a:r>
            <a:endParaRPr lang="ko-KR" altLang="en-US" baseline="-25000"/>
          </a:p>
        </p:txBody>
      </p:sp>
      <p:pic>
        <p:nvPicPr>
          <p:cNvPr id="81" name="그림 80">
            <a:extLst>
              <a:ext uri="{FF2B5EF4-FFF2-40B4-BE49-F238E27FC236}">
                <a16:creationId xmlns:a16="http://schemas.microsoft.com/office/drawing/2014/main" id="{44895F4D-99DA-6DAE-FFAD-4FEC54408A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2376" y="1455940"/>
            <a:ext cx="3104819" cy="3485001"/>
          </a:xfrm>
          <a:prstGeom prst="rect">
            <a:avLst/>
          </a:prstGeom>
        </p:spPr>
      </p:pic>
      <p:sp>
        <p:nvSpPr>
          <p:cNvPr id="83" name="직사각형 82">
            <a:extLst>
              <a:ext uri="{FF2B5EF4-FFF2-40B4-BE49-F238E27FC236}">
                <a16:creationId xmlns:a16="http://schemas.microsoft.com/office/drawing/2014/main" id="{40A84F9B-87A9-88AB-6856-A124923AA636}"/>
              </a:ext>
            </a:extLst>
          </p:cNvPr>
          <p:cNvSpPr/>
          <p:nvPr/>
        </p:nvSpPr>
        <p:spPr>
          <a:xfrm>
            <a:off x="7062953" y="1534403"/>
            <a:ext cx="851338" cy="16827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8FF7260-34E1-889D-EF37-B4BF236F3C81}"/>
              </a:ext>
            </a:extLst>
          </p:cNvPr>
          <p:cNvSpPr txBox="1"/>
          <p:nvPr/>
        </p:nvSpPr>
        <p:spPr>
          <a:xfrm>
            <a:off x="2964682" y="2905777"/>
            <a:ext cx="16640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Trap-to-Band</a:t>
            </a:r>
          </a:p>
          <a:p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Electron </a:t>
            </a:r>
            <a:r>
              <a:rPr lang="en-US" altLang="ko-KR" sz="14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Detrapping</a:t>
            </a:r>
            <a:endParaRPr lang="ko-KR" altLang="en-US" sz="1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A8A2AAE-12C2-35BD-AE31-DC0CE26744F4}"/>
              </a:ext>
            </a:extLst>
          </p:cNvPr>
          <p:cNvSpPr txBox="1"/>
          <p:nvPr/>
        </p:nvSpPr>
        <p:spPr>
          <a:xfrm>
            <a:off x="906805" y="4274837"/>
            <a:ext cx="1516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Band-to-Trap</a:t>
            </a:r>
          </a:p>
          <a:p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Electron Trapping</a:t>
            </a:r>
            <a:endParaRPr lang="ko-KR" altLang="en-US" sz="1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A83B1623-96AF-793E-B6E2-45DF6D3ACDCB}"/>
              </a:ext>
            </a:extLst>
          </p:cNvPr>
          <p:cNvSpPr/>
          <p:nvPr/>
        </p:nvSpPr>
        <p:spPr>
          <a:xfrm>
            <a:off x="7062952" y="1736201"/>
            <a:ext cx="920705" cy="168274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485F6627-EC25-98A1-3A93-6073C64B2507}"/>
              </a:ext>
            </a:extLst>
          </p:cNvPr>
          <p:cNvSpPr/>
          <p:nvPr/>
        </p:nvSpPr>
        <p:spPr>
          <a:xfrm>
            <a:off x="980958" y="3428998"/>
            <a:ext cx="1068559" cy="80246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AA7E4206-1ABB-9E72-6742-474E04BAB22E}"/>
              </a:ext>
            </a:extLst>
          </p:cNvPr>
          <p:cNvSpPr/>
          <p:nvPr/>
        </p:nvSpPr>
        <p:spPr>
          <a:xfrm>
            <a:off x="2271764" y="3428997"/>
            <a:ext cx="1385836" cy="802467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80391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8A9E4-AE5F-B9FB-0094-4CDA6ADEA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8D56EA-0141-F837-2A48-236C4D70C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Difference from Program Operation 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07C30E-C4DD-651F-2BB0-F728D19B8D3A}"/>
              </a:ext>
            </a:extLst>
          </p:cNvPr>
          <p:cNvSpPr txBox="1"/>
          <p:nvPr/>
        </p:nvSpPr>
        <p:spPr>
          <a:xfrm>
            <a:off x="674764" y="1084668"/>
            <a:ext cx="28630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Amoroso /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Verreck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Program Operation Model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D7C17C-5956-C28E-49FF-69199AF2F77E}"/>
              </a:ext>
            </a:extLst>
          </p:cNvPr>
          <p:cNvSpPr txBox="1"/>
          <p:nvPr/>
        </p:nvSpPr>
        <p:spPr>
          <a:xfrm>
            <a:off x="674764" y="3662177"/>
            <a:ext cx="33801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Electron Trapping-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Detrapping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(Soft program)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D01EDF2-F0C3-41AC-ACF0-80A2D4789C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6120" y="920832"/>
            <a:ext cx="3221170" cy="209947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0FDB41E-B463-5CFA-AEC6-22ED164B2F05}"/>
                  </a:ext>
                </a:extLst>
              </p:cNvPr>
              <p:cNvSpPr txBox="1"/>
              <p:nvPr/>
            </p:nvSpPr>
            <p:spPr>
              <a:xfrm>
                <a:off x="1231011" y="2118606"/>
                <a:ext cx="353648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FN tunneling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→</m:t>
                    </m:r>
                  </m:oMath>
                </a14:m>
                <a:r>
                  <a:rPr lang="en-US" altLang="ko-KR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charge injection</a:t>
                </a:r>
              </a:p>
              <a:p>
                <a:r>
                  <a:rPr lang="en-US" altLang="ko-KR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at </a:t>
                </a:r>
                <a:r>
                  <a:rPr lang="en-US" altLang="ko-KR" dirty="0" err="1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V</a:t>
                </a:r>
                <a:r>
                  <a:rPr lang="en-US" altLang="ko-KR" baseline="-25000" dirty="0" err="1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pgm</a:t>
                </a:r>
                <a:r>
                  <a:rPr lang="en-US" altLang="ko-KR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(~ 18 V)</a:t>
                </a:r>
                <a:endParaRPr lang="ko-KR" altLang="en-US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0FDB41E-B463-5CFA-AEC6-22ED164B2F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1011" y="2118606"/>
                <a:ext cx="3536481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그림 8">
            <a:extLst>
              <a:ext uri="{FF2B5EF4-FFF2-40B4-BE49-F238E27FC236}">
                <a16:creationId xmlns:a16="http://schemas.microsoft.com/office/drawing/2014/main" id="{E493D593-250F-23E5-4A16-E0DCBE6495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0008" y="3258514"/>
            <a:ext cx="3069798" cy="244848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996161A-A621-FE80-F91D-690CB9D5F745}"/>
                  </a:ext>
                </a:extLst>
              </p:cNvPr>
              <p:cNvSpPr txBox="1"/>
              <p:nvPr/>
            </p:nvSpPr>
            <p:spPr>
              <a:xfrm>
                <a:off x="1231011" y="5153002"/>
                <a:ext cx="489862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Electron trapping-</a:t>
                </a:r>
                <a:r>
                  <a:rPr lang="en-US" altLang="ko-KR" dirty="0" err="1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detrapping</a:t>
                </a:r>
                <a:r>
                  <a:rPr lang="en-US" altLang="ko-KR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i="1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→</m:t>
                    </m:r>
                  </m:oMath>
                </a14:m>
                <a:r>
                  <a:rPr lang="en-US" altLang="ko-KR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charge injection</a:t>
                </a:r>
              </a:p>
              <a:p>
                <a:r>
                  <a:rPr lang="en-US" altLang="ko-KR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at </a:t>
                </a:r>
                <a:r>
                  <a:rPr lang="en-US" altLang="ko-KR" dirty="0" err="1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V</a:t>
                </a:r>
                <a:r>
                  <a:rPr lang="en-US" altLang="ko-KR" baseline="-25000" dirty="0" err="1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pass</a:t>
                </a:r>
                <a:r>
                  <a:rPr lang="en-US" altLang="ko-KR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(~ 11 V)</a:t>
                </a:r>
                <a:endParaRPr lang="ko-KR" altLang="en-US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996161A-A621-FE80-F91D-690CB9D5F7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1011" y="5153002"/>
                <a:ext cx="4898622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129727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 dirty="0" smtClean="0">
            <a:ln w="9525">
              <a:solidFill>
                <a:schemeClr val="tx1">
                  <a:alpha val="29000"/>
                </a:schemeClr>
              </a:solidFill>
            </a:ln>
            <a:latin typeface="Times New Roman"/>
            <a:ea typeface="맑은 고딕"/>
            <a:cs typeface="Times New Roman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1137</TotalTime>
  <Words>240</Words>
  <Application>Microsoft Office PowerPoint</Application>
  <PresentationFormat>화면 슬라이드 쇼(4:3)</PresentationFormat>
  <Paragraphs>57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4" baseType="lpstr">
      <vt:lpstr>맑은 고딕</vt:lpstr>
      <vt:lpstr>Arial</vt:lpstr>
      <vt:lpstr>Calibri</vt:lpstr>
      <vt:lpstr>Cambria Math</vt:lpstr>
      <vt:lpstr>Symbol</vt:lpstr>
      <vt:lpstr>Times New Roman</vt:lpstr>
      <vt:lpstr>Office 테마</vt:lpstr>
      <vt:lpstr>Electron Trapping-Detrapping Soft Programming: Road to Trap-to-Trap Transition  20250630 진명</vt:lpstr>
      <vt:lpstr>Trap-Assisted Soft Programming</vt:lpstr>
      <vt:lpstr>Trap-Assisted Soft Programming</vt:lpstr>
      <vt:lpstr>Program/Read Disturbance – Reliability</vt:lpstr>
      <vt:lpstr>Program/Read Disturbance – Reliability</vt:lpstr>
      <vt:lpstr>Modeling of Elastic TAT under Vpass</vt:lpstr>
      <vt:lpstr>Difference from Program Operation </vt:lpstr>
    </vt:vector>
  </TitlesOfParts>
  <Manager/>
  <Company>Microsoft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</dc:creator>
  <cp:lastModifiedBy>MYUNG JIN</cp:lastModifiedBy>
  <cp:revision>964</cp:revision>
  <dcterms:created xsi:type="dcterms:W3CDTF">2016-06-02T05:19:04Z</dcterms:created>
  <dcterms:modified xsi:type="dcterms:W3CDTF">2025-06-29T14:28:18Z</dcterms:modified>
  <cp:version/>
</cp:coreProperties>
</file>