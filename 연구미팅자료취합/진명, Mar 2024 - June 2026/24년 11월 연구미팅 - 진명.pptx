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7"/>
  </p:notesMasterIdLst>
  <p:sldIdLst>
    <p:sldId id="314" r:id="rId2"/>
    <p:sldId id="315" r:id="rId3"/>
    <p:sldId id="318" r:id="rId4"/>
    <p:sldId id="325" r:id="rId5"/>
    <p:sldId id="319" r:id="rId6"/>
    <p:sldId id="320" r:id="rId7"/>
    <p:sldId id="321" r:id="rId8"/>
    <p:sldId id="322" r:id="rId9"/>
    <p:sldId id="323" r:id="rId10"/>
    <p:sldId id="324" r:id="rId11"/>
    <p:sldId id="326" r:id="rId12"/>
    <p:sldId id="327" r:id="rId13"/>
    <p:sldId id="329" r:id="rId14"/>
    <p:sldId id="330" r:id="rId15"/>
    <p:sldId id="317" r:id="rId1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505"/>
    <a:srgbClr val="FFC000"/>
    <a:srgbClr val="92D050"/>
    <a:srgbClr val="5B9BD5"/>
    <a:srgbClr val="284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965A1-DC8B-44B6-94BD-FA2651A5D9C2}" v="1" dt="2024-12-16T13:09:20.4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49" autoAdjust="0"/>
    <p:restoredTop sz="97300" autoAdjust="0"/>
  </p:normalViewPr>
  <p:slideViewPr>
    <p:cSldViewPr snapToGrid="0">
      <p:cViewPr varScale="1">
        <p:scale>
          <a:sx n="100" d="100"/>
          <a:sy n="100" d="100"/>
        </p:scale>
        <p:origin x="96" y="1296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21" d="100"/>
          <a:sy n="121" d="100"/>
        </p:scale>
        <p:origin x="502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0E5E3668-7810-41AA-9622-0A8982CDCA96}"/>
    <pc:docChg chg="undo redo custSel addSld delSld modSld modMainMaster">
      <pc:chgData name="MYUNG JIN" userId="89f3fa32ababedc4" providerId="LiveId" clId="{0E5E3668-7810-41AA-9622-0A8982CDCA96}" dt="2024-11-28T19:06:06.287" v="4459" actId="404"/>
      <pc:docMkLst>
        <pc:docMk/>
      </pc:docMkLst>
      <pc:sldChg chg="modSp mod">
        <pc:chgData name="MYUNG JIN" userId="89f3fa32ababedc4" providerId="LiveId" clId="{0E5E3668-7810-41AA-9622-0A8982CDCA96}" dt="2024-11-28T18:20:51.547" v="3371" actId="20577"/>
        <pc:sldMkLst>
          <pc:docMk/>
          <pc:sldMk cId="2415824652" sldId="314"/>
        </pc:sldMkLst>
        <pc:spChg chg="mod">
          <ac:chgData name="MYUNG JIN" userId="89f3fa32ababedc4" providerId="LiveId" clId="{0E5E3668-7810-41AA-9622-0A8982CDCA96}" dt="2024-11-28T18:20:51.547" v="3371" actId="20577"/>
          <ac:spMkLst>
            <pc:docMk/>
            <pc:sldMk cId="2415824652" sldId="314"/>
            <ac:spMk id="2" creationId="{2BE249DC-8914-7D45-D9D6-4D9952A1CDB9}"/>
          </ac:spMkLst>
        </pc:spChg>
      </pc:sldChg>
      <pc:sldChg chg="addSp delSp modSp mod">
        <pc:chgData name="MYUNG JIN" userId="89f3fa32ababedc4" providerId="LiveId" clId="{0E5E3668-7810-41AA-9622-0A8982CDCA96}" dt="2024-11-28T18:10:24.343" v="3058" actId="1076"/>
        <pc:sldMkLst>
          <pc:docMk/>
          <pc:sldMk cId="2899342611" sldId="315"/>
        </pc:sldMkLst>
        <pc:spChg chg="mod">
          <ac:chgData name="MYUNG JIN" userId="89f3fa32ababedc4" providerId="LiveId" clId="{0E5E3668-7810-41AA-9622-0A8982CDCA96}" dt="2024-11-27T16:44:51.063" v="102" actId="20577"/>
          <ac:spMkLst>
            <pc:docMk/>
            <pc:sldMk cId="2899342611" sldId="315"/>
            <ac:spMk id="2" creationId="{6B80B26E-D7EF-B0B7-2CB8-5143E660972A}"/>
          </ac:spMkLst>
        </pc:spChg>
        <pc:spChg chg="add del mod">
          <ac:chgData name="MYUNG JIN" userId="89f3fa32ababedc4" providerId="LiveId" clId="{0E5E3668-7810-41AA-9622-0A8982CDCA96}" dt="2024-11-28T18:07:30.653" v="2907" actId="478"/>
          <ac:spMkLst>
            <pc:docMk/>
            <pc:sldMk cId="2899342611" sldId="315"/>
            <ac:spMk id="3" creationId="{15312C5F-95D5-6A4F-4DE4-EF9CE05E4B78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5" creationId="{8B425E30-7647-96CF-BAC9-A1872C6EFEED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10" creationId="{644F69BD-E426-C66A-2C6F-76F8F0DCBF8E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11" creationId="{425B5BC3-79BE-5188-4A42-351C7E19B0FF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12" creationId="{03DE2FF1-151D-7B53-A611-9473BA51BDDA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13" creationId="{E63885C6-CB4B-11A2-BDEC-5C250534F7AA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14" creationId="{5FBC62EF-EDA0-D5D1-7B56-ECBD209061EE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15" creationId="{CADD23C7-D4F8-17F2-8051-41B0379BF0FB}"/>
          </ac:spMkLst>
        </pc:spChg>
        <pc:spChg chg="mod">
          <ac:chgData name="MYUNG JIN" userId="89f3fa32ababedc4" providerId="LiveId" clId="{0E5E3668-7810-41AA-9622-0A8982CDCA96}" dt="2024-11-28T02:49:53.384" v="257"/>
          <ac:spMkLst>
            <pc:docMk/>
            <pc:sldMk cId="2899342611" sldId="315"/>
            <ac:spMk id="17" creationId="{634CDBEB-F9BD-2F0B-CB61-297D77E3CBE8}"/>
          </ac:spMkLst>
        </pc:spChg>
        <pc:spChg chg="add mod">
          <ac:chgData name="MYUNG JIN" userId="89f3fa32ababedc4" providerId="LiveId" clId="{0E5E3668-7810-41AA-9622-0A8982CDCA96}" dt="2024-11-28T02:51:12.472" v="321" actId="1076"/>
          <ac:spMkLst>
            <pc:docMk/>
            <pc:sldMk cId="2899342611" sldId="315"/>
            <ac:spMk id="30" creationId="{C10818C1-D5CA-7258-A6E0-520F61BAF945}"/>
          </ac:spMkLst>
        </pc:spChg>
        <pc:spChg chg="add mod">
          <ac:chgData name="MYUNG JIN" userId="89f3fa32ababedc4" providerId="LiveId" clId="{0E5E3668-7810-41AA-9622-0A8982CDCA96}" dt="2024-11-28T18:10:24.343" v="3058" actId="1076"/>
          <ac:spMkLst>
            <pc:docMk/>
            <pc:sldMk cId="2899342611" sldId="315"/>
            <ac:spMk id="31" creationId="{3D6D126B-6A60-5539-6CC8-00B7FC1EB1CA}"/>
          </ac:spMkLst>
        </pc:spChg>
        <pc:spChg chg="add mod">
          <ac:chgData name="MYUNG JIN" userId="89f3fa32ababedc4" providerId="LiveId" clId="{0E5E3668-7810-41AA-9622-0A8982CDCA96}" dt="2024-11-28T18:08:16.004" v="2928" actId="1076"/>
          <ac:spMkLst>
            <pc:docMk/>
            <pc:sldMk cId="2899342611" sldId="315"/>
            <ac:spMk id="36" creationId="{EC0D7F66-7202-6E9F-3760-AC6447FDBF14}"/>
          </ac:spMkLst>
        </pc:spChg>
        <pc:spChg chg="add mod">
          <ac:chgData name="MYUNG JIN" userId="89f3fa32ababedc4" providerId="LiveId" clId="{0E5E3668-7810-41AA-9622-0A8982CDCA96}" dt="2024-11-28T18:08:17.527" v="2929" actId="571"/>
          <ac:spMkLst>
            <pc:docMk/>
            <pc:sldMk cId="2899342611" sldId="315"/>
            <ac:spMk id="37" creationId="{B8D037F5-8510-A3BC-C973-F623BE1EA726}"/>
          </ac:spMkLst>
        </pc:spChg>
        <pc:spChg chg="add mod">
          <ac:chgData name="MYUNG JIN" userId="89f3fa32ababedc4" providerId="LiveId" clId="{0E5E3668-7810-41AA-9622-0A8982CDCA96}" dt="2024-11-28T18:08:21.008" v="2930" actId="571"/>
          <ac:spMkLst>
            <pc:docMk/>
            <pc:sldMk cId="2899342611" sldId="315"/>
            <ac:spMk id="38" creationId="{8F4807C7-A65B-A0D3-8B36-9810661AD184}"/>
          </ac:spMkLst>
        </pc:spChg>
        <pc:spChg chg="add mod">
          <ac:chgData name="MYUNG JIN" userId="89f3fa32ababedc4" providerId="LiveId" clId="{0E5E3668-7810-41AA-9622-0A8982CDCA96}" dt="2024-11-28T18:08:32.555" v="2947" actId="121"/>
          <ac:spMkLst>
            <pc:docMk/>
            <pc:sldMk cId="2899342611" sldId="315"/>
            <ac:spMk id="39" creationId="{4FAAD3C7-5524-1371-9FEA-65C46524AC44}"/>
          </ac:spMkLst>
        </pc:spChg>
        <pc:spChg chg="add mod">
          <ac:chgData name="MYUNG JIN" userId="89f3fa32ababedc4" providerId="LiveId" clId="{0E5E3668-7810-41AA-9622-0A8982CDCA96}" dt="2024-11-28T18:08:41.531" v="2952" actId="14100"/>
          <ac:spMkLst>
            <pc:docMk/>
            <pc:sldMk cId="2899342611" sldId="315"/>
            <ac:spMk id="40" creationId="{B76C3C0A-9319-95D9-4216-ABEDF0940128}"/>
          </ac:spMkLst>
        </pc:spChg>
        <pc:spChg chg="add mod">
          <ac:chgData name="MYUNG JIN" userId="89f3fa32ababedc4" providerId="LiveId" clId="{0E5E3668-7810-41AA-9622-0A8982CDCA96}" dt="2024-11-28T18:09:26.060" v="2961" actId="208"/>
          <ac:spMkLst>
            <pc:docMk/>
            <pc:sldMk cId="2899342611" sldId="315"/>
            <ac:spMk id="41" creationId="{DC1CEF94-5B89-C539-FC59-8DEDA790CC15}"/>
          </ac:spMkLst>
        </pc:spChg>
        <pc:spChg chg="add mod">
          <ac:chgData name="MYUNG JIN" userId="89f3fa32ababedc4" providerId="LiveId" clId="{0E5E3668-7810-41AA-9622-0A8982CDCA96}" dt="2024-11-28T18:10:21.251" v="3057" actId="14100"/>
          <ac:spMkLst>
            <pc:docMk/>
            <pc:sldMk cId="2899342611" sldId="315"/>
            <ac:spMk id="46" creationId="{1F783DB1-17F5-D901-09BD-EC9B1457D0FA}"/>
          </ac:spMkLst>
        </pc:spChg>
        <pc:grpChg chg="add mod">
          <ac:chgData name="MYUNG JIN" userId="89f3fa32ababedc4" providerId="LiveId" clId="{0E5E3668-7810-41AA-9622-0A8982CDCA96}" dt="2024-11-28T02:49:59.128" v="260" actId="1076"/>
          <ac:grpSpMkLst>
            <pc:docMk/>
            <pc:sldMk cId="2899342611" sldId="315"/>
            <ac:grpSpMk id="4" creationId="{C537744A-E742-1C2A-C87A-F5E24D3BC0D8}"/>
          </ac:grpSpMkLst>
        </pc:grpChg>
        <pc:picChg chg="mod">
          <ac:chgData name="MYUNG JIN" userId="89f3fa32ababedc4" providerId="LiveId" clId="{0E5E3668-7810-41AA-9622-0A8982CDCA96}" dt="2024-11-28T02:49:53.384" v="257"/>
          <ac:picMkLst>
            <pc:docMk/>
            <pc:sldMk cId="2899342611" sldId="315"/>
            <ac:picMk id="8" creationId="{44B6F839-417E-F00E-8B42-BEA1FCB55520}"/>
          </ac:picMkLst>
        </pc:picChg>
        <pc:picChg chg="add del mod">
          <ac:chgData name="MYUNG JIN" userId="89f3fa32ababedc4" providerId="LiveId" clId="{0E5E3668-7810-41AA-9622-0A8982CDCA96}" dt="2024-11-28T18:07:42.965" v="2914" actId="478"/>
          <ac:picMkLst>
            <pc:docMk/>
            <pc:sldMk cId="2899342611" sldId="315"/>
            <ac:picMk id="33" creationId="{A7326349-4187-2AFE-C39F-630001BA1723}"/>
          </ac:picMkLst>
        </pc:picChg>
        <pc:picChg chg="add mod">
          <ac:chgData name="MYUNG JIN" userId="89f3fa32ababedc4" providerId="LiveId" clId="{0E5E3668-7810-41AA-9622-0A8982CDCA96}" dt="2024-11-28T18:07:58.739" v="2917" actId="1076"/>
          <ac:picMkLst>
            <pc:docMk/>
            <pc:sldMk cId="2899342611" sldId="315"/>
            <ac:picMk id="35" creationId="{3C905233-4FE5-58E9-2101-5F1421A6B61E}"/>
          </ac:picMkLst>
        </pc:picChg>
        <pc:cxnChg chg="mod">
          <ac:chgData name="MYUNG JIN" userId="89f3fa32ababedc4" providerId="LiveId" clId="{0E5E3668-7810-41AA-9622-0A8982CDCA96}" dt="2024-11-28T02:49:53.384" v="257"/>
          <ac:cxnSpMkLst>
            <pc:docMk/>
            <pc:sldMk cId="2899342611" sldId="315"/>
            <ac:cxnSpMk id="6" creationId="{3B8239B0-56FE-CF62-9EA3-878226FAD40D}"/>
          </ac:cxnSpMkLst>
        </pc:cxnChg>
        <pc:cxnChg chg="mod">
          <ac:chgData name="MYUNG JIN" userId="89f3fa32ababedc4" providerId="LiveId" clId="{0E5E3668-7810-41AA-9622-0A8982CDCA96}" dt="2024-11-28T02:49:53.384" v="257"/>
          <ac:cxnSpMkLst>
            <pc:docMk/>
            <pc:sldMk cId="2899342611" sldId="315"/>
            <ac:cxnSpMk id="7" creationId="{D2167D89-465D-B8CB-A1B8-32543A3428D3}"/>
          </ac:cxnSpMkLst>
        </pc:cxnChg>
        <pc:cxnChg chg="mod">
          <ac:chgData name="MYUNG JIN" userId="89f3fa32ababedc4" providerId="LiveId" clId="{0E5E3668-7810-41AA-9622-0A8982CDCA96}" dt="2024-11-28T02:50:03.981" v="261" actId="14100"/>
          <ac:cxnSpMkLst>
            <pc:docMk/>
            <pc:sldMk cId="2899342611" sldId="315"/>
            <ac:cxnSpMk id="9" creationId="{4DF746B3-0844-74D5-E091-858EBA1617CB}"/>
          </ac:cxnSpMkLst>
        </pc:cxnChg>
        <pc:cxnChg chg="mod">
          <ac:chgData name="MYUNG JIN" userId="89f3fa32ababedc4" providerId="LiveId" clId="{0E5E3668-7810-41AA-9622-0A8982CDCA96}" dt="2024-11-28T02:49:53.384" v="257"/>
          <ac:cxnSpMkLst>
            <pc:docMk/>
            <pc:sldMk cId="2899342611" sldId="315"/>
            <ac:cxnSpMk id="16" creationId="{CCA6F85A-94B1-E554-B2A4-A256B065FBB8}"/>
          </ac:cxnSpMkLst>
        </pc:cxnChg>
        <pc:cxnChg chg="mod">
          <ac:chgData name="MYUNG JIN" userId="89f3fa32ababedc4" providerId="LiveId" clId="{0E5E3668-7810-41AA-9622-0A8982CDCA96}" dt="2024-11-28T02:50:06.333" v="262" actId="14100"/>
          <ac:cxnSpMkLst>
            <pc:docMk/>
            <pc:sldMk cId="2899342611" sldId="315"/>
            <ac:cxnSpMk id="18" creationId="{FB3CF441-D552-AFD2-FE63-00D5AD4A8627}"/>
          </ac:cxnSpMkLst>
        </pc:cxnChg>
        <pc:cxnChg chg="mod">
          <ac:chgData name="MYUNG JIN" userId="89f3fa32ababedc4" providerId="LiveId" clId="{0E5E3668-7810-41AA-9622-0A8982CDCA96}" dt="2024-11-28T02:49:53.384" v="257"/>
          <ac:cxnSpMkLst>
            <pc:docMk/>
            <pc:sldMk cId="2899342611" sldId="315"/>
            <ac:cxnSpMk id="19" creationId="{B22BBE68-3DAB-EB66-21E8-49008F7DEE21}"/>
          </ac:cxnSpMkLst>
        </pc:cxnChg>
        <pc:cxnChg chg="add mod">
          <ac:chgData name="MYUNG JIN" userId="89f3fa32ababedc4" providerId="LiveId" clId="{0E5E3668-7810-41AA-9622-0A8982CDCA96}" dt="2024-11-28T02:50:33.056" v="265" actId="208"/>
          <ac:cxnSpMkLst>
            <pc:docMk/>
            <pc:sldMk cId="2899342611" sldId="315"/>
            <ac:cxnSpMk id="23" creationId="{9A97C88A-1095-2341-60C5-A8F6ABE60528}"/>
          </ac:cxnSpMkLst>
        </pc:cxnChg>
        <pc:cxnChg chg="add mod">
          <ac:chgData name="MYUNG JIN" userId="89f3fa32ababedc4" providerId="LiveId" clId="{0E5E3668-7810-41AA-9622-0A8982CDCA96}" dt="2024-11-28T02:50:51" v="270" actId="14100"/>
          <ac:cxnSpMkLst>
            <pc:docMk/>
            <pc:sldMk cId="2899342611" sldId="315"/>
            <ac:cxnSpMk id="25" creationId="{9693A131-1407-5B86-E375-6FCE61601105}"/>
          </ac:cxnSpMkLst>
        </pc:cxnChg>
        <pc:cxnChg chg="add mod">
          <ac:chgData name="MYUNG JIN" userId="89f3fa32ababedc4" providerId="LiveId" clId="{0E5E3668-7810-41AA-9622-0A8982CDCA96}" dt="2024-11-28T02:50:49.203" v="269" actId="14100"/>
          <ac:cxnSpMkLst>
            <pc:docMk/>
            <pc:sldMk cId="2899342611" sldId="315"/>
            <ac:cxnSpMk id="27" creationId="{757CB53D-47A9-5715-CF9C-38C2B7450949}"/>
          </ac:cxnSpMkLst>
        </pc:cxnChg>
        <pc:cxnChg chg="add mod">
          <ac:chgData name="MYUNG JIN" userId="89f3fa32ababedc4" providerId="LiveId" clId="{0E5E3668-7810-41AA-9622-0A8982CDCA96}" dt="2024-11-28T18:09:46.915" v="2966" actId="1076"/>
          <ac:cxnSpMkLst>
            <pc:docMk/>
            <pc:sldMk cId="2899342611" sldId="315"/>
            <ac:cxnSpMk id="43" creationId="{A56CAFD0-EE16-26E1-32B7-0C134CF5C504}"/>
          </ac:cxnSpMkLst>
        </pc:cxnChg>
      </pc:sldChg>
      <pc:sldChg chg="del">
        <pc:chgData name="MYUNG JIN" userId="89f3fa32ababedc4" providerId="LiveId" clId="{0E5E3668-7810-41AA-9622-0A8982CDCA96}" dt="2024-11-28T02:49:11.457" v="149" actId="47"/>
        <pc:sldMkLst>
          <pc:docMk/>
          <pc:sldMk cId="1233077889" sldId="316"/>
        </pc:sldMkLst>
      </pc:sldChg>
      <pc:sldChg chg="add del">
        <pc:chgData name="MYUNG JIN" userId="89f3fa32ababedc4" providerId="LiveId" clId="{0E5E3668-7810-41AA-9622-0A8982CDCA96}" dt="2024-11-28T19:05:37.080" v="4406"/>
        <pc:sldMkLst>
          <pc:docMk/>
          <pc:sldMk cId="248035018" sldId="317"/>
        </pc:sldMkLst>
      </pc:sldChg>
      <pc:sldChg chg="addSp delSp modSp new mod">
        <pc:chgData name="MYUNG JIN" userId="89f3fa32ababedc4" providerId="LiveId" clId="{0E5E3668-7810-41AA-9622-0A8982CDCA96}" dt="2024-11-28T18:32:17.167" v="3486" actId="1076"/>
        <pc:sldMkLst>
          <pc:docMk/>
          <pc:sldMk cId="3697458929" sldId="318"/>
        </pc:sldMkLst>
        <pc:spChg chg="mod">
          <ac:chgData name="MYUNG JIN" userId="89f3fa32ababedc4" providerId="LiveId" clId="{0E5E3668-7810-41AA-9622-0A8982CDCA96}" dt="2024-11-27T16:45:09.735" v="147" actId="20577"/>
          <ac:spMkLst>
            <pc:docMk/>
            <pc:sldMk cId="3697458929" sldId="318"/>
            <ac:spMk id="2" creationId="{98278F4F-77B4-1BB3-495D-FAE61CE48966}"/>
          </ac:spMkLst>
        </pc:spChg>
        <pc:spChg chg="add del mod">
          <ac:chgData name="MYUNG JIN" userId="89f3fa32ababedc4" providerId="LiveId" clId="{0E5E3668-7810-41AA-9622-0A8982CDCA96}" dt="2024-11-28T07:38:47.794" v="1493" actId="478"/>
          <ac:spMkLst>
            <pc:docMk/>
            <pc:sldMk cId="3697458929" sldId="318"/>
            <ac:spMk id="4" creationId="{81052B8C-E90F-9EFB-0F90-E6B15BF42598}"/>
          </ac:spMkLst>
        </pc:spChg>
        <pc:spChg chg="add del mod">
          <ac:chgData name="MYUNG JIN" userId="89f3fa32ababedc4" providerId="LiveId" clId="{0E5E3668-7810-41AA-9622-0A8982CDCA96}" dt="2024-11-28T07:38:47.794" v="1493" actId="478"/>
          <ac:spMkLst>
            <pc:docMk/>
            <pc:sldMk cId="3697458929" sldId="318"/>
            <ac:spMk id="5" creationId="{B2E5AF1B-359C-4474-BC7E-24220A557EB5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7" creationId="{4463BC5F-828E-F6F7-94E6-AD0500B590E8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12" creationId="{0B3F5E8A-33A1-E04C-94BA-8F4476E2CBED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13" creationId="{6175D5B8-FBDA-D2BD-8B06-3D15DC972CC6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14" creationId="{8DE9B8BC-7DBE-FEF4-3B54-74B802FFD041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15" creationId="{68170BE5-E9C8-BBAB-D5EE-EE871BED3E46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16" creationId="{5B88E22F-FBD2-16DF-54D4-9F8D55785369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17" creationId="{BA20440A-3F58-D2A6-EB21-1F3BE449A56D}"/>
          </ac:spMkLst>
        </pc:spChg>
        <pc:spChg chg="mod">
          <ac:chgData name="MYUNG JIN" userId="89f3fa32ababedc4" providerId="LiveId" clId="{0E5E3668-7810-41AA-9622-0A8982CDCA96}" dt="2024-11-28T06:53:25.573" v="463"/>
          <ac:spMkLst>
            <pc:docMk/>
            <pc:sldMk cId="3697458929" sldId="318"/>
            <ac:spMk id="19" creationId="{3ADA8025-07D1-6D9F-A223-E3ADAEA9B7A5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24" creationId="{799610E6-BDB8-3BA5-9B97-22E777497289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25" creationId="{E11EADB6-784F-DA3B-3DA7-C895682E9D5B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26" creationId="{5654F946-D8A3-7ECC-0AB9-30DB5AF55B9D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27" creationId="{5701E353-A425-BCA7-27FC-84BB37D096D8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32" creationId="{E275B8E4-508A-F90E-F9A5-D9DED6D1D60A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33" creationId="{121AA8AB-6D38-3DC1-625B-CAC9F6AC8AEE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34" creationId="{FFA1E944-BF1A-DDE4-9DB3-C4AC8BC6D60A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35" creationId="{2D066D4F-1ED8-305C-640E-5958601D3A83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36" creationId="{CDFBF588-F503-4FE2-1565-6851781F633F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37" creationId="{C9D9821D-1154-B514-BA46-120A495475CE}"/>
          </ac:spMkLst>
        </pc:spChg>
        <pc:spChg chg="mod">
          <ac:chgData name="MYUNG JIN" userId="89f3fa32ababedc4" providerId="LiveId" clId="{0E5E3668-7810-41AA-9622-0A8982CDCA96}" dt="2024-11-28T06:54:01.407" v="477" actId="20577"/>
          <ac:spMkLst>
            <pc:docMk/>
            <pc:sldMk cId="3697458929" sldId="318"/>
            <ac:spMk id="39" creationId="{CEC868F7-7E0F-A4F8-3267-97BB9A823F4A}"/>
          </ac:spMkLst>
        </pc:spChg>
        <pc:spChg chg="add mod">
          <ac:chgData name="MYUNG JIN" userId="89f3fa32ababedc4" providerId="LiveId" clId="{0E5E3668-7810-41AA-9622-0A8982CDCA96}" dt="2024-11-28T06:54:06.188" v="478" actId="1076"/>
          <ac:spMkLst>
            <pc:docMk/>
            <pc:sldMk cId="3697458929" sldId="318"/>
            <ac:spMk id="45" creationId="{9F2293AB-0BA9-AFE8-4C57-44AEB74F8D7A}"/>
          </ac:spMkLst>
        </pc:spChg>
        <pc:spChg chg="add mod">
          <ac:chgData name="MYUNG JIN" userId="89f3fa32ababedc4" providerId="LiveId" clId="{0E5E3668-7810-41AA-9622-0A8982CDCA96}" dt="2024-11-28T18:32:17.167" v="3486" actId="1076"/>
          <ac:spMkLst>
            <pc:docMk/>
            <pc:sldMk cId="3697458929" sldId="318"/>
            <ac:spMk id="46" creationId="{24A6F068-4E96-4E9C-FC93-867E7D063EBA}"/>
          </ac:spMkLst>
        </pc:spChg>
        <pc:spChg chg="add mod">
          <ac:chgData name="MYUNG JIN" userId="89f3fa32ababedc4" providerId="LiveId" clId="{0E5E3668-7810-41AA-9622-0A8982CDCA96}" dt="2024-11-28T07:38:48.161" v="1494"/>
          <ac:spMkLst>
            <pc:docMk/>
            <pc:sldMk cId="3697458929" sldId="318"/>
            <ac:spMk id="47" creationId="{108D877E-95F1-05FB-8BA8-BF26D553EB68}"/>
          </ac:spMkLst>
        </pc:spChg>
        <pc:spChg chg="add mod">
          <ac:chgData name="MYUNG JIN" userId="89f3fa32ababedc4" providerId="LiveId" clId="{0E5E3668-7810-41AA-9622-0A8982CDCA96}" dt="2024-11-28T07:38:48.161" v="1494"/>
          <ac:spMkLst>
            <pc:docMk/>
            <pc:sldMk cId="3697458929" sldId="318"/>
            <ac:spMk id="48" creationId="{D88E5608-EA91-817C-1921-59BB349A6E76}"/>
          </ac:spMkLst>
        </pc:spChg>
        <pc:grpChg chg="add del mod">
          <ac:chgData name="MYUNG JIN" userId="89f3fa32ababedc4" providerId="LiveId" clId="{0E5E3668-7810-41AA-9622-0A8982CDCA96}" dt="2024-11-28T06:53:38.370" v="465" actId="478"/>
          <ac:grpSpMkLst>
            <pc:docMk/>
            <pc:sldMk cId="3697458929" sldId="318"/>
            <ac:grpSpMk id="6" creationId="{E8DFC850-FB12-DFEF-C6FE-77397EA97349}"/>
          </ac:grpSpMkLst>
        </pc:grpChg>
        <pc:grpChg chg="add mod">
          <ac:chgData name="MYUNG JIN" userId="89f3fa32ababedc4" providerId="LiveId" clId="{0E5E3668-7810-41AA-9622-0A8982CDCA96}" dt="2024-11-28T18:32:14.289" v="3485" actId="1076"/>
          <ac:grpSpMkLst>
            <pc:docMk/>
            <pc:sldMk cId="3697458929" sldId="318"/>
            <ac:grpSpMk id="22" creationId="{8D6B68E3-A704-A39C-AEC9-7458D2C2BFA4}"/>
          </ac:grpSpMkLst>
        </pc:grpChg>
        <pc:grpChg chg="mod">
          <ac:chgData name="MYUNG JIN" userId="89f3fa32ababedc4" providerId="LiveId" clId="{0E5E3668-7810-41AA-9622-0A8982CDCA96}" dt="2024-11-28T06:54:01.407" v="477" actId="20577"/>
          <ac:grpSpMkLst>
            <pc:docMk/>
            <pc:sldMk cId="3697458929" sldId="318"/>
            <ac:grpSpMk id="23" creationId="{9A2E9FA7-B018-F0A0-6012-22654256E500}"/>
          </ac:grpSpMkLst>
        </pc:grpChg>
        <pc:picChg chg="mod">
          <ac:chgData name="MYUNG JIN" userId="89f3fa32ababedc4" providerId="LiveId" clId="{0E5E3668-7810-41AA-9622-0A8982CDCA96}" dt="2024-11-28T06:53:25.573" v="463"/>
          <ac:picMkLst>
            <pc:docMk/>
            <pc:sldMk cId="3697458929" sldId="318"/>
            <ac:picMk id="10" creationId="{ADC69805-110B-B92F-C47A-26479A4A29D9}"/>
          </ac:picMkLst>
        </pc:picChg>
        <pc:picChg chg="mod">
          <ac:chgData name="MYUNG JIN" userId="89f3fa32ababedc4" providerId="LiveId" clId="{0E5E3668-7810-41AA-9622-0A8982CDCA96}" dt="2024-11-28T06:54:01.407" v="477" actId="20577"/>
          <ac:picMkLst>
            <pc:docMk/>
            <pc:sldMk cId="3697458929" sldId="318"/>
            <ac:picMk id="30" creationId="{552122C3-B185-148A-ED4F-4B8B845C0A64}"/>
          </ac:picMkLst>
        </pc:picChg>
        <pc:cxnChg chg="mod">
          <ac:chgData name="MYUNG JIN" userId="89f3fa32ababedc4" providerId="LiveId" clId="{0E5E3668-7810-41AA-9622-0A8982CDCA96}" dt="2024-11-28T06:53:25.573" v="463"/>
          <ac:cxnSpMkLst>
            <pc:docMk/>
            <pc:sldMk cId="3697458929" sldId="318"/>
            <ac:cxnSpMk id="8" creationId="{F98D8415-802D-26F3-AA56-FE2D5748C28B}"/>
          </ac:cxnSpMkLst>
        </pc:cxnChg>
        <pc:cxnChg chg="mod">
          <ac:chgData name="MYUNG JIN" userId="89f3fa32ababedc4" providerId="LiveId" clId="{0E5E3668-7810-41AA-9622-0A8982CDCA96}" dt="2024-11-28T06:53:25.573" v="463"/>
          <ac:cxnSpMkLst>
            <pc:docMk/>
            <pc:sldMk cId="3697458929" sldId="318"/>
            <ac:cxnSpMk id="9" creationId="{B1D6BB0C-98BC-AF38-E7A4-A3764B0483EE}"/>
          </ac:cxnSpMkLst>
        </pc:cxnChg>
        <pc:cxnChg chg="mod">
          <ac:chgData name="MYUNG JIN" userId="89f3fa32ababedc4" providerId="LiveId" clId="{0E5E3668-7810-41AA-9622-0A8982CDCA96}" dt="2024-11-28T06:53:38.370" v="465" actId="478"/>
          <ac:cxnSpMkLst>
            <pc:docMk/>
            <pc:sldMk cId="3697458929" sldId="318"/>
            <ac:cxnSpMk id="11" creationId="{5E1F4368-EF0A-F359-7451-46EE9DC30467}"/>
          </ac:cxnSpMkLst>
        </pc:cxnChg>
        <pc:cxnChg chg="mod">
          <ac:chgData name="MYUNG JIN" userId="89f3fa32ababedc4" providerId="LiveId" clId="{0E5E3668-7810-41AA-9622-0A8982CDCA96}" dt="2024-11-28T06:53:25.573" v="463"/>
          <ac:cxnSpMkLst>
            <pc:docMk/>
            <pc:sldMk cId="3697458929" sldId="318"/>
            <ac:cxnSpMk id="18" creationId="{64A20BDA-6AE6-FE93-093E-E4CE2E0E4BDA}"/>
          </ac:cxnSpMkLst>
        </pc:cxnChg>
        <pc:cxnChg chg="mod">
          <ac:chgData name="MYUNG JIN" userId="89f3fa32ababedc4" providerId="LiveId" clId="{0E5E3668-7810-41AA-9622-0A8982CDCA96}" dt="2024-11-28T06:53:25.573" v="463"/>
          <ac:cxnSpMkLst>
            <pc:docMk/>
            <pc:sldMk cId="3697458929" sldId="318"/>
            <ac:cxnSpMk id="20" creationId="{448AD62D-24F7-55BE-37CB-A16C9885BF92}"/>
          </ac:cxnSpMkLst>
        </pc:cxnChg>
        <pc:cxnChg chg="mod">
          <ac:chgData name="MYUNG JIN" userId="89f3fa32ababedc4" providerId="LiveId" clId="{0E5E3668-7810-41AA-9622-0A8982CDCA96}" dt="2024-11-28T06:53:25.573" v="463"/>
          <ac:cxnSpMkLst>
            <pc:docMk/>
            <pc:sldMk cId="3697458929" sldId="318"/>
            <ac:cxnSpMk id="21" creationId="{4D764113-FCD0-1124-58AB-6DDD5D588C2B}"/>
          </ac:cxnSpMkLst>
        </pc:cxnChg>
        <pc:cxnChg chg="mod">
          <ac:chgData name="MYUNG JIN" userId="89f3fa32ababedc4" providerId="LiveId" clId="{0E5E3668-7810-41AA-9622-0A8982CDCA96}" dt="2024-11-28T06:54:01.407" v="477" actId="20577"/>
          <ac:cxnSpMkLst>
            <pc:docMk/>
            <pc:sldMk cId="3697458929" sldId="318"/>
            <ac:cxnSpMk id="28" creationId="{3567D7D7-8BE7-8A3E-0BDB-6767E1A31F92}"/>
          </ac:cxnSpMkLst>
        </pc:cxnChg>
        <pc:cxnChg chg="mod">
          <ac:chgData name="MYUNG JIN" userId="89f3fa32ababedc4" providerId="LiveId" clId="{0E5E3668-7810-41AA-9622-0A8982CDCA96}" dt="2024-11-28T06:54:01.407" v="477" actId="20577"/>
          <ac:cxnSpMkLst>
            <pc:docMk/>
            <pc:sldMk cId="3697458929" sldId="318"/>
            <ac:cxnSpMk id="29" creationId="{991328B5-A064-F0BF-1F23-51777EBF05BF}"/>
          </ac:cxnSpMkLst>
        </pc:cxnChg>
        <pc:cxnChg chg="mod">
          <ac:chgData name="MYUNG JIN" userId="89f3fa32ababedc4" providerId="LiveId" clId="{0E5E3668-7810-41AA-9622-0A8982CDCA96}" dt="2024-11-28T06:54:01.407" v="477" actId="20577"/>
          <ac:cxnSpMkLst>
            <pc:docMk/>
            <pc:sldMk cId="3697458929" sldId="318"/>
            <ac:cxnSpMk id="31" creationId="{0A6734B5-5DCD-A160-4430-E99F0F1B41AC}"/>
          </ac:cxnSpMkLst>
        </pc:cxnChg>
        <pc:cxnChg chg="mod">
          <ac:chgData name="MYUNG JIN" userId="89f3fa32ababedc4" providerId="LiveId" clId="{0E5E3668-7810-41AA-9622-0A8982CDCA96}" dt="2024-11-28T06:54:01.407" v="477" actId="20577"/>
          <ac:cxnSpMkLst>
            <pc:docMk/>
            <pc:sldMk cId="3697458929" sldId="318"/>
            <ac:cxnSpMk id="38" creationId="{D205FB43-FF60-3D71-FC7C-1A6108C95E48}"/>
          </ac:cxnSpMkLst>
        </pc:cxnChg>
        <pc:cxnChg chg="mod">
          <ac:chgData name="MYUNG JIN" userId="89f3fa32ababedc4" providerId="LiveId" clId="{0E5E3668-7810-41AA-9622-0A8982CDCA96}" dt="2024-11-28T18:32:06.498" v="3484" actId="1582"/>
          <ac:cxnSpMkLst>
            <pc:docMk/>
            <pc:sldMk cId="3697458929" sldId="318"/>
            <ac:cxnSpMk id="40" creationId="{7B685331-997A-1FCD-642D-E05F94FD27F8}"/>
          </ac:cxnSpMkLst>
        </pc:cxnChg>
        <pc:cxnChg chg="mod">
          <ac:chgData name="MYUNG JIN" userId="89f3fa32ababedc4" providerId="LiveId" clId="{0E5E3668-7810-41AA-9622-0A8982CDCA96}" dt="2024-11-28T06:54:01.407" v="477" actId="20577"/>
          <ac:cxnSpMkLst>
            <pc:docMk/>
            <pc:sldMk cId="3697458929" sldId="318"/>
            <ac:cxnSpMk id="41" creationId="{8E448A02-F6F3-4F28-7581-618DD67B5CE1}"/>
          </ac:cxnSpMkLst>
        </pc:cxnChg>
        <pc:cxnChg chg="add mod">
          <ac:chgData name="MYUNG JIN" userId="89f3fa32ababedc4" providerId="LiveId" clId="{0E5E3668-7810-41AA-9622-0A8982CDCA96}" dt="2024-11-28T06:54:01.407" v="477" actId="20577"/>
          <ac:cxnSpMkLst>
            <pc:docMk/>
            <pc:sldMk cId="3697458929" sldId="318"/>
            <ac:cxnSpMk id="42" creationId="{EAE8BC9C-7DEC-FB5F-EFFF-373D7D923396}"/>
          </ac:cxnSpMkLst>
        </pc:cxnChg>
      </pc:sldChg>
      <pc:sldChg chg="addSp delSp modSp new mod">
        <pc:chgData name="MYUNG JIN" userId="89f3fa32ababedc4" providerId="LiveId" clId="{0E5E3668-7810-41AA-9622-0A8982CDCA96}" dt="2024-11-28T07:20:11.735" v="1250" actId="1076"/>
        <pc:sldMkLst>
          <pc:docMk/>
          <pc:sldMk cId="1291756659" sldId="319"/>
        </pc:sldMkLst>
        <pc:spChg chg="mod">
          <ac:chgData name="MYUNG JIN" userId="89f3fa32ababedc4" providerId="LiveId" clId="{0E5E3668-7810-41AA-9622-0A8982CDCA96}" dt="2024-11-28T07:18:59.004" v="1166" actId="20577"/>
          <ac:spMkLst>
            <pc:docMk/>
            <pc:sldMk cId="1291756659" sldId="319"/>
            <ac:spMk id="2" creationId="{142882B0-7717-93C5-7165-E726A6DB3900}"/>
          </ac:spMkLst>
        </pc:spChg>
        <pc:spChg chg="add mod">
          <ac:chgData name="MYUNG JIN" userId="89f3fa32ababedc4" providerId="LiveId" clId="{0E5E3668-7810-41AA-9622-0A8982CDCA96}" dt="2024-11-28T07:00:28.594" v="632" actId="571"/>
          <ac:spMkLst>
            <pc:docMk/>
            <pc:sldMk cId="1291756659" sldId="319"/>
            <ac:spMk id="5" creationId="{5F87BA8D-6B9F-FE41-E9B0-608A36B8DF11}"/>
          </ac:spMkLst>
        </pc:spChg>
        <pc:spChg chg="add mod">
          <ac:chgData name="MYUNG JIN" userId="89f3fa32ababedc4" providerId="LiveId" clId="{0E5E3668-7810-41AA-9622-0A8982CDCA96}" dt="2024-11-28T07:19:49.978" v="1205" actId="14100"/>
          <ac:spMkLst>
            <pc:docMk/>
            <pc:sldMk cId="1291756659" sldId="319"/>
            <ac:spMk id="6" creationId="{B57B48D3-1A3A-DE24-EA4D-3705FA4D276A}"/>
          </ac:spMkLst>
        </pc:spChg>
        <pc:spChg chg="add mod">
          <ac:chgData name="MYUNG JIN" userId="89f3fa32ababedc4" providerId="LiveId" clId="{0E5E3668-7810-41AA-9622-0A8982CDCA96}" dt="2024-11-28T07:19:49.978" v="1205" actId="14100"/>
          <ac:spMkLst>
            <pc:docMk/>
            <pc:sldMk cId="1291756659" sldId="319"/>
            <ac:spMk id="7" creationId="{B4182BCE-988F-6AF0-21CB-D1C1F3EB4D94}"/>
          </ac:spMkLst>
        </pc:spChg>
        <pc:spChg chg="add mod">
          <ac:chgData name="MYUNG JIN" userId="89f3fa32ababedc4" providerId="LiveId" clId="{0E5E3668-7810-41AA-9622-0A8982CDCA96}" dt="2024-11-28T07:19:49.978" v="1205" actId="14100"/>
          <ac:spMkLst>
            <pc:docMk/>
            <pc:sldMk cId="1291756659" sldId="319"/>
            <ac:spMk id="8" creationId="{6DED5AAD-183E-F9FE-B676-C77FC6DAEBCD}"/>
          </ac:spMkLst>
        </pc:spChg>
        <pc:spChg chg="add mod">
          <ac:chgData name="MYUNG JIN" userId="89f3fa32ababedc4" providerId="LiveId" clId="{0E5E3668-7810-41AA-9622-0A8982CDCA96}" dt="2024-11-28T07:19:49.978" v="1205" actId="14100"/>
          <ac:spMkLst>
            <pc:docMk/>
            <pc:sldMk cId="1291756659" sldId="319"/>
            <ac:spMk id="10" creationId="{1E035DEA-6B2A-EA1D-818C-14B4FD51D013}"/>
          </ac:spMkLst>
        </pc:spChg>
        <pc:spChg chg="add mod">
          <ac:chgData name="MYUNG JIN" userId="89f3fa32ababedc4" providerId="LiveId" clId="{0E5E3668-7810-41AA-9622-0A8982CDCA96}" dt="2024-11-28T07:17:42.796" v="1138" actId="1076"/>
          <ac:spMkLst>
            <pc:docMk/>
            <pc:sldMk cId="1291756659" sldId="319"/>
            <ac:spMk id="11" creationId="{B141CA5E-076F-1E02-B409-BD783A2F2908}"/>
          </ac:spMkLst>
        </pc:spChg>
        <pc:spChg chg="add del mod">
          <ac:chgData name="MYUNG JIN" userId="89f3fa32ababedc4" providerId="LiveId" clId="{0E5E3668-7810-41AA-9622-0A8982CDCA96}" dt="2024-11-28T07:02:04.518" v="766" actId="478"/>
          <ac:spMkLst>
            <pc:docMk/>
            <pc:sldMk cId="1291756659" sldId="319"/>
            <ac:spMk id="12" creationId="{8DF4F40B-1C0A-6845-8785-A1D77F605BCF}"/>
          </ac:spMkLst>
        </pc:spChg>
        <pc:spChg chg="add mod">
          <ac:chgData name="MYUNG JIN" userId="89f3fa32ababedc4" providerId="LiveId" clId="{0E5E3668-7810-41AA-9622-0A8982CDCA96}" dt="2024-11-28T07:17:42.796" v="1138" actId="1076"/>
          <ac:spMkLst>
            <pc:docMk/>
            <pc:sldMk cId="1291756659" sldId="319"/>
            <ac:spMk id="13" creationId="{D4EE8B5E-D8DB-D8FF-8E43-71A04E9695A3}"/>
          </ac:spMkLst>
        </pc:spChg>
        <pc:spChg chg="add mod">
          <ac:chgData name="MYUNG JIN" userId="89f3fa32ababedc4" providerId="LiveId" clId="{0E5E3668-7810-41AA-9622-0A8982CDCA96}" dt="2024-11-28T07:19:25.975" v="1187" actId="1076"/>
          <ac:spMkLst>
            <pc:docMk/>
            <pc:sldMk cId="1291756659" sldId="319"/>
            <ac:spMk id="14" creationId="{899C8ECA-7B81-CE5E-7FE7-35F95B3E1115}"/>
          </ac:spMkLst>
        </pc:spChg>
        <pc:spChg chg="mod">
          <ac:chgData name="MYUNG JIN" userId="89f3fa32ababedc4" providerId="LiveId" clId="{0E5E3668-7810-41AA-9622-0A8982CDCA96}" dt="2024-11-28T07:17:46.879" v="1139"/>
          <ac:spMkLst>
            <pc:docMk/>
            <pc:sldMk cId="1291756659" sldId="319"/>
            <ac:spMk id="16" creationId="{B9533575-F258-8CB6-F131-D83911AA713C}"/>
          </ac:spMkLst>
        </pc:spChg>
        <pc:spChg chg="mod">
          <ac:chgData name="MYUNG JIN" userId="89f3fa32ababedc4" providerId="LiveId" clId="{0E5E3668-7810-41AA-9622-0A8982CDCA96}" dt="2024-11-28T07:17:46.879" v="1139"/>
          <ac:spMkLst>
            <pc:docMk/>
            <pc:sldMk cId="1291756659" sldId="319"/>
            <ac:spMk id="17" creationId="{3FD864AC-4AA6-C93E-2355-2C3CA04F938E}"/>
          </ac:spMkLst>
        </pc:spChg>
        <pc:spChg chg="mod">
          <ac:chgData name="MYUNG JIN" userId="89f3fa32ababedc4" providerId="LiveId" clId="{0E5E3668-7810-41AA-9622-0A8982CDCA96}" dt="2024-11-28T07:17:46.879" v="1139"/>
          <ac:spMkLst>
            <pc:docMk/>
            <pc:sldMk cId="1291756659" sldId="319"/>
            <ac:spMk id="18" creationId="{DBE49A9B-6D8F-3F7B-349F-3E93623E89E5}"/>
          </ac:spMkLst>
        </pc:spChg>
        <pc:spChg chg="mod">
          <ac:chgData name="MYUNG JIN" userId="89f3fa32ababedc4" providerId="LiveId" clId="{0E5E3668-7810-41AA-9622-0A8982CDCA96}" dt="2024-11-28T07:17:46.879" v="1139"/>
          <ac:spMkLst>
            <pc:docMk/>
            <pc:sldMk cId="1291756659" sldId="319"/>
            <ac:spMk id="19" creationId="{3FE6ACE3-F283-F94B-F74E-48EC08180BD6}"/>
          </ac:spMkLst>
        </pc:spChg>
        <pc:spChg chg="add mod">
          <ac:chgData name="MYUNG JIN" userId="89f3fa32ababedc4" providerId="LiveId" clId="{0E5E3668-7810-41AA-9622-0A8982CDCA96}" dt="2024-11-28T07:19:25.975" v="1187" actId="1076"/>
          <ac:spMkLst>
            <pc:docMk/>
            <pc:sldMk cId="1291756659" sldId="319"/>
            <ac:spMk id="36" creationId="{804D6E61-15FE-802B-D0CB-40EF050789C8}"/>
          </ac:spMkLst>
        </pc:spChg>
        <pc:spChg chg="add mod">
          <ac:chgData name="MYUNG JIN" userId="89f3fa32ababedc4" providerId="LiveId" clId="{0E5E3668-7810-41AA-9622-0A8982CDCA96}" dt="2024-11-28T07:19:16.415" v="1184" actId="164"/>
          <ac:spMkLst>
            <pc:docMk/>
            <pc:sldMk cId="1291756659" sldId="319"/>
            <ac:spMk id="39" creationId="{EAD9B3AD-2B30-3497-7733-0731058DFBBE}"/>
          </ac:spMkLst>
        </pc:spChg>
        <pc:spChg chg="add mod">
          <ac:chgData name="MYUNG JIN" userId="89f3fa32ababedc4" providerId="LiveId" clId="{0E5E3668-7810-41AA-9622-0A8982CDCA96}" dt="2024-11-28T07:19:37.649" v="1200" actId="20577"/>
          <ac:spMkLst>
            <pc:docMk/>
            <pc:sldMk cId="1291756659" sldId="319"/>
            <ac:spMk id="41" creationId="{B06BE1B6-A380-B129-861F-3D74E62912D1}"/>
          </ac:spMkLst>
        </pc:spChg>
        <pc:spChg chg="add mod">
          <ac:chgData name="MYUNG JIN" userId="89f3fa32ababedc4" providerId="LiveId" clId="{0E5E3668-7810-41AA-9622-0A8982CDCA96}" dt="2024-11-28T07:20:11.735" v="1250" actId="1076"/>
          <ac:spMkLst>
            <pc:docMk/>
            <pc:sldMk cId="1291756659" sldId="319"/>
            <ac:spMk id="42" creationId="{13495E5D-E2F5-3CCF-D673-969CCF9871DB}"/>
          </ac:spMkLst>
        </pc:spChg>
        <pc:grpChg chg="add mod">
          <ac:chgData name="MYUNG JIN" userId="89f3fa32ababedc4" providerId="LiveId" clId="{0E5E3668-7810-41AA-9622-0A8982CDCA96}" dt="2024-11-28T07:19:16.415" v="1184" actId="164"/>
          <ac:grpSpMkLst>
            <pc:docMk/>
            <pc:sldMk cId="1291756659" sldId="319"/>
            <ac:grpSpMk id="9" creationId="{43769E8C-5BE9-218D-82F0-534E8119A8E4}"/>
          </ac:grpSpMkLst>
        </pc:grpChg>
        <pc:grpChg chg="add mod">
          <ac:chgData name="MYUNG JIN" userId="89f3fa32ababedc4" providerId="LiveId" clId="{0E5E3668-7810-41AA-9622-0A8982CDCA96}" dt="2024-11-28T07:19:25.975" v="1187" actId="1076"/>
          <ac:grpSpMkLst>
            <pc:docMk/>
            <pc:sldMk cId="1291756659" sldId="319"/>
            <ac:grpSpMk id="15" creationId="{12C0846E-3C5A-C451-0667-45B9DAAD5D38}"/>
          </ac:grpSpMkLst>
        </pc:grpChg>
        <pc:grpChg chg="add mod ord">
          <ac:chgData name="MYUNG JIN" userId="89f3fa32ababedc4" providerId="LiveId" clId="{0E5E3668-7810-41AA-9622-0A8982CDCA96}" dt="2024-11-28T07:19:30.457" v="1190" actId="1076"/>
          <ac:grpSpMkLst>
            <pc:docMk/>
            <pc:sldMk cId="1291756659" sldId="319"/>
            <ac:grpSpMk id="40" creationId="{5B2C76B7-28E9-C641-AD62-B6BEF927AEE0}"/>
          </ac:grpSpMkLst>
        </pc:grpChg>
        <pc:picChg chg="add mod">
          <ac:chgData name="MYUNG JIN" userId="89f3fa32ababedc4" providerId="LiveId" clId="{0E5E3668-7810-41AA-9622-0A8982CDCA96}" dt="2024-11-28T07:00:40.240" v="641" actId="1076"/>
          <ac:picMkLst>
            <pc:docMk/>
            <pc:sldMk cId="1291756659" sldId="319"/>
            <ac:picMk id="4" creationId="{3C0C76AE-EFA1-0B10-08E6-C1B8A7FD7EF8}"/>
          </ac:picMkLst>
        </pc:pic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0" creationId="{EF8001B4-4C29-47A1-55F3-56063C745FBB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1" creationId="{359A1F66-104E-1C32-4C48-CDFDB58741A9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2" creationId="{F6F9FAA3-45BB-9F36-B7BA-68A3C02B8C23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3" creationId="{000FA54D-397F-5A6D-3DFB-A1C849DE32F7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4" creationId="{4F127525-A373-16CA-9661-C548C2A64AB3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5" creationId="{07A56015-51C7-5A53-27B7-A0C57541592E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6" creationId="{67572A43-FC8B-7394-C96D-AC7B3BC44036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7" creationId="{B91C627E-ACCA-5977-D128-03A6C545208B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8" creationId="{F766454F-BDBB-5189-268C-142698D260C1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29" creationId="{BF7BDE3E-F81B-AF38-13A2-7A463D36B0B2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30" creationId="{B5085CD8-D2FB-4867-D9AA-8E467669C748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31" creationId="{8D454C2B-89DE-3EBB-658A-13927FA4DA21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32" creationId="{076E0FF6-7E3C-5E69-CEAD-987B8C97A46A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33" creationId="{98992479-0C51-B05A-5F92-10C9A62833A9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34" creationId="{549E19C4-AFFD-D115-D3A4-256DA54026B9}"/>
          </ac:cxnSpMkLst>
        </pc:cxnChg>
        <pc:cxnChg chg="mod">
          <ac:chgData name="MYUNG JIN" userId="89f3fa32ababedc4" providerId="LiveId" clId="{0E5E3668-7810-41AA-9622-0A8982CDCA96}" dt="2024-11-28T07:17:46.879" v="1139"/>
          <ac:cxnSpMkLst>
            <pc:docMk/>
            <pc:sldMk cId="1291756659" sldId="319"/>
            <ac:cxnSpMk id="35" creationId="{CB2F0F2C-B16B-DBB0-BD87-AC0366EE7E1B}"/>
          </ac:cxnSpMkLst>
        </pc:cxnChg>
        <pc:cxnChg chg="add mod">
          <ac:chgData name="MYUNG JIN" userId="89f3fa32ababedc4" providerId="LiveId" clId="{0E5E3668-7810-41AA-9622-0A8982CDCA96}" dt="2024-11-28T07:19:25.975" v="1187" actId="1076"/>
          <ac:cxnSpMkLst>
            <pc:docMk/>
            <pc:sldMk cId="1291756659" sldId="319"/>
            <ac:cxnSpMk id="38" creationId="{461269C4-3CE2-25D8-0448-3ED68DA553CD}"/>
          </ac:cxnSpMkLst>
        </pc:cxnChg>
      </pc:sldChg>
      <pc:sldChg chg="addSp delSp modSp new mod">
        <pc:chgData name="MYUNG JIN" userId="89f3fa32ababedc4" providerId="LiveId" clId="{0E5E3668-7810-41AA-9622-0A8982CDCA96}" dt="2024-11-28T18:33:29.196" v="3531" actId="14100"/>
        <pc:sldMkLst>
          <pc:docMk/>
          <pc:sldMk cId="4265493521" sldId="320"/>
        </pc:sldMkLst>
        <pc:spChg chg="mod">
          <ac:chgData name="MYUNG JIN" userId="89f3fa32ababedc4" providerId="LiveId" clId="{0E5E3668-7810-41AA-9622-0A8982CDCA96}" dt="2024-11-28T07:11:30.867" v="1007" actId="20577"/>
          <ac:spMkLst>
            <pc:docMk/>
            <pc:sldMk cId="4265493521" sldId="320"/>
            <ac:spMk id="2" creationId="{B8C72074-6862-072A-4570-645BED1DF462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5" creationId="{942358EC-C407-D5C2-B8BB-4C64314F38BC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6" creationId="{2FF5DB54-F766-23D7-DC8D-F9EF960D8245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7" creationId="{A251CA45-A9ED-8AD5-F2B9-FA80738FA75B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8" creationId="{5E5AEA1D-665D-0FD8-58C5-04D66C98FD0B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9" creationId="{BF95A218-7EB7-A767-B92B-DFC4959C8526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14" creationId="{8AA6AF01-8A00-8227-EFDF-3A3719C8FD00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15" creationId="{E1631597-91F7-D2CF-BB85-AD08F7BB8975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16" creationId="{F9CE757A-7289-63D6-67EA-B9DC409CE423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17" creationId="{26566158-C525-F962-C407-077863E26CF9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18" creationId="{14CBBC34-159C-CC60-D88A-1E2674E248D3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19" creationId="{8EE73E5A-1385-BFCD-2040-29EE91BF54F9}"/>
          </ac:spMkLst>
        </pc:spChg>
        <pc:spChg chg="mod topLvl">
          <ac:chgData name="MYUNG JIN" userId="89f3fa32ababedc4" providerId="LiveId" clId="{0E5E3668-7810-41AA-9622-0A8982CDCA96}" dt="2024-11-28T17:51:55.753" v="2472" actId="571"/>
          <ac:spMkLst>
            <pc:docMk/>
            <pc:sldMk cId="4265493521" sldId="320"/>
            <ac:spMk id="21" creationId="{FE2EC314-CC9B-E4FF-951B-568C3637D612}"/>
          </ac:spMkLst>
        </pc:spChg>
        <pc:spChg chg="add del mod topLvl">
          <ac:chgData name="MYUNG JIN" userId="89f3fa32ababedc4" providerId="LiveId" clId="{0E5E3668-7810-41AA-9622-0A8982CDCA96}" dt="2024-11-28T07:05:48.729" v="868" actId="478"/>
          <ac:spMkLst>
            <pc:docMk/>
            <pc:sldMk cId="4265493521" sldId="320"/>
            <ac:spMk id="26" creationId="{A6DA89FA-515B-EC2B-73EB-B47A9D469AF4}"/>
          </ac:spMkLst>
        </pc:spChg>
        <pc:spChg chg="add del mod">
          <ac:chgData name="MYUNG JIN" userId="89f3fa32ababedc4" providerId="LiveId" clId="{0E5E3668-7810-41AA-9622-0A8982CDCA96}" dt="2024-11-28T07:07:51.112" v="894" actId="478"/>
          <ac:spMkLst>
            <pc:docMk/>
            <pc:sldMk cId="4265493521" sldId="320"/>
            <ac:spMk id="28" creationId="{904D0386-E860-E258-6C0C-E949B691787D}"/>
          </ac:spMkLst>
        </pc:spChg>
        <pc:spChg chg="add mod">
          <ac:chgData name="MYUNG JIN" userId="89f3fa32ababedc4" providerId="LiveId" clId="{0E5E3668-7810-41AA-9622-0A8982CDCA96}" dt="2024-11-28T07:16:45.282" v="1121" actId="165"/>
          <ac:spMkLst>
            <pc:docMk/>
            <pc:sldMk cId="4265493521" sldId="320"/>
            <ac:spMk id="32" creationId="{889898D6-400A-D933-3EFF-9BF82D4E8738}"/>
          </ac:spMkLst>
        </pc:spChg>
        <pc:spChg chg="add del mod">
          <ac:chgData name="MYUNG JIN" userId="89f3fa32ababedc4" providerId="LiveId" clId="{0E5E3668-7810-41AA-9622-0A8982CDCA96}" dt="2024-11-28T07:07:05.064" v="881" actId="478"/>
          <ac:spMkLst>
            <pc:docMk/>
            <pc:sldMk cId="4265493521" sldId="320"/>
            <ac:spMk id="33" creationId="{25286F73-DFEC-6E81-5C90-A3EA6FC9CCF5}"/>
          </ac:spMkLst>
        </pc:spChg>
        <pc:spChg chg="add del mod">
          <ac:chgData name="MYUNG JIN" userId="89f3fa32ababedc4" providerId="LiveId" clId="{0E5E3668-7810-41AA-9622-0A8982CDCA96}" dt="2024-11-28T07:07:05.512" v="883" actId="478"/>
          <ac:spMkLst>
            <pc:docMk/>
            <pc:sldMk cId="4265493521" sldId="320"/>
            <ac:spMk id="34" creationId="{68BE6725-6C59-0D8E-9765-3ED0A4E7F23D}"/>
          </ac:spMkLst>
        </pc:spChg>
        <pc:spChg chg="add mod">
          <ac:chgData name="MYUNG JIN" userId="89f3fa32ababedc4" providerId="LiveId" clId="{0E5E3668-7810-41AA-9622-0A8982CDCA96}" dt="2024-11-28T07:16:45.282" v="1121" actId="165"/>
          <ac:spMkLst>
            <pc:docMk/>
            <pc:sldMk cId="4265493521" sldId="320"/>
            <ac:spMk id="35" creationId="{15E69242-9097-F8A4-7AAD-705DB59D6A6B}"/>
          </ac:spMkLst>
        </pc:spChg>
        <pc:spChg chg="add mod">
          <ac:chgData name="MYUNG JIN" userId="89f3fa32ababedc4" providerId="LiveId" clId="{0E5E3668-7810-41AA-9622-0A8982CDCA96}" dt="2024-11-28T07:16:45.282" v="1121" actId="165"/>
          <ac:spMkLst>
            <pc:docMk/>
            <pc:sldMk cId="4265493521" sldId="320"/>
            <ac:spMk id="36" creationId="{B6E8346C-6FA3-1867-0DB9-179DF2E4A915}"/>
          </ac:spMkLst>
        </pc:spChg>
        <pc:spChg chg="add mod">
          <ac:chgData name="MYUNG JIN" userId="89f3fa32ababedc4" providerId="LiveId" clId="{0E5E3668-7810-41AA-9622-0A8982CDCA96}" dt="2024-11-28T07:34:50.685" v="1360" actId="1076"/>
          <ac:spMkLst>
            <pc:docMk/>
            <pc:sldMk cId="4265493521" sldId="320"/>
            <ac:spMk id="40" creationId="{7D498D6E-FB0A-FCAA-6005-115FA0B8E0B0}"/>
          </ac:spMkLst>
        </pc:spChg>
        <pc:spChg chg="add mod">
          <ac:chgData name="MYUNG JIN" userId="89f3fa32ababedc4" providerId="LiveId" clId="{0E5E3668-7810-41AA-9622-0A8982CDCA96}" dt="2024-11-28T07:15:46.051" v="1113" actId="164"/>
          <ac:spMkLst>
            <pc:docMk/>
            <pc:sldMk cId="4265493521" sldId="320"/>
            <ac:spMk id="52" creationId="{14BF2D2F-044C-D073-9BA8-878D80D99110}"/>
          </ac:spMkLst>
        </pc:spChg>
        <pc:spChg chg="add mod">
          <ac:chgData name="MYUNG JIN" userId="89f3fa32ababedc4" providerId="LiveId" clId="{0E5E3668-7810-41AA-9622-0A8982CDCA96}" dt="2024-11-28T07:17:31.308" v="1134" actId="1076"/>
          <ac:spMkLst>
            <pc:docMk/>
            <pc:sldMk cId="4265493521" sldId="320"/>
            <ac:spMk id="63" creationId="{6E2E78D7-057C-BC89-C3A0-67FF70F116EF}"/>
          </ac:spMkLst>
        </pc:spChg>
        <pc:spChg chg="add mod">
          <ac:chgData name="MYUNG JIN" userId="89f3fa32ababedc4" providerId="LiveId" clId="{0E5E3668-7810-41AA-9622-0A8982CDCA96}" dt="2024-11-28T07:15:46.051" v="1113" actId="164"/>
          <ac:spMkLst>
            <pc:docMk/>
            <pc:sldMk cId="4265493521" sldId="320"/>
            <ac:spMk id="64" creationId="{5C253E41-99F9-F954-B813-CA6ADF693C0C}"/>
          </ac:spMkLst>
        </pc:spChg>
        <pc:spChg chg="add mod">
          <ac:chgData name="MYUNG JIN" userId="89f3fa32ababedc4" providerId="LiveId" clId="{0E5E3668-7810-41AA-9622-0A8982CDCA96}" dt="2024-11-28T07:15:46.051" v="1113" actId="164"/>
          <ac:spMkLst>
            <pc:docMk/>
            <pc:sldMk cId="4265493521" sldId="320"/>
            <ac:spMk id="65" creationId="{ADE338A9-67AE-8043-A612-6C682B61B1C5}"/>
          </ac:spMkLst>
        </pc:spChg>
        <pc:spChg chg="add mod">
          <ac:chgData name="MYUNG JIN" userId="89f3fa32ababedc4" providerId="LiveId" clId="{0E5E3668-7810-41AA-9622-0A8982CDCA96}" dt="2024-11-28T07:15:46.051" v="1113" actId="164"/>
          <ac:spMkLst>
            <pc:docMk/>
            <pc:sldMk cId="4265493521" sldId="320"/>
            <ac:spMk id="66" creationId="{3E08E415-347B-1F3B-5218-4D99F54EC543}"/>
          </ac:spMkLst>
        </pc:spChg>
        <pc:spChg chg="add mod">
          <ac:chgData name="MYUNG JIN" userId="89f3fa32ababedc4" providerId="LiveId" clId="{0E5E3668-7810-41AA-9622-0A8982CDCA96}" dt="2024-11-28T18:32:34.818" v="3487" actId="1076"/>
          <ac:spMkLst>
            <pc:docMk/>
            <pc:sldMk cId="4265493521" sldId="320"/>
            <ac:spMk id="87" creationId="{596DF606-71DF-DBD7-7ACC-11C030E51903}"/>
          </ac:spMkLst>
        </pc:spChg>
        <pc:spChg chg="add mod">
          <ac:chgData name="MYUNG JIN" userId="89f3fa32ababedc4" providerId="LiveId" clId="{0E5E3668-7810-41AA-9622-0A8982CDCA96}" dt="2024-11-28T07:36:25.253" v="1387" actId="164"/>
          <ac:spMkLst>
            <pc:docMk/>
            <pc:sldMk cId="4265493521" sldId="320"/>
            <ac:spMk id="98" creationId="{359DD77C-0688-F2CF-32CF-F4DA1F6E15FA}"/>
          </ac:spMkLst>
        </pc:spChg>
        <pc:spChg chg="add mod">
          <ac:chgData name="MYUNG JIN" userId="89f3fa32ababedc4" providerId="LiveId" clId="{0E5E3668-7810-41AA-9622-0A8982CDCA96}" dt="2024-11-28T18:32:34.818" v="3487" actId="1076"/>
          <ac:spMkLst>
            <pc:docMk/>
            <pc:sldMk cId="4265493521" sldId="320"/>
            <ac:spMk id="107" creationId="{0B46C26D-768F-7050-B49C-EBAC4670789B}"/>
          </ac:spMkLst>
        </pc:spChg>
        <pc:spChg chg="add mod">
          <ac:chgData name="MYUNG JIN" userId="89f3fa32ababedc4" providerId="LiveId" clId="{0E5E3668-7810-41AA-9622-0A8982CDCA96}" dt="2024-11-28T07:37:36.550" v="1413" actId="1076"/>
          <ac:spMkLst>
            <pc:docMk/>
            <pc:sldMk cId="4265493521" sldId="320"/>
            <ac:spMk id="108" creationId="{76CA825A-C728-A033-2DE2-B9B6B3028ABE}"/>
          </ac:spMkLst>
        </pc:spChg>
        <pc:spChg chg="add mod">
          <ac:chgData name="MYUNG JIN" userId="89f3fa32ababedc4" providerId="LiveId" clId="{0E5E3668-7810-41AA-9622-0A8982CDCA96}" dt="2024-11-28T08:29:04.727" v="1611" actId="1076"/>
          <ac:spMkLst>
            <pc:docMk/>
            <pc:sldMk cId="4265493521" sldId="320"/>
            <ac:spMk id="121" creationId="{F1704B69-8E4D-DAA4-B545-EDE1231418B9}"/>
          </ac:spMkLst>
        </pc:spChg>
        <pc:spChg chg="add mod">
          <ac:chgData name="MYUNG JIN" userId="89f3fa32ababedc4" providerId="LiveId" clId="{0E5E3668-7810-41AA-9622-0A8982CDCA96}" dt="2024-11-28T08:28:59.597" v="1610" actId="14100"/>
          <ac:spMkLst>
            <pc:docMk/>
            <pc:sldMk cId="4265493521" sldId="320"/>
            <ac:spMk id="122" creationId="{479E7D2F-B0B2-599C-2D63-57917AE691B2}"/>
          </ac:spMkLst>
        </pc:spChg>
        <pc:spChg chg="add mod">
          <ac:chgData name="MYUNG JIN" userId="89f3fa32ababedc4" providerId="LiveId" clId="{0E5E3668-7810-41AA-9622-0A8982CDCA96}" dt="2024-11-28T18:32:34.818" v="3487" actId="1076"/>
          <ac:spMkLst>
            <pc:docMk/>
            <pc:sldMk cId="4265493521" sldId="320"/>
            <ac:spMk id="127" creationId="{13400316-FB70-9EA7-1F5C-F4B31B6DF7F9}"/>
          </ac:spMkLst>
        </pc:spChg>
        <pc:spChg chg="add mod">
          <ac:chgData name="MYUNG JIN" userId="89f3fa32ababedc4" providerId="LiveId" clId="{0E5E3668-7810-41AA-9622-0A8982CDCA96}" dt="2024-11-28T17:52:45.265" v="2479" actId="1076"/>
          <ac:spMkLst>
            <pc:docMk/>
            <pc:sldMk cId="4265493521" sldId="320"/>
            <ac:spMk id="128" creationId="{F9E6795F-5931-4351-90D0-05D6AA1AFB98}"/>
          </ac:spMkLst>
        </pc:spChg>
        <pc:spChg chg="add del">
          <ac:chgData name="MYUNG JIN" userId="89f3fa32ababedc4" providerId="LiveId" clId="{0E5E3668-7810-41AA-9622-0A8982CDCA96}" dt="2024-11-28T17:52:21.912" v="2474" actId="11529"/>
          <ac:spMkLst>
            <pc:docMk/>
            <pc:sldMk cId="4265493521" sldId="320"/>
            <ac:spMk id="130" creationId="{E52FF7AD-89BF-A8B0-9B8F-D681563CC736}"/>
          </ac:spMkLst>
        </pc:spChg>
        <pc:spChg chg="add mod">
          <ac:chgData name="MYUNG JIN" userId="89f3fa32ababedc4" providerId="LiveId" clId="{0E5E3668-7810-41AA-9622-0A8982CDCA96}" dt="2024-11-28T17:52:42.902" v="2478" actId="1076"/>
          <ac:spMkLst>
            <pc:docMk/>
            <pc:sldMk cId="4265493521" sldId="320"/>
            <ac:spMk id="131" creationId="{880C19F4-045C-6B6F-EDF4-AF22731557EC}"/>
          </ac:spMkLst>
        </pc:spChg>
        <pc:spChg chg="add mod">
          <ac:chgData name="MYUNG JIN" userId="89f3fa32ababedc4" providerId="LiveId" clId="{0E5E3668-7810-41AA-9622-0A8982CDCA96}" dt="2024-11-28T18:33:25.640" v="3530" actId="688"/>
          <ac:spMkLst>
            <pc:docMk/>
            <pc:sldMk cId="4265493521" sldId="320"/>
            <ac:spMk id="133" creationId="{F6B432E0-E35F-1DA0-5646-257B89F8F901}"/>
          </ac:spMkLst>
        </pc:spChg>
        <pc:spChg chg="add mod">
          <ac:chgData name="MYUNG JIN" userId="89f3fa32ababedc4" providerId="LiveId" clId="{0E5E3668-7810-41AA-9622-0A8982CDCA96}" dt="2024-11-28T18:33:17.565" v="3527" actId="688"/>
          <ac:spMkLst>
            <pc:docMk/>
            <pc:sldMk cId="4265493521" sldId="320"/>
            <ac:spMk id="134" creationId="{6D2B4D7D-07E6-5680-D9D1-D5114FB64A6D}"/>
          </ac:spMkLst>
        </pc:spChg>
        <pc:grpChg chg="add del mod">
          <ac:chgData name="MYUNG JIN" userId="89f3fa32ababedc4" providerId="LiveId" clId="{0E5E3668-7810-41AA-9622-0A8982CDCA96}" dt="2024-11-28T07:04:26.863" v="851" actId="165"/>
          <ac:grpSpMkLst>
            <pc:docMk/>
            <pc:sldMk cId="4265493521" sldId="320"/>
            <ac:grpSpMk id="3" creationId="{20AA3EB4-9982-CE56-1975-DEF527E2B45B}"/>
          </ac:grpSpMkLst>
        </pc:grpChg>
        <pc:grpChg chg="del mod topLvl">
          <ac:chgData name="MYUNG JIN" userId="89f3fa32ababedc4" providerId="LiveId" clId="{0E5E3668-7810-41AA-9622-0A8982CDCA96}" dt="2024-11-28T07:04:35.311" v="852" actId="165"/>
          <ac:grpSpMkLst>
            <pc:docMk/>
            <pc:sldMk cId="4265493521" sldId="320"/>
            <ac:grpSpMk id="4" creationId="{D19D66C8-1EC2-C0F0-21EF-8E50F5BD329A}"/>
          </ac:grpSpMkLst>
        </pc:grpChg>
        <pc:grpChg chg="add mod">
          <ac:chgData name="MYUNG JIN" userId="89f3fa32ababedc4" providerId="LiveId" clId="{0E5E3668-7810-41AA-9622-0A8982CDCA96}" dt="2024-11-28T17:51:55.753" v="2472" actId="571"/>
          <ac:grpSpMkLst>
            <pc:docMk/>
            <pc:sldMk cId="4265493521" sldId="320"/>
            <ac:grpSpMk id="27" creationId="{365B30AC-025B-20D5-E05A-D3CA9F7DBC88}"/>
          </ac:grpSpMkLst>
        </pc:grpChg>
        <pc:grpChg chg="add mod topLvl">
          <ac:chgData name="MYUNG JIN" userId="89f3fa32ababedc4" providerId="LiveId" clId="{0E5E3668-7810-41AA-9622-0A8982CDCA96}" dt="2024-11-28T07:17:02.758" v="1125" actId="164"/>
          <ac:grpSpMkLst>
            <pc:docMk/>
            <pc:sldMk cId="4265493521" sldId="320"/>
            <ac:grpSpMk id="37" creationId="{C3648FB3-FAEF-80E0-FCF8-3320D949BA0D}"/>
          </ac:grpSpMkLst>
        </pc:grpChg>
        <pc:grpChg chg="add del mod topLvl">
          <ac:chgData name="MYUNG JIN" userId="89f3fa32ababedc4" providerId="LiveId" clId="{0E5E3668-7810-41AA-9622-0A8982CDCA96}" dt="2024-11-28T07:16:45.282" v="1121" actId="165"/>
          <ac:grpSpMkLst>
            <pc:docMk/>
            <pc:sldMk cId="4265493521" sldId="320"/>
            <ac:grpSpMk id="55" creationId="{D5F83E54-07AD-0D0D-E6A3-4AC43BD04A50}"/>
          </ac:grpSpMkLst>
        </pc:grpChg>
        <pc:grpChg chg="add mod">
          <ac:chgData name="MYUNG JIN" userId="89f3fa32ababedc4" providerId="LiveId" clId="{0E5E3668-7810-41AA-9622-0A8982CDCA96}" dt="2024-11-28T07:17:31.308" v="1134" actId="1076"/>
          <ac:grpSpMkLst>
            <pc:docMk/>
            <pc:sldMk cId="4265493521" sldId="320"/>
            <ac:grpSpMk id="92" creationId="{10764523-BAFA-3BCF-DDAD-CF5696A4C7C2}"/>
          </ac:grpSpMkLst>
        </pc:grpChg>
        <pc:grpChg chg="add del mod">
          <ac:chgData name="MYUNG JIN" userId="89f3fa32ababedc4" providerId="LiveId" clId="{0E5E3668-7810-41AA-9622-0A8982CDCA96}" dt="2024-11-28T07:16:45.008" v="1120" actId="165"/>
          <ac:grpSpMkLst>
            <pc:docMk/>
            <pc:sldMk cId="4265493521" sldId="320"/>
            <ac:grpSpMk id="97" creationId="{4FA0F16D-25D1-6CD3-291A-58F72C9CEADC}"/>
          </ac:grpSpMkLst>
        </pc:grpChg>
        <pc:grpChg chg="add mod">
          <ac:chgData name="MYUNG JIN" userId="89f3fa32ababedc4" providerId="LiveId" clId="{0E5E3668-7810-41AA-9622-0A8982CDCA96}" dt="2024-11-28T18:32:41.128" v="3488" actId="1076"/>
          <ac:grpSpMkLst>
            <pc:docMk/>
            <pc:sldMk cId="4265493521" sldId="320"/>
            <ac:grpSpMk id="100" creationId="{B82F7F18-B8EA-C45D-657F-4BF33747FCFB}"/>
          </ac:grpSpMkLst>
        </pc:grpChg>
        <pc:grpChg chg="add mod">
          <ac:chgData name="MYUNG JIN" userId="89f3fa32ababedc4" providerId="LiveId" clId="{0E5E3668-7810-41AA-9622-0A8982CDCA96}" dt="2024-11-28T07:37:16.338" v="1407" actId="164"/>
          <ac:grpSpMkLst>
            <pc:docMk/>
            <pc:sldMk cId="4265493521" sldId="320"/>
            <ac:grpSpMk id="115" creationId="{AC44CC5C-CF8F-53CE-BE37-0D0F2F2F1712}"/>
          </ac:grpSpMkLst>
        </pc:grpChg>
        <pc:grpChg chg="add mod">
          <ac:chgData name="MYUNG JIN" userId="89f3fa32ababedc4" providerId="LiveId" clId="{0E5E3668-7810-41AA-9622-0A8982CDCA96}" dt="2024-11-28T07:37:14.726" v="1406" actId="164"/>
          <ac:grpSpMkLst>
            <pc:docMk/>
            <pc:sldMk cId="4265493521" sldId="320"/>
            <ac:grpSpMk id="123" creationId="{9C3F6E7D-9139-4908-531F-5DDFED5830C3}"/>
          </ac:grpSpMkLst>
        </pc:grpChg>
        <pc:grpChg chg="add mod">
          <ac:chgData name="MYUNG JIN" userId="89f3fa32ababedc4" providerId="LiveId" clId="{0E5E3668-7810-41AA-9622-0A8982CDCA96}" dt="2024-11-28T18:32:34.818" v="3487" actId="1076"/>
          <ac:grpSpMkLst>
            <pc:docMk/>
            <pc:sldMk cId="4265493521" sldId="320"/>
            <ac:grpSpMk id="124" creationId="{1F29A267-87EE-2262-B43C-470E3404EDA6}"/>
          </ac:grpSpMkLst>
        </pc:grpChg>
        <pc:picChg chg="mod topLvl">
          <ac:chgData name="MYUNG JIN" userId="89f3fa32ababedc4" providerId="LiveId" clId="{0E5E3668-7810-41AA-9622-0A8982CDCA96}" dt="2024-11-28T17:51:55.753" v="2472" actId="571"/>
          <ac:picMkLst>
            <pc:docMk/>
            <pc:sldMk cId="4265493521" sldId="320"/>
            <ac:picMk id="12" creationId="{A81DC8CF-BC7B-EAEA-81CF-FEECB2AFC68A}"/>
          </ac:picMkLst>
        </pc:picChg>
        <pc:picChg chg="add mod topLvl">
          <ac:chgData name="MYUNG JIN" userId="89f3fa32ababedc4" providerId="LiveId" clId="{0E5E3668-7810-41AA-9622-0A8982CDCA96}" dt="2024-11-28T07:17:02.758" v="1125" actId="164"/>
          <ac:picMkLst>
            <pc:docMk/>
            <pc:sldMk cId="4265493521" sldId="320"/>
            <ac:picMk id="42" creationId="{3FC6E23D-6925-A925-2F07-02BD3D931EB6}"/>
          </ac:picMkLst>
        </pc:picChg>
        <pc:picChg chg="add mod topLvl">
          <ac:chgData name="MYUNG JIN" userId="89f3fa32ababedc4" providerId="LiveId" clId="{0E5E3668-7810-41AA-9622-0A8982CDCA96}" dt="2024-11-28T07:17:02.758" v="1125" actId="164"/>
          <ac:picMkLst>
            <pc:docMk/>
            <pc:sldMk cId="4265493521" sldId="320"/>
            <ac:picMk id="43" creationId="{635B3C8A-BDD6-2500-BCA0-8936A481C135}"/>
          </ac:picMkLst>
        </pc:picChg>
        <pc:picChg chg="add mod topLvl">
          <ac:chgData name="MYUNG JIN" userId="89f3fa32ababedc4" providerId="LiveId" clId="{0E5E3668-7810-41AA-9622-0A8982CDCA96}" dt="2024-11-28T07:17:02.758" v="1125" actId="164"/>
          <ac:picMkLst>
            <pc:docMk/>
            <pc:sldMk cId="4265493521" sldId="320"/>
            <ac:picMk id="44" creationId="{D08029C0-2E0E-E4FA-A8DF-31B18BCD6B26}"/>
          </ac:picMkLst>
        </pc:picChg>
        <pc:cxnChg chg="mod topLvl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10" creationId="{714067D5-755C-FDDD-54B1-CDDBA3757912}"/>
          </ac:cxnSpMkLst>
        </pc:cxnChg>
        <pc:cxnChg chg="mod topLvl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11" creationId="{03E579C9-3E40-DB9A-88F5-201F3E80FD5C}"/>
          </ac:cxnSpMkLst>
        </pc:cxnChg>
        <pc:cxnChg chg="mod topLvl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13" creationId="{6D5ECFFE-5B17-6BFB-D056-12E7FD8FA775}"/>
          </ac:cxnSpMkLst>
        </pc:cxnChg>
        <pc:cxnChg chg="mod topLvl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20" creationId="{85EC6910-242D-372F-A1C1-EFB88AB2E676}"/>
          </ac:cxnSpMkLst>
        </pc:cxnChg>
        <pc:cxnChg chg="mod topLvl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22" creationId="{532676AC-1717-E302-B5CD-FB819C9392A0}"/>
          </ac:cxnSpMkLst>
        </pc:cxnChg>
        <pc:cxnChg chg="mod topLvl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23" creationId="{3D51BB34-B70C-9F2C-DE12-CB387B5C0EE5}"/>
          </ac:cxnSpMkLst>
        </pc:cxnChg>
        <pc:cxnChg chg="mod topLvl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24" creationId="{CB79EC7B-5A67-C9C7-8FF3-C6314E8AC011}"/>
          </ac:cxnSpMkLst>
        </pc:cxnChg>
        <pc:cxnChg chg="add mod topLvl">
          <ac:chgData name="MYUNG JIN" userId="89f3fa32ababedc4" providerId="LiveId" clId="{0E5E3668-7810-41AA-9622-0A8982CDCA96}" dt="2024-11-28T07:16:45.282" v="1121" actId="165"/>
          <ac:cxnSpMkLst>
            <pc:docMk/>
            <pc:sldMk cId="4265493521" sldId="320"/>
            <ac:cxnSpMk id="25" creationId="{67400F7E-DBAA-9E60-5314-F6A507FFB2AF}"/>
          </ac:cxnSpMkLst>
        </pc:cxnChg>
        <pc:cxnChg chg="add mod">
          <ac:chgData name="MYUNG JIN" userId="89f3fa32ababedc4" providerId="LiveId" clId="{0E5E3668-7810-41AA-9622-0A8982CDCA96}" dt="2024-11-28T07:16:45.282" v="1121" actId="165"/>
          <ac:cxnSpMkLst>
            <pc:docMk/>
            <pc:sldMk cId="4265493521" sldId="320"/>
            <ac:cxnSpMk id="30" creationId="{64F72E32-6436-5D22-1FBA-5D322F9769DF}"/>
          </ac:cxnSpMkLst>
        </pc:cxnChg>
        <pc:cxnChg chg="add mod">
          <ac:chgData name="MYUNG JIN" userId="89f3fa32ababedc4" providerId="LiveId" clId="{0E5E3668-7810-41AA-9622-0A8982CDCA96}" dt="2024-11-28T07:17:33.128" v="1135" actId="14100"/>
          <ac:cxnSpMkLst>
            <pc:docMk/>
            <pc:sldMk cId="4265493521" sldId="320"/>
            <ac:cxnSpMk id="39" creationId="{94145D14-440B-EB29-5B99-1155C6F4EF66}"/>
          </ac:cxnSpMkLst>
        </pc:cxnChg>
        <pc:cxnChg chg="add mod topLvl">
          <ac:chgData name="MYUNG JIN" userId="89f3fa32ababedc4" providerId="LiveId" clId="{0E5E3668-7810-41AA-9622-0A8982CDCA96}" dt="2024-11-28T07:17:02.758" v="1125" actId="164"/>
          <ac:cxnSpMkLst>
            <pc:docMk/>
            <pc:sldMk cId="4265493521" sldId="320"/>
            <ac:cxnSpMk id="45" creationId="{C8A60D97-0752-EBDA-323E-003CC3457CC8}"/>
          </ac:cxnSpMkLst>
        </pc:cxnChg>
        <pc:cxnChg chg="add mod topLvl">
          <ac:chgData name="MYUNG JIN" userId="89f3fa32ababedc4" providerId="LiveId" clId="{0E5E3668-7810-41AA-9622-0A8982CDCA96}" dt="2024-11-28T07:17:02.758" v="1125" actId="164"/>
          <ac:cxnSpMkLst>
            <pc:docMk/>
            <pc:sldMk cId="4265493521" sldId="320"/>
            <ac:cxnSpMk id="48" creationId="{C1E8402E-7862-6398-998D-94AECA0D768D}"/>
          </ac:cxnSpMkLst>
        </pc:cxnChg>
        <pc:cxnChg chg="add mod topLvl">
          <ac:chgData name="MYUNG JIN" userId="89f3fa32ababedc4" providerId="LiveId" clId="{0E5E3668-7810-41AA-9622-0A8982CDCA96}" dt="2024-11-28T07:17:02.758" v="1125" actId="164"/>
          <ac:cxnSpMkLst>
            <pc:docMk/>
            <pc:sldMk cId="4265493521" sldId="320"/>
            <ac:cxnSpMk id="50" creationId="{28399D08-2ED9-E00B-DA58-1BDB26BABC12}"/>
          </ac:cxnSpMkLst>
        </pc:cxnChg>
        <pc:cxnChg chg="add mod">
          <ac:chgData name="MYUNG JIN" userId="89f3fa32ababedc4" providerId="LiveId" clId="{0E5E3668-7810-41AA-9622-0A8982CDCA96}" dt="2024-11-28T18:33:29.196" v="3531" actId="14100"/>
          <ac:cxnSpMkLst>
            <pc:docMk/>
            <pc:sldMk cId="4265493521" sldId="320"/>
            <ac:cxnSpMk id="59" creationId="{CC65F757-5C5C-1CC9-8159-B4F2537E5213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67" creationId="{994A3C8F-6FB7-1CC9-1E86-81085E2AA60F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69" creationId="{281E1B46-6718-5669-15FD-937F7482FFAF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71" creationId="{58EC5AC8-4602-5B50-8B18-99AF7CFBDBDA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72" creationId="{F3894772-F977-17CA-09DB-B1CF20A43EBD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74" creationId="{C835AA0B-6150-EF95-1670-56B4245668AD}"/>
          </ac:cxnSpMkLst>
        </pc:cxnChg>
        <pc:cxnChg chg="add mod">
          <ac:chgData name="MYUNG JIN" userId="89f3fa32ababedc4" providerId="LiveId" clId="{0E5E3668-7810-41AA-9622-0A8982CDCA96}" dt="2024-11-28T07:13:52.797" v="1050" actId="571"/>
          <ac:cxnSpMkLst>
            <pc:docMk/>
            <pc:sldMk cId="4265493521" sldId="320"/>
            <ac:cxnSpMk id="75" creationId="{52D2AB76-6FFE-FF49-A4F0-8663A14C3161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76" creationId="{DFB07332-3D14-01B0-C39F-E5DCC1686595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77" creationId="{D7B8BD4B-7811-A0E6-3BC7-90C432595FAC}"/>
          </ac:cxnSpMkLst>
        </pc:cxnChg>
        <pc:cxnChg chg="add del mod">
          <ac:chgData name="MYUNG JIN" userId="89f3fa32ababedc4" providerId="LiveId" clId="{0E5E3668-7810-41AA-9622-0A8982CDCA96}" dt="2024-11-28T07:14:00.341" v="1052" actId="478"/>
          <ac:cxnSpMkLst>
            <pc:docMk/>
            <pc:sldMk cId="4265493521" sldId="320"/>
            <ac:cxnSpMk id="78" creationId="{2FD3A488-3A4B-55BD-7C0E-E1D425327F79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79" creationId="{37357B19-ABAD-8D75-64DC-39CE89D97A12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80" creationId="{20883AE0-FF53-F71A-6694-D55F2CA78228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81" creationId="{D3629825-875A-5E59-1934-D1F379F8C50A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82" creationId="{610E8010-1123-DEAC-32A5-A44F45D9780A}"/>
          </ac:cxnSpMkLst>
        </pc:cxnChg>
        <pc:cxnChg chg="add mod">
          <ac:chgData name="MYUNG JIN" userId="89f3fa32ababedc4" providerId="LiveId" clId="{0E5E3668-7810-41AA-9622-0A8982CDCA96}" dt="2024-11-28T07:14:15.082" v="1055" actId="571"/>
          <ac:cxnSpMkLst>
            <pc:docMk/>
            <pc:sldMk cId="4265493521" sldId="320"/>
            <ac:cxnSpMk id="83" creationId="{984E3FAF-D53E-4E43-0069-5FD5962A9F9D}"/>
          </ac:cxnSpMkLst>
        </pc:cxnChg>
        <pc:cxnChg chg="add mod">
          <ac:chgData name="MYUNG JIN" userId="89f3fa32ababedc4" providerId="LiveId" clId="{0E5E3668-7810-41AA-9622-0A8982CDCA96}" dt="2024-11-28T07:14:15.082" v="1055" actId="571"/>
          <ac:cxnSpMkLst>
            <pc:docMk/>
            <pc:sldMk cId="4265493521" sldId="320"/>
            <ac:cxnSpMk id="84" creationId="{4C885DCD-BA1E-5F8C-DEC0-9252B8671E09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85" creationId="{E00DB4CE-490A-C82C-C206-AE06E99B1F80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86" creationId="{6E76A13C-D9ED-EC1B-D182-D2138A1E4BA9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89" creationId="{3F22327F-E9B6-E482-4719-110D711447C0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90" creationId="{869E7689-5EAA-C307-D6AE-0DE71DABD161}"/>
          </ac:cxnSpMkLst>
        </pc:cxnChg>
        <pc:cxnChg chg="add mod">
          <ac:chgData name="MYUNG JIN" userId="89f3fa32ababedc4" providerId="LiveId" clId="{0E5E3668-7810-41AA-9622-0A8982CDCA96}" dt="2024-11-28T07:15:46.051" v="1113" actId="164"/>
          <ac:cxnSpMkLst>
            <pc:docMk/>
            <pc:sldMk cId="4265493521" sldId="320"/>
            <ac:cxnSpMk id="91" creationId="{84E208B9-C777-7B01-CE6C-DD1CD01971C5}"/>
          </ac:cxnSpMkLst>
        </pc:cxnChg>
        <pc:cxnChg chg="add mod topLvl">
          <ac:chgData name="MYUNG JIN" userId="89f3fa32ababedc4" providerId="LiveId" clId="{0E5E3668-7810-41AA-9622-0A8982CDCA96}" dt="2024-11-28T07:17:02.758" v="1125" actId="164"/>
          <ac:cxnSpMkLst>
            <pc:docMk/>
            <pc:sldMk cId="4265493521" sldId="320"/>
            <ac:cxnSpMk id="93" creationId="{F81381D9-863D-9BFD-4FF6-3372BDDD6DCD}"/>
          </ac:cxnSpMkLst>
        </pc:cxnChg>
        <pc:cxnChg chg="add mod topLvl">
          <ac:chgData name="MYUNG JIN" userId="89f3fa32ababedc4" providerId="LiveId" clId="{0E5E3668-7810-41AA-9622-0A8982CDCA96}" dt="2024-11-28T07:17:02.758" v="1125" actId="164"/>
          <ac:cxnSpMkLst>
            <pc:docMk/>
            <pc:sldMk cId="4265493521" sldId="320"/>
            <ac:cxnSpMk id="95" creationId="{80541390-C876-8CD3-8841-E012C56856F3}"/>
          </ac:cxnSpMkLst>
        </pc:cxnChg>
        <pc:cxnChg chg="add mod topLvl">
          <ac:chgData name="MYUNG JIN" userId="89f3fa32ababedc4" providerId="LiveId" clId="{0E5E3668-7810-41AA-9622-0A8982CDCA96}" dt="2024-11-28T07:17:02.758" v="1125" actId="164"/>
          <ac:cxnSpMkLst>
            <pc:docMk/>
            <pc:sldMk cId="4265493521" sldId="320"/>
            <ac:cxnSpMk id="96" creationId="{2081517E-FDC1-302A-263A-BF48A24EDC76}"/>
          </ac:cxnSpMkLst>
        </pc:cxnChg>
        <pc:cxnChg chg="add mod">
          <ac:chgData name="MYUNG JIN" userId="89f3fa32ababedc4" providerId="LiveId" clId="{0E5E3668-7810-41AA-9622-0A8982CDCA96}" dt="2024-11-28T07:36:25.253" v="1387" actId="164"/>
          <ac:cxnSpMkLst>
            <pc:docMk/>
            <pc:sldMk cId="4265493521" sldId="320"/>
            <ac:cxnSpMk id="99" creationId="{7A3EF97F-790A-5C4F-FE46-B1DC0FD04E0E}"/>
          </ac:cxnSpMkLst>
        </pc:cxnChg>
        <pc:cxnChg chg="add mod">
          <ac:chgData name="MYUNG JIN" userId="89f3fa32ababedc4" providerId="LiveId" clId="{0E5E3668-7810-41AA-9622-0A8982CDCA96}" dt="2024-11-28T07:36:25.253" v="1387" actId="164"/>
          <ac:cxnSpMkLst>
            <pc:docMk/>
            <pc:sldMk cId="4265493521" sldId="320"/>
            <ac:cxnSpMk id="110" creationId="{497D261A-0586-2ADE-B59C-8D44CA12CE6F}"/>
          </ac:cxnSpMkLst>
        </pc:cxnChg>
        <pc:cxnChg chg="add mod">
          <ac:chgData name="MYUNG JIN" userId="89f3fa32ababedc4" providerId="LiveId" clId="{0E5E3668-7810-41AA-9622-0A8982CDCA96}" dt="2024-11-28T07:36:25.253" v="1387" actId="164"/>
          <ac:cxnSpMkLst>
            <pc:docMk/>
            <pc:sldMk cId="4265493521" sldId="320"/>
            <ac:cxnSpMk id="111" creationId="{3D0860C7-E207-81CD-B229-3C5CC4118390}"/>
          </ac:cxnSpMkLst>
        </pc:cxnChg>
        <pc:cxnChg chg="add mod">
          <ac:chgData name="MYUNG JIN" userId="89f3fa32ababedc4" providerId="LiveId" clId="{0E5E3668-7810-41AA-9622-0A8982CDCA96}" dt="2024-11-28T07:37:16.338" v="1407" actId="164"/>
          <ac:cxnSpMkLst>
            <pc:docMk/>
            <pc:sldMk cId="4265493521" sldId="320"/>
            <ac:cxnSpMk id="117" creationId="{44D367F1-0635-A01B-00A1-849FF6268B43}"/>
          </ac:cxnSpMkLst>
        </pc:cxnChg>
        <pc:cxnChg chg="add mod">
          <ac:chgData name="MYUNG JIN" userId="89f3fa32ababedc4" providerId="LiveId" clId="{0E5E3668-7810-41AA-9622-0A8982CDCA96}" dt="2024-11-28T07:37:16.338" v="1407" actId="164"/>
          <ac:cxnSpMkLst>
            <pc:docMk/>
            <pc:sldMk cId="4265493521" sldId="320"/>
            <ac:cxnSpMk id="118" creationId="{696F7056-00DD-0AD6-51A5-842226D0C5AC}"/>
          </ac:cxnSpMkLst>
        </pc:cxnChg>
        <pc:cxnChg chg="add del mod">
          <ac:chgData name="MYUNG JIN" userId="89f3fa32ababedc4" providerId="LiveId" clId="{0E5E3668-7810-41AA-9622-0A8982CDCA96}" dt="2024-11-28T17:49:51.132" v="2387" actId="478"/>
          <ac:cxnSpMkLst>
            <pc:docMk/>
            <pc:sldMk cId="4265493521" sldId="320"/>
            <ac:cxnSpMk id="126" creationId="{17A3202A-4A77-8DF2-886C-237B6B74FF69}"/>
          </ac:cxnSpMkLst>
        </pc:cxnChg>
        <pc:cxnChg chg="add mod">
          <ac:chgData name="MYUNG JIN" userId="89f3fa32ababedc4" providerId="LiveId" clId="{0E5E3668-7810-41AA-9622-0A8982CDCA96}" dt="2024-11-28T17:51:55.753" v="2472" actId="571"/>
          <ac:cxnSpMkLst>
            <pc:docMk/>
            <pc:sldMk cId="4265493521" sldId="320"/>
            <ac:cxnSpMk id="129" creationId="{E3E0CC06-E510-E5DE-0981-51ED31D3DFF8}"/>
          </ac:cxnSpMkLst>
        </pc:cxnChg>
      </pc:sldChg>
      <pc:sldChg chg="addSp delSp modSp new mod">
        <pc:chgData name="MYUNG JIN" userId="89f3fa32ababedc4" providerId="LiveId" clId="{0E5E3668-7810-41AA-9622-0A8982CDCA96}" dt="2024-11-28T18:04:02.936" v="2687" actId="164"/>
        <pc:sldMkLst>
          <pc:docMk/>
          <pc:sldMk cId="3418037567" sldId="321"/>
        </pc:sldMkLst>
        <pc:spChg chg="mod">
          <ac:chgData name="MYUNG JIN" userId="89f3fa32ababedc4" providerId="LiveId" clId="{0E5E3668-7810-41AA-9622-0A8982CDCA96}" dt="2024-11-28T07:38:33.089" v="1490" actId="20577"/>
          <ac:spMkLst>
            <pc:docMk/>
            <pc:sldMk cId="3418037567" sldId="321"/>
            <ac:spMk id="2" creationId="{008E4A08-0DAA-639C-D68C-05B4E0757129}"/>
          </ac:spMkLst>
        </pc:spChg>
        <pc:spChg chg="add mod topLvl">
          <ac:chgData name="MYUNG JIN" userId="89f3fa32ababedc4" providerId="LiveId" clId="{0E5E3668-7810-41AA-9622-0A8982CDCA96}" dt="2024-11-28T18:02:42.197" v="2662" actId="164"/>
          <ac:spMkLst>
            <pc:docMk/>
            <pc:sldMk cId="3418037567" sldId="321"/>
            <ac:spMk id="3" creationId="{53EBD0A6-AC22-5EDD-3BBA-1309D548F425}"/>
          </ac:spMkLst>
        </pc:spChg>
        <pc:spChg chg="add del mod topLvl">
          <ac:chgData name="MYUNG JIN" userId="89f3fa32ababedc4" providerId="LiveId" clId="{0E5E3668-7810-41AA-9622-0A8982CDCA96}" dt="2024-11-28T18:03:21.101" v="2677" actId="478"/>
          <ac:spMkLst>
            <pc:docMk/>
            <pc:sldMk cId="3418037567" sldId="321"/>
            <ac:spMk id="4" creationId="{F5BD2FDA-A8D5-F231-E2E5-688A1A13DB2F}"/>
          </ac:spMkLst>
        </pc:spChg>
        <pc:spChg chg="add mod ord topLvl">
          <ac:chgData name="MYUNG JIN" userId="89f3fa32ababedc4" providerId="LiveId" clId="{0E5E3668-7810-41AA-9622-0A8982CDCA96}" dt="2024-11-28T18:02:42.197" v="2662" actId="164"/>
          <ac:spMkLst>
            <pc:docMk/>
            <pc:sldMk cId="3418037567" sldId="321"/>
            <ac:spMk id="5" creationId="{8E377A89-62EC-51DF-9E90-D095E84B9BD3}"/>
          </ac:spMkLst>
        </pc:spChg>
        <pc:spChg chg="add del mod ord topLvl">
          <ac:chgData name="MYUNG JIN" userId="89f3fa32ababedc4" providerId="LiveId" clId="{0E5E3668-7810-41AA-9622-0A8982CDCA96}" dt="2024-11-28T18:03:24.111" v="2678" actId="478"/>
          <ac:spMkLst>
            <pc:docMk/>
            <pc:sldMk cId="3418037567" sldId="321"/>
            <ac:spMk id="6" creationId="{092A5FD8-BEB2-9D14-A3A3-959A96E66262}"/>
          </ac:spMkLst>
        </pc:spChg>
        <pc:spChg chg="add mod">
          <ac:chgData name="MYUNG JIN" userId="89f3fa32ababedc4" providerId="LiveId" clId="{0E5E3668-7810-41AA-9622-0A8982CDCA96}" dt="2024-11-28T17:54:05.360" v="2510" actId="20577"/>
          <ac:spMkLst>
            <pc:docMk/>
            <pc:sldMk cId="3418037567" sldId="321"/>
            <ac:spMk id="9" creationId="{103E92F7-00E3-055D-356D-6D8A0F5AF0A0}"/>
          </ac:spMkLst>
        </pc:spChg>
        <pc:spChg chg="add mod">
          <ac:chgData name="MYUNG JIN" userId="89f3fa32ababedc4" providerId="LiveId" clId="{0E5E3668-7810-41AA-9622-0A8982CDCA96}" dt="2024-11-28T17:54:05.431" v="2511" actId="20577"/>
          <ac:spMkLst>
            <pc:docMk/>
            <pc:sldMk cId="3418037567" sldId="321"/>
            <ac:spMk id="10" creationId="{0280DD69-67DC-1C6D-76EE-A8750B4ECB25}"/>
          </ac:spMkLst>
        </pc:spChg>
        <pc:spChg chg="add mod">
          <ac:chgData name="MYUNG JIN" userId="89f3fa32ababedc4" providerId="LiveId" clId="{0E5E3668-7810-41AA-9622-0A8982CDCA96}" dt="2024-11-28T17:56:23.903" v="2548" actId="1076"/>
          <ac:spMkLst>
            <pc:docMk/>
            <pc:sldMk cId="3418037567" sldId="321"/>
            <ac:spMk id="12" creationId="{870D003F-1238-2800-26B4-26771F9A56A8}"/>
          </ac:spMkLst>
        </pc:spChg>
        <pc:spChg chg="mod topLvl">
          <ac:chgData name="MYUNG JIN" userId="89f3fa32ababedc4" providerId="LiveId" clId="{0E5E3668-7810-41AA-9622-0A8982CDCA96}" dt="2024-11-28T17:55:46.426" v="2533" actId="164"/>
          <ac:spMkLst>
            <pc:docMk/>
            <pc:sldMk cId="3418037567" sldId="321"/>
            <ac:spMk id="14" creationId="{51F4FC47-8286-9BB1-1669-6F76E7E19034}"/>
          </ac:spMkLst>
        </pc:spChg>
        <pc:spChg chg="mod topLvl">
          <ac:chgData name="MYUNG JIN" userId="89f3fa32ababedc4" providerId="LiveId" clId="{0E5E3668-7810-41AA-9622-0A8982CDCA96}" dt="2024-11-28T17:55:46.426" v="2533" actId="164"/>
          <ac:spMkLst>
            <pc:docMk/>
            <pc:sldMk cId="3418037567" sldId="321"/>
            <ac:spMk id="19" creationId="{5D0727F1-7D86-6841-FA7B-8AC97AE96F16}"/>
          </ac:spMkLst>
        </pc:spChg>
        <pc:spChg chg="mod topLvl">
          <ac:chgData name="MYUNG JIN" userId="89f3fa32ababedc4" providerId="LiveId" clId="{0E5E3668-7810-41AA-9622-0A8982CDCA96}" dt="2024-11-28T17:55:46.426" v="2533" actId="164"/>
          <ac:spMkLst>
            <pc:docMk/>
            <pc:sldMk cId="3418037567" sldId="321"/>
            <ac:spMk id="20" creationId="{EBF6481F-F3E3-962C-F604-124A99FE9671}"/>
          </ac:spMkLst>
        </pc:spChg>
        <pc:spChg chg="mod topLvl">
          <ac:chgData name="MYUNG JIN" userId="89f3fa32ababedc4" providerId="LiveId" clId="{0E5E3668-7810-41AA-9622-0A8982CDCA96}" dt="2024-11-28T17:55:46.426" v="2533" actId="164"/>
          <ac:spMkLst>
            <pc:docMk/>
            <pc:sldMk cId="3418037567" sldId="321"/>
            <ac:spMk id="21" creationId="{846940C0-A25B-8996-6DB5-ECFB074C6263}"/>
          </ac:spMkLst>
        </pc:spChg>
        <pc:spChg chg="mod topLvl">
          <ac:chgData name="MYUNG JIN" userId="89f3fa32ababedc4" providerId="LiveId" clId="{0E5E3668-7810-41AA-9622-0A8982CDCA96}" dt="2024-11-28T17:55:46.426" v="2533" actId="164"/>
          <ac:spMkLst>
            <pc:docMk/>
            <pc:sldMk cId="3418037567" sldId="321"/>
            <ac:spMk id="22" creationId="{364CEB09-1A62-388E-AFE8-EF257C7EAA35}"/>
          </ac:spMkLst>
        </pc:spChg>
        <pc:spChg chg="del mod topLvl">
          <ac:chgData name="MYUNG JIN" userId="89f3fa32ababedc4" providerId="LiveId" clId="{0E5E3668-7810-41AA-9622-0A8982CDCA96}" dt="2024-11-28T17:54:33.355" v="2515" actId="478"/>
          <ac:spMkLst>
            <pc:docMk/>
            <pc:sldMk cId="3418037567" sldId="321"/>
            <ac:spMk id="23" creationId="{AC82DDCE-D4FC-09F0-A368-25CDA6AFD41E}"/>
          </ac:spMkLst>
        </pc:spChg>
        <pc:spChg chg="del mod topLvl">
          <ac:chgData name="MYUNG JIN" userId="89f3fa32ababedc4" providerId="LiveId" clId="{0E5E3668-7810-41AA-9622-0A8982CDCA96}" dt="2024-11-28T17:54:34.033" v="2516" actId="478"/>
          <ac:spMkLst>
            <pc:docMk/>
            <pc:sldMk cId="3418037567" sldId="321"/>
            <ac:spMk id="24" creationId="{FE82514B-E321-A746-7EF4-7DC37F889D95}"/>
          </ac:spMkLst>
        </pc:spChg>
        <pc:spChg chg="del mod topLvl">
          <ac:chgData name="MYUNG JIN" userId="89f3fa32ababedc4" providerId="LiveId" clId="{0E5E3668-7810-41AA-9622-0A8982CDCA96}" dt="2024-11-28T17:54:35.033" v="2517" actId="478"/>
          <ac:spMkLst>
            <pc:docMk/>
            <pc:sldMk cId="3418037567" sldId="321"/>
            <ac:spMk id="26" creationId="{E0CF350E-0035-0F09-72AC-10ABDA17D3DC}"/>
          </ac:spMkLst>
        </pc:spChg>
        <pc:spChg chg="del mod topLvl">
          <ac:chgData name="MYUNG JIN" userId="89f3fa32ababedc4" providerId="LiveId" clId="{0E5E3668-7810-41AA-9622-0A8982CDCA96}" dt="2024-11-28T17:54:44.360" v="2521" actId="478"/>
          <ac:spMkLst>
            <pc:docMk/>
            <pc:sldMk cId="3418037567" sldId="321"/>
            <ac:spMk id="30" creationId="{055C7381-53C5-A85F-331A-74B52E786C6B}"/>
          </ac:spMkLst>
        </pc:spChg>
        <pc:spChg chg="del mod topLvl">
          <ac:chgData name="MYUNG JIN" userId="89f3fa32ababedc4" providerId="LiveId" clId="{0E5E3668-7810-41AA-9622-0A8982CDCA96}" dt="2024-11-28T17:54:45.550" v="2522" actId="478"/>
          <ac:spMkLst>
            <pc:docMk/>
            <pc:sldMk cId="3418037567" sldId="321"/>
            <ac:spMk id="31" creationId="{6AEF2FBC-B94E-1F28-A9F1-B884C90E8348}"/>
          </ac:spMkLst>
        </pc:spChg>
        <pc:spChg chg="del mod topLvl">
          <ac:chgData name="MYUNG JIN" userId="89f3fa32ababedc4" providerId="LiveId" clId="{0E5E3668-7810-41AA-9622-0A8982CDCA96}" dt="2024-11-28T17:55:43.696" v="2532" actId="478"/>
          <ac:spMkLst>
            <pc:docMk/>
            <pc:sldMk cId="3418037567" sldId="321"/>
            <ac:spMk id="32" creationId="{73950984-5D84-6221-6257-32940E591BB3}"/>
          </ac:spMkLst>
        </pc:spChg>
        <pc:spChg chg="mod topLvl">
          <ac:chgData name="MYUNG JIN" userId="89f3fa32ababedc4" providerId="LiveId" clId="{0E5E3668-7810-41AA-9622-0A8982CDCA96}" dt="2024-11-28T17:55:46.426" v="2533" actId="164"/>
          <ac:spMkLst>
            <pc:docMk/>
            <pc:sldMk cId="3418037567" sldId="321"/>
            <ac:spMk id="33" creationId="{B990447A-24D9-A086-E87E-68E53852C9B6}"/>
          </ac:spMkLst>
        </pc:spChg>
        <pc:spChg chg="add mod">
          <ac:chgData name="MYUNG JIN" userId="89f3fa32ababedc4" providerId="LiveId" clId="{0E5E3668-7810-41AA-9622-0A8982CDCA96}" dt="2024-11-28T17:55:25.142" v="2525"/>
          <ac:spMkLst>
            <pc:docMk/>
            <pc:sldMk cId="3418037567" sldId="321"/>
            <ac:spMk id="35" creationId="{163FD06A-33AD-EAE0-A97E-366CF1DC5D4F}"/>
          </ac:spMkLst>
        </pc:spChg>
        <pc:spChg chg="mod">
          <ac:chgData name="MYUNG JIN" userId="89f3fa32ababedc4" providerId="LiveId" clId="{0E5E3668-7810-41AA-9622-0A8982CDCA96}" dt="2024-11-28T17:55:47.362" v="2534"/>
          <ac:spMkLst>
            <pc:docMk/>
            <pc:sldMk cId="3418037567" sldId="321"/>
            <ac:spMk id="39" creationId="{BE897071-3F1C-5672-ECBC-F3D5F9448991}"/>
          </ac:spMkLst>
        </pc:spChg>
        <pc:spChg chg="mod">
          <ac:chgData name="MYUNG JIN" userId="89f3fa32ababedc4" providerId="LiveId" clId="{0E5E3668-7810-41AA-9622-0A8982CDCA96}" dt="2024-11-28T17:55:47.362" v="2534"/>
          <ac:spMkLst>
            <pc:docMk/>
            <pc:sldMk cId="3418037567" sldId="321"/>
            <ac:spMk id="44" creationId="{DCDC1FD0-2FF8-24A8-4C5F-74A1A390C010}"/>
          </ac:spMkLst>
        </pc:spChg>
        <pc:spChg chg="mod">
          <ac:chgData name="MYUNG JIN" userId="89f3fa32ababedc4" providerId="LiveId" clId="{0E5E3668-7810-41AA-9622-0A8982CDCA96}" dt="2024-11-28T17:55:47.362" v="2534"/>
          <ac:spMkLst>
            <pc:docMk/>
            <pc:sldMk cId="3418037567" sldId="321"/>
            <ac:spMk id="45" creationId="{EE83398F-800B-4D86-AD9F-A5A386C78C19}"/>
          </ac:spMkLst>
        </pc:spChg>
        <pc:spChg chg="mod">
          <ac:chgData name="MYUNG JIN" userId="89f3fa32ababedc4" providerId="LiveId" clId="{0E5E3668-7810-41AA-9622-0A8982CDCA96}" dt="2024-11-28T17:55:47.362" v="2534"/>
          <ac:spMkLst>
            <pc:docMk/>
            <pc:sldMk cId="3418037567" sldId="321"/>
            <ac:spMk id="46" creationId="{B0CAE2F7-A8E5-529B-EAF5-A65F7AD61355}"/>
          </ac:spMkLst>
        </pc:spChg>
        <pc:spChg chg="mod">
          <ac:chgData name="MYUNG JIN" userId="89f3fa32ababedc4" providerId="LiveId" clId="{0E5E3668-7810-41AA-9622-0A8982CDCA96}" dt="2024-11-28T17:55:47.362" v="2534"/>
          <ac:spMkLst>
            <pc:docMk/>
            <pc:sldMk cId="3418037567" sldId="321"/>
            <ac:spMk id="47" creationId="{EE7CAF55-E6FF-67F9-F83D-FACF6709DA31}"/>
          </ac:spMkLst>
        </pc:spChg>
        <pc:spChg chg="mod">
          <ac:chgData name="MYUNG JIN" userId="89f3fa32ababedc4" providerId="LiveId" clId="{0E5E3668-7810-41AA-9622-0A8982CDCA96}" dt="2024-11-28T17:55:47.362" v="2534"/>
          <ac:spMkLst>
            <pc:docMk/>
            <pc:sldMk cId="3418037567" sldId="321"/>
            <ac:spMk id="49" creationId="{0DA150E1-562E-96B7-B1CC-CE80254C11E2}"/>
          </ac:spMkLst>
        </pc:spChg>
        <pc:spChg chg="add mod">
          <ac:chgData name="MYUNG JIN" userId="89f3fa32ababedc4" providerId="LiveId" clId="{0E5E3668-7810-41AA-9622-0A8982CDCA96}" dt="2024-11-28T18:01:00.036" v="2635" actId="164"/>
          <ac:spMkLst>
            <pc:docMk/>
            <pc:sldMk cId="3418037567" sldId="321"/>
            <ac:spMk id="51" creationId="{FB6F54A0-6B9B-7BA3-9378-C93702F19563}"/>
          </ac:spMkLst>
        </pc:spChg>
        <pc:spChg chg="add del mod">
          <ac:chgData name="MYUNG JIN" userId="89f3fa32ababedc4" providerId="LiveId" clId="{0E5E3668-7810-41AA-9622-0A8982CDCA96}" dt="2024-11-28T17:58:45.755" v="2584" actId="478"/>
          <ac:spMkLst>
            <pc:docMk/>
            <pc:sldMk cId="3418037567" sldId="321"/>
            <ac:spMk id="54" creationId="{011F93E2-471F-3576-1DB0-6C530AFE0027}"/>
          </ac:spMkLst>
        </pc:spChg>
        <pc:spChg chg="add mod">
          <ac:chgData name="MYUNG JIN" userId="89f3fa32ababedc4" providerId="LiveId" clId="{0E5E3668-7810-41AA-9622-0A8982CDCA96}" dt="2024-11-28T18:01:00.036" v="2635" actId="164"/>
          <ac:spMkLst>
            <pc:docMk/>
            <pc:sldMk cId="3418037567" sldId="321"/>
            <ac:spMk id="56" creationId="{9390CC63-3364-BF7B-CFFF-2CFF87727ABC}"/>
          </ac:spMkLst>
        </pc:spChg>
        <pc:spChg chg="add mod">
          <ac:chgData name="MYUNG JIN" userId="89f3fa32ababedc4" providerId="LiveId" clId="{0E5E3668-7810-41AA-9622-0A8982CDCA96}" dt="2024-11-28T18:00:54.486" v="2633" actId="164"/>
          <ac:spMkLst>
            <pc:docMk/>
            <pc:sldMk cId="3418037567" sldId="321"/>
            <ac:spMk id="57" creationId="{57D53C7C-4C7D-25E5-788B-4C3D0334A6B4}"/>
          </ac:spMkLst>
        </pc:spChg>
        <pc:spChg chg="add mod">
          <ac:chgData name="MYUNG JIN" userId="89f3fa32ababedc4" providerId="LiveId" clId="{0E5E3668-7810-41AA-9622-0A8982CDCA96}" dt="2024-11-28T18:00:54.486" v="2633" actId="164"/>
          <ac:spMkLst>
            <pc:docMk/>
            <pc:sldMk cId="3418037567" sldId="321"/>
            <ac:spMk id="58" creationId="{91BF3BDF-F5C4-724E-9369-7B840975AF10}"/>
          </ac:spMkLst>
        </pc:spChg>
        <pc:spChg chg="mod topLvl">
          <ac:chgData name="MYUNG JIN" userId="89f3fa32ababedc4" providerId="LiveId" clId="{0E5E3668-7810-41AA-9622-0A8982CDCA96}" dt="2024-11-28T18:04:02.936" v="2687" actId="164"/>
          <ac:spMkLst>
            <pc:docMk/>
            <pc:sldMk cId="3418037567" sldId="321"/>
            <ac:spMk id="63" creationId="{70ECA36E-E4A7-EE78-B13B-1B0502C58243}"/>
          </ac:spMkLst>
        </pc:spChg>
        <pc:spChg chg="mod topLvl">
          <ac:chgData name="MYUNG JIN" userId="89f3fa32ababedc4" providerId="LiveId" clId="{0E5E3668-7810-41AA-9622-0A8982CDCA96}" dt="2024-11-28T18:04:02.936" v="2687" actId="164"/>
          <ac:spMkLst>
            <pc:docMk/>
            <pc:sldMk cId="3418037567" sldId="321"/>
            <ac:spMk id="64" creationId="{3F26F21F-5709-0F68-08EA-5D43E4CC098F}"/>
          </ac:spMkLst>
        </pc:spChg>
        <pc:spChg chg="add mod ord">
          <ac:chgData name="MYUNG JIN" userId="89f3fa32ababedc4" providerId="LiveId" clId="{0E5E3668-7810-41AA-9622-0A8982CDCA96}" dt="2024-11-28T18:03:59.393" v="2686" actId="164"/>
          <ac:spMkLst>
            <pc:docMk/>
            <pc:sldMk cId="3418037567" sldId="321"/>
            <ac:spMk id="66" creationId="{CE9CF2CB-55E6-BF76-8E43-54EE7E972EAC}"/>
          </ac:spMkLst>
        </pc:spChg>
        <pc:grpChg chg="add del mod">
          <ac:chgData name="MYUNG JIN" userId="89f3fa32ababedc4" providerId="LiveId" clId="{0E5E3668-7810-41AA-9622-0A8982CDCA96}" dt="2024-11-28T18:01:47.564" v="2642" actId="165"/>
          <ac:grpSpMkLst>
            <pc:docMk/>
            <pc:sldMk cId="3418037567" sldId="321"/>
            <ac:grpSpMk id="7" creationId="{CFAA6BAC-0D7F-6D53-9D4F-9175E79A7397}"/>
          </ac:grpSpMkLst>
        </pc:grpChg>
        <pc:grpChg chg="add del mod">
          <ac:chgData name="MYUNG JIN" userId="89f3fa32ababedc4" providerId="LiveId" clId="{0E5E3668-7810-41AA-9622-0A8982CDCA96}" dt="2024-11-28T18:03:21.101" v="2677" actId="478"/>
          <ac:grpSpMkLst>
            <pc:docMk/>
            <pc:sldMk cId="3418037567" sldId="321"/>
            <ac:grpSpMk id="8" creationId="{7EB21CAB-C1B9-8E04-4258-A6A19BAC35AA}"/>
          </ac:grpSpMkLst>
        </pc:grpChg>
        <pc:grpChg chg="add mod">
          <ac:chgData name="MYUNG JIN" userId="89f3fa32ababedc4" providerId="LiveId" clId="{0E5E3668-7810-41AA-9622-0A8982CDCA96}" dt="2024-11-28T18:00:54.486" v="2633" actId="164"/>
          <ac:grpSpMkLst>
            <pc:docMk/>
            <pc:sldMk cId="3418037567" sldId="321"/>
            <ac:grpSpMk id="11" creationId="{3A219F84-CB72-F096-2E64-C756A28C004D}"/>
          </ac:grpSpMkLst>
        </pc:grpChg>
        <pc:grpChg chg="add del mod">
          <ac:chgData name="MYUNG JIN" userId="89f3fa32ababedc4" providerId="LiveId" clId="{0E5E3668-7810-41AA-9622-0A8982CDCA96}" dt="2024-11-28T17:54:30.495" v="2514" actId="165"/>
          <ac:grpSpMkLst>
            <pc:docMk/>
            <pc:sldMk cId="3418037567" sldId="321"/>
            <ac:grpSpMk id="13" creationId="{281C523A-7F6B-1F90-7AD2-1624E1CB4AE0}"/>
          </ac:grpSpMkLst>
        </pc:grpChg>
        <pc:grpChg chg="add del mod">
          <ac:chgData name="MYUNG JIN" userId="89f3fa32ababedc4" providerId="LiveId" clId="{0E5E3668-7810-41AA-9622-0A8982CDCA96}" dt="2024-11-28T17:55:51.156" v="2536" actId="478"/>
          <ac:grpSpMkLst>
            <pc:docMk/>
            <pc:sldMk cId="3418037567" sldId="321"/>
            <ac:grpSpMk id="37" creationId="{C0B4EAEC-72BA-E559-3D93-28FCAC268B6B}"/>
          </ac:grpSpMkLst>
        </pc:grpChg>
        <pc:grpChg chg="add mod">
          <ac:chgData name="MYUNG JIN" userId="89f3fa32ababedc4" providerId="LiveId" clId="{0E5E3668-7810-41AA-9622-0A8982CDCA96}" dt="2024-11-28T17:55:47.362" v="2534"/>
          <ac:grpSpMkLst>
            <pc:docMk/>
            <pc:sldMk cId="3418037567" sldId="321"/>
            <ac:grpSpMk id="38" creationId="{927397E3-3F4A-DAF1-C19C-8EC9D085C0EB}"/>
          </ac:grpSpMkLst>
        </pc:grpChg>
        <pc:grpChg chg="add mod">
          <ac:chgData name="MYUNG JIN" userId="89f3fa32ababedc4" providerId="LiveId" clId="{0E5E3668-7810-41AA-9622-0A8982CDCA96}" dt="2024-11-28T18:03:59.393" v="2686" actId="164"/>
          <ac:grpSpMkLst>
            <pc:docMk/>
            <pc:sldMk cId="3418037567" sldId="321"/>
            <ac:grpSpMk id="59" creationId="{654F8937-F235-1A0C-17F8-7A4D58FB19EE}"/>
          </ac:grpSpMkLst>
        </pc:grpChg>
        <pc:grpChg chg="add mod">
          <ac:chgData name="MYUNG JIN" userId="89f3fa32ababedc4" providerId="LiveId" clId="{0E5E3668-7810-41AA-9622-0A8982CDCA96}" dt="2024-11-28T18:01:01.814" v="2636" actId="1076"/>
          <ac:grpSpMkLst>
            <pc:docMk/>
            <pc:sldMk cId="3418037567" sldId="321"/>
            <ac:grpSpMk id="60" creationId="{A267E516-EBA7-81A9-C995-4B4B4029F816}"/>
          </ac:grpSpMkLst>
        </pc:grpChg>
        <pc:grpChg chg="add mod">
          <ac:chgData name="MYUNG JIN" userId="89f3fa32ababedc4" providerId="LiveId" clId="{0E5E3668-7810-41AA-9622-0A8982CDCA96}" dt="2024-11-28T18:02:46.998" v="2663" actId="1076"/>
          <ac:grpSpMkLst>
            <pc:docMk/>
            <pc:sldMk cId="3418037567" sldId="321"/>
            <ac:grpSpMk id="61" creationId="{1A9A87B0-E572-8102-FEDB-1B72E7535486}"/>
          </ac:grpSpMkLst>
        </pc:grpChg>
        <pc:grpChg chg="add del mod">
          <ac:chgData name="MYUNG JIN" userId="89f3fa32ababedc4" providerId="LiveId" clId="{0E5E3668-7810-41AA-9622-0A8982CDCA96}" dt="2024-11-28T18:03:27.373" v="2679" actId="165"/>
          <ac:grpSpMkLst>
            <pc:docMk/>
            <pc:sldMk cId="3418037567" sldId="321"/>
            <ac:grpSpMk id="62" creationId="{19BF888B-EA93-C5D3-64AE-EA01421C987D}"/>
          </ac:grpSpMkLst>
        </pc:grpChg>
        <pc:grpChg chg="add del mod">
          <ac:chgData name="MYUNG JIN" userId="89f3fa32ababedc4" providerId="LiveId" clId="{0E5E3668-7810-41AA-9622-0A8982CDCA96}" dt="2024-11-28T18:03:46.979" v="2683" actId="165"/>
          <ac:grpSpMkLst>
            <pc:docMk/>
            <pc:sldMk cId="3418037567" sldId="321"/>
            <ac:grpSpMk id="65" creationId="{D062C590-1D57-1731-4467-D224E3C8A784}"/>
          </ac:grpSpMkLst>
        </pc:grpChg>
        <pc:grpChg chg="add mod">
          <ac:chgData name="MYUNG JIN" userId="89f3fa32ababedc4" providerId="LiveId" clId="{0E5E3668-7810-41AA-9622-0A8982CDCA96}" dt="2024-11-28T18:03:59.393" v="2686" actId="164"/>
          <ac:grpSpMkLst>
            <pc:docMk/>
            <pc:sldMk cId="3418037567" sldId="321"/>
            <ac:grpSpMk id="67" creationId="{A48A3351-A719-D4A8-E0A6-1C1EFFCA832C}"/>
          </ac:grpSpMkLst>
        </pc:grpChg>
        <pc:grpChg chg="add mod">
          <ac:chgData name="MYUNG JIN" userId="89f3fa32ababedc4" providerId="LiveId" clId="{0E5E3668-7810-41AA-9622-0A8982CDCA96}" dt="2024-11-28T18:04:02.936" v="2687" actId="164"/>
          <ac:grpSpMkLst>
            <pc:docMk/>
            <pc:sldMk cId="3418037567" sldId="321"/>
            <ac:grpSpMk id="68" creationId="{80E42B07-9CE1-EE73-EEA2-BEDD38CDB568}"/>
          </ac:grpSpMkLst>
        </pc:grpChg>
        <pc:picChg chg="mod topLvl">
          <ac:chgData name="MYUNG JIN" userId="89f3fa32ababedc4" providerId="LiveId" clId="{0E5E3668-7810-41AA-9622-0A8982CDCA96}" dt="2024-11-28T17:55:46.426" v="2533" actId="164"/>
          <ac:picMkLst>
            <pc:docMk/>
            <pc:sldMk cId="3418037567" sldId="321"/>
            <ac:picMk id="17" creationId="{07E11689-746C-3A2C-DC23-796B92E29CD2}"/>
          </ac:picMkLst>
        </pc:picChg>
        <pc:picChg chg="add mod modCrop">
          <ac:chgData name="MYUNG JIN" userId="89f3fa32ababedc4" providerId="LiveId" clId="{0E5E3668-7810-41AA-9622-0A8982CDCA96}" dt="2024-11-28T17:55:34.763" v="2530" actId="732"/>
          <ac:picMkLst>
            <pc:docMk/>
            <pc:sldMk cId="3418037567" sldId="321"/>
            <ac:picMk id="36" creationId="{394BED22-032C-2285-7442-CDAED6A8CD37}"/>
          </ac:picMkLst>
        </pc:picChg>
        <pc:picChg chg="mod">
          <ac:chgData name="MYUNG JIN" userId="89f3fa32ababedc4" providerId="LiveId" clId="{0E5E3668-7810-41AA-9622-0A8982CDCA96}" dt="2024-11-28T17:55:47.362" v="2534"/>
          <ac:picMkLst>
            <pc:docMk/>
            <pc:sldMk cId="3418037567" sldId="321"/>
            <ac:picMk id="42" creationId="{00BFCFDA-E973-25C0-434E-ECE8988EEC81}"/>
          </ac:picMkLst>
        </pc:picChg>
        <pc:picChg chg="add mod modCrop">
          <ac:chgData name="MYUNG JIN" userId="89f3fa32ababedc4" providerId="LiveId" clId="{0E5E3668-7810-41AA-9622-0A8982CDCA96}" dt="2024-11-28T18:01:00.036" v="2635" actId="164"/>
          <ac:picMkLst>
            <pc:docMk/>
            <pc:sldMk cId="3418037567" sldId="321"/>
            <ac:picMk id="50" creationId="{753907E7-0202-A590-2FBF-F44775E4E2F1}"/>
          </ac:picMkLst>
        </pc:picChg>
        <pc:picChg chg="add del mod">
          <ac:chgData name="MYUNG JIN" userId="89f3fa32ababedc4" providerId="LiveId" clId="{0E5E3668-7810-41AA-9622-0A8982CDCA96}" dt="2024-11-28T17:58:14.146" v="2565" actId="478"/>
          <ac:picMkLst>
            <pc:docMk/>
            <pc:sldMk cId="3418037567" sldId="321"/>
            <ac:picMk id="53" creationId="{064C0B84-8324-64C8-976B-97B222FC5B86}"/>
          </ac:picMkLst>
        </pc:picChg>
        <pc:cxnChg chg="mod topLvl">
          <ac:chgData name="MYUNG JIN" userId="89f3fa32ababedc4" providerId="LiveId" clId="{0E5E3668-7810-41AA-9622-0A8982CDCA96}" dt="2024-11-28T17:55:46.426" v="2533" actId="164"/>
          <ac:cxnSpMkLst>
            <pc:docMk/>
            <pc:sldMk cId="3418037567" sldId="321"/>
            <ac:cxnSpMk id="15" creationId="{3A88D3D3-1F1C-3757-75F6-6D12C61BDC0B}"/>
          </ac:cxnSpMkLst>
        </pc:cxnChg>
        <pc:cxnChg chg="mod topLvl">
          <ac:chgData name="MYUNG JIN" userId="89f3fa32ababedc4" providerId="LiveId" clId="{0E5E3668-7810-41AA-9622-0A8982CDCA96}" dt="2024-11-28T17:55:46.426" v="2533" actId="164"/>
          <ac:cxnSpMkLst>
            <pc:docMk/>
            <pc:sldMk cId="3418037567" sldId="321"/>
            <ac:cxnSpMk id="16" creationId="{AE27D51C-5B98-A0EB-F01A-24CBDAFB50D6}"/>
          </ac:cxnSpMkLst>
        </pc:cxnChg>
        <pc:cxnChg chg="mod topLvl">
          <ac:chgData name="MYUNG JIN" userId="89f3fa32ababedc4" providerId="LiveId" clId="{0E5E3668-7810-41AA-9622-0A8982CDCA96}" dt="2024-11-28T17:55:51.156" v="2536" actId="478"/>
          <ac:cxnSpMkLst>
            <pc:docMk/>
            <pc:sldMk cId="3418037567" sldId="321"/>
            <ac:cxnSpMk id="18" creationId="{6A5EA35C-24DF-065A-2CD9-FB9168903426}"/>
          </ac:cxnSpMkLst>
        </pc:cxnChg>
        <pc:cxnChg chg="del mod topLvl">
          <ac:chgData name="MYUNG JIN" userId="89f3fa32ababedc4" providerId="LiveId" clId="{0E5E3668-7810-41AA-9622-0A8982CDCA96}" dt="2024-11-28T17:54:35.922" v="2518" actId="478"/>
          <ac:cxnSpMkLst>
            <pc:docMk/>
            <pc:sldMk cId="3418037567" sldId="321"/>
            <ac:cxnSpMk id="25" creationId="{7F625DB0-646A-7CA1-B400-53EDC4422EFE}"/>
          </ac:cxnSpMkLst>
        </pc:cxnChg>
        <pc:cxnChg chg="del mod topLvl">
          <ac:chgData name="MYUNG JIN" userId="89f3fa32ababedc4" providerId="LiveId" clId="{0E5E3668-7810-41AA-9622-0A8982CDCA96}" dt="2024-11-28T17:54:42.304" v="2520" actId="478"/>
          <ac:cxnSpMkLst>
            <pc:docMk/>
            <pc:sldMk cId="3418037567" sldId="321"/>
            <ac:cxnSpMk id="27" creationId="{5A3F66C2-6A07-5117-0458-20FE66D1403E}"/>
          </ac:cxnSpMkLst>
        </pc:cxnChg>
        <pc:cxnChg chg="del mod topLvl">
          <ac:chgData name="MYUNG JIN" userId="89f3fa32ababedc4" providerId="LiveId" clId="{0E5E3668-7810-41AA-9622-0A8982CDCA96}" dt="2024-11-28T17:55:42.020" v="2531" actId="478"/>
          <ac:cxnSpMkLst>
            <pc:docMk/>
            <pc:sldMk cId="3418037567" sldId="321"/>
            <ac:cxnSpMk id="28" creationId="{5D27BFE4-097A-4D30-9D59-95AFB68E964E}"/>
          </ac:cxnSpMkLst>
        </pc:cxnChg>
        <pc:cxnChg chg="mod topLvl">
          <ac:chgData name="MYUNG JIN" userId="89f3fa32ababedc4" providerId="LiveId" clId="{0E5E3668-7810-41AA-9622-0A8982CDCA96}" dt="2024-11-28T17:55:46.426" v="2533" actId="164"/>
          <ac:cxnSpMkLst>
            <pc:docMk/>
            <pc:sldMk cId="3418037567" sldId="321"/>
            <ac:cxnSpMk id="29" creationId="{90B80C38-CC5D-EBDE-3372-BC64557B8865}"/>
          </ac:cxnSpMkLst>
        </pc:cxnChg>
        <pc:cxnChg chg="del mod topLvl">
          <ac:chgData name="MYUNG JIN" userId="89f3fa32ababedc4" providerId="LiveId" clId="{0E5E3668-7810-41AA-9622-0A8982CDCA96}" dt="2024-11-28T17:54:39.211" v="2519" actId="478"/>
          <ac:cxnSpMkLst>
            <pc:docMk/>
            <pc:sldMk cId="3418037567" sldId="321"/>
            <ac:cxnSpMk id="34" creationId="{DE3F0C36-D3FE-B670-2BD2-B30BB40A8921}"/>
          </ac:cxnSpMkLst>
        </pc:cxnChg>
        <pc:cxnChg chg="mod">
          <ac:chgData name="MYUNG JIN" userId="89f3fa32ababedc4" providerId="LiveId" clId="{0E5E3668-7810-41AA-9622-0A8982CDCA96}" dt="2024-11-28T17:55:47.362" v="2534"/>
          <ac:cxnSpMkLst>
            <pc:docMk/>
            <pc:sldMk cId="3418037567" sldId="321"/>
            <ac:cxnSpMk id="40" creationId="{279287B7-440F-3E78-CB95-350C72FA6723}"/>
          </ac:cxnSpMkLst>
        </pc:cxnChg>
        <pc:cxnChg chg="mod">
          <ac:chgData name="MYUNG JIN" userId="89f3fa32ababedc4" providerId="LiveId" clId="{0E5E3668-7810-41AA-9622-0A8982CDCA96}" dt="2024-11-28T17:55:47.362" v="2534"/>
          <ac:cxnSpMkLst>
            <pc:docMk/>
            <pc:sldMk cId="3418037567" sldId="321"/>
            <ac:cxnSpMk id="41" creationId="{81420151-E01E-86CC-8F45-D824D2FD99CF}"/>
          </ac:cxnSpMkLst>
        </pc:cxnChg>
        <pc:cxnChg chg="mod">
          <ac:chgData name="MYUNG JIN" userId="89f3fa32ababedc4" providerId="LiveId" clId="{0E5E3668-7810-41AA-9622-0A8982CDCA96}" dt="2024-11-28T17:55:47.362" v="2534"/>
          <ac:cxnSpMkLst>
            <pc:docMk/>
            <pc:sldMk cId="3418037567" sldId="321"/>
            <ac:cxnSpMk id="43" creationId="{986F8CCA-D4C3-3C32-498B-DE7B03EA0937}"/>
          </ac:cxnSpMkLst>
        </pc:cxnChg>
        <pc:cxnChg chg="mod">
          <ac:chgData name="MYUNG JIN" userId="89f3fa32ababedc4" providerId="LiveId" clId="{0E5E3668-7810-41AA-9622-0A8982CDCA96}" dt="2024-11-28T17:55:47.362" v="2534"/>
          <ac:cxnSpMkLst>
            <pc:docMk/>
            <pc:sldMk cId="3418037567" sldId="321"/>
            <ac:cxnSpMk id="48" creationId="{E092191B-0FB4-7541-90D3-36FEE9332780}"/>
          </ac:cxnSpMkLst>
        </pc:cxnChg>
      </pc:sldChg>
      <pc:sldChg chg="addSp delSp modSp new mod">
        <pc:chgData name="MYUNG JIN" userId="89f3fa32ababedc4" providerId="LiveId" clId="{0E5E3668-7810-41AA-9622-0A8982CDCA96}" dt="2024-11-28T19:03:14.070" v="4310" actId="404"/>
        <pc:sldMkLst>
          <pc:docMk/>
          <pc:sldMk cId="2586342443" sldId="322"/>
        </pc:sldMkLst>
        <pc:spChg chg="mod">
          <ac:chgData name="MYUNG JIN" userId="89f3fa32ababedc4" providerId="LiveId" clId="{0E5E3668-7810-41AA-9622-0A8982CDCA96}" dt="2024-11-28T08:38:55.782" v="1852" actId="20577"/>
          <ac:spMkLst>
            <pc:docMk/>
            <pc:sldMk cId="2586342443" sldId="322"/>
            <ac:spMk id="2" creationId="{715E08CC-0DDA-E84A-CF4D-ABF9751B2D7A}"/>
          </ac:spMkLst>
        </pc:spChg>
        <pc:spChg chg="add mod">
          <ac:chgData name="MYUNG JIN" userId="89f3fa32ababedc4" providerId="LiveId" clId="{0E5E3668-7810-41AA-9622-0A8982CDCA96}" dt="2024-11-28T18:49:30.327" v="3958" actId="20577"/>
          <ac:spMkLst>
            <pc:docMk/>
            <pc:sldMk cId="2586342443" sldId="322"/>
            <ac:spMk id="3" creationId="{5BC2D87C-B3BE-0547-B1CB-F9ECAE4B4F5E}"/>
          </ac:spMkLst>
        </pc:spChg>
        <pc:spChg chg="add mod">
          <ac:chgData name="MYUNG JIN" userId="89f3fa32ababedc4" providerId="LiveId" clId="{0E5E3668-7810-41AA-9622-0A8982CDCA96}" dt="2024-11-28T18:50:17.621" v="3976" actId="1076"/>
          <ac:spMkLst>
            <pc:docMk/>
            <pc:sldMk cId="2586342443" sldId="322"/>
            <ac:spMk id="7" creationId="{84843572-AA4D-1DB3-011F-57FC49577348}"/>
          </ac:spMkLst>
        </pc:spChg>
        <pc:spChg chg="add mod">
          <ac:chgData name="MYUNG JIN" userId="89f3fa32ababedc4" providerId="LiveId" clId="{0E5E3668-7810-41AA-9622-0A8982CDCA96}" dt="2024-11-28T18:50:17.621" v="3976" actId="1076"/>
          <ac:spMkLst>
            <pc:docMk/>
            <pc:sldMk cId="2586342443" sldId="322"/>
            <ac:spMk id="8" creationId="{1FA16D0E-B6B2-F9EE-80E3-9099A1227002}"/>
          </ac:spMkLst>
        </pc:spChg>
        <pc:spChg chg="add mod">
          <ac:chgData name="MYUNG JIN" userId="89f3fa32ababedc4" providerId="LiveId" clId="{0E5E3668-7810-41AA-9622-0A8982CDCA96}" dt="2024-11-28T18:50:17.621" v="3976" actId="1076"/>
          <ac:spMkLst>
            <pc:docMk/>
            <pc:sldMk cId="2586342443" sldId="322"/>
            <ac:spMk id="9" creationId="{B071BA7F-D5F4-E19A-74B1-938946682353}"/>
          </ac:spMkLst>
        </pc:spChg>
        <pc:spChg chg="add mod">
          <ac:chgData name="MYUNG JIN" userId="89f3fa32ababedc4" providerId="LiveId" clId="{0E5E3668-7810-41AA-9622-0A8982CDCA96}" dt="2024-11-28T18:58:11.016" v="4044" actId="20577"/>
          <ac:spMkLst>
            <pc:docMk/>
            <pc:sldMk cId="2586342443" sldId="322"/>
            <ac:spMk id="10" creationId="{64CC7937-F787-A15E-DC62-669940D42B27}"/>
          </ac:spMkLst>
        </pc:spChg>
        <pc:spChg chg="add del mod">
          <ac:chgData name="MYUNG JIN" userId="89f3fa32ababedc4" providerId="LiveId" clId="{0E5E3668-7810-41AA-9622-0A8982CDCA96}" dt="2024-11-28T17:47:29.423" v="2344" actId="478"/>
          <ac:spMkLst>
            <pc:docMk/>
            <pc:sldMk cId="2586342443" sldId="322"/>
            <ac:spMk id="11" creationId="{D74FFFB4-59B1-F765-1FD9-24AE47C56108}"/>
          </ac:spMkLst>
        </pc:spChg>
        <pc:spChg chg="mod">
          <ac:chgData name="MYUNG JIN" userId="89f3fa32ababedc4" providerId="LiveId" clId="{0E5E3668-7810-41AA-9622-0A8982CDCA96}" dt="2024-11-28T18:21:26.679" v="3382"/>
          <ac:spMkLst>
            <pc:docMk/>
            <pc:sldMk cId="2586342443" sldId="322"/>
            <ac:spMk id="26" creationId="{1A7179D6-3461-EAD1-86E0-E6C14DA4E32A}"/>
          </ac:spMkLst>
        </pc:spChg>
        <pc:spChg chg="mod">
          <ac:chgData name="MYUNG JIN" userId="89f3fa32ababedc4" providerId="LiveId" clId="{0E5E3668-7810-41AA-9622-0A8982CDCA96}" dt="2024-11-28T18:21:26.679" v="3382"/>
          <ac:spMkLst>
            <pc:docMk/>
            <pc:sldMk cId="2586342443" sldId="322"/>
            <ac:spMk id="27" creationId="{BD644097-FE87-5894-D895-4902A389E9E3}"/>
          </ac:spMkLst>
        </pc:spChg>
        <pc:spChg chg="mod">
          <ac:chgData name="MYUNG JIN" userId="89f3fa32ababedc4" providerId="LiveId" clId="{0E5E3668-7810-41AA-9622-0A8982CDCA96}" dt="2024-11-28T18:21:26.679" v="3382"/>
          <ac:spMkLst>
            <pc:docMk/>
            <pc:sldMk cId="2586342443" sldId="322"/>
            <ac:spMk id="28" creationId="{142ECCD8-C27D-84B9-93EF-D8C8F06C577D}"/>
          </ac:spMkLst>
        </pc:spChg>
        <pc:spChg chg="add mod">
          <ac:chgData name="MYUNG JIN" userId="89f3fa32ababedc4" providerId="LiveId" clId="{0E5E3668-7810-41AA-9622-0A8982CDCA96}" dt="2024-11-28T18:56:24.333" v="3992" actId="1076"/>
          <ac:spMkLst>
            <pc:docMk/>
            <pc:sldMk cId="2586342443" sldId="322"/>
            <ac:spMk id="29" creationId="{DE101036-A982-92F7-DBBA-9288F3155F4F}"/>
          </ac:spMkLst>
        </pc:spChg>
        <pc:spChg chg="mod">
          <ac:chgData name="MYUNG JIN" userId="89f3fa32ababedc4" providerId="LiveId" clId="{0E5E3668-7810-41AA-9622-0A8982CDCA96}" dt="2024-11-28T18:23:07.338" v="3468" actId="1076"/>
          <ac:spMkLst>
            <pc:docMk/>
            <pc:sldMk cId="2586342443" sldId="322"/>
            <ac:spMk id="34" creationId="{1AEB62DD-9CA7-84E2-CB48-F602089CF1DA}"/>
          </ac:spMkLst>
        </pc:spChg>
        <pc:spChg chg="del mod">
          <ac:chgData name="MYUNG JIN" userId="89f3fa32ababedc4" providerId="LiveId" clId="{0E5E3668-7810-41AA-9622-0A8982CDCA96}" dt="2024-11-28T18:22:36.527" v="3444" actId="478"/>
          <ac:spMkLst>
            <pc:docMk/>
            <pc:sldMk cId="2586342443" sldId="322"/>
            <ac:spMk id="35" creationId="{3C94D16D-CDF1-A674-6F5F-A54D176EECFC}"/>
          </ac:spMkLst>
        </pc:spChg>
        <pc:spChg chg="mod">
          <ac:chgData name="MYUNG JIN" userId="89f3fa32ababedc4" providerId="LiveId" clId="{0E5E3668-7810-41AA-9622-0A8982CDCA96}" dt="2024-11-28T18:22:03.054" v="3419"/>
          <ac:spMkLst>
            <pc:docMk/>
            <pc:sldMk cId="2586342443" sldId="322"/>
            <ac:spMk id="36" creationId="{E21ED366-09E4-75F8-73E4-5E0AF3C45AD4}"/>
          </ac:spMkLst>
        </pc:spChg>
        <pc:spChg chg="del mod">
          <ac:chgData name="MYUNG JIN" userId="89f3fa32ababedc4" providerId="LiveId" clId="{0E5E3668-7810-41AA-9622-0A8982CDCA96}" dt="2024-11-28T18:22:06.254" v="3421" actId="478"/>
          <ac:spMkLst>
            <pc:docMk/>
            <pc:sldMk cId="2586342443" sldId="322"/>
            <ac:spMk id="38" creationId="{4BEB0E1D-66E6-0ED8-A065-3FBCFC209BE9}"/>
          </ac:spMkLst>
        </pc:spChg>
        <pc:spChg chg="mod">
          <ac:chgData name="MYUNG JIN" userId="89f3fa32ababedc4" providerId="LiveId" clId="{0E5E3668-7810-41AA-9622-0A8982CDCA96}" dt="2024-11-28T18:22:11.575" v="3423"/>
          <ac:spMkLst>
            <pc:docMk/>
            <pc:sldMk cId="2586342443" sldId="322"/>
            <ac:spMk id="45" creationId="{6824563D-31A6-7957-4A13-D916558353F3}"/>
          </ac:spMkLst>
        </pc:spChg>
        <pc:spChg chg="mod">
          <ac:chgData name="MYUNG JIN" userId="89f3fa32ababedc4" providerId="LiveId" clId="{0E5E3668-7810-41AA-9622-0A8982CDCA96}" dt="2024-11-28T18:22:11.575" v="3423"/>
          <ac:spMkLst>
            <pc:docMk/>
            <pc:sldMk cId="2586342443" sldId="322"/>
            <ac:spMk id="46" creationId="{F1FDDD0D-7B7A-E8E1-1169-3C2F7D7BB653}"/>
          </ac:spMkLst>
        </pc:spChg>
        <pc:spChg chg="mod">
          <ac:chgData name="MYUNG JIN" userId="89f3fa32ababedc4" providerId="LiveId" clId="{0E5E3668-7810-41AA-9622-0A8982CDCA96}" dt="2024-11-28T18:22:11.575" v="3423"/>
          <ac:spMkLst>
            <pc:docMk/>
            <pc:sldMk cId="2586342443" sldId="322"/>
            <ac:spMk id="47" creationId="{14F3A23A-505C-7974-E041-89C30EDBD452}"/>
          </ac:spMkLst>
        </pc:spChg>
        <pc:spChg chg="mod">
          <ac:chgData name="MYUNG JIN" userId="89f3fa32ababedc4" providerId="LiveId" clId="{0E5E3668-7810-41AA-9622-0A8982CDCA96}" dt="2024-11-28T18:23:09.730" v="3469"/>
          <ac:spMkLst>
            <pc:docMk/>
            <pc:sldMk cId="2586342443" sldId="322"/>
            <ac:spMk id="56" creationId="{01C09A9C-304B-14A2-EDDE-C3BAF693EE68}"/>
          </ac:spMkLst>
        </pc:spChg>
        <pc:spChg chg="mod">
          <ac:chgData name="MYUNG JIN" userId="89f3fa32ababedc4" providerId="LiveId" clId="{0E5E3668-7810-41AA-9622-0A8982CDCA96}" dt="2024-11-28T18:23:09.730" v="3469"/>
          <ac:spMkLst>
            <pc:docMk/>
            <pc:sldMk cId="2586342443" sldId="322"/>
            <ac:spMk id="57" creationId="{5F61C18A-7F3D-A702-395E-20B234FF172C}"/>
          </ac:spMkLst>
        </pc:spChg>
        <pc:spChg chg="add mod">
          <ac:chgData name="MYUNG JIN" userId="89f3fa32ababedc4" providerId="LiveId" clId="{0E5E3668-7810-41AA-9622-0A8982CDCA96}" dt="2024-11-28T19:03:14.070" v="4310" actId="404"/>
          <ac:spMkLst>
            <pc:docMk/>
            <pc:sldMk cId="2586342443" sldId="322"/>
            <ac:spMk id="64" creationId="{70E41CA0-D7BE-2201-D818-A0FEAD47CB7E}"/>
          </ac:spMkLst>
        </pc:spChg>
        <pc:spChg chg="add mod">
          <ac:chgData name="MYUNG JIN" userId="89f3fa32ababedc4" providerId="LiveId" clId="{0E5E3668-7810-41AA-9622-0A8982CDCA96}" dt="2024-11-28T18:57:42.183" v="4032" actId="1076"/>
          <ac:spMkLst>
            <pc:docMk/>
            <pc:sldMk cId="2586342443" sldId="322"/>
            <ac:spMk id="70" creationId="{7193A1E8-E8B6-570E-249E-9AB3F6BCB2AE}"/>
          </ac:spMkLst>
        </pc:spChg>
        <pc:spChg chg="add mod">
          <ac:chgData name="MYUNG JIN" userId="89f3fa32ababedc4" providerId="LiveId" clId="{0E5E3668-7810-41AA-9622-0A8982CDCA96}" dt="2024-11-28T18:57:44.959" v="4034" actId="20577"/>
          <ac:spMkLst>
            <pc:docMk/>
            <pc:sldMk cId="2586342443" sldId="322"/>
            <ac:spMk id="71" creationId="{32DA5B2C-7C10-324B-56EF-1466E933AC26}"/>
          </ac:spMkLst>
        </pc:spChg>
        <pc:spChg chg="add mod">
          <ac:chgData name="MYUNG JIN" userId="89f3fa32ababedc4" providerId="LiveId" clId="{0E5E3668-7810-41AA-9622-0A8982CDCA96}" dt="2024-11-28T18:58:21.349" v="4047" actId="1076"/>
          <ac:spMkLst>
            <pc:docMk/>
            <pc:sldMk cId="2586342443" sldId="322"/>
            <ac:spMk id="74" creationId="{4B3D5A61-6018-B99D-460A-3C118C613783}"/>
          </ac:spMkLst>
        </pc:spChg>
        <pc:grpChg chg="add mod">
          <ac:chgData name="MYUNG JIN" userId="89f3fa32ababedc4" providerId="LiveId" clId="{0E5E3668-7810-41AA-9622-0A8982CDCA96}" dt="2024-11-28T18:04:23.765" v="2692" actId="164"/>
          <ac:grpSpMkLst>
            <pc:docMk/>
            <pc:sldMk cId="2586342443" sldId="322"/>
            <ac:grpSpMk id="12" creationId="{594B3E32-0E41-7036-3119-A8CC20F24321}"/>
          </ac:grpSpMkLst>
        </pc:grpChg>
        <pc:grpChg chg="add mod">
          <ac:chgData name="MYUNG JIN" userId="89f3fa32ababedc4" providerId="LiveId" clId="{0E5E3668-7810-41AA-9622-0A8982CDCA96}" dt="2024-11-28T18:56:22.240" v="3991" actId="1076"/>
          <ac:grpSpMkLst>
            <pc:docMk/>
            <pc:sldMk cId="2586342443" sldId="322"/>
            <ac:grpSpMk id="13" creationId="{28579CBB-6D06-BF86-57D3-CC031FD05481}"/>
          </ac:grpSpMkLst>
        </pc:grpChg>
        <pc:grpChg chg="mod">
          <ac:chgData name="MYUNG JIN" userId="89f3fa32ababedc4" providerId="LiveId" clId="{0E5E3668-7810-41AA-9622-0A8982CDCA96}" dt="2024-11-28T18:21:26.679" v="3382"/>
          <ac:grpSpMkLst>
            <pc:docMk/>
            <pc:sldMk cId="2586342443" sldId="322"/>
            <ac:grpSpMk id="14" creationId="{CEA36434-6FCF-77F5-6BFA-1B3E13142521}"/>
          </ac:grpSpMkLst>
        </pc:grpChg>
        <pc:grpChg chg="add del mod">
          <ac:chgData name="MYUNG JIN" userId="89f3fa32ababedc4" providerId="LiveId" clId="{0E5E3668-7810-41AA-9622-0A8982CDCA96}" dt="2024-11-28T18:23:16.150" v="3473" actId="478"/>
          <ac:grpSpMkLst>
            <pc:docMk/>
            <pc:sldMk cId="2586342443" sldId="322"/>
            <ac:grpSpMk id="30" creationId="{8E5B5471-9272-8D38-0A5D-F852F74C53FC}"/>
          </ac:grpSpMkLst>
        </pc:grpChg>
        <pc:grpChg chg="mod">
          <ac:chgData name="MYUNG JIN" userId="89f3fa32ababedc4" providerId="LiveId" clId="{0E5E3668-7810-41AA-9622-0A8982CDCA96}" dt="2024-11-28T18:22:03.054" v="3419"/>
          <ac:grpSpMkLst>
            <pc:docMk/>
            <pc:sldMk cId="2586342443" sldId="322"/>
            <ac:grpSpMk id="31" creationId="{78E72BBD-7ECA-51D7-1E1C-796D6261E619}"/>
          </ac:grpSpMkLst>
        </pc:grpChg>
        <pc:grpChg chg="add mod">
          <ac:chgData name="MYUNG JIN" userId="89f3fa32ababedc4" providerId="LiveId" clId="{0E5E3668-7810-41AA-9622-0A8982CDCA96}" dt="2024-11-28T18:22:11.575" v="3423"/>
          <ac:grpSpMkLst>
            <pc:docMk/>
            <pc:sldMk cId="2586342443" sldId="322"/>
            <ac:grpSpMk id="41" creationId="{6593E30B-A14F-3152-93C1-DC47505E329A}"/>
          </ac:grpSpMkLst>
        </pc:grpChg>
        <pc:grpChg chg="mod">
          <ac:chgData name="MYUNG JIN" userId="89f3fa32ababedc4" providerId="LiveId" clId="{0E5E3668-7810-41AA-9622-0A8982CDCA96}" dt="2024-11-28T18:22:11.575" v="3423"/>
          <ac:grpSpMkLst>
            <pc:docMk/>
            <pc:sldMk cId="2586342443" sldId="322"/>
            <ac:grpSpMk id="42" creationId="{6780F18A-95C0-CA11-C179-76AAAF692047}"/>
          </ac:grpSpMkLst>
        </pc:grpChg>
        <pc:grpChg chg="add mod">
          <ac:chgData name="MYUNG JIN" userId="89f3fa32ababedc4" providerId="LiveId" clId="{0E5E3668-7810-41AA-9622-0A8982CDCA96}" dt="2024-11-28T18:23:09.730" v="3469"/>
          <ac:grpSpMkLst>
            <pc:docMk/>
            <pc:sldMk cId="2586342443" sldId="322"/>
            <ac:grpSpMk id="53" creationId="{9EF26F65-D027-CB5E-18AC-04CEA1FC27F0}"/>
          </ac:grpSpMkLst>
        </pc:grpChg>
        <pc:grpChg chg="mod">
          <ac:chgData name="MYUNG JIN" userId="89f3fa32ababedc4" providerId="LiveId" clId="{0E5E3668-7810-41AA-9622-0A8982CDCA96}" dt="2024-11-28T18:23:09.730" v="3469"/>
          <ac:grpSpMkLst>
            <pc:docMk/>
            <pc:sldMk cId="2586342443" sldId="322"/>
            <ac:grpSpMk id="54" creationId="{85B7C1E7-49C8-B814-9D08-C0122A477819}"/>
          </ac:grpSpMkLst>
        </pc:grpChg>
        <pc:graphicFrameChg chg="add mod">
          <ac:chgData name="MYUNG JIN" userId="89f3fa32ababedc4" providerId="LiveId" clId="{0E5E3668-7810-41AA-9622-0A8982CDCA96}" dt="2024-11-28T18:50:17.621" v="3976" actId="1076"/>
          <ac:graphicFrameMkLst>
            <pc:docMk/>
            <pc:sldMk cId="2586342443" sldId="322"/>
            <ac:graphicFrameMk id="4" creationId="{78E233D7-1535-11A8-48B5-AE50B8CC8BA7}"/>
          </ac:graphicFrameMkLst>
        </pc:graphicFrameChg>
        <pc:graphicFrameChg chg="add mod">
          <ac:chgData name="MYUNG JIN" userId="89f3fa32ababedc4" providerId="LiveId" clId="{0E5E3668-7810-41AA-9622-0A8982CDCA96}" dt="2024-11-28T18:50:17.621" v="3976" actId="1076"/>
          <ac:graphicFrameMkLst>
            <pc:docMk/>
            <pc:sldMk cId="2586342443" sldId="322"/>
            <ac:graphicFrameMk id="5" creationId="{CBE2BBF7-59E1-3B1E-767F-F30BC08E22B2}"/>
          </ac:graphicFrameMkLst>
        </pc:graphicFrameChg>
        <pc:graphicFrameChg chg="add mod">
          <ac:chgData name="MYUNG JIN" userId="89f3fa32ababedc4" providerId="LiveId" clId="{0E5E3668-7810-41AA-9622-0A8982CDCA96}" dt="2024-11-28T18:50:17.621" v="3976" actId="1076"/>
          <ac:graphicFrameMkLst>
            <pc:docMk/>
            <pc:sldMk cId="2586342443" sldId="322"/>
            <ac:graphicFrameMk id="6" creationId="{20D6455C-B1CC-72C7-642B-A413EDB9E9D5}"/>
          </ac:graphicFrameMkLst>
        </pc:graphicFrameChg>
        <pc:graphicFrameChg chg="add del mod">
          <ac:chgData name="MYUNG JIN" userId="89f3fa32ababedc4" providerId="LiveId" clId="{0E5E3668-7810-41AA-9622-0A8982CDCA96}" dt="2024-11-28T18:56:47.221" v="4000" actId="478"/>
          <ac:graphicFrameMkLst>
            <pc:docMk/>
            <pc:sldMk cId="2586342443" sldId="322"/>
            <ac:graphicFrameMk id="65" creationId="{7D2C658F-3D3C-31F0-23AE-445C53350BB1}"/>
          </ac:graphicFrameMkLst>
        </pc:graphicFrameChg>
        <pc:graphicFrameChg chg="add mod">
          <ac:chgData name="MYUNG JIN" userId="89f3fa32ababedc4" providerId="LiveId" clId="{0E5E3668-7810-41AA-9622-0A8982CDCA96}" dt="2024-11-28T18:57:34.983" v="4029" actId="1076"/>
          <ac:graphicFrameMkLst>
            <pc:docMk/>
            <pc:sldMk cId="2586342443" sldId="322"/>
            <ac:graphicFrameMk id="66" creationId="{031A3D82-1B3D-7F9E-82D9-B2A4F4F15F36}"/>
          </ac:graphicFrameMkLst>
        </pc:graphicFrameChg>
        <pc:picChg chg="mod">
          <ac:chgData name="MYUNG JIN" userId="89f3fa32ababedc4" providerId="LiveId" clId="{0E5E3668-7810-41AA-9622-0A8982CDCA96}" dt="2024-11-28T18:21:26.679" v="3382"/>
          <ac:picMkLst>
            <pc:docMk/>
            <pc:sldMk cId="2586342443" sldId="322"/>
            <ac:picMk id="15" creationId="{D3C5735D-3509-3E98-B240-B931ADF4D5B1}"/>
          </ac:picMkLst>
        </pc:picChg>
        <pc:picChg chg="mod">
          <ac:chgData name="MYUNG JIN" userId="89f3fa32ababedc4" providerId="LiveId" clId="{0E5E3668-7810-41AA-9622-0A8982CDCA96}" dt="2024-11-28T18:21:26.679" v="3382"/>
          <ac:picMkLst>
            <pc:docMk/>
            <pc:sldMk cId="2586342443" sldId="322"/>
            <ac:picMk id="16" creationId="{DB033323-39D7-669F-A3B4-409F0049515A}"/>
          </ac:picMkLst>
        </pc:picChg>
        <pc:picChg chg="mod">
          <ac:chgData name="MYUNG JIN" userId="89f3fa32ababedc4" providerId="LiveId" clId="{0E5E3668-7810-41AA-9622-0A8982CDCA96}" dt="2024-11-28T18:21:26.679" v="3382"/>
          <ac:picMkLst>
            <pc:docMk/>
            <pc:sldMk cId="2586342443" sldId="322"/>
            <ac:picMk id="17" creationId="{EC8A4EA7-AF00-DD8A-C431-BCC74403747C}"/>
          </ac:picMkLst>
        </pc:picChg>
        <pc:picChg chg="add del mod">
          <ac:chgData name="MYUNG JIN" userId="89f3fa32ababedc4" providerId="LiveId" clId="{0E5E3668-7810-41AA-9622-0A8982CDCA96}" dt="2024-11-28T18:22:25.869" v="3439" actId="478"/>
          <ac:picMkLst>
            <pc:docMk/>
            <pc:sldMk cId="2586342443" sldId="322"/>
            <ac:picMk id="51" creationId="{8F471241-106C-6AD9-A1D2-6151DA0D2904}"/>
          </ac:picMkLst>
        </pc:picChg>
        <pc:picChg chg="add mod">
          <ac:chgData name="MYUNG JIN" userId="89f3fa32ababedc4" providerId="LiveId" clId="{0E5E3668-7810-41AA-9622-0A8982CDCA96}" dt="2024-11-28T18:58:02.869" v="4041" actId="1076"/>
          <ac:picMkLst>
            <pc:docMk/>
            <pc:sldMk cId="2586342443" sldId="322"/>
            <ac:picMk id="61" creationId="{2F177FC2-C2BE-7C2F-B1EB-C84133B17C8D}"/>
          </ac:picMkLst>
        </pc:pic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18" creationId="{1C1E0230-86C1-9CFC-B3D1-B00A87675ED2}"/>
          </ac:cxnSpMkLst>
        </pc:cxn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19" creationId="{530E3B41-E99F-8F2A-4943-A9C52F976ED4}"/>
          </ac:cxnSpMkLst>
        </pc:cxn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20" creationId="{2FBFBFA6-BE53-4B29-F85A-0AD5D3DDA980}"/>
          </ac:cxnSpMkLst>
        </pc:cxn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21" creationId="{1DF728EC-F421-EAF2-A032-80362DAA6190}"/>
          </ac:cxnSpMkLst>
        </pc:cxn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22" creationId="{37B0D031-3FD5-8867-CE36-84DEC9CDFAB7}"/>
          </ac:cxnSpMkLst>
        </pc:cxn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23" creationId="{B3452CB7-1C48-7D1F-5171-526E80A6585F}"/>
          </ac:cxnSpMkLst>
        </pc:cxn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24" creationId="{FBF64019-38C6-201F-12E8-DD392556FE52}"/>
          </ac:cxnSpMkLst>
        </pc:cxnChg>
        <pc:cxnChg chg="mod">
          <ac:chgData name="MYUNG JIN" userId="89f3fa32ababedc4" providerId="LiveId" clId="{0E5E3668-7810-41AA-9622-0A8982CDCA96}" dt="2024-11-28T18:21:26.679" v="3382"/>
          <ac:cxnSpMkLst>
            <pc:docMk/>
            <pc:sldMk cId="2586342443" sldId="322"/>
            <ac:cxnSpMk id="25" creationId="{CAA065E7-0B9C-A41F-26D3-B6D06B21D199}"/>
          </ac:cxnSpMkLst>
        </pc:cxnChg>
        <pc:cxnChg chg="del mod">
          <ac:chgData name="MYUNG JIN" userId="89f3fa32ababedc4" providerId="LiveId" clId="{0E5E3668-7810-41AA-9622-0A8982CDCA96}" dt="2024-11-28T18:22:40.092" v="3445" actId="478"/>
          <ac:cxnSpMkLst>
            <pc:docMk/>
            <pc:sldMk cId="2586342443" sldId="322"/>
            <ac:cxnSpMk id="32" creationId="{322C8EF4-2E4D-3FB7-9FBC-CB656B05A336}"/>
          </ac:cxnSpMkLst>
        </pc:cxnChg>
        <pc:cxnChg chg="mod">
          <ac:chgData name="MYUNG JIN" userId="89f3fa32ababedc4" providerId="LiveId" clId="{0E5E3668-7810-41AA-9622-0A8982CDCA96}" dt="2024-11-28T18:22:47.702" v="3447" actId="14100"/>
          <ac:cxnSpMkLst>
            <pc:docMk/>
            <pc:sldMk cId="2586342443" sldId="322"/>
            <ac:cxnSpMk id="33" creationId="{AF843B88-ABA4-5A8F-ADFB-E098AD9C0C24}"/>
          </ac:cxnSpMkLst>
        </pc:cxnChg>
        <pc:cxnChg chg="mod">
          <ac:chgData name="MYUNG JIN" userId="89f3fa32ababedc4" providerId="LiveId" clId="{0E5E3668-7810-41AA-9622-0A8982CDCA96}" dt="2024-11-28T18:22:34.298" v="3443" actId="1076"/>
          <ac:cxnSpMkLst>
            <pc:docMk/>
            <pc:sldMk cId="2586342443" sldId="322"/>
            <ac:cxnSpMk id="37" creationId="{F0531903-9DA0-7A25-1B12-389A24CDB755}"/>
          </ac:cxnSpMkLst>
        </pc:cxnChg>
        <pc:cxnChg chg="mod">
          <ac:chgData name="MYUNG JIN" userId="89f3fa32ababedc4" providerId="LiveId" clId="{0E5E3668-7810-41AA-9622-0A8982CDCA96}" dt="2024-11-28T18:23:16.150" v="3473" actId="478"/>
          <ac:cxnSpMkLst>
            <pc:docMk/>
            <pc:sldMk cId="2586342443" sldId="322"/>
            <ac:cxnSpMk id="39" creationId="{5346E369-0544-8F39-A76D-0336803A4CF0}"/>
          </ac:cxnSpMkLst>
        </pc:cxnChg>
        <pc:cxnChg chg="mod">
          <ac:chgData name="MYUNG JIN" userId="89f3fa32ababedc4" providerId="LiveId" clId="{0E5E3668-7810-41AA-9622-0A8982CDCA96}" dt="2024-11-28T18:23:16.150" v="3473" actId="478"/>
          <ac:cxnSpMkLst>
            <pc:docMk/>
            <pc:sldMk cId="2586342443" sldId="322"/>
            <ac:cxnSpMk id="40" creationId="{21F2FC17-3D8D-2352-9280-BFABC0CC082E}"/>
          </ac:cxnSpMkLst>
        </pc:cxnChg>
        <pc:cxnChg chg="mod">
          <ac:chgData name="MYUNG JIN" userId="89f3fa32ababedc4" providerId="LiveId" clId="{0E5E3668-7810-41AA-9622-0A8982CDCA96}" dt="2024-11-28T18:22:11.575" v="3423"/>
          <ac:cxnSpMkLst>
            <pc:docMk/>
            <pc:sldMk cId="2586342443" sldId="322"/>
            <ac:cxnSpMk id="43" creationId="{53F333A8-40DF-5CBE-09A3-08175EC88A59}"/>
          </ac:cxnSpMkLst>
        </pc:cxnChg>
        <pc:cxnChg chg="mod">
          <ac:chgData name="MYUNG JIN" userId="89f3fa32ababedc4" providerId="LiveId" clId="{0E5E3668-7810-41AA-9622-0A8982CDCA96}" dt="2024-11-28T18:22:11.575" v="3423"/>
          <ac:cxnSpMkLst>
            <pc:docMk/>
            <pc:sldMk cId="2586342443" sldId="322"/>
            <ac:cxnSpMk id="44" creationId="{28208DF7-EA12-62E4-CA37-E6993CB1D376}"/>
          </ac:cxnSpMkLst>
        </pc:cxnChg>
        <pc:cxnChg chg="mod">
          <ac:chgData name="MYUNG JIN" userId="89f3fa32ababedc4" providerId="LiveId" clId="{0E5E3668-7810-41AA-9622-0A8982CDCA96}" dt="2024-11-28T18:22:11.575" v="3423"/>
          <ac:cxnSpMkLst>
            <pc:docMk/>
            <pc:sldMk cId="2586342443" sldId="322"/>
            <ac:cxnSpMk id="48" creationId="{759CCE1C-4C0C-0254-387A-9BAC4FA8EEFF}"/>
          </ac:cxnSpMkLst>
        </pc:cxnChg>
        <pc:cxnChg chg="mod">
          <ac:chgData name="MYUNG JIN" userId="89f3fa32ababedc4" providerId="LiveId" clId="{0E5E3668-7810-41AA-9622-0A8982CDCA96}" dt="2024-11-28T18:22:11.575" v="3423"/>
          <ac:cxnSpMkLst>
            <pc:docMk/>
            <pc:sldMk cId="2586342443" sldId="322"/>
            <ac:cxnSpMk id="49" creationId="{0F15A1D8-EF38-5428-B7B3-8DC2A3AB1BD0}"/>
          </ac:cxnSpMkLst>
        </pc:cxnChg>
        <pc:cxnChg chg="mod">
          <ac:chgData name="MYUNG JIN" userId="89f3fa32ababedc4" providerId="LiveId" clId="{0E5E3668-7810-41AA-9622-0A8982CDCA96}" dt="2024-11-28T18:22:11.575" v="3423"/>
          <ac:cxnSpMkLst>
            <pc:docMk/>
            <pc:sldMk cId="2586342443" sldId="322"/>
            <ac:cxnSpMk id="50" creationId="{2FBE79A1-56D3-94AE-0F25-FB913961B336}"/>
          </ac:cxnSpMkLst>
        </pc:cxnChg>
        <pc:cxnChg chg="mod">
          <ac:chgData name="MYUNG JIN" userId="89f3fa32ababedc4" providerId="LiveId" clId="{0E5E3668-7810-41AA-9622-0A8982CDCA96}" dt="2024-11-28T18:23:09.730" v="3469"/>
          <ac:cxnSpMkLst>
            <pc:docMk/>
            <pc:sldMk cId="2586342443" sldId="322"/>
            <ac:cxnSpMk id="55" creationId="{9507FA31-A488-04DB-4E34-8EB63E636F5A}"/>
          </ac:cxnSpMkLst>
        </pc:cxnChg>
        <pc:cxnChg chg="mod">
          <ac:chgData name="MYUNG JIN" userId="89f3fa32ababedc4" providerId="LiveId" clId="{0E5E3668-7810-41AA-9622-0A8982CDCA96}" dt="2024-11-28T18:23:09.730" v="3469"/>
          <ac:cxnSpMkLst>
            <pc:docMk/>
            <pc:sldMk cId="2586342443" sldId="322"/>
            <ac:cxnSpMk id="58" creationId="{59E1021A-C5FD-5084-145B-12F6C6BF303A}"/>
          </ac:cxnSpMkLst>
        </pc:cxnChg>
        <pc:cxnChg chg="mod">
          <ac:chgData name="MYUNG JIN" userId="89f3fa32ababedc4" providerId="LiveId" clId="{0E5E3668-7810-41AA-9622-0A8982CDCA96}" dt="2024-11-28T18:23:09.730" v="3469"/>
          <ac:cxnSpMkLst>
            <pc:docMk/>
            <pc:sldMk cId="2586342443" sldId="322"/>
            <ac:cxnSpMk id="59" creationId="{8BA354FF-BDB0-B933-88B5-50128E064BD5}"/>
          </ac:cxnSpMkLst>
        </pc:cxnChg>
        <pc:cxnChg chg="mod">
          <ac:chgData name="MYUNG JIN" userId="89f3fa32ababedc4" providerId="LiveId" clId="{0E5E3668-7810-41AA-9622-0A8982CDCA96}" dt="2024-11-28T18:23:09.730" v="3469"/>
          <ac:cxnSpMkLst>
            <pc:docMk/>
            <pc:sldMk cId="2586342443" sldId="322"/>
            <ac:cxnSpMk id="60" creationId="{4729A519-97F0-0DFC-48FC-46FEBF640DCF}"/>
          </ac:cxnSpMkLst>
        </pc:cxnChg>
        <pc:cxnChg chg="add mod">
          <ac:chgData name="MYUNG JIN" userId="89f3fa32ababedc4" providerId="LiveId" clId="{0E5E3668-7810-41AA-9622-0A8982CDCA96}" dt="2024-11-28T18:57:54.290" v="4037" actId="1076"/>
          <ac:cxnSpMkLst>
            <pc:docMk/>
            <pc:sldMk cId="2586342443" sldId="322"/>
            <ac:cxnSpMk id="63" creationId="{E3A5A307-5E9D-7172-F6E3-48C53163AA3B}"/>
          </ac:cxnSpMkLst>
        </pc:cxnChg>
        <pc:cxnChg chg="add mod">
          <ac:chgData name="MYUNG JIN" userId="89f3fa32ababedc4" providerId="LiveId" clId="{0E5E3668-7810-41AA-9622-0A8982CDCA96}" dt="2024-11-28T18:57:11.969" v="4008" actId="1582"/>
          <ac:cxnSpMkLst>
            <pc:docMk/>
            <pc:sldMk cId="2586342443" sldId="322"/>
            <ac:cxnSpMk id="68" creationId="{DAE876BB-0390-34FD-83CC-76D78037EE01}"/>
          </ac:cxnSpMkLst>
        </pc:cxnChg>
      </pc:sldChg>
      <pc:sldChg chg="addSp modSp new mod">
        <pc:chgData name="MYUNG JIN" userId="89f3fa32ababedc4" providerId="LiveId" clId="{0E5E3668-7810-41AA-9622-0A8982CDCA96}" dt="2024-11-28T18:46:31.509" v="3859"/>
        <pc:sldMkLst>
          <pc:docMk/>
          <pc:sldMk cId="514170786" sldId="323"/>
        </pc:sldMkLst>
        <pc:spChg chg="mod">
          <ac:chgData name="MYUNG JIN" userId="89f3fa32ababedc4" providerId="LiveId" clId="{0E5E3668-7810-41AA-9622-0A8982CDCA96}" dt="2024-11-28T08:39:21.694" v="1931" actId="20577"/>
          <ac:spMkLst>
            <pc:docMk/>
            <pc:sldMk cId="514170786" sldId="323"/>
            <ac:spMk id="2" creationId="{ABD9B393-F4B0-4C95-B4C1-16BA948D0463}"/>
          </ac:spMkLst>
        </pc:spChg>
        <pc:spChg chg="add mod">
          <ac:chgData name="MYUNG JIN" userId="89f3fa32ababedc4" providerId="LiveId" clId="{0E5E3668-7810-41AA-9622-0A8982CDCA96}" dt="2024-11-28T18:34:02.316" v="3539" actId="1076"/>
          <ac:spMkLst>
            <pc:docMk/>
            <pc:sldMk cId="514170786" sldId="323"/>
            <ac:spMk id="5" creationId="{64CDCE0D-1A8A-07C0-5560-26CB457124B8}"/>
          </ac:spMkLst>
        </pc:spChg>
        <pc:spChg chg="add mod">
          <ac:chgData name="MYUNG JIN" userId="89f3fa32ababedc4" providerId="LiveId" clId="{0E5E3668-7810-41AA-9622-0A8982CDCA96}" dt="2024-11-28T18:34:02.316" v="3539" actId="1076"/>
          <ac:spMkLst>
            <pc:docMk/>
            <pc:sldMk cId="514170786" sldId="323"/>
            <ac:spMk id="6" creationId="{1AD1A354-DFAB-9175-D7FF-99648E237911}"/>
          </ac:spMkLst>
        </pc:spChg>
        <pc:spChg chg="add mod">
          <ac:chgData name="MYUNG JIN" userId="89f3fa32ababedc4" providerId="LiveId" clId="{0E5E3668-7810-41AA-9622-0A8982CDCA96}" dt="2024-11-28T18:34:06.506" v="3541" actId="1076"/>
          <ac:spMkLst>
            <pc:docMk/>
            <pc:sldMk cId="514170786" sldId="323"/>
            <ac:spMk id="7" creationId="{19CBD714-C831-38D4-64A9-1AF417C3FD30}"/>
          </ac:spMkLst>
        </pc:spChg>
        <pc:spChg chg="mod">
          <ac:chgData name="MYUNG JIN" userId="89f3fa32ababedc4" providerId="LiveId" clId="{0E5E3668-7810-41AA-9622-0A8982CDCA96}" dt="2024-11-28T18:46:31.509" v="3859"/>
          <ac:spMkLst>
            <pc:docMk/>
            <pc:sldMk cId="514170786" sldId="323"/>
            <ac:spMk id="23" creationId="{D3E45CFA-EB35-4A3B-7E57-1DA4200815B4}"/>
          </ac:spMkLst>
        </pc:spChg>
        <pc:spChg chg="mod">
          <ac:chgData name="MYUNG JIN" userId="89f3fa32ababedc4" providerId="LiveId" clId="{0E5E3668-7810-41AA-9622-0A8982CDCA96}" dt="2024-11-28T18:46:31.509" v="3859"/>
          <ac:spMkLst>
            <pc:docMk/>
            <pc:sldMk cId="514170786" sldId="323"/>
            <ac:spMk id="24" creationId="{AA2F533B-F72D-43C3-1676-3CCD09FDC175}"/>
          </ac:spMkLst>
        </pc:spChg>
        <pc:spChg chg="mod">
          <ac:chgData name="MYUNG JIN" userId="89f3fa32ababedc4" providerId="LiveId" clId="{0E5E3668-7810-41AA-9622-0A8982CDCA96}" dt="2024-11-28T18:46:31.509" v="3859"/>
          <ac:spMkLst>
            <pc:docMk/>
            <pc:sldMk cId="514170786" sldId="323"/>
            <ac:spMk id="25" creationId="{07A28A03-AF15-1324-50F1-A1F35F63A7F9}"/>
          </ac:spMkLst>
        </pc:spChg>
        <pc:grpChg chg="add mod">
          <ac:chgData name="MYUNG JIN" userId="89f3fa32ababedc4" providerId="LiveId" clId="{0E5E3668-7810-41AA-9622-0A8982CDCA96}" dt="2024-11-28T18:46:31.509" v="3859"/>
          <ac:grpSpMkLst>
            <pc:docMk/>
            <pc:sldMk cId="514170786" sldId="323"/>
            <ac:grpSpMk id="10" creationId="{3E915110-20BC-1463-2627-9410126E759A}"/>
          </ac:grpSpMkLst>
        </pc:grpChg>
        <pc:grpChg chg="mod">
          <ac:chgData name="MYUNG JIN" userId="89f3fa32ababedc4" providerId="LiveId" clId="{0E5E3668-7810-41AA-9622-0A8982CDCA96}" dt="2024-11-28T18:46:31.509" v="3859"/>
          <ac:grpSpMkLst>
            <pc:docMk/>
            <pc:sldMk cId="514170786" sldId="323"/>
            <ac:grpSpMk id="11" creationId="{D93C828F-DCDE-20D3-9F02-4F3B3ECF5F75}"/>
          </ac:grpSpMkLst>
        </pc:grpChg>
        <pc:graphicFrameChg chg="add mod">
          <ac:chgData name="MYUNG JIN" userId="89f3fa32ababedc4" providerId="LiveId" clId="{0E5E3668-7810-41AA-9622-0A8982CDCA96}" dt="2024-11-28T18:04:17.470" v="2690" actId="1076"/>
          <ac:graphicFrameMkLst>
            <pc:docMk/>
            <pc:sldMk cId="514170786" sldId="323"/>
            <ac:graphicFrameMk id="3" creationId="{C8F5CB13-639F-13E9-54F6-23E2FC4BEEA5}"/>
          </ac:graphicFrameMkLst>
        </pc:graphicFrameChg>
        <pc:graphicFrameChg chg="add mod">
          <ac:chgData name="MYUNG JIN" userId="89f3fa32ababedc4" providerId="LiveId" clId="{0E5E3668-7810-41AA-9622-0A8982CDCA96}" dt="2024-11-28T18:34:02.316" v="3539" actId="1076"/>
          <ac:graphicFrameMkLst>
            <pc:docMk/>
            <pc:sldMk cId="514170786" sldId="323"/>
            <ac:graphicFrameMk id="4" creationId="{F6EE15A5-73E5-F515-55C5-776511C5AB88}"/>
          </ac:graphicFrameMkLst>
        </pc:graphicFrameChg>
        <pc:picChg chg="add mod">
          <ac:chgData name="MYUNG JIN" userId="89f3fa32ababedc4" providerId="LiveId" clId="{0E5E3668-7810-41AA-9622-0A8982CDCA96}" dt="2024-11-28T18:34:05.149" v="3540" actId="1076"/>
          <ac:picMkLst>
            <pc:docMk/>
            <pc:sldMk cId="514170786" sldId="323"/>
            <ac:picMk id="9" creationId="{B374765F-F0CC-D650-2A62-54D8268B7DB4}"/>
          </ac:picMkLst>
        </pc:picChg>
        <pc:picChg chg="mod">
          <ac:chgData name="MYUNG JIN" userId="89f3fa32ababedc4" providerId="LiveId" clId="{0E5E3668-7810-41AA-9622-0A8982CDCA96}" dt="2024-11-28T18:46:31.509" v="3859"/>
          <ac:picMkLst>
            <pc:docMk/>
            <pc:sldMk cId="514170786" sldId="323"/>
            <ac:picMk id="12" creationId="{F4F96FFD-3921-8FFA-6681-3DC433110993}"/>
          </ac:picMkLst>
        </pc:picChg>
        <pc:picChg chg="mod">
          <ac:chgData name="MYUNG JIN" userId="89f3fa32ababedc4" providerId="LiveId" clId="{0E5E3668-7810-41AA-9622-0A8982CDCA96}" dt="2024-11-28T18:46:31.509" v="3859"/>
          <ac:picMkLst>
            <pc:docMk/>
            <pc:sldMk cId="514170786" sldId="323"/>
            <ac:picMk id="13" creationId="{DDEA9972-BF47-1C2F-A990-7C3B7B1F3BFC}"/>
          </ac:picMkLst>
        </pc:picChg>
        <pc:picChg chg="mod">
          <ac:chgData name="MYUNG JIN" userId="89f3fa32ababedc4" providerId="LiveId" clId="{0E5E3668-7810-41AA-9622-0A8982CDCA96}" dt="2024-11-28T18:46:31.509" v="3859"/>
          <ac:picMkLst>
            <pc:docMk/>
            <pc:sldMk cId="514170786" sldId="323"/>
            <ac:picMk id="14" creationId="{FB45169B-AB35-D2D7-CD6B-C9FE2FA65782}"/>
          </ac:picMkLst>
        </pc:pic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15" creationId="{6B3176C4-0DBD-5149-A62D-36BAD4D894C8}"/>
          </ac:cxnSpMkLst>
        </pc:cxn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16" creationId="{E97CF164-3AB9-48DF-CFC3-B5C173EA55CF}"/>
          </ac:cxnSpMkLst>
        </pc:cxn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17" creationId="{B65EF1EC-CC63-F9B5-9650-10C40C1D2B65}"/>
          </ac:cxnSpMkLst>
        </pc:cxn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18" creationId="{D3737C95-C69A-EF94-BC4F-ECB549537D3B}"/>
          </ac:cxnSpMkLst>
        </pc:cxn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19" creationId="{D37C4BDB-5333-342D-17A7-3FD201D78BD8}"/>
          </ac:cxnSpMkLst>
        </pc:cxn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20" creationId="{78F56D63-213E-C59F-2643-A4504EB831DC}"/>
          </ac:cxnSpMkLst>
        </pc:cxn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21" creationId="{6B9A8508-806D-93F9-1BA6-B6BDE480D9E5}"/>
          </ac:cxnSpMkLst>
        </pc:cxnChg>
        <pc:cxnChg chg="mod">
          <ac:chgData name="MYUNG JIN" userId="89f3fa32ababedc4" providerId="LiveId" clId="{0E5E3668-7810-41AA-9622-0A8982CDCA96}" dt="2024-11-28T18:46:31.509" v="3859"/>
          <ac:cxnSpMkLst>
            <pc:docMk/>
            <pc:sldMk cId="514170786" sldId="323"/>
            <ac:cxnSpMk id="22" creationId="{0C79A966-A003-9429-98EB-72D75DE67644}"/>
          </ac:cxnSpMkLst>
        </pc:cxnChg>
      </pc:sldChg>
      <pc:sldChg chg="addSp delSp modSp new mod">
        <pc:chgData name="MYUNG JIN" userId="89f3fa32ababedc4" providerId="LiveId" clId="{0E5E3668-7810-41AA-9622-0A8982CDCA96}" dt="2024-11-28T18:59:33.467" v="4109" actId="164"/>
        <pc:sldMkLst>
          <pc:docMk/>
          <pc:sldMk cId="1366581351" sldId="324"/>
        </pc:sldMkLst>
        <pc:spChg chg="mod">
          <ac:chgData name="MYUNG JIN" userId="89f3fa32ababedc4" providerId="LiveId" clId="{0E5E3668-7810-41AA-9622-0A8982CDCA96}" dt="2024-11-28T16:27:43.262" v="1982" actId="20577"/>
          <ac:spMkLst>
            <pc:docMk/>
            <pc:sldMk cId="1366581351" sldId="324"/>
            <ac:spMk id="2" creationId="{FB7F39AF-AB71-4DD3-09A9-50B22907A2CE}"/>
          </ac:spMkLst>
        </pc:spChg>
        <pc:spChg chg="add mod">
          <ac:chgData name="MYUNG JIN" userId="89f3fa32ababedc4" providerId="LiveId" clId="{0E5E3668-7810-41AA-9622-0A8982CDCA96}" dt="2024-11-28T18:36:01.495" v="3570" actId="1076"/>
          <ac:spMkLst>
            <pc:docMk/>
            <pc:sldMk cId="1366581351" sldId="324"/>
            <ac:spMk id="4" creationId="{E6DB7517-5EAA-4933-A19F-6A533C347202}"/>
          </ac:spMkLst>
        </pc:spChg>
        <pc:spChg chg="add mod">
          <ac:chgData name="MYUNG JIN" userId="89f3fa32ababedc4" providerId="LiveId" clId="{0E5E3668-7810-41AA-9622-0A8982CDCA96}" dt="2024-11-28T18:35:59.644" v="3569" actId="1076"/>
          <ac:spMkLst>
            <pc:docMk/>
            <pc:sldMk cId="1366581351" sldId="324"/>
            <ac:spMk id="6" creationId="{CA9174AB-0459-BD93-78F0-401FCE043FBF}"/>
          </ac:spMkLst>
        </pc:spChg>
        <pc:spChg chg="add mod">
          <ac:chgData name="MYUNG JIN" userId="89f3fa32ababedc4" providerId="LiveId" clId="{0E5E3668-7810-41AA-9622-0A8982CDCA96}" dt="2024-11-28T18:35:48.014" v="3562" actId="1076"/>
          <ac:spMkLst>
            <pc:docMk/>
            <pc:sldMk cId="1366581351" sldId="324"/>
            <ac:spMk id="7" creationId="{073CD79F-7F96-3D3D-8EDC-C9EA55A79B7E}"/>
          </ac:spMkLst>
        </pc:spChg>
        <pc:spChg chg="add mod">
          <ac:chgData name="MYUNG JIN" userId="89f3fa32ababedc4" providerId="LiveId" clId="{0E5E3668-7810-41AA-9622-0A8982CDCA96}" dt="2024-11-28T18:35:57.371" v="3568" actId="1076"/>
          <ac:spMkLst>
            <pc:docMk/>
            <pc:sldMk cId="1366581351" sldId="324"/>
            <ac:spMk id="8" creationId="{EAD51E59-77BC-E8C4-5F4D-8B2B12505027}"/>
          </ac:spMkLst>
        </pc:spChg>
        <pc:spChg chg="add mod">
          <ac:chgData name="MYUNG JIN" userId="89f3fa32ababedc4" providerId="LiveId" clId="{0E5E3668-7810-41AA-9622-0A8982CDCA96}" dt="2024-11-28T18:35:52.553" v="3566" actId="1076"/>
          <ac:spMkLst>
            <pc:docMk/>
            <pc:sldMk cId="1366581351" sldId="324"/>
            <ac:spMk id="10" creationId="{E01D2182-54F1-26B0-BFC4-58CB0B25A2A2}"/>
          </ac:spMkLst>
        </pc:spChg>
        <pc:spChg chg="add del mod">
          <ac:chgData name="MYUNG JIN" userId="89f3fa32ababedc4" providerId="LiveId" clId="{0E5E3668-7810-41AA-9622-0A8982CDCA96}" dt="2024-11-28T18:13:42.017" v="3114" actId="478"/>
          <ac:spMkLst>
            <pc:docMk/>
            <pc:sldMk cId="1366581351" sldId="324"/>
            <ac:spMk id="11" creationId="{C22FDE50-F1D1-A2CB-EE75-C8F72D8E115A}"/>
          </ac:spMkLst>
        </pc:spChg>
        <pc:spChg chg="add mod">
          <ac:chgData name="MYUNG JIN" userId="89f3fa32ababedc4" providerId="LiveId" clId="{0E5E3668-7810-41AA-9622-0A8982CDCA96}" dt="2024-11-28T18:14:46.173" v="3132" actId="1076"/>
          <ac:spMkLst>
            <pc:docMk/>
            <pc:sldMk cId="1366581351" sldId="324"/>
            <ac:spMk id="12" creationId="{34ABA033-4C8B-E744-21C3-EEB826765E6F}"/>
          </ac:spMkLst>
        </pc:spChg>
        <pc:spChg chg="add mod">
          <ac:chgData name="MYUNG JIN" userId="89f3fa32ababedc4" providerId="LiveId" clId="{0E5E3668-7810-41AA-9622-0A8982CDCA96}" dt="2024-11-28T18:14:46.173" v="3132" actId="1076"/>
          <ac:spMkLst>
            <pc:docMk/>
            <pc:sldMk cId="1366581351" sldId="324"/>
            <ac:spMk id="14" creationId="{280906B0-DE67-E45D-EAE4-123B0BBA3C2A}"/>
          </ac:spMkLst>
        </pc:spChg>
        <pc:spChg chg="add mod">
          <ac:chgData name="MYUNG JIN" userId="89f3fa32ababedc4" providerId="LiveId" clId="{0E5E3668-7810-41AA-9622-0A8982CDCA96}" dt="2024-11-28T18:49:09.975" v="3942" actId="14100"/>
          <ac:spMkLst>
            <pc:docMk/>
            <pc:sldMk cId="1366581351" sldId="324"/>
            <ac:spMk id="16" creationId="{7C3459FB-D0FD-A7ED-A8AF-511799BFC9BB}"/>
          </ac:spMkLst>
        </pc:spChg>
        <pc:spChg chg="add mod">
          <ac:chgData name="MYUNG JIN" userId="89f3fa32ababedc4" providerId="LiveId" clId="{0E5E3668-7810-41AA-9622-0A8982CDCA96}" dt="2024-11-28T18:18:05.329" v="3268" actId="164"/>
          <ac:spMkLst>
            <pc:docMk/>
            <pc:sldMk cId="1366581351" sldId="324"/>
            <ac:spMk id="19" creationId="{51976227-4BBA-A54B-B3DF-1DEC6FBC6B5A}"/>
          </ac:spMkLst>
        </pc:spChg>
        <pc:spChg chg="add mod">
          <ac:chgData name="MYUNG JIN" userId="89f3fa32ababedc4" providerId="LiveId" clId="{0E5E3668-7810-41AA-9622-0A8982CDCA96}" dt="2024-11-28T18:48:56.499" v="3940" actId="164"/>
          <ac:spMkLst>
            <pc:docMk/>
            <pc:sldMk cId="1366581351" sldId="324"/>
            <ac:spMk id="28" creationId="{4658707A-6D23-F413-0809-B4FE50FB7B80}"/>
          </ac:spMkLst>
        </pc:spChg>
        <pc:spChg chg="add mod">
          <ac:chgData name="MYUNG JIN" userId="89f3fa32ababedc4" providerId="LiveId" clId="{0E5E3668-7810-41AA-9622-0A8982CDCA96}" dt="2024-11-28T18:48:00.976" v="3898" actId="20577"/>
          <ac:spMkLst>
            <pc:docMk/>
            <pc:sldMk cId="1366581351" sldId="324"/>
            <ac:spMk id="31" creationId="{EA6867DF-0854-9503-2686-2B8B573CEA51}"/>
          </ac:spMkLst>
        </pc:spChg>
        <pc:spChg chg="mod">
          <ac:chgData name="MYUNG JIN" userId="89f3fa32ababedc4" providerId="LiveId" clId="{0E5E3668-7810-41AA-9622-0A8982CDCA96}" dt="2024-11-28T18:46:33.437" v="3860"/>
          <ac:spMkLst>
            <pc:docMk/>
            <pc:sldMk cId="1366581351" sldId="324"/>
            <ac:spMk id="45" creationId="{B9345DD2-E673-1317-86D5-6242BE342E48}"/>
          </ac:spMkLst>
        </pc:spChg>
        <pc:spChg chg="mod">
          <ac:chgData name="MYUNG JIN" userId="89f3fa32ababedc4" providerId="LiveId" clId="{0E5E3668-7810-41AA-9622-0A8982CDCA96}" dt="2024-11-28T18:46:33.437" v="3860"/>
          <ac:spMkLst>
            <pc:docMk/>
            <pc:sldMk cId="1366581351" sldId="324"/>
            <ac:spMk id="46" creationId="{EE44E672-6494-22E4-0824-B10E2FB59FA1}"/>
          </ac:spMkLst>
        </pc:spChg>
        <pc:spChg chg="mod">
          <ac:chgData name="MYUNG JIN" userId="89f3fa32ababedc4" providerId="LiveId" clId="{0E5E3668-7810-41AA-9622-0A8982CDCA96}" dt="2024-11-28T18:46:33.437" v="3860"/>
          <ac:spMkLst>
            <pc:docMk/>
            <pc:sldMk cId="1366581351" sldId="324"/>
            <ac:spMk id="47" creationId="{EA4DB5D9-C98A-D74D-5B51-329A658A6990}"/>
          </ac:spMkLst>
        </pc:spChg>
        <pc:spChg chg="add del">
          <ac:chgData name="MYUNG JIN" userId="89f3fa32ababedc4" providerId="LiveId" clId="{0E5E3668-7810-41AA-9622-0A8982CDCA96}" dt="2024-11-28T18:47:09.988" v="3867" actId="478"/>
          <ac:spMkLst>
            <pc:docMk/>
            <pc:sldMk cId="1366581351" sldId="324"/>
            <ac:spMk id="48" creationId="{BA430098-204C-5D30-321E-2907266CD028}"/>
          </ac:spMkLst>
        </pc:spChg>
        <pc:spChg chg="add mod">
          <ac:chgData name="MYUNG JIN" userId="89f3fa32ababedc4" providerId="LiveId" clId="{0E5E3668-7810-41AA-9622-0A8982CDCA96}" dt="2024-11-28T18:48:56.499" v="3940" actId="164"/>
          <ac:spMkLst>
            <pc:docMk/>
            <pc:sldMk cId="1366581351" sldId="324"/>
            <ac:spMk id="49" creationId="{7A2B0B1D-0052-FBB2-0128-39752B6BB44F}"/>
          </ac:spMkLst>
        </pc:spChg>
        <pc:spChg chg="add del mod">
          <ac:chgData name="MYUNG JIN" userId="89f3fa32ababedc4" providerId="LiveId" clId="{0E5E3668-7810-41AA-9622-0A8982CDCA96}" dt="2024-11-28T18:48:14.153" v="3900" actId="478"/>
          <ac:spMkLst>
            <pc:docMk/>
            <pc:sldMk cId="1366581351" sldId="324"/>
            <ac:spMk id="50" creationId="{E6CD3CE5-7645-8735-56E7-A43C5769A57B}"/>
          </ac:spMkLst>
        </pc:spChg>
        <pc:spChg chg="add mod">
          <ac:chgData name="MYUNG JIN" userId="89f3fa32ababedc4" providerId="LiveId" clId="{0E5E3668-7810-41AA-9622-0A8982CDCA96}" dt="2024-11-28T18:48:56.499" v="3940" actId="164"/>
          <ac:spMkLst>
            <pc:docMk/>
            <pc:sldMk cId="1366581351" sldId="324"/>
            <ac:spMk id="52" creationId="{600C6F08-9375-4642-E3A5-ED86C793D4FC}"/>
          </ac:spMkLst>
        </pc:spChg>
        <pc:spChg chg="add mod">
          <ac:chgData name="MYUNG JIN" userId="89f3fa32ababedc4" providerId="LiveId" clId="{0E5E3668-7810-41AA-9622-0A8982CDCA96}" dt="2024-11-28T18:48:56.499" v="3940" actId="164"/>
          <ac:spMkLst>
            <pc:docMk/>
            <pc:sldMk cId="1366581351" sldId="324"/>
            <ac:spMk id="53" creationId="{A2B3964D-F9F5-36A3-D2B3-97B3ECFF0D2E}"/>
          </ac:spMkLst>
        </pc:spChg>
        <pc:spChg chg="add mod">
          <ac:chgData name="MYUNG JIN" userId="89f3fa32ababedc4" providerId="LiveId" clId="{0E5E3668-7810-41AA-9622-0A8982CDCA96}" dt="2024-11-28T18:59:33.467" v="4109" actId="164"/>
          <ac:spMkLst>
            <pc:docMk/>
            <pc:sldMk cId="1366581351" sldId="324"/>
            <ac:spMk id="55" creationId="{0310DF22-5209-A456-6F23-8EF2AA5084C4}"/>
          </ac:spMkLst>
        </pc:spChg>
        <pc:grpChg chg="add mod">
          <ac:chgData name="MYUNG JIN" userId="89f3fa32ababedc4" providerId="LiveId" clId="{0E5E3668-7810-41AA-9622-0A8982CDCA96}" dt="2024-11-28T18:18:05.329" v="3268" actId="164"/>
          <ac:grpSpMkLst>
            <pc:docMk/>
            <pc:sldMk cId="1366581351" sldId="324"/>
            <ac:grpSpMk id="20" creationId="{50F4EB89-B54B-81D0-6C1D-505F6A15192B}"/>
          </ac:grpSpMkLst>
        </pc:grpChg>
        <pc:grpChg chg="add mod">
          <ac:chgData name="MYUNG JIN" userId="89f3fa32ababedc4" providerId="LiveId" clId="{0E5E3668-7810-41AA-9622-0A8982CDCA96}" dt="2024-11-28T18:48:56.499" v="3940" actId="164"/>
          <ac:grpSpMkLst>
            <pc:docMk/>
            <pc:sldMk cId="1366581351" sldId="324"/>
            <ac:grpSpMk id="32" creationId="{17CFF87B-CAA8-42E7-F1D4-A51E7EB25C01}"/>
          </ac:grpSpMkLst>
        </pc:grpChg>
        <pc:grpChg chg="mod">
          <ac:chgData name="MYUNG JIN" userId="89f3fa32ababedc4" providerId="LiveId" clId="{0E5E3668-7810-41AA-9622-0A8982CDCA96}" dt="2024-11-28T18:46:33.437" v="3860"/>
          <ac:grpSpMkLst>
            <pc:docMk/>
            <pc:sldMk cId="1366581351" sldId="324"/>
            <ac:grpSpMk id="33" creationId="{A05F0720-82C8-9068-03D8-18EE152CE51A}"/>
          </ac:grpSpMkLst>
        </pc:grpChg>
        <pc:grpChg chg="add mod">
          <ac:chgData name="MYUNG JIN" userId="89f3fa32ababedc4" providerId="LiveId" clId="{0E5E3668-7810-41AA-9622-0A8982CDCA96}" dt="2024-11-28T18:48:56.499" v="3940" actId="164"/>
          <ac:grpSpMkLst>
            <pc:docMk/>
            <pc:sldMk cId="1366581351" sldId="324"/>
            <ac:grpSpMk id="54" creationId="{FD30AC84-0703-865E-7FE2-8477A865641E}"/>
          </ac:grpSpMkLst>
        </pc:grpChg>
        <pc:grpChg chg="add mod">
          <ac:chgData name="MYUNG JIN" userId="89f3fa32ababedc4" providerId="LiveId" clId="{0E5E3668-7810-41AA-9622-0A8982CDCA96}" dt="2024-11-28T18:59:33.467" v="4109" actId="164"/>
          <ac:grpSpMkLst>
            <pc:docMk/>
            <pc:sldMk cId="1366581351" sldId="324"/>
            <ac:grpSpMk id="65" creationId="{EEC5DA43-D984-56B7-6CD0-D5D080E19E2F}"/>
          </ac:grpSpMkLst>
        </pc:grpChg>
        <pc:graphicFrameChg chg="add mod">
          <ac:chgData name="MYUNG JIN" userId="89f3fa32ababedc4" providerId="LiveId" clId="{0E5E3668-7810-41AA-9622-0A8982CDCA96}" dt="2024-11-28T18:35:45.710" v="3561" actId="1076"/>
          <ac:graphicFrameMkLst>
            <pc:docMk/>
            <pc:sldMk cId="1366581351" sldId="324"/>
            <ac:graphicFrameMk id="3" creationId="{E265B235-A157-1B93-F752-3A8DA7436DC4}"/>
          </ac:graphicFrameMkLst>
        </pc:graphicFrameChg>
        <pc:graphicFrameChg chg="add mod">
          <ac:chgData name="MYUNG JIN" userId="89f3fa32ababedc4" providerId="LiveId" clId="{0E5E3668-7810-41AA-9622-0A8982CDCA96}" dt="2024-11-28T18:35:55.044" v="3567" actId="1076"/>
          <ac:graphicFrameMkLst>
            <pc:docMk/>
            <pc:sldMk cId="1366581351" sldId="324"/>
            <ac:graphicFrameMk id="5" creationId="{7EDD78F2-2D6F-0089-7ED6-F0C480E3EB1B}"/>
          </ac:graphicFrameMkLst>
        </pc:graphicFrameChg>
        <pc:graphicFrameChg chg="add mod">
          <ac:chgData name="MYUNG JIN" userId="89f3fa32ababedc4" providerId="LiveId" clId="{0E5E3668-7810-41AA-9622-0A8982CDCA96}" dt="2024-11-28T18:14:46.173" v="3132" actId="1076"/>
          <ac:graphicFrameMkLst>
            <pc:docMk/>
            <pc:sldMk cId="1366581351" sldId="324"/>
            <ac:graphicFrameMk id="9" creationId="{43B9075D-92D7-6A77-8276-C6D73F69F0B7}"/>
          </ac:graphicFrameMkLst>
        </pc:graphicFrameChg>
        <pc:graphicFrameChg chg="add mod">
          <ac:chgData name="MYUNG JIN" userId="89f3fa32ababedc4" providerId="LiveId" clId="{0E5E3668-7810-41AA-9622-0A8982CDCA96}" dt="2024-11-28T18:14:46.173" v="3132" actId="1076"/>
          <ac:graphicFrameMkLst>
            <pc:docMk/>
            <pc:sldMk cId="1366581351" sldId="324"/>
            <ac:graphicFrameMk id="13" creationId="{CD066873-0C29-9358-FB1D-3F6862EF3959}"/>
          </ac:graphicFrameMkLst>
        </pc:graphicFrameChg>
        <pc:graphicFrameChg chg="add del mod">
          <ac:chgData name="MYUNG JIN" userId="89f3fa32ababedc4" providerId="LiveId" clId="{0E5E3668-7810-41AA-9622-0A8982CDCA96}" dt="2024-11-28T18:14:25.641" v="3126" actId="478"/>
          <ac:graphicFrameMkLst>
            <pc:docMk/>
            <pc:sldMk cId="1366581351" sldId="324"/>
            <ac:graphicFrameMk id="15" creationId="{58397E6C-22AA-257F-F986-600899BEA55D}"/>
          </ac:graphicFrameMkLst>
        </pc:graphicFrameChg>
        <pc:picChg chg="add mod">
          <ac:chgData name="MYUNG JIN" userId="89f3fa32ababedc4" providerId="LiveId" clId="{0E5E3668-7810-41AA-9622-0A8982CDCA96}" dt="2024-11-28T18:18:05.329" v="3268" actId="164"/>
          <ac:picMkLst>
            <pc:docMk/>
            <pc:sldMk cId="1366581351" sldId="324"/>
            <ac:picMk id="18" creationId="{521C539F-098E-0B04-4E2E-F8CE6F0CA0BD}"/>
          </ac:picMkLst>
        </pc:picChg>
        <pc:picChg chg="add del mod modCrop">
          <ac:chgData name="MYUNG JIN" userId="89f3fa32ababedc4" providerId="LiveId" clId="{0E5E3668-7810-41AA-9622-0A8982CDCA96}" dt="2024-11-28T18:46:24.680" v="3858" actId="478"/>
          <ac:picMkLst>
            <pc:docMk/>
            <pc:sldMk cId="1366581351" sldId="324"/>
            <ac:picMk id="27" creationId="{CC57C0B4-75FA-4295-AE4B-566EEA9DDD7B}"/>
          </ac:picMkLst>
        </pc:picChg>
        <pc:picChg chg="mod">
          <ac:chgData name="MYUNG JIN" userId="89f3fa32ababedc4" providerId="LiveId" clId="{0E5E3668-7810-41AA-9622-0A8982CDCA96}" dt="2024-11-28T18:46:33.437" v="3860"/>
          <ac:picMkLst>
            <pc:docMk/>
            <pc:sldMk cId="1366581351" sldId="324"/>
            <ac:picMk id="34" creationId="{687E6151-39D5-6672-6BBB-178CE93F1D7E}"/>
          </ac:picMkLst>
        </pc:picChg>
        <pc:picChg chg="mod">
          <ac:chgData name="MYUNG JIN" userId="89f3fa32ababedc4" providerId="LiveId" clId="{0E5E3668-7810-41AA-9622-0A8982CDCA96}" dt="2024-11-28T18:46:33.437" v="3860"/>
          <ac:picMkLst>
            <pc:docMk/>
            <pc:sldMk cId="1366581351" sldId="324"/>
            <ac:picMk id="35" creationId="{A99E8E9A-9F9D-EA4D-D827-4B0A7EB7705B}"/>
          </ac:picMkLst>
        </pc:picChg>
        <pc:picChg chg="mod">
          <ac:chgData name="MYUNG JIN" userId="89f3fa32ababedc4" providerId="LiveId" clId="{0E5E3668-7810-41AA-9622-0A8982CDCA96}" dt="2024-11-28T18:46:33.437" v="3860"/>
          <ac:picMkLst>
            <pc:docMk/>
            <pc:sldMk cId="1366581351" sldId="324"/>
            <ac:picMk id="36" creationId="{E9D6E02A-AC3E-9785-84A8-2751BEBB09B6}"/>
          </ac:picMkLst>
        </pc:picChg>
        <pc:cxnChg chg="add del mod">
          <ac:chgData name="MYUNG JIN" userId="89f3fa32ababedc4" providerId="LiveId" clId="{0E5E3668-7810-41AA-9622-0A8982CDCA96}" dt="2024-11-28T18:18:16.330" v="3270" actId="11529"/>
          <ac:cxnSpMkLst>
            <pc:docMk/>
            <pc:sldMk cId="1366581351" sldId="324"/>
            <ac:cxnSpMk id="22" creationId="{805BEAE2-3BA9-ACCC-53E2-967C3AD2D336}"/>
          </ac:cxnSpMkLst>
        </pc:cxnChg>
        <pc:cxnChg chg="add mod">
          <ac:chgData name="MYUNG JIN" userId="89f3fa32ababedc4" providerId="LiveId" clId="{0E5E3668-7810-41AA-9622-0A8982CDCA96}" dt="2024-11-28T18:18:25.475" v="3273" actId="14100"/>
          <ac:cxnSpMkLst>
            <pc:docMk/>
            <pc:sldMk cId="1366581351" sldId="324"/>
            <ac:cxnSpMk id="24" creationId="{A736F653-047D-EDDF-7A51-F0355C2657B2}"/>
          </ac:cxnSpMkLst>
        </pc:cxnChg>
        <pc:cxnChg chg="add mod">
          <ac:chgData name="MYUNG JIN" userId="89f3fa32ababedc4" providerId="LiveId" clId="{0E5E3668-7810-41AA-9622-0A8982CDCA96}" dt="2024-11-28T18:36:38.562" v="3594" actId="208"/>
          <ac:cxnSpMkLst>
            <pc:docMk/>
            <pc:sldMk cId="1366581351" sldId="324"/>
            <ac:cxnSpMk id="30" creationId="{669BD4B4-BF00-870C-F40E-56FCE9A4389A}"/>
          </ac:cxnSpMkLst>
        </pc:cxnChg>
        <pc:cxnChg chg="mod">
          <ac:chgData name="MYUNG JIN" userId="89f3fa32ababedc4" providerId="LiveId" clId="{0E5E3668-7810-41AA-9622-0A8982CDCA96}" dt="2024-11-28T18:47:50.205" v="3873" actId="208"/>
          <ac:cxnSpMkLst>
            <pc:docMk/>
            <pc:sldMk cId="1366581351" sldId="324"/>
            <ac:cxnSpMk id="37" creationId="{35125501-2759-24EC-2D25-E69D5ED05F69}"/>
          </ac:cxnSpMkLst>
        </pc:cxnChg>
        <pc:cxnChg chg="mod">
          <ac:chgData name="MYUNG JIN" userId="89f3fa32ababedc4" providerId="LiveId" clId="{0E5E3668-7810-41AA-9622-0A8982CDCA96}" dt="2024-11-28T18:47:50.205" v="3873" actId="208"/>
          <ac:cxnSpMkLst>
            <pc:docMk/>
            <pc:sldMk cId="1366581351" sldId="324"/>
            <ac:cxnSpMk id="38" creationId="{28B74037-5F34-D636-0494-9EAF2FFC2DC8}"/>
          </ac:cxnSpMkLst>
        </pc:cxnChg>
        <pc:cxnChg chg="del mod">
          <ac:chgData name="MYUNG JIN" userId="89f3fa32ababedc4" providerId="LiveId" clId="{0E5E3668-7810-41AA-9622-0A8982CDCA96}" dt="2024-11-28T18:46:45.370" v="3863" actId="478"/>
          <ac:cxnSpMkLst>
            <pc:docMk/>
            <pc:sldMk cId="1366581351" sldId="324"/>
            <ac:cxnSpMk id="39" creationId="{B23F973F-B6D8-848B-3CD3-EFFD84AC2845}"/>
          </ac:cxnSpMkLst>
        </pc:cxnChg>
        <pc:cxnChg chg="mod">
          <ac:chgData name="MYUNG JIN" userId="89f3fa32ababedc4" providerId="LiveId" clId="{0E5E3668-7810-41AA-9622-0A8982CDCA96}" dt="2024-11-28T18:46:33.437" v="3860"/>
          <ac:cxnSpMkLst>
            <pc:docMk/>
            <pc:sldMk cId="1366581351" sldId="324"/>
            <ac:cxnSpMk id="40" creationId="{03301393-01F0-A67A-0BCD-D88FEB100517}"/>
          </ac:cxnSpMkLst>
        </pc:cxnChg>
        <pc:cxnChg chg="mod">
          <ac:chgData name="MYUNG JIN" userId="89f3fa32ababedc4" providerId="LiveId" clId="{0E5E3668-7810-41AA-9622-0A8982CDCA96}" dt="2024-11-28T18:46:33.437" v="3860"/>
          <ac:cxnSpMkLst>
            <pc:docMk/>
            <pc:sldMk cId="1366581351" sldId="324"/>
            <ac:cxnSpMk id="41" creationId="{18CAD943-C1E3-5E41-524E-18673F956888}"/>
          </ac:cxnSpMkLst>
        </pc:cxnChg>
        <pc:cxnChg chg="mod">
          <ac:chgData name="MYUNG JIN" userId="89f3fa32ababedc4" providerId="LiveId" clId="{0E5E3668-7810-41AA-9622-0A8982CDCA96}" dt="2024-11-28T18:46:33.437" v="3860"/>
          <ac:cxnSpMkLst>
            <pc:docMk/>
            <pc:sldMk cId="1366581351" sldId="324"/>
            <ac:cxnSpMk id="42" creationId="{DAD914F8-05FE-1BC2-CE80-157EF6858990}"/>
          </ac:cxnSpMkLst>
        </pc:cxnChg>
        <pc:cxnChg chg="mod">
          <ac:chgData name="MYUNG JIN" userId="89f3fa32ababedc4" providerId="LiveId" clId="{0E5E3668-7810-41AA-9622-0A8982CDCA96}" dt="2024-11-28T18:46:33.437" v="3860"/>
          <ac:cxnSpMkLst>
            <pc:docMk/>
            <pc:sldMk cId="1366581351" sldId="324"/>
            <ac:cxnSpMk id="43" creationId="{93DF0F27-8260-911F-2368-BE8D1E11A55F}"/>
          </ac:cxnSpMkLst>
        </pc:cxnChg>
        <pc:cxnChg chg="mod">
          <ac:chgData name="MYUNG JIN" userId="89f3fa32ababedc4" providerId="LiveId" clId="{0E5E3668-7810-41AA-9622-0A8982CDCA96}" dt="2024-11-28T18:46:33.437" v="3860"/>
          <ac:cxnSpMkLst>
            <pc:docMk/>
            <pc:sldMk cId="1366581351" sldId="324"/>
            <ac:cxnSpMk id="44" creationId="{6A2DCF8A-33DE-58DF-390F-8488EC0172A6}"/>
          </ac:cxnSpMkLst>
        </pc:cxnChg>
        <pc:cxnChg chg="add del mod">
          <ac:chgData name="MYUNG JIN" userId="89f3fa32ababedc4" providerId="LiveId" clId="{0E5E3668-7810-41AA-9622-0A8982CDCA96}" dt="2024-11-28T18:59:17.786" v="4103" actId="21"/>
          <ac:cxnSpMkLst>
            <pc:docMk/>
            <pc:sldMk cId="1366581351" sldId="324"/>
            <ac:cxnSpMk id="57" creationId="{8285A2EA-5C1C-D8DD-F37E-44D5BB6457E8}"/>
          </ac:cxnSpMkLst>
        </pc:cxnChg>
        <pc:cxnChg chg="add del mod">
          <ac:chgData name="MYUNG JIN" userId="89f3fa32ababedc4" providerId="LiveId" clId="{0E5E3668-7810-41AA-9622-0A8982CDCA96}" dt="2024-11-28T18:59:14.730" v="4102" actId="478"/>
          <ac:cxnSpMkLst>
            <pc:docMk/>
            <pc:sldMk cId="1366581351" sldId="324"/>
            <ac:cxnSpMk id="58" creationId="{5DFCB5CF-0ADC-0D27-CAF5-193FEC9AF314}"/>
          </ac:cxnSpMkLst>
        </pc:cxnChg>
        <pc:cxnChg chg="add mod">
          <ac:chgData name="MYUNG JIN" userId="89f3fa32ababedc4" providerId="LiveId" clId="{0E5E3668-7810-41AA-9622-0A8982CDCA96}" dt="2024-11-28T18:59:33.467" v="4109" actId="164"/>
          <ac:cxnSpMkLst>
            <pc:docMk/>
            <pc:sldMk cId="1366581351" sldId="324"/>
            <ac:cxnSpMk id="63" creationId="{8285A2EA-5C1C-D8DD-F37E-44D5BB6457E8}"/>
          </ac:cxnSpMkLst>
        </pc:cxnChg>
        <pc:cxnChg chg="add mod">
          <ac:chgData name="MYUNG JIN" userId="89f3fa32ababedc4" providerId="LiveId" clId="{0E5E3668-7810-41AA-9622-0A8982CDCA96}" dt="2024-11-28T18:59:33.467" v="4109" actId="164"/>
          <ac:cxnSpMkLst>
            <pc:docMk/>
            <pc:sldMk cId="1366581351" sldId="324"/>
            <ac:cxnSpMk id="64" creationId="{CD8D56AD-ABD4-CAA5-C0AC-3607967AD526}"/>
          </ac:cxnSpMkLst>
        </pc:cxnChg>
      </pc:sldChg>
      <pc:sldChg chg="addSp delSp modSp new mod">
        <pc:chgData name="MYUNG JIN" userId="89f3fa32ababedc4" providerId="LiveId" clId="{0E5E3668-7810-41AA-9622-0A8982CDCA96}" dt="2024-11-28T18:19:18.291" v="3321" actId="115"/>
        <pc:sldMkLst>
          <pc:docMk/>
          <pc:sldMk cId="2023407085" sldId="325"/>
        </pc:sldMkLst>
        <pc:spChg chg="mod">
          <ac:chgData name="MYUNG JIN" userId="89f3fa32ababedc4" providerId="LiveId" clId="{0E5E3668-7810-41AA-9622-0A8982CDCA96}" dt="2024-11-28T17:36:21.888" v="2005" actId="20577"/>
          <ac:spMkLst>
            <pc:docMk/>
            <pc:sldMk cId="2023407085" sldId="325"/>
            <ac:spMk id="2" creationId="{0F701584-2F27-9C7C-4E08-90A1E74B8B55}"/>
          </ac:spMkLst>
        </pc:spChg>
        <pc:spChg chg="add del mod">
          <ac:chgData name="MYUNG JIN" userId="89f3fa32ababedc4" providerId="LiveId" clId="{0E5E3668-7810-41AA-9622-0A8982CDCA96}" dt="2024-11-28T17:36:30.179" v="2008" actId="478"/>
          <ac:spMkLst>
            <pc:docMk/>
            <pc:sldMk cId="2023407085" sldId="325"/>
            <ac:spMk id="5" creationId="{4B501C5C-26D3-F9AF-DE28-F8D878FEBC29}"/>
          </ac:spMkLst>
        </pc:spChg>
        <pc:spChg chg="add mod">
          <ac:chgData name="MYUNG JIN" userId="89f3fa32ababedc4" providerId="LiveId" clId="{0E5E3668-7810-41AA-9622-0A8982CDCA96}" dt="2024-11-28T17:38:03.693" v="2131" actId="1076"/>
          <ac:spMkLst>
            <pc:docMk/>
            <pc:sldMk cId="2023407085" sldId="325"/>
            <ac:spMk id="10" creationId="{166D7CDA-FB45-3AF9-A300-08C9A7C1B45C}"/>
          </ac:spMkLst>
        </pc:spChg>
        <pc:spChg chg="add mod">
          <ac:chgData name="MYUNG JIN" userId="89f3fa32ababedc4" providerId="LiveId" clId="{0E5E3668-7810-41AA-9622-0A8982CDCA96}" dt="2024-11-28T17:44:05.218" v="2162" actId="1076"/>
          <ac:spMkLst>
            <pc:docMk/>
            <pc:sldMk cId="2023407085" sldId="325"/>
            <ac:spMk id="24" creationId="{A32532E5-A978-D41A-C8DA-599DD6199692}"/>
          </ac:spMkLst>
        </pc:spChg>
        <pc:spChg chg="add mod">
          <ac:chgData name="MYUNG JIN" userId="89f3fa32ababedc4" providerId="LiveId" clId="{0E5E3668-7810-41AA-9622-0A8982CDCA96}" dt="2024-11-28T18:19:18.291" v="3321" actId="115"/>
          <ac:spMkLst>
            <pc:docMk/>
            <pc:sldMk cId="2023407085" sldId="325"/>
            <ac:spMk id="25" creationId="{9D22DE4F-CA90-9769-4005-9B07A625D198}"/>
          </ac:spMkLst>
        </pc:spChg>
        <pc:graphicFrameChg chg="add mod">
          <ac:chgData name="MYUNG JIN" userId="89f3fa32ababedc4" providerId="LiveId" clId="{0E5E3668-7810-41AA-9622-0A8982CDCA96}" dt="2024-11-28T17:43:12.700" v="2144" actId="1076"/>
          <ac:graphicFrameMkLst>
            <pc:docMk/>
            <pc:sldMk cId="2023407085" sldId="325"/>
            <ac:graphicFrameMk id="11" creationId="{38B195CB-76CF-2D0F-7503-E912D176B88E}"/>
          </ac:graphicFrameMkLst>
        </pc:graphicFrameChg>
        <pc:picChg chg="add mod">
          <ac:chgData name="MYUNG JIN" userId="89f3fa32ababedc4" providerId="LiveId" clId="{0E5E3668-7810-41AA-9622-0A8982CDCA96}" dt="2024-11-28T17:42:44.132" v="2138" actId="1076"/>
          <ac:picMkLst>
            <pc:docMk/>
            <pc:sldMk cId="2023407085" sldId="325"/>
            <ac:picMk id="4" creationId="{8D1E77FD-A477-B3B9-4A5D-6576C9E42343}"/>
          </ac:picMkLst>
        </pc:picChg>
        <pc:picChg chg="add del">
          <ac:chgData name="MYUNG JIN" userId="89f3fa32ababedc4" providerId="LiveId" clId="{0E5E3668-7810-41AA-9622-0A8982CDCA96}" dt="2024-11-28T17:36:36.473" v="2010" actId="22"/>
          <ac:picMkLst>
            <pc:docMk/>
            <pc:sldMk cId="2023407085" sldId="325"/>
            <ac:picMk id="7" creationId="{FBD6279E-E83C-2DF9-946E-795CA626F5B7}"/>
          </ac:picMkLst>
        </pc:picChg>
        <pc:picChg chg="add mod">
          <ac:chgData name="MYUNG JIN" userId="89f3fa32ababedc4" providerId="LiveId" clId="{0E5E3668-7810-41AA-9622-0A8982CDCA96}" dt="2024-11-28T17:42:44.132" v="2138" actId="1076"/>
          <ac:picMkLst>
            <pc:docMk/>
            <pc:sldMk cId="2023407085" sldId="325"/>
            <ac:picMk id="9" creationId="{65700F49-A69B-7289-4526-F193364DA6EF}"/>
          </ac:picMkLst>
        </pc:picChg>
        <pc:cxnChg chg="add mod">
          <ac:chgData name="MYUNG JIN" userId="89f3fa32ababedc4" providerId="LiveId" clId="{0E5E3668-7810-41AA-9622-0A8982CDCA96}" dt="2024-11-28T17:43:04.471" v="2142" actId="693"/>
          <ac:cxnSpMkLst>
            <pc:docMk/>
            <pc:sldMk cId="2023407085" sldId="325"/>
            <ac:cxnSpMk id="13" creationId="{F6F30304-F97E-F900-743E-DBD57AD7481A}"/>
          </ac:cxnSpMkLst>
        </pc:cxnChg>
        <pc:cxnChg chg="add mod">
          <ac:chgData name="MYUNG JIN" userId="89f3fa32ababedc4" providerId="LiveId" clId="{0E5E3668-7810-41AA-9622-0A8982CDCA96}" dt="2024-11-28T17:43:15.607" v="2145" actId="14100"/>
          <ac:cxnSpMkLst>
            <pc:docMk/>
            <pc:sldMk cId="2023407085" sldId="325"/>
            <ac:cxnSpMk id="15" creationId="{36714AED-E55E-8763-7A60-F6693905CA27}"/>
          </ac:cxnSpMkLst>
        </pc:cxnChg>
        <pc:cxnChg chg="add mod">
          <ac:chgData name="MYUNG JIN" userId="89f3fa32ababedc4" providerId="LiveId" clId="{0E5E3668-7810-41AA-9622-0A8982CDCA96}" dt="2024-11-28T17:43:42.558" v="2150" actId="693"/>
          <ac:cxnSpMkLst>
            <pc:docMk/>
            <pc:sldMk cId="2023407085" sldId="325"/>
            <ac:cxnSpMk id="18" creationId="{55AB6A39-3109-6E43-90BB-7D6E2CA6A89C}"/>
          </ac:cxnSpMkLst>
        </pc:cxnChg>
        <pc:cxnChg chg="add mod">
          <ac:chgData name="MYUNG JIN" userId="89f3fa32ababedc4" providerId="LiveId" clId="{0E5E3668-7810-41AA-9622-0A8982CDCA96}" dt="2024-11-28T17:43:42.558" v="2150" actId="693"/>
          <ac:cxnSpMkLst>
            <pc:docMk/>
            <pc:sldMk cId="2023407085" sldId="325"/>
            <ac:cxnSpMk id="19" creationId="{3A886859-8E59-FC2D-735A-1F35687E28B8}"/>
          </ac:cxnSpMkLst>
        </pc:cxnChg>
        <pc:cxnChg chg="add mod">
          <ac:chgData name="MYUNG JIN" userId="89f3fa32ababedc4" providerId="LiveId" clId="{0E5E3668-7810-41AA-9622-0A8982CDCA96}" dt="2024-11-28T17:43:50.080" v="2154" actId="14100"/>
          <ac:cxnSpMkLst>
            <pc:docMk/>
            <pc:sldMk cId="2023407085" sldId="325"/>
            <ac:cxnSpMk id="21" creationId="{A8441D13-DA73-72AF-D99B-E5B4388C49D6}"/>
          </ac:cxnSpMkLst>
        </pc:cxnChg>
      </pc:sldChg>
      <pc:sldChg chg="addSp modSp new mod">
        <pc:chgData name="MYUNG JIN" userId="89f3fa32ababedc4" providerId="LiveId" clId="{0E5E3668-7810-41AA-9622-0A8982CDCA96}" dt="2024-11-28T19:02:10.306" v="4286" actId="1076"/>
        <pc:sldMkLst>
          <pc:docMk/>
          <pc:sldMk cId="383926947" sldId="326"/>
        </pc:sldMkLst>
        <pc:spChg chg="mod">
          <ac:chgData name="MYUNG JIN" userId="89f3fa32ababedc4" providerId="LiveId" clId="{0E5E3668-7810-41AA-9622-0A8982CDCA96}" dt="2024-11-28T19:00:01.275" v="4123" actId="20577"/>
          <ac:spMkLst>
            <pc:docMk/>
            <pc:sldMk cId="383926947" sldId="326"/>
            <ac:spMk id="2" creationId="{E974D721-871C-5B2F-33BD-7BCEB721CE53}"/>
          </ac:spMkLst>
        </pc:spChg>
        <pc:spChg chg="add mod">
          <ac:chgData name="MYUNG JIN" userId="89f3fa32ababedc4" providerId="LiveId" clId="{0E5E3668-7810-41AA-9622-0A8982CDCA96}" dt="2024-11-28T19:00:12.918" v="4125" actId="1076"/>
          <ac:spMkLst>
            <pc:docMk/>
            <pc:sldMk cId="383926947" sldId="326"/>
            <ac:spMk id="3" creationId="{0786B370-D796-06AD-B235-44FB5AFBB130}"/>
          </ac:spMkLst>
        </pc:spChg>
        <pc:spChg chg="add mod">
          <ac:chgData name="MYUNG JIN" userId="89f3fa32ababedc4" providerId="LiveId" clId="{0E5E3668-7810-41AA-9622-0A8982CDCA96}" dt="2024-11-28T19:00:37.866" v="4185" actId="113"/>
          <ac:spMkLst>
            <pc:docMk/>
            <pc:sldMk cId="383926947" sldId="326"/>
            <ac:spMk id="4" creationId="{24560D7F-E9D9-A6CB-4DA9-537DD2A49A1B}"/>
          </ac:spMkLst>
        </pc:spChg>
        <pc:spChg chg="add mod">
          <ac:chgData name="MYUNG JIN" userId="89f3fa32ababedc4" providerId="LiveId" clId="{0E5E3668-7810-41AA-9622-0A8982CDCA96}" dt="2024-11-28T19:01:27.433" v="4234" actId="1076"/>
          <ac:spMkLst>
            <pc:docMk/>
            <pc:sldMk cId="383926947" sldId="326"/>
            <ac:spMk id="7" creationId="{ADF070CA-655F-3D94-B080-EE5109027E16}"/>
          </ac:spMkLst>
        </pc:spChg>
        <pc:spChg chg="add mod">
          <ac:chgData name="MYUNG JIN" userId="89f3fa32ababedc4" providerId="LiveId" clId="{0E5E3668-7810-41AA-9622-0A8982CDCA96}" dt="2024-11-28T19:01:45.060" v="4277" actId="1076"/>
          <ac:spMkLst>
            <pc:docMk/>
            <pc:sldMk cId="383926947" sldId="326"/>
            <ac:spMk id="8" creationId="{E393AD49-67D9-5130-47A8-6444BC018332}"/>
          </ac:spMkLst>
        </pc:spChg>
        <pc:picChg chg="add mod">
          <ac:chgData name="MYUNG JIN" userId="89f3fa32ababedc4" providerId="LiveId" clId="{0E5E3668-7810-41AA-9622-0A8982CDCA96}" dt="2024-11-28T19:02:08.292" v="4285" actId="14100"/>
          <ac:picMkLst>
            <pc:docMk/>
            <pc:sldMk cId="383926947" sldId="326"/>
            <ac:picMk id="6" creationId="{66141794-080B-5267-EE55-B28CE63140FB}"/>
          </ac:picMkLst>
        </pc:picChg>
        <pc:picChg chg="add mod">
          <ac:chgData name="MYUNG JIN" userId="89f3fa32ababedc4" providerId="LiveId" clId="{0E5E3668-7810-41AA-9622-0A8982CDCA96}" dt="2024-11-28T19:02:10.306" v="4286" actId="1076"/>
          <ac:picMkLst>
            <pc:docMk/>
            <pc:sldMk cId="383926947" sldId="326"/>
            <ac:picMk id="10" creationId="{7CBFE3B3-2906-65DF-FF7A-955707CAD2F1}"/>
          </ac:picMkLst>
        </pc:picChg>
      </pc:sldChg>
      <pc:sldChg chg="add del">
        <pc:chgData name="MYUNG JIN" userId="89f3fa32ababedc4" providerId="LiveId" clId="{0E5E3668-7810-41AA-9622-0A8982CDCA96}" dt="2024-11-28T18:18:52.967" v="3275" actId="47"/>
        <pc:sldMkLst>
          <pc:docMk/>
          <pc:sldMk cId="1264958829" sldId="326"/>
        </pc:sldMkLst>
      </pc:sldChg>
      <pc:sldChg chg="modSp new mod">
        <pc:chgData name="MYUNG JIN" userId="89f3fa32ababedc4" providerId="LiveId" clId="{0E5E3668-7810-41AA-9622-0A8982CDCA96}" dt="2024-11-28T19:04:52.761" v="4387" actId="20577"/>
        <pc:sldMkLst>
          <pc:docMk/>
          <pc:sldMk cId="2561593618" sldId="327"/>
        </pc:sldMkLst>
        <pc:spChg chg="mod">
          <ac:chgData name="MYUNG JIN" userId="89f3fa32ababedc4" providerId="LiveId" clId="{0E5E3668-7810-41AA-9622-0A8982CDCA96}" dt="2024-11-28T19:04:52.761" v="4387" actId="20577"/>
          <ac:spMkLst>
            <pc:docMk/>
            <pc:sldMk cId="2561593618" sldId="327"/>
            <ac:spMk id="2" creationId="{BD3B9BCE-F6D4-0501-0B91-F89CAEF2F3C7}"/>
          </ac:spMkLst>
        </pc:spChg>
      </pc:sldChg>
      <pc:sldChg chg="modSp new del mod">
        <pc:chgData name="MYUNG JIN" userId="89f3fa32ababedc4" providerId="LiveId" clId="{0E5E3668-7810-41AA-9622-0A8982CDCA96}" dt="2024-11-28T19:05:39.252" v="4407" actId="47"/>
        <pc:sldMkLst>
          <pc:docMk/>
          <pc:sldMk cId="2993089704" sldId="328"/>
        </pc:sldMkLst>
        <pc:spChg chg="mod">
          <ac:chgData name="MYUNG JIN" userId="89f3fa32ababedc4" providerId="LiveId" clId="{0E5E3668-7810-41AA-9622-0A8982CDCA96}" dt="2024-11-28T19:05:00.577" v="4405" actId="20577"/>
          <ac:spMkLst>
            <pc:docMk/>
            <pc:sldMk cId="2993089704" sldId="328"/>
            <ac:spMk id="2" creationId="{7DD65A3A-DDD6-F66D-6056-90DE6C352275}"/>
          </ac:spMkLst>
        </pc:spChg>
      </pc:sldChg>
      <pc:sldChg chg="modSp add mod">
        <pc:chgData name="MYUNG JIN" userId="89f3fa32ababedc4" providerId="LiveId" clId="{0E5E3668-7810-41AA-9622-0A8982CDCA96}" dt="2024-11-28T19:06:06.287" v="4459" actId="404"/>
        <pc:sldMkLst>
          <pc:docMk/>
          <pc:sldMk cId="1438511970" sldId="329"/>
        </pc:sldMkLst>
        <pc:spChg chg="mod">
          <ac:chgData name="MYUNG JIN" userId="89f3fa32ababedc4" providerId="LiveId" clId="{0E5E3668-7810-41AA-9622-0A8982CDCA96}" dt="2024-11-28T19:06:06.287" v="4459" actId="404"/>
          <ac:spMkLst>
            <pc:docMk/>
            <pc:sldMk cId="1438511970" sldId="329"/>
            <ac:spMk id="2" creationId="{2B7E0B6F-13D6-6854-9171-EA33F8B15DE9}"/>
          </ac:spMkLst>
        </pc:spChg>
      </pc:sldChg>
      <pc:sldChg chg="add">
        <pc:chgData name="MYUNG JIN" userId="89f3fa32ababedc4" providerId="LiveId" clId="{0E5E3668-7810-41AA-9622-0A8982CDCA96}" dt="2024-11-28T19:05:37.080" v="4406"/>
        <pc:sldMkLst>
          <pc:docMk/>
          <pc:sldMk cId="3488794039" sldId="330"/>
        </pc:sldMkLst>
      </pc:sldChg>
      <pc:sldMasterChg chg="modSldLayout">
        <pc:chgData name="MYUNG JIN" userId="89f3fa32ababedc4" providerId="LiveId" clId="{0E5E3668-7810-41AA-9622-0A8982CDCA96}" dt="2024-11-28T19:04:24.505" v="4314" actId="20577"/>
        <pc:sldMasterMkLst>
          <pc:docMk/>
          <pc:sldMasterMk cId="865822706" sldId="2147483672"/>
        </pc:sldMasterMkLst>
        <pc:sldLayoutChg chg="modSp mod">
          <pc:chgData name="MYUNG JIN" userId="89f3fa32ababedc4" providerId="LiveId" clId="{0E5E3668-7810-41AA-9622-0A8982CDCA96}" dt="2024-11-28T19:04:24.505" v="4314" actId="20577"/>
          <pc:sldLayoutMkLst>
            <pc:docMk/>
            <pc:sldMasterMk cId="865822706" sldId="2147483672"/>
            <pc:sldLayoutMk cId="1293274149" sldId="2147483661"/>
          </pc:sldLayoutMkLst>
          <pc:spChg chg="mod">
            <ac:chgData name="MYUNG JIN" userId="89f3fa32ababedc4" providerId="LiveId" clId="{0E5E3668-7810-41AA-9622-0A8982CDCA96}" dt="2024-11-28T19:04:24.505" v="4314" actId="20577"/>
            <ac:spMkLst>
              <pc:docMk/>
              <pc:sldMasterMk cId="865822706" sldId="2147483672"/>
              <pc:sldLayoutMk cId="1293274149" sldId="2147483661"/>
              <ac:spMk id="12" creationId="{73E09DDB-F9AA-B7CF-1BD1-467229BF433E}"/>
            </ac:spMkLst>
          </pc:spChg>
        </pc:sldLayoutChg>
        <pc:sldLayoutChg chg="modSp mod">
          <pc:chgData name="MYUNG JIN" userId="89f3fa32ababedc4" providerId="LiveId" clId="{0E5E3668-7810-41AA-9622-0A8982CDCA96}" dt="2024-11-28T19:04:22.321" v="4312" actId="20577"/>
          <pc:sldLayoutMkLst>
            <pc:docMk/>
            <pc:sldMasterMk cId="865822706" sldId="2147483672"/>
            <pc:sldLayoutMk cId="1527371085" sldId="2147483662"/>
          </pc:sldLayoutMkLst>
          <pc:spChg chg="mod">
            <ac:chgData name="MYUNG JIN" userId="89f3fa32ababedc4" providerId="LiveId" clId="{0E5E3668-7810-41AA-9622-0A8982CDCA96}" dt="2024-11-28T19:04:22.321" v="4312" actId="20577"/>
            <ac:spMkLst>
              <pc:docMk/>
              <pc:sldMasterMk cId="865822706" sldId="2147483672"/>
              <pc:sldLayoutMk cId="1527371085" sldId="2147483662"/>
              <ac:spMk id="2" creationId="{A7AFC566-22A4-29F2-DC8E-5E0F72383F7D}"/>
            </ac:spMkLst>
          </pc:spChg>
        </pc:sldLayoutChg>
      </pc:sldMasterChg>
    </pc:docChg>
  </pc:docChgLst>
  <pc:docChgLst>
    <pc:chgData name="MYUNG JIN" userId="89f3fa32ababedc4" providerId="LiveId" clId="{D56965A1-DC8B-44B6-94BD-FA2651A5D9C2}"/>
    <pc:docChg chg="modSld">
      <pc:chgData name="MYUNG JIN" userId="89f3fa32ababedc4" providerId="LiveId" clId="{D56965A1-DC8B-44B6-94BD-FA2651A5D9C2}" dt="2024-12-16T13:09:20.494" v="0" actId="164"/>
      <pc:docMkLst>
        <pc:docMk/>
      </pc:docMkLst>
      <pc:sldChg chg="addSp modSp">
        <pc:chgData name="MYUNG JIN" userId="89f3fa32ababedc4" providerId="LiveId" clId="{D56965A1-DC8B-44B6-94BD-FA2651A5D9C2}" dt="2024-12-16T13:09:20.494" v="0" actId="164"/>
        <pc:sldMkLst>
          <pc:docMk/>
          <pc:sldMk cId="2899342611" sldId="315"/>
        </pc:sldMkLst>
        <pc:spChg chg="mod">
          <ac:chgData name="MYUNG JIN" userId="89f3fa32ababedc4" providerId="LiveId" clId="{D56965A1-DC8B-44B6-94BD-FA2651A5D9C2}" dt="2024-12-16T13:09:20.494" v="0" actId="164"/>
          <ac:spMkLst>
            <pc:docMk/>
            <pc:sldMk cId="2899342611" sldId="315"/>
            <ac:spMk id="30" creationId="{C10818C1-D5CA-7258-A6E0-520F61BAF945}"/>
          </ac:spMkLst>
        </pc:spChg>
        <pc:grpChg chg="add mod">
          <ac:chgData name="MYUNG JIN" userId="89f3fa32ababedc4" providerId="LiveId" clId="{D56965A1-DC8B-44B6-94BD-FA2651A5D9C2}" dt="2024-12-16T13:09:20.494" v="0" actId="164"/>
          <ac:grpSpMkLst>
            <pc:docMk/>
            <pc:sldMk cId="2899342611" sldId="315"/>
            <ac:grpSpMk id="3" creationId="{8754F55D-FA81-A5E8-E1AC-0801FF46AF32}"/>
          </ac:grpSpMkLst>
        </pc:grpChg>
        <pc:grpChg chg="mod">
          <ac:chgData name="MYUNG JIN" userId="89f3fa32ababedc4" providerId="LiveId" clId="{D56965A1-DC8B-44B6-94BD-FA2651A5D9C2}" dt="2024-12-16T13:09:20.494" v="0" actId="164"/>
          <ac:grpSpMkLst>
            <pc:docMk/>
            <pc:sldMk cId="2899342611" sldId="315"/>
            <ac:grpSpMk id="4" creationId="{C537744A-E742-1C2A-C87A-F5E24D3BC0D8}"/>
          </ac:grpSpMkLst>
        </pc:grpChg>
        <pc:cxnChg chg="mod">
          <ac:chgData name="MYUNG JIN" userId="89f3fa32ababedc4" providerId="LiveId" clId="{D56965A1-DC8B-44B6-94BD-FA2651A5D9C2}" dt="2024-12-16T13:09:20.494" v="0" actId="164"/>
          <ac:cxnSpMkLst>
            <pc:docMk/>
            <pc:sldMk cId="2899342611" sldId="315"/>
            <ac:cxnSpMk id="23" creationId="{9A97C88A-1095-2341-60C5-A8F6ABE60528}"/>
          </ac:cxnSpMkLst>
        </pc:cxnChg>
        <pc:cxnChg chg="mod">
          <ac:chgData name="MYUNG JIN" userId="89f3fa32ababedc4" providerId="LiveId" clId="{D56965A1-DC8B-44B6-94BD-FA2651A5D9C2}" dt="2024-12-16T13:09:20.494" v="0" actId="164"/>
          <ac:cxnSpMkLst>
            <pc:docMk/>
            <pc:sldMk cId="2899342611" sldId="315"/>
            <ac:cxnSpMk id="25" creationId="{9693A131-1407-5B86-E375-6FCE61601105}"/>
          </ac:cxnSpMkLst>
        </pc:cxnChg>
        <pc:cxnChg chg="mod">
          <ac:chgData name="MYUNG JIN" userId="89f3fa32ababedc4" providerId="LiveId" clId="{D56965A1-DC8B-44B6-94BD-FA2651A5D9C2}" dt="2024-12-16T13:09:20.494" v="0" actId="164"/>
          <ac:cxnSpMkLst>
            <pc:docMk/>
            <pc:sldMk cId="2899342611" sldId="315"/>
            <ac:cxnSpMk id="27" creationId="{757CB53D-47A9-5715-CF9C-38C2B7450949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2024-12-16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11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11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제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C47ACFDF-210B-4108-EB77-9160E7834D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kumimoji="1" 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defRPr>
            </a:lvl1pPr>
          </a:lstStyle>
          <a:p>
            <a:pPr lvl="0" algn="ctr"/>
            <a:r>
              <a:rPr lang="ko-KR" altLang="en-US" dirty="0"/>
              <a:t>제목</a:t>
            </a:r>
            <a:br>
              <a:rPr lang="en-US" altLang="ko-KR" dirty="0"/>
            </a:br>
            <a:br>
              <a:rPr lang="en-US" altLang="ko-KR" dirty="0"/>
            </a:br>
            <a:r>
              <a:rPr lang="ko-KR" altLang="en-US" dirty="0"/>
              <a:t>진명</a:t>
            </a:r>
            <a:endParaRPr lang="en-US" dirty="0"/>
          </a:p>
        </p:txBody>
      </p:sp>
      <p:sp>
        <p:nvSpPr>
          <p:cNvPr id="12" name="슬라이드 번호 개체 틀 1">
            <a:extLst>
              <a:ext uri="{FF2B5EF4-FFF2-40B4-BE49-F238E27FC236}">
                <a16:creationId xmlns:a16="http://schemas.microsoft.com/office/drawing/2014/main" id="{73E09DDB-F9AA-B7CF-1BD1-467229BF433E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8637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_본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2B732FBD-70BB-590B-EED9-6BA8F8E91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algn="ctr">
              <a:defRPr lang="en-US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algn="ctr"/>
            <a:endParaRPr 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A68D360D-C118-14A3-C8B6-E639F8DD026C}"/>
              </a:ext>
            </a:extLst>
          </p:cNvPr>
          <p:cNvCxnSpPr/>
          <p:nvPr userDrawn="1"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A7AFC566-22A4-29F2-DC8E-5E0F72383F7D}"/>
              </a:ext>
            </a:extLst>
          </p:cNvPr>
          <p:cNvSpPr txBox="1">
            <a:spLocks/>
          </p:cNvSpPr>
          <p:nvPr userDrawn="1"/>
        </p:nvSpPr>
        <p:spPr>
          <a:xfrm>
            <a:off x="4125611" y="6467849"/>
            <a:ext cx="8908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fld id="{1F989CB1-DA8A-44BB-A4A9-D7F9352F01ED}" type="slidenum">
              <a:rPr lang="ko-KR" altLang="en-US" sz="1800" smtClean="0">
                <a:solidFill>
                  <a:srgbClr val="FFFFFF"/>
                </a:solidFill>
              </a:rPr>
              <a:pPr algn="ctr">
                <a:defRPr/>
              </a:pPr>
              <a:t>‹#›</a:t>
            </a:fld>
            <a:r>
              <a:rPr lang="ko-KR" altLang="en-US" sz="1800" dirty="0">
                <a:solidFill>
                  <a:srgbClr val="FFFFFF"/>
                </a:solidFill>
              </a:rPr>
              <a:t> </a:t>
            </a:r>
            <a:r>
              <a:rPr lang="en-US" altLang="ko-KR" sz="1800" dirty="0">
                <a:solidFill>
                  <a:srgbClr val="FFFFFF"/>
                </a:solidFill>
              </a:rPr>
              <a:t>/ A</a:t>
            </a:r>
            <a:endParaRPr lang="ko-KR" altLang="en-US" sz="18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3037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34A334C5-B9FA-4ED1-A744-F408B6777B24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9E5042A7-DF43-46DE-92FC-CFB97544BBB3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916D5AD-5A6F-454C-9545-6885344E280D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3F7BB00-28E5-4A3B-9E5F-1F4BB3A8F165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2CEAC59B-C817-48F5-8ACE-D9D17C2470A4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B3B0509C-DF52-4D9E-B08B-80FF4BADBE5B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7E32654-65AB-44C2-B15A-24814E9FAC6C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8A4443EB-2E16-4E63-8781-456863843F67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33B04AE-6A3D-446A-BA2E-D60D9DF7E98F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02F9506-E5DD-4FE8-0BB7-EACC1C891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329156"/>
            <a:ext cx="7886700" cy="2199687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25DBDE6-F08E-5E13-9BC0-67987A6A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DDA8C695-F3F3-4DFA-BE8E-F96FA1E20C9A}" type="datetime1">
              <a:rPr lang="ko-KR" altLang="en-US" smtClean="0"/>
              <a:t>2024-12-16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7BAB051-DD19-19B3-C999-DD1B7F47C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796CDF9-9319-B249-5F10-09AFE0D96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706" y="2329156"/>
            <a:ext cx="7886700" cy="21996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ctr" latinLnBrk="1">
              <a:defRPr/>
            </a:pPr>
            <a:endParaRPr kumimoji="1" lang="ko-KR" altLang="en-US" sz="44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5B2251B-B63B-3A95-4A71-181753A1254A}"/>
              </a:ext>
            </a:extLst>
          </p:cNvPr>
          <p:cNvSpPr/>
          <p:nvPr userDrawn="1"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5AE41EA-423B-2D50-1B61-33F790630545}"/>
              </a:ext>
            </a:extLst>
          </p:cNvPr>
          <p:cNvSpPr/>
          <p:nvPr userDrawn="1"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E44581E-9BA8-E469-247F-0330F2662E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5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3" r:id="rId14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20.emf"/><Relationship Id="rId7" Type="http://schemas.openxmlformats.org/officeDocument/2006/relationships/image" Target="../media/image22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24.emf"/><Relationship Id="rId5" Type="http://schemas.openxmlformats.org/officeDocument/2006/relationships/image" Target="../media/image21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.bin"/><Relationship Id="rId3" Type="http://schemas.openxmlformats.org/officeDocument/2006/relationships/image" Target="../media/image22.emf"/><Relationship Id="rId7" Type="http://schemas.openxmlformats.org/officeDocument/2006/relationships/image" Target="../media/image27.e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.bin"/><Relationship Id="rId11" Type="http://schemas.openxmlformats.org/officeDocument/2006/relationships/image" Target="../media/image2.png"/><Relationship Id="rId5" Type="http://schemas.openxmlformats.org/officeDocument/2006/relationships/image" Target="../media/image26.emf"/><Relationship Id="rId10" Type="http://schemas.openxmlformats.org/officeDocument/2006/relationships/image" Target="../media/image29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2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32.png"/><Relationship Id="rId7" Type="http://schemas.openxmlformats.org/officeDocument/2006/relationships/image" Target="../media/image70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0.png"/><Relationship Id="rId5" Type="http://schemas.openxmlformats.org/officeDocument/2006/relationships/image" Target="../media/image50.png"/><Relationship Id="rId4" Type="http://schemas.openxmlformats.org/officeDocument/2006/relationships/image" Target="../media/image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0.png"/><Relationship Id="rId11" Type="http://schemas.openxmlformats.org/officeDocument/2006/relationships/image" Target="../media/image180.png"/><Relationship Id="rId5" Type="http://schemas.openxmlformats.org/officeDocument/2006/relationships/image" Target="../media/image12.png"/><Relationship Id="rId10" Type="http://schemas.openxmlformats.org/officeDocument/2006/relationships/image" Target="../media/image170.png"/><Relationship Id="rId4" Type="http://schemas.openxmlformats.org/officeDocument/2006/relationships/image" Target="../media/image110.png"/><Relationship Id="rId9" Type="http://schemas.openxmlformats.org/officeDocument/2006/relationships/image" Target="../media/image16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0.png"/><Relationship Id="rId4" Type="http://schemas.openxmlformats.org/officeDocument/2006/relationships/image" Target="../media/image2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E249DC-8914-7D45-D9D6-4D9952A1C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 of </a:t>
            </a:r>
            <a:r>
              <a:rPr lang="en-US" altLang="ko-KR" dirty="0" err="1"/>
              <a:t>Detrapping</a:t>
            </a:r>
            <a:r>
              <a:rPr lang="ko-KR" altLang="en-US" dirty="0"/>
              <a:t> </a:t>
            </a:r>
            <a:r>
              <a:rPr lang="en-US" altLang="ko-KR" dirty="0"/>
              <a:t>electron in BE-TOX</a:t>
            </a:r>
            <a:br>
              <a:rPr lang="en-US" altLang="ko-KR" dirty="0"/>
            </a:br>
            <a:r>
              <a:rPr lang="en-US" altLang="ko-KR" dirty="0"/>
              <a:t>by</a:t>
            </a:r>
            <a:r>
              <a:rPr lang="ko-KR" altLang="en-US" dirty="0"/>
              <a:t> </a:t>
            </a:r>
            <a:r>
              <a:rPr lang="en-US" altLang="ko-KR" dirty="0"/>
              <a:t>Elastic Tunneling Emission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20241129 </a:t>
            </a:r>
            <a:r>
              <a:rPr lang="ko-KR" altLang="en-US" dirty="0"/>
              <a:t>진명</a:t>
            </a:r>
          </a:p>
        </p:txBody>
      </p:sp>
    </p:spTree>
    <p:extLst>
      <p:ext uri="{BB962C8B-B14F-4D97-AF65-F5344CB8AC3E}">
        <p14:creationId xmlns:p14="http://schemas.microsoft.com/office/powerpoint/2010/main" val="24158246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80B26E-D7EF-B0B7-2CB8-5143E6609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NonLocal</a:t>
            </a:r>
            <a:r>
              <a:rPr lang="en-US" altLang="ko-KR" dirty="0"/>
              <a:t> Tunneling in TCAD</a:t>
            </a:r>
            <a:endParaRPr lang="ko-KR" altLang="en-US" dirty="0"/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8754F55D-FA81-A5E8-E1AC-0801FF46AF32}"/>
              </a:ext>
            </a:extLst>
          </p:cNvPr>
          <p:cNvGrpSpPr/>
          <p:nvPr/>
        </p:nvGrpSpPr>
        <p:grpSpPr>
          <a:xfrm>
            <a:off x="1191986" y="2643676"/>
            <a:ext cx="5605883" cy="3448856"/>
            <a:chOff x="1191986" y="2643676"/>
            <a:chExt cx="5605883" cy="3448856"/>
          </a:xfrm>
        </p:grpSpPr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537744A-E742-1C2A-C87A-F5E24D3BC0D8}"/>
                </a:ext>
              </a:extLst>
            </p:cNvPr>
            <p:cNvGrpSpPr/>
            <p:nvPr/>
          </p:nvGrpSpPr>
          <p:grpSpPr>
            <a:xfrm>
              <a:off x="1191986" y="2643676"/>
              <a:ext cx="2624882" cy="3448856"/>
              <a:chOff x="1633635" y="1219201"/>
              <a:chExt cx="2624882" cy="3448856"/>
            </a:xfrm>
          </p:grpSpPr>
          <p:sp>
            <p:nvSpPr>
              <p:cNvPr id="5" name="자유형: 도형 4">
                <a:extLst>
                  <a:ext uri="{FF2B5EF4-FFF2-40B4-BE49-F238E27FC236}">
                    <a16:creationId xmlns:a16="http://schemas.microsoft.com/office/drawing/2014/main" id="{8B425E30-7647-96CF-BAC9-A1872C6EFEED}"/>
                  </a:ext>
                </a:extLst>
              </p:cNvPr>
              <p:cNvSpPr/>
              <p:nvPr/>
            </p:nvSpPr>
            <p:spPr>
              <a:xfrm>
                <a:off x="1633635" y="1582058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6" name="직선 연결선 5">
                <a:extLst>
                  <a:ext uri="{FF2B5EF4-FFF2-40B4-BE49-F238E27FC236}">
                    <a16:creationId xmlns:a16="http://schemas.microsoft.com/office/drawing/2014/main" id="{3B8239B0-56FE-CF62-9EA3-878226FAD40D}"/>
                  </a:ext>
                </a:extLst>
              </p:cNvPr>
              <p:cNvCxnSpPr/>
              <p:nvPr/>
            </p:nvCxnSpPr>
            <p:spPr>
              <a:xfrm>
                <a:off x="2937766" y="1859077"/>
                <a:ext cx="0" cy="225028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D2167D89-465D-B8CB-A1B8-32543A3428D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11535" y="3587861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8" name="그림 7">
                <a:extLst>
                  <a:ext uri="{FF2B5EF4-FFF2-40B4-BE49-F238E27FC236}">
                    <a16:creationId xmlns:a16="http://schemas.microsoft.com/office/drawing/2014/main" id="{44B6F839-417E-F00E-8B42-BEA1FCB555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25841" y="3621989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9" name="직선 화살표 연결선 8">
                <a:extLst>
                  <a:ext uri="{FF2B5EF4-FFF2-40B4-BE49-F238E27FC236}">
                    <a16:creationId xmlns:a16="http://schemas.microsoft.com/office/drawing/2014/main" id="{4DF746B3-0844-74D5-E091-858EBA1617CB}"/>
                  </a:ext>
                </a:extLst>
              </p:cNvPr>
              <p:cNvCxnSpPr>
                <a:cxnSpLocks/>
                <a:stCxn id="8" idx="1"/>
              </p:cNvCxnSpPr>
              <p:nvPr/>
            </p:nvCxnSpPr>
            <p:spPr>
              <a:xfrm flipH="1">
                <a:off x="2090057" y="3743436"/>
                <a:ext cx="735784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644F69BD-E426-C66A-2C6F-76F8F0DCBF8E}"/>
                  </a:ext>
                </a:extLst>
              </p:cNvPr>
              <p:cNvSpPr txBox="1"/>
              <p:nvPr/>
            </p:nvSpPr>
            <p:spPr>
              <a:xfrm>
                <a:off x="1859283" y="2349309"/>
                <a:ext cx="8941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ox1 layer </a:t>
                </a:r>
                <a:endParaRPr lang="ko-KR" altLang="en-US" sz="1400" dirty="0"/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25B5BC3-79BE-5188-4A42-351C7E19B0FF}"/>
                  </a:ext>
                </a:extLst>
              </p:cNvPr>
              <p:cNvSpPr txBox="1"/>
              <p:nvPr/>
            </p:nvSpPr>
            <p:spPr>
              <a:xfrm>
                <a:off x="2601168" y="2596799"/>
                <a:ext cx="6612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1100" dirty="0"/>
              </a:p>
            </p:txBody>
          </p:sp>
          <p:sp>
            <p:nvSpPr>
              <p:cNvPr id="12" name="자유형: 도형 11">
                <a:extLst>
                  <a:ext uri="{FF2B5EF4-FFF2-40B4-BE49-F238E27FC236}">
                    <a16:creationId xmlns:a16="http://schemas.microsoft.com/office/drawing/2014/main" id="{03DE2FF1-151D-7B53-A611-9473BA51BDDA}"/>
                  </a:ext>
                </a:extLst>
              </p:cNvPr>
              <p:cNvSpPr/>
              <p:nvPr/>
            </p:nvSpPr>
            <p:spPr>
              <a:xfrm>
                <a:off x="2090057" y="2687217"/>
                <a:ext cx="522515" cy="1063690"/>
              </a:xfrm>
              <a:custGeom>
                <a:avLst/>
                <a:gdLst>
                  <a:gd name="connsiteX0" fmla="*/ 6221 w 522515"/>
                  <a:gd name="connsiteY0" fmla="*/ 740229 h 1063690"/>
                  <a:gd name="connsiteX1" fmla="*/ 0 w 522515"/>
                  <a:gd name="connsiteY1" fmla="*/ 1063690 h 1063690"/>
                  <a:gd name="connsiteX2" fmla="*/ 516294 w 522515"/>
                  <a:gd name="connsiteY2" fmla="*/ 1051249 h 1063690"/>
                  <a:gd name="connsiteX3" fmla="*/ 522515 w 522515"/>
                  <a:gd name="connsiteY3" fmla="*/ 0 h 1063690"/>
                  <a:gd name="connsiteX4" fmla="*/ 6221 w 522515"/>
                  <a:gd name="connsiteY4" fmla="*/ 740229 h 1063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515" h="1063690">
                    <a:moveTo>
                      <a:pt x="6221" y="740229"/>
                    </a:moveTo>
                    <a:lnTo>
                      <a:pt x="0" y="1063690"/>
                    </a:lnTo>
                    <a:lnTo>
                      <a:pt x="516294" y="1051249"/>
                    </a:lnTo>
                    <a:cubicBezTo>
                      <a:pt x="518368" y="700833"/>
                      <a:pt x="520441" y="350416"/>
                      <a:pt x="522515" y="0"/>
                    </a:cubicBezTo>
                    <a:lnTo>
                      <a:pt x="6221" y="740229"/>
                    </a:lnTo>
                    <a:close/>
                  </a:path>
                </a:pathLst>
              </a:custGeom>
              <a:solidFill>
                <a:srgbClr val="7DB4D9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자유형: 도형 12">
                <a:extLst>
                  <a:ext uri="{FF2B5EF4-FFF2-40B4-BE49-F238E27FC236}">
                    <a16:creationId xmlns:a16="http://schemas.microsoft.com/office/drawing/2014/main" id="{E63885C6-CB4B-11A2-BDEC-5C250534F7AA}"/>
                  </a:ext>
                </a:extLst>
              </p:cNvPr>
              <p:cNvSpPr/>
              <p:nvPr/>
            </p:nvSpPr>
            <p:spPr>
              <a:xfrm>
                <a:off x="2611017" y="3023119"/>
                <a:ext cx="337457" cy="715347"/>
              </a:xfrm>
              <a:custGeom>
                <a:avLst/>
                <a:gdLst>
                  <a:gd name="connsiteX0" fmla="*/ 0 w 323461"/>
                  <a:gd name="connsiteY0" fmla="*/ 715347 h 715347"/>
                  <a:gd name="connsiteX1" fmla="*/ 0 w 323461"/>
                  <a:gd name="connsiteY1" fmla="*/ 149290 h 715347"/>
                  <a:gd name="connsiteX2" fmla="*/ 323461 w 323461"/>
                  <a:gd name="connsiteY2" fmla="*/ 0 h 715347"/>
                  <a:gd name="connsiteX3" fmla="*/ 311020 w 323461"/>
                  <a:gd name="connsiteY3" fmla="*/ 709127 h 715347"/>
                  <a:gd name="connsiteX4" fmla="*/ 0 w 323461"/>
                  <a:gd name="connsiteY4" fmla="*/ 715347 h 7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715347">
                    <a:moveTo>
                      <a:pt x="0" y="715347"/>
                    </a:moveTo>
                    <a:lnTo>
                      <a:pt x="0" y="149290"/>
                    </a:lnTo>
                    <a:lnTo>
                      <a:pt x="323461" y="0"/>
                    </a:lnTo>
                    <a:lnTo>
                      <a:pt x="311020" y="709127"/>
                    </a:lnTo>
                    <a:lnTo>
                      <a:pt x="0" y="715347"/>
                    </a:lnTo>
                    <a:close/>
                  </a:path>
                </a:pathLst>
              </a:custGeom>
              <a:solidFill>
                <a:schemeClr val="accent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FBC62EF-EDA0-D5D1-7B56-ECBD209061EE}"/>
                  </a:ext>
                </a:extLst>
              </p:cNvPr>
              <p:cNvSpPr txBox="1"/>
              <p:nvPr/>
            </p:nvSpPr>
            <p:spPr>
              <a:xfrm>
                <a:off x="3143170" y="2348975"/>
                <a:ext cx="62955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ox2 layer </a:t>
                </a:r>
                <a:endParaRPr lang="ko-KR" altLang="en-US" sz="900" dirty="0"/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ADD23C7-D4F8-17F2-8051-41B0379BF0FB}"/>
                  </a:ext>
                </a:extLst>
              </p:cNvPr>
              <p:cNvSpPr txBox="1"/>
              <p:nvPr/>
            </p:nvSpPr>
            <p:spPr>
              <a:xfrm>
                <a:off x="3711964" y="1945882"/>
                <a:ext cx="5465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400" dirty="0"/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CCA6F85A-94B1-E554-B2A4-A256B065FBB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0057" y="1489787"/>
                <a:ext cx="164218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4CDBEB-F9BD-2F0B-CB61-297D77E3CBE8}"/>
                  </a:ext>
                </a:extLst>
              </p:cNvPr>
              <p:cNvSpPr txBox="1"/>
              <p:nvPr/>
            </p:nvSpPr>
            <p:spPr>
              <a:xfrm>
                <a:off x="2202025" y="1219201"/>
                <a:ext cx="14416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 (ONO)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FB3CF441-D552-AFD2-FE63-00D5AD4A862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0057" y="3857413"/>
                <a:ext cx="735784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직선 연결선 18">
                <a:extLst>
                  <a:ext uri="{FF2B5EF4-FFF2-40B4-BE49-F238E27FC236}">
                    <a16:creationId xmlns:a16="http://schemas.microsoft.com/office/drawing/2014/main" id="{B22BBE68-3DAB-EB66-21E8-49008F7DEE2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3635" y="4668057"/>
                <a:ext cx="45642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9A97C88A-1095-2341-60C5-A8F6ABE60528}"/>
                </a:ext>
              </a:extLst>
            </p:cNvPr>
            <p:cNvCxnSpPr/>
            <p:nvPr/>
          </p:nvCxnSpPr>
          <p:spPr>
            <a:xfrm flipV="1">
              <a:off x="1648408" y="4408692"/>
              <a:ext cx="0" cy="1683840"/>
            </a:xfrm>
            <a:prstGeom prst="line">
              <a:avLst/>
            </a:prstGeom>
            <a:ln w="28575">
              <a:solidFill>
                <a:srgbClr val="FF350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9693A131-1407-5B86-E375-6FCE61601105}"/>
                </a:ext>
              </a:extLst>
            </p:cNvPr>
            <p:cNvCxnSpPr>
              <a:cxnSpLocks/>
              <a:stCxn id="5" idx="1"/>
            </p:cNvCxnSpPr>
            <p:nvPr/>
          </p:nvCxnSpPr>
          <p:spPr>
            <a:xfrm flipV="1">
              <a:off x="1649186" y="5464912"/>
              <a:ext cx="1705347" cy="4880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757CB53D-47A9-5715-CF9C-38C2B7450949}"/>
                </a:ext>
              </a:extLst>
            </p:cNvPr>
            <p:cNvCxnSpPr>
              <a:cxnSpLocks/>
            </p:cNvCxnSpPr>
            <p:nvPr/>
          </p:nvCxnSpPr>
          <p:spPr>
            <a:xfrm>
              <a:off x="2590723" y="5180829"/>
              <a:ext cx="763810" cy="1085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10818C1-D5CA-7258-A6E0-520F61BAF945}"/>
                </a:ext>
              </a:extLst>
            </p:cNvPr>
            <p:cNvSpPr txBox="1"/>
            <p:nvPr/>
          </p:nvSpPr>
          <p:spPr>
            <a:xfrm>
              <a:off x="3300963" y="5162941"/>
              <a:ext cx="349690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Interface – trap coupling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3D6D126B-6A60-5539-6CC8-00B7FC1EB1CA}"/>
              </a:ext>
            </a:extLst>
          </p:cNvPr>
          <p:cNvSpPr txBox="1"/>
          <p:nvPr/>
        </p:nvSpPr>
        <p:spPr>
          <a:xfrm>
            <a:off x="5511281" y="2850120"/>
            <a:ext cx="3122645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Coupled trap – interface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관계가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SRH theory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와 같은 </a:t>
            </a:r>
            <a:r>
              <a:rPr lang="en-US" altLang="ko-KR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steady state </a:t>
            </a:r>
            <a:r>
              <a:rPr lang="ko-KR" altLang="en-US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상태에서 이루어짐</a:t>
            </a:r>
            <a:endParaRPr lang="en-US" altLang="ko-KR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</a:t>
            </a: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Nonlocal tunneling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=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Elastic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phonon-assisted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3C905233-4FE5-58E9-2101-5F1421A6B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38" y="1198536"/>
            <a:ext cx="4012165" cy="1076279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EC0D7F66-7202-6E9F-3760-AC6447FDBF14}"/>
              </a:ext>
            </a:extLst>
          </p:cNvPr>
          <p:cNvSpPr txBox="1"/>
          <p:nvPr/>
        </p:nvSpPr>
        <p:spPr>
          <a:xfrm>
            <a:off x="1017814" y="2238337"/>
            <a:ext cx="456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D037F5-8510-A3BC-C973-F623BE1EA726}"/>
              </a:ext>
            </a:extLst>
          </p:cNvPr>
          <p:cNvSpPr txBox="1"/>
          <p:nvPr/>
        </p:nvSpPr>
        <p:spPr>
          <a:xfrm>
            <a:off x="2490127" y="2238337"/>
            <a:ext cx="456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4807C7-A65B-A0D3-8B36-9810661AD184}"/>
              </a:ext>
            </a:extLst>
          </p:cNvPr>
          <p:cNvSpPr txBox="1"/>
          <p:nvPr/>
        </p:nvSpPr>
        <p:spPr>
          <a:xfrm>
            <a:off x="3889718" y="2238337"/>
            <a:ext cx="4564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WL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FAAD3C7-5524-1371-9FEA-65C46524AC44}"/>
              </a:ext>
            </a:extLst>
          </p:cNvPr>
          <p:cNvSpPr txBox="1"/>
          <p:nvPr/>
        </p:nvSpPr>
        <p:spPr>
          <a:xfrm>
            <a:off x="0" y="1243072"/>
            <a:ext cx="7151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Channel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76C3C0A-9319-95D9-4216-ABEDF0940128}"/>
              </a:ext>
            </a:extLst>
          </p:cNvPr>
          <p:cNvSpPr txBox="1"/>
          <p:nvPr/>
        </p:nvSpPr>
        <p:spPr>
          <a:xfrm>
            <a:off x="217714" y="1620443"/>
            <a:ext cx="49742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DC1CEF94-5B89-C539-FC59-8DEDA790CC15}"/>
              </a:ext>
            </a:extLst>
          </p:cNvPr>
          <p:cNvSpPr/>
          <p:nvPr/>
        </p:nvSpPr>
        <p:spPr>
          <a:xfrm>
            <a:off x="634482" y="1321229"/>
            <a:ext cx="4161453" cy="469428"/>
          </a:xfrm>
          <a:prstGeom prst="rect">
            <a:avLst/>
          </a:prstGeom>
          <a:noFill/>
          <a:ln w="38100"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A56CAFD0-EE16-26E1-32B7-0C134CF5C504}"/>
              </a:ext>
            </a:extLst>
          </p:cNvPr>
          <p:cNvCxnSpPr>
            <a:cxnSpLocks/>
          </p:cNvCxnSpPr>
          <p:nvPr/>
        </p:nvCxnSpPr>
        <p:spPr>
          <a:xfrm>
            <a:off x="4795935" y="1555943"/>
            <a:ext cx="58627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F783DB1-17F5-D901-09BD-EC9B1457D0FA}"/>
              </a:ext>
            </a:extLst>
          </p:cNvPr>
          <p:cNvSpPr txBox="1"/>
          <p:nvPr/>
        </p:nvSpPr>
        <p:spPr>
          <a:xfrm>
            <a:off x="5461517" y="1352845"/>
            <a:ext cx="35883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Nonlocal mesh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interface – mesh(trap) coupling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99342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278F4F-77B4-1BB3-495D-FAE61CE48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Elastic Tunneling Capture &amp; Emission</a:t>
            </a:r>
            <a:endParaRPr lang="ko-KR" altLang="en-US" dirty="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8D6B68E3-A704-A39C-AEC9-7458D2C2BFA4}"/>
              </a:ext>
            </a:extLst>
          </p:cNvPr>
          <p:cNvGrpSpPr/>
          <p:nvPr/>
        </p:nvGrpSpPr>
        <p:grpSpPr>
          <a:xfrm>
            <a:off x="932483" y="2446235"/>
            <a:ext cx="2847062" cy="3575974"/>
            <a:chOff x="5852826" y="858418"/>
            <a:chExt cx="2847062" cy="3575974"/>
          </a:xfrm>
        </p:grpSpPr>
        <p:grpSp>
          <p:nvGrpSpPr>
            <p:cNvPr id="23" name="그룹 22">
              <a:extLst>
                <a:ext uri="{FF2B5EF4-FFF2-40B4-BE49-F238E27FC236}">
                  <a16:creationId xmlns:a16="http://schemas.microsoft.com/office/drawing/2014/main" id="{9A2E9FA7-B018-F0A0-6012-22654256E500}"/>
                </a:ext>
              </a:extLst>
            </p:cNvPr>
            <p:cNvGrpSpPr/>
            <p:nvPr/>
          </p:nvGrpSpPr>
          <p:grpSpPr>
            <a:xfrm>
              <a:off x="6075006" y="858418"/>
              <a:ext cx="2624882" cy="3448856"/>
              <a:chOff x="1633635" y="1219201"/>
              <a:chExt cx="2624882" cy="3448856"/>
            </a:xfrm>
          </p:grpSpPr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5701E353-A425-BCA7-27FC-84BB37D096D8}"/>
                  </a:ext>
                </a:extLst>
              </p:cNvPr>
              <p:cNvSpPr/>
              <p:nvPr/>
            </p:nvSpPr>
            <p:spPr>
              <a:xfrm>
                <a:off x="1633635" y="1582058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28" name="직선 연결선 27">
                <a:extLst>
                  <a:ext uri="{FF2B5EF4-FFF2-40B4-BE49-F238E27FC236}">
                    <a16:creationId xmlns:a16="http://schemas.microsoft.com/office/drawing/2014/main" id="{3567D7D7-8BE7-8A3E-0BDB-6767E1A31F92}"/>
                  </a:ext>
                </a:extLst>
              </p:cNvPr>
              <p:cNvCxnSpPr/>
              <p:nvPr/>
            </p:nvCxnSpPr>
            <p:spPr>
              <a:xfrm>
                <a:off x="2937766" y="1859077"/>
                <a:ext cx="0" cy="225028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991328B5-A064-F0BF-1F23-51777EBF05B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11535" y="3587861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30" name="그림 29">
                <a:extLst>
                  <a:ext uri="{FF2B5EF4-FFF2-40B4-BE49-F238E27FC236}">
                    <a16:creationId xmlns:a16="http://schemas.microsoft.com/office/drawing/2014/main" id="{552122C3-B185-148A-ED4F-4B8B845C0A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25841" y="3621989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31" name="직선 화살표 연결선 30">
                <a:extLst>
                  <a:ext uri="{FF2B5EF4-FFF2-40B4-BE49-F238E27FC236}">
                    <a16:creationId xmlns:a16="http://schemas.microsoft.com/office/drawing/2014/main" id="{0A6734B5-5DCD-A160-4430-E99F0F1B41AC}"/>
                  </a:ext>
                </a:extLst>
              </p:cNvPr>
              <p:cNvCxnSpPr>
                <a:cxnSpLocks/>
                <a:stCxn id="30" idx="1"/>
              </p:cNvCxnSpPr>
              <p:nvPr/>
            </p:nvCxnSpPr>
            <p:spPr>
              <a:xfrm flipH="1">
                <a:off x="1859283" y="3743436"/>
                <a:ext cx="96655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75B8E4-508A-F90E-F9A5-D9DED6D1D60A}"/>
                  </a:ext>
                </a:extLst>
              </p:cNvPr>
              <p:cNvSpPr txBox="1"/>
              <p:nvPr/>
            </p:nvSpPr>
            <p:spPr>
              <a:xfrm>
                <a:off x="1859283" y="2349309"/>
                <a:ext cx="8941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ox1 layer </a:t>
                </a:r>
                <a:endParaRPr lang="ko-KR" altLang="en-US" sz="1400" dirty="0"/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21AA8AB-6D38-3DC1-625B-CAC9F6AC8AEE}"/>
                  </a:ext>
                </a:extLst>
              </p:cNvPr>
              <p:cNvSpPr txBox="1"/>
              <p:nvPr/>
            </p:nvSpPr>
            <p:spPr>
              <a:xfrm>
                <a:off x="2601168" y="2596799"/>
                <a:ext cx="6612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1100" dirty="0"/>
              </a:p>
            </p:txBody>
          </p:sp>
          <p:sp>
            <p:nvSpPr>
              <p:cNvPr id="34" name="자유형: 도형 33">
                <a:extLst>
                  <a:ext uri="{FF2B5EF4-FFF2-40B4-BE49-F238E27FC236}">
                    <a16:creationId xmlns:a16="http://schemas.microsoft.com/office/drawing/2014/main" id="{FFA1E944-BF1A-DDE4-9DB3-C4AC8BC6D60A}"/>
                  </a:ext>
                </a:extLst>
              </p:cNvPr>
              <p:cNvSpPr/>
              <p:nvPr/>
            </p:nvSpPr>
            <p:spPr>
              <a:xfrm>
                <a:off x="2090057" y="2687217"/>
                <a:ext cx="522515" cy="1063690"/>
              </a:xfrm>
              <a:custGeom>
                <a:avLst/>
                <a:gdLst>
                  <a:gd name="connsiteX0" fmla="*/ 6221 w 522515"/>
                  <a:gd name="connsiteY0" fmla="*/ 740229 h 1063690"/>
                  <a:gd name="connsiteX1" fmla="*/ 0 w 522515"/>
                  <a:gd name="connsiteY1" fmla="*/ 1063690 h 1063690"/>
                  <a:gd name="connsiteX2" fmla="*/ 516294 w 522515"/>
                  <a:gd name="connsiteY2" fmla="*/ 1051249 h 1063690"/>
                  <a:gd name="connsiteX3" fmla="*/ 522515 w 522515"/>
                  <a:gd name="connsiteY3" fmla="*/ 0 h 1063690"/>
                  <a:gd name="connsiteX4" fmla="*/ 6221 w 522515"/>
                  <a:gd name="connsiteY4" fmla="*/ 740229 h 1063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515" h="1063690">
                    <a:moveTo>
                      <a:pt x="6221" y="740229"/>
                    </a:moveTo>
                    <a:lnTo>
                      <a:pt x="0" y="1063690"/>
                    </a:lnTo>
                    <a:lnTo>
                      <a:pt x="516294" y="1051249"/>
                    </a:lnTo>
                    <a:cubicBezTo>
                      <a:pt x="518368" y="700833"/>
                      <a:pt x="520441" y="350416"/>
                      <a:pt x="522515" y="0"/>
                    </a:cubicBezTo>
                    <a:lnTo>
                      <a:pt x="6221" y="740229"/>
                    </a:lnTo>
                    <a:close/>
                  </a:path>
                </a:pathLst>
              </a:custGeom>
              <a:solidFill>
                <a:srgbClr val="7DB4D9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2D066D4F-1ED8-305C-640E-5958601D3A83}"/>
                  </a:ext>
                </a:extLst>
              </p:cNvPr>
              <p:cNvSpPr/>
              <p:nvPr/>
            </p:nvSpPr>
            <p:spPr>
              <a:xfrm>
                <a:off x="2611017" y="3023119"/>
                <a:ext cx="337457" cy="715347"/>
              </a:xfrm>
              <a:custGeom>
                <a:avLst/>
                <a:gdLst>
                  <a:gd name="connsiteX0" fmla="*/ 0 w 323461"/>
                  <a:gd name="connsiteY0" fmla="*/ 715347 h 715347"/>
                  <a:gd name="connsiteX1" fmla="*/ 0 w 323461"/>
                  <a:gd name="connsiteY1" fmla="*/ 149290 h 715347"/>
                  <a:gd name="connsiteX2" fmla="*/ 323461 w 323461"/>
                  <a:gd name="connsiteY2" fmla="*/ 0 h 715347"/>
                  <a:gd name="connsiteX3" fmla="*/ 311020 w 323461"/>
                  <a:gd name="connsiteY3" fmla="*/ 709127 h 715347"/>
                  <a:gd name="connsiteX4" fmla="*/ 0 w 323461"/>
                  <a:gd name="connsiteY4" fmla="*/ 715347 h 7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715347">
                    <a:moveTo>
                      <a:pt x="0" y="715347"/>
                    </a:moveTo>
                    <a:lnTo>
                      <a:pt x="0" y="149290"/>
                    </a:lnTo>
                    <a:lnTo>
                      <a:pt x="323461" y="0"/>
                    </a:lnTo>
                    <a:lnTo>
                      <a:pt x="311020" y="709127"/>
                    </a:lnTo>
                    <a:lnTo>
                      <a:pt x="0" y="715347"/>
                    </a:lnTo>
                    <a:close/>
                  </a:path>
                </a:pathLst>
              </a:custGeom>
              <a:solidFill>
                <a:schemeClr val="accent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DFBF588-F503-4FE2-1565-6851781F633F}"/>
                  </a:ext>
                </a:extLst>
              </p:cNvPr>
              <p:cNvSpPr txBox="1"/>
              <p:nvPr/>
            </p:nvSpPr>
            <p:spPr>
              <a:xfrm>
                <a:off x="3143170" y="2348975"/>
                <a:ext cx="62955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ox2 layer </a:t>
                </a:r>
                <a:endParaRPr lang="ko-KR" altLang="en-US" sz="900" dirty="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9D9821D-1154-B514-BA46-120A495475CE}"/>
                  </a:ext>
                </a:extLst>
              </p:cNvPr>
              <p:cNvSpPr txBox="1"/>
              <p:nvPr/>
            </p:nvSpPr>
            <p:spPr>
              <a:xfrm>
                <a:off x="3711964" y="1945882"/>
                <a:ext cx="5465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400" dirty="0"/>
              </a:p>
            </p:txBody>
          </p: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D205FB43-FF60-3D71-FC7C-1A6108C95E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0057" y="1489787"/>
                <a:ext cx="164218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EC868F7-7E0F-A4F8-3267-97BB9A823F4A}"/>
                  </a:ext>
                </a:extLst>
              </p:cNvPr>
              <p:cNvSpPr txBox="1"/>
              <p:nvPr/>
            </p:nvSpPr>
            <p:spPr>
              <a:xfrm>
                <a:off x="2202025" y="1219201"/>
                <a:ext cx="14416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 (ONO)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40" name="직선 화살표 연결선 39">
                <a:extLst>
                  <a:ext uri="{FF2B5EF4-FFF2-40B4-BE49-F238E27FC236}">
                    <a16:creationId xmlns:a16="http://schemas.microsoft.com/office/drawing/2014/main" id="{7B685331-997A-1FCD-642D-E05F94FD27F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59283" y="3857413"/>
                <a:ext cx="966558" cy="0"/>
              </a:xfrm>
              <a:prstGeom prst="straightConnector1">
                <a:avLst/>
              </a:prstGeom>
              <a:ln w="12700">
                <a:solidFill>
                  <a:srgbClr val="FF3505"/>
                </a:solidFill>
                <a:prstDash val="dash"/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8E448A02-F6F3-4F28-7581-618DD67B5CE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3635" y="4668057"/>
                <a:ext cx="45642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EAE8BC9C-7DEC-FB5F-EFFF-373D7D923396}"/>
                  </a:ext>
                </a:extLst>
              </p:cNvPr>
              <p:cNvCxnSpPr>
                <a:cxnSpLocks/>
                <a:endCxn id="25" idx="2"/>
              </p:cNvCxnSpPr>
              <p:nvPr/>
            </p:nvCxnSpPr>
            <p:spPr>
              <a:xfrm flipH="1">
                <a:off x="1747358" y="3726657"/>
                <a:ext cx="1586781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99610E6-BDB8-3BA5-9B97-22E777497289}"/>
                    </a:ext>
                  </a:extLst>
                </p:cNvPr>
                <p:cNvSpPr txBox="1"/>
                <p:nvPr/>
              </p:nvSpPr>
              <p:spPr>
                <a:xfrm>
                  <a:off x="5852826" y="3437734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799610E6-BDB8-3BA5-9B97-22E777497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26" y="3437734"/>
                  <a:ext cx="671805" cy="2689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11EADB6-784F-DA3B-3DA7-C895682E9D5B}"/>
                    </a:ext>
                  </a:extLst>
                </p:cNvPr>
                <p:cNvSpPr txBox="1"/>
                <p:nvPr/>
              </p:nvSpPr>
              <p:spPr>
                <a:xfrm>
                  <a:off x="5852826" y="3096890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E11EADB6-784F-DA3B-3DA7-C895682E9D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26" y="3096890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654F946-D8A3-7ECC-0AB9-30DB5AF55B9D}"/>
                    </a:ext>
                  </a:extLst>
                </p:cNvPr>
                <p:cNvSpPr txBox="1"/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5654F946-D8A3-7ECC-0AB9-30DB5AF55B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F2293AB-0BA9-AFE8-4C57-44AEB74F8D7A}"/>
                    </a:ext>
                  </a:extLst>
                </p:cNvPr>
                <p:cNvSpPr txBox="1"/>
                <p:nvPr/>
              </p:nvSpPr>
              <p:spPr>
                <a:xfrm>
                  <a:off x="7429305" y="3369897"/>
                  <a:ext cx="671805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trap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F2293AB-0BA9-AFE8-4C57-44AEB74F8D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29305" y="3369897"/>
                  <a:ext cx="671805" cy="2766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>
            <a:extLst>
              <a:ext uri="{FF2B5EF4-FFF2-40B4-BE49-F238E27FC236}">
                <a16:creationId xmlns:a16="http://schemas.microsoft.com/office/drawing/2014/main" id="{24A6F068-4E96-4E9C-FC93-867E7D063EBA}"/>
              </a:ext>
            </a:extLst>
          </p:cNvPr>
          <p:cNvSpPr txBox="1"/>
          <p:nvPr/>
        </p:nvSpPr>
        <p:spPr>
          <a:xfrm>
            <a:off x="4229288" y="3614071"/>
            <a:ext cx="43586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Since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</a:t>
            </a:r>
            <a:r>
              <a:rPr lang="en-US" altLang="ko-KR" sz="2000" i="1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, emission &gt;&gt; capture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Trap – to – Band emission occurs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8D877E-95F1-05FB-8BA8-BF26D553EB68}"/>
                  </a:ext>
                </a:extLst>
              </p:cNvPr>
              <p:cNvSpPr txBox="1"/>
              <p:nvPr/>
            </p:nvSpPr>
            <p:spPr>
              <a:xfrm>
                <a:off x="496854" y="1005295"/>
                <a:ext cx="8150291" cy="7138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∙</m:t>
                    </m:r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sz="18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1+</m:t>
                        </m:r>
                        <m:func>
                          <m:funcPr>
                            <m:ctrlPr>
                              <a:rPr lang="en-US" altLang="ko-KR" sz="18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8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8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18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8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8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sz="18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8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18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sz="18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18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18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18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8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108D877E-95F1-05FB-8BA8-BF26D553E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4" y="1005295"/>
                <a:ext cx="8150291" cy="7138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88E5608-EA91-817C-1921-59BB349A6E76}"/>
                  </a:ext>
                </a:extLst>
              </p:cNvPr>
              <p:cNvSpPr txBox="1"/>
              <p:nvPr/>
            </p:nvSpPr>
            <p:spPr>
              <a:xfrm>
                <a:off x="496853" y="1719145"/>
                <a:ext cx="8150291" cy="713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∙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+1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D88E5608-EA91-817C-1921-59BB349A6E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3" y="1719145"/>
                <a:ext cx="8150291" cy="71385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458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01584-2F27-9C7C-4E08-90A1E74B8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Channel Potential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8D1E77FD-A477-B3B9-4A5D-6576C9E423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>
            <a:off x="388607" y="985270"/>
            <a:ext cx="2954692" cy="244373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5700F49-A69B-7289-4526-F193364DA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0308" y="1137082"/>
            <a:ext cx="1051579" cy="157960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66D7CDA-FB45-3AF9-A300-08C9A7C1B45C}"/>
              </a:ext>
            </a:extLst>
          </p:cNvPr>
          <p:cNvSpPr txBox="1"/>
          <p:nvPr/>
        </p:nvSpPr>
        <p:spPr>
          <a:xfrm>
            <a:off x="5666792" y="1499119"/>
            <a:ext cx="295469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programmed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electron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forms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negative voltage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hole accumulation at channel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1" name="개체 10">
            <a:extLst>
              <a:ext uri="{FF2B5EF4-FFF2-40B4-BE49-F238E27FC236}">
                <a16:creationId xmlns:a16="http://schemas.microsoft.com/office/drawing/2014/main" id="{38B195CB-76CF-2D0F-7503-E912D176B8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2542085"/>
              </p:ext>
            </p:extLst>
          </p:nvPr>
        </p:nvGraphicFramePr>
        <p:xfrm>
          <a:off x="94129" y="3948587"/>
          <a:ext cx="3622816" cy="2529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712606" imgH="3290207" progId="Origin50.Graph">
                  <p:embed/>
                </p:oleObj>
              </mc:Choice>
              <mc:Fallback>
                <p:oleObj name="Graph" r:id="rId4" imgW="4712606" imgH="3290207" progId="Origin50.Graph">
                  <p:embed/>
                  <p:pic>
                    <p:nvPicPr>
                      <p:cNvPr id="11" name="개체 10">
                        <a:extLst>
                          <a:ext uri="{FF2B5EF4-FFF2-40B4-BE49-F238E27FC236}">
                            <a16:creationId xmlns:a16="http://schemas.microsoft.com/office/drawing/2014/main" id="{38B195CB-76CF-2D0F-7503-E912D176B8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94129" y="3948587"/>
                        <a:ext cx="3622816" cy="252950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F6F30304-F97E-F900-743E-DBD57AD7481A}"/>
              </a:ext>
            </a:extLst>
          </p:cNvPr>
          <p:cNvCxnSpPr>
            <a:stCxn id="4" idx="2"/>
          </p:cNvCxnSpPr>
          <p:nvPr/>
        </p:nvCxnSpPr>
        <p:spPr>
          <a:xfrm>
            <a:off x="1865953" y="985270"/>
            <a:ext cx="169" cy="2734534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6714AED-E55E-8763-7A60-F6693905CA27}"/>
              </a:ext>
            </a:extLst>
          </p:cNvPr>
          <p:cNvCxnSpPr>
            <a:cxnSpLocks/>
          </p:cNvCxnSpPr>
          <p:nvPr/>
        </p:nvCxnSpPr>
        <p:spPr>
          <a:xfrm>
            <a:off x="1865953" y="3719804"/>
            <a:ext cx="0" cy="3981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55AB6A39-3109-6E43-90BB-7D6E2CA6A89C}"/>
              </a:ext>
            </a:extLst>
          </p:cNvPr>
          <p:cNvCxnSpPr/>
          <p:nvPr/>
        </p:nvCxnSpPr>
        <p:spPr>
          <a:xfrm>
            <a:off x="1443135" y="5386873"/>
            <a:ext cx="2892489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3A886859-8E59-FC2D-735A-1F35687E28B8}"/>
              </a:ext>
            </a:extLst>
          </p:cNvPr>
          <p:cNvCxnSpPr>
            <a:cxnSpLocks/>
          </p:cNvCxnSpPr>
          <p:nvPr/>
        </p:nvCxnSpPr>
        <p:spPr>
          <a:xfrm>
            <a:off x="2889379" y="5915607"/>
            <a:ext cx="1446245" cy="0"/>
          </a:xfrm>
          <a:prstGeom prst="line">
            <a:avLst/>
          </a:prstGeom>
          <a:ln w="127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8441D13-DA73-72AF-D99B-E5B4388C49D6}"/>
              </a:ext>
            </a:extLst>
          </p:cNvPr>
          <p:cNvCxnSpPr>
            <a:cxnSpLocks/>
          </p:cNvCxnSpPr>
          <p:nvPr/>
        </p:nvCxnSpPr>
        <p:spPr>
          <a:xfrm flipV="1">
            <a:off x="3934243" y="5386873"/>
            <a:ext cx="0" cy="5287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32532E5-A978-D41A-C8DA-599DD6199692}"/>
              </a:ext>
            </a:extLst>
          </p:cNvPr>
          <p:cNvSpPr txBox="1"/>
          <p:nvPr/>
        </p:nvSpPr>
        <p:spPr>
          <a:xfrm>
            <a:off x="3934243" y="5440747"/>
            <a:ext cx="5536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ch</a:t>
            </a:r>
            <a:endParaRPr lang="ko-KR" altLang="en-US" sz="20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22DE4F-CA90-9769-4005-9B07A625D198}"/>
              </a:ext>
            </a:extLst>
          </p:cNvPr>
          <p:cNvSpPr txBox="1"/>
          <p:nvPr/>
        </p:nvSpPr>
        <p:spPr>
          <a:xfrm>
            <a:off x="4761887" y="4074367"/>
            <a:ext cx="3622816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Negative channel potential bias!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20V single pulse 1us program: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	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Vch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-1.9V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(Can be </a:t>
            </a:r>
            <a:r>
              <a:rPr lang="en-US" altLang="ko-KR" sz="16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specified for certain PV level</a:t>
            </a:r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 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3407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그룹 39">
            <a:extLst>
              <a:ext uri="{FF2B5EF4-FFF2-40B4-BE49-F238E27FC236}">
                <a16:creationId xmlns:a16="http://schemas.microsoft.com/office/drawing/2014/main" id="{5B2C76B7-28E9-C641-AD62-B6BEF927AEE0}"/>
              </a:ext>
            </a:extLst>
          </p:cNvPr>
          <p:cNvGrpSpPr/>
          <p:nvPr/>
        </p:nvGrpSpPr>
        <p:grpSpPr>
          <a:xfrm>
            <a:off x="94129" y="992475"/>
            <a:ext cx="5735215" cy="3737360"/>
            <a:chOff x="94129" y="798300"/>
            <a:chExt cx="5735215" cy="3737360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43769E8C-5BE9-218D-82F0-534E8119A8E4}"/>
                </a:ext>
              </a:extLst>
            </p:cNvPr>
            <p:cNvGrpSpPr/>
            <p:nvPr/>
          </p:nvGrpSpPr>
          <p:grpSpPr>
            <a:xfrm>
              <a:off x="367004" y="904088"/>
              <a:ext cx="5462340" cy="3631572"/>
              <a:chOff x="1647586" y="989045"/>
              <a:chExt cx="5462340" cy="3631572"/>
            </a:xfrm>
          </p:grpSpPr>
          <p:pic>
            <p:nvPicPr>
              <p:cNvPr id="4" name="그림 3">
                <a:extLst>
                  <a:ext uri="{FF2B5EF4-FFF2-40B4-BE49-F238E27FC236}">
                    <a16:creationId xmlns:a16="http://schemas.microsoft.com/office/drawing/2014/main" id="{3C0C76AE-EFA1-0B10-08E6-C1B8A7FD7E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 rot="10800000">
                <a:off x="2394857" y="1332477"/>
                <a:ext cx="4715069" cy="3288140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F87BA8D-6B9F-FE41-E9B0-608A36B8DF11}"/>
                  </a:ext>
                </a:extLst>
              </p:cNvPr>
              <p:cNvSpPr txBox="1"/>
              <p:nvPr/>
            </p:nvSpPr>
            <p:spPr>
              <a:xfrm>
                <a:off x="4304523" y="989045"/>
                <a:ext cx="73400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WL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57B48D3-1A3A-DE24-EA4D-3705FA4D276A}"/>
                  </a:ext>
                </a:extLst>
              </p:cNvPr>
              <p:cNvSpPr txBox="1"/>
              <p:nvPr/>
            </p:nvSpPr>
            <p:spPr>
              <a:xfrm>
                <a:off x="1685131" y="3900291"/>
                <a:ext cx="70972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Channel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4182BCE-988F-6AF0-21CB-D1C1F3EB4D94}"/>
                  </a:ext>
                </a:extLst>
              </p:cNvPr>
              <p:cNvSpPr txBox="1"/>
              <p:nvPr/>
            </p:nvSpPr>
            <p:spPr>
              <a:xfrm>
                <a:off x="1647586" y="3228945"/>
                <a:ext cx="74727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DED5AAD-183E-F9FE-B676-C77FC6DAEBCD}"/>
                  </a:ext>
                </a:extLst>
              </p:cNvPr>
              <p:cNvSpPr txBox="1"/>
              <p:nvPr/>
            </p:nvSpPr>
            <p:spPr>
              <a:xfrm>
                <a:off x="1714331" y="2708673"/>
                <a:ext cx="6805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035DEA-6B2A-EA1D-818C-14B4FD51D013}"/>
                  </a:ext>
                </a:extLst>
              </p:cNvPr>
              <p:cNvSpPr txBox="1"/>
              <p:nvPr/>
            </p:nvSpPr>
            <p:spPr>
              <a:xfrm>
                <a:off x="1714331" y="1980885"/>
                <a:ext cx="680525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Box</a:t>
                </a:r>
                <a:endParaRPr lang="ko-KR" altLang="en-US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AD9B3AD-2B30-3497-7733-0731058DFBBE}"/>
                </a:ext>
              </a:extLst>
            </p:cNvPr>
            <p:cNvSpPr txBox="1"/>
            <p:nvPr/>
          </p:nvSpPr>
          <p:spPr>
            <a:xfrm>
              <a:off x="94129" y="798300"/>
              <a:ext cx="199053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TCAD Setting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p:sp>
        <p:nvSpPr>
          <p:cNvPr id="2" name="제목 1">
            <a:extLst>
              <a:ext uri="{FF2B5EF4-FFF2-40B4-BE49-F238E27FC236}">
                <a16:creationId xmlns:a16="http://schemas.microsoft.com/office/drawing/2014/main" id="{142882B0-7717-93C5-7165-E726A6DB3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TCAD &amp; Modeling Method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41CA5E-076F-1E02-B409-BD783A2F2908}"/>
              </a:ext>
            </a:extLst>
          </p:cNvPr>
          <p:cNvSpPr txBox="1"/>
          <p:nvPr/>
        </p:nvSpPr>
        <p:spPr>
          <a:xfrm>
            <a:off x="5829344" y="3143988"/>
            <a:ext cx="3215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BETOX oxide envelope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 No lateral spreading occurs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EE8B5E-D8DB-D8FF-8E43-71A04E9695A3}"/>
              </a:ext>
            </a:extLst>
          </p:cNvPr>
          <p:cNvSpPr txBox="1"/>
          <p:nvPr/>
        </p:nvSpPr>
        <p:spPr>
          <a:xfrm>
            <a:off x="5872887" y="2240218"/>
            <a:ext cx="32159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 CCS Nullification (~ 0)</a:t>
            </a: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 Ideal electron retention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9C8ECA-7B81-CE5E-7FE7-35F95B3E1115}"/>
              </a:ext>
            </a:extLst>
          </p:cNvPr>
          <p:cNvSpPr txBox="1"/>
          <p:nvPr/>
        </p:nvSpPr>
        <p:spPr>
          <a:xfrm>
            <a:off x="862941" y="5400778"/>
            <a:ext cx="1114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BE-TOX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12C0846E-3C5A-C451-0667-45B9DAAD5D38}"/>
              </a:ext>
            </a:extLst>
          </p:cNvPr>
          <p:cNvGrpSpPr/>
          <p:nvPr/>
        </p:nvGrpSpPr>
        <p:grpSpPr>
          <a:xfrm>
            <a:off x="1952714" y="5266420"/>
            <a:ext cx="3225292" cy="1069614"/>
            <a:chOff x="4795441" y="3361408"/>
            <a:chExt cx="3225292" cy="106961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9533575-F258-8CB6-F131-D83911AA713C}"/>
                </a:ext>
              </a:extLst>
            </p:cNvPr>
            <p:cNvSpPr/>
            <p:nvPr/>
          </p:nvSpPr>
          <p:spPr>
            <a:xfrm>
              <a:off x="4795441" y="3361408"/>
              <a:ext cx="3225292" cy="708077"/>
            </a:xfrm>
            <a:prstGeom prst="rect">
              <a:avLst/>
            </a:prstGeom>
            <a:noFill/>
            <a:ln>
              <a:solidFill>
                <a:srgbClr val="284866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3FD864AC-4AA6-C93E-2355-2C3CA04F938E}"/>
                </a:ext>
              </a:extLst>
            </p:cNvPr>
            <p:cNvSpPr/>
            <p:nvPr/>
          </p:nvSpPr>
          <p:spPr>
            <a:xfrm>
              <a:off x="4819937" y="3864311"/>
              <a:ext cx="3181064" cy="1838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BE49A9B-6D8F-3F7B-349F-3E93623E89E5}"/>
                </a:ext>
              </a:extLst>
            </p:cNvPr>
            <p:cNvSpPr/>
            <p:nvPr/>
          </p:nvSpPr>
          <p:spPr>
            <a:xfrm>
              <a:off x="4819937" y="3625147"/>
              <a:ext cx="3181064" cy="18381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3FE6ACE3-F283-F94B-F74E-48EC08180BD6}"/>
                </a:ext>
              </a:extLst>
            </p:cNvPr>
            <p:cNvSpPr/>
            <p:nvPr/>
          </p:nvSpPr>
          <p:spPr>
            <a:xfrm>
              <a:off x="4819937" y="3395687"/>
              <a:ext cx="3181064" cy="18381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EF8001B4-4C29-47A1-55F3-56063C745FBB}"/>
                </a:ext>
              </a:extLst>
            </p:cNvPr>
            <p:cNvCxnSpPr>
              <a:cxnSpLocks/>
            </p:cNvCxnSpPr>
            <p:nvPr/>
          </p:nvCxnSpPr>
          <p:spPr>
            <a:xfrm>
              <a:off x="6045308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화살표 연결선 20">
              <a:extLst>
                <a:ext uri="{FF2B5EF4-FFF2-40B4-BE49-F238E27FC236}">
                  <a16:creationId xmlns:a16="http://schemas.microsoft.com/office/drawing/2014/main" id="{359A1F66-104E-1C32-4C48-CDFDB58741A9}"/>
                </a:ext>
              </a:extLst>
            </p:cNvPr>
            <p:cNvCxnSpPr>
              <a:cxnSpLocks/>
            </p:cNvCxnSpPr>
            <p:nvPr/>
          </p:nvCxnSpPr>
          <p:spPr>
            <a:xfrm>
              <a:off x="582599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F6F9FAA3-45BB-9F36-B7BA-68A3C02B8C23}"/>
                </a:ext>
              </a:extLst>
            </p:cNvPr>
            <p:cNvCxnSpPr>
              <a:cxnSpLocks/>
            </p:cNvCxnSpPr>
            <p:nvPr/>
          </p:nvCxnSpPr>
          <p:spPr>
            <a:xfrm>
              <a:off x="6256644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000FA54D-397F-5A6D-3DFB-A1C849DE32F7}"/>
                </a:ext>
              </a:extLst>
            </p:cNvPr>
            <p:cNvCxnSpPr>
              <a:cxnSpLocks/>
            </p:cNvCxnSpPr>
            <p:nvPr/>
          </p:nvCxnSpPr>
          <p:spPr>
            <a:xfrm>
              <a:off x="6437036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화살표 연결선 23">
              <a:extLst>
                <a:ext uri="{FF2B5EF4-FFF2-40B4-BE49-F238E27FC236}">
                  <a16:creationId xmlns:a16="http://schemas.microsoft.com/office/drawing/2014/main" id="{4F127525-A373-16CA-9661-C548C2A64AB3}"/>
                </a:ext>
              </a:extLst>
            </p:cNvPr>
            <p:cNvCxnSpPr>
              <a:cxnSpLocks/>
            </p:cNvCxnSpPr>
            <p:nvPr/>
          </p:nvCxnSpPr>
          <p:spPr>
            <a:xfrm>
              <a:off x="5660364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07A56015-51C7-5A53-27B7-A0C57541592E}"/>
                </a:ext>
              </a:extLst>
            </p:cNvPr>
            <p:cNvCxnSpPr>
              <a:cxnSpLocks/>
            </p:cNvCxnSpPr>
            <p:nvPr/>
          </p:nvCxnSpPr>
          <p:spPr>
            <a:xfrm>
              <a:off x="5268636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67572A43-FC8B-7394-C96D-AC7B3BC44036}"/>
                </a:ext>
              </a:extLst>
            </p:cNvPr>
            <p:cNvCxnSpPr>
              <a:cxnSpLocks/>
            </p:cNvCxnSpPr>
            <p:nvPr/>
          </p:nvCxnSpPr>
          <p:spPr>
            <a:xfrm>
              <a:off x="5479972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B91C627E-ACCA-5977-D128-03A6C545208B}"/>
                </a:ext>
              </a:extLst>
            </p:cNvPr>
            <p:cNvCxnSpPr>
              <a:cxnSpLocks/>
            </p:cNvCxnSpPr>
            <p:nvPr/>
          </p:nvCxnSpPr>
          <p:spPr>
            <a:xfrm>
              <a:off x="6835300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화살표 연결선 27">
              <a:extLst>
                <a:ext uri="{FF2B5EF4-FFF2-40B4-BE49-F238E27FC236}">
                  <a16:creationId xmlns:a16="http://schemas.microsoft.com/office/drawing/2014/main" id="{F766454F-BDBB-5189-268C-142698D260C1}"/>
                </a:ext>
              </a:extLst>
            </p:cNvPr>
            <p:cNvCxnSpPr>
              <a:cxnSpLocks/>
            </p:cNvCxnSpPr>
            <p:nvPr/>
          </p:nvCxnSpPr>
          <p:spPr>
            <a:xfrm>
              <a:off x="6615988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직선 화살표 연결선 28">
              <a:extLst>
                <a:ext uri="{FF2B5EF4-FFF2-40B4-BE49-F238E27FC236}">
                  <a16:creationId xmlns:a16="http://schemas.microsoft.com/office/drawing/2014/main" id="{BF7BDE3E-F81B-AF38-13A2-7A463D36B0B2}"/>
                </a:ext>
              </a:extLst>
            </p:cNvPr>
            <p:cNvCxnSpPr>
              <a:cxnSpLocks/>
            </p:cNvCxnSpPr>
            <p:nvPr/>
          </p:nvCxnSpPr>
          <p:spPr>
            <a:xfrm>
              <a:off x="704663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B5085CD8-D2FB-4867-D9AA-8E467669C748}"/>
                </a:ext>
              </a:extLst>
            </p:cNvPr>
            <p:cNvCxnSpPr>
              <a:cxnSpLocks/>
            </p:cNvCxnSpPr>
            <p:nvPr/>
          </p:nvCxnSpPr>
          <p:spPr>
            <a:xfrm>
              <a:off x="7227028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직선 화살표 연결선 30">
              <a:extLst>
                <a:ext uri="{FF2B5EF4-FFF2-40B4-BE49-F238E27FC236}">
                  <a16:creationId xmlns:a16="http://schemas.microsoft.com/office/drawing/2014/main" id="{8D454C2B-89DE-3EBB-658A-13927FA4DA21}"/>
                </a:ext>
              </a:extLst>
            </p:cNvPr>
            <p:cNvCxnSpPr>
              <a:cxnSpLocks/>
            </p:cNvCxnSpPr>
            <p:nvPr/>
          </p:nvCxnSpPr>
          <p:spPr>
            <a:xfrm>
              <a:off x="7633068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076E0FF6-7E3C-5E69-CEAD-987B8C97A46A}"/>
                </a:ext>
              </a:extLst>
            </p:cNvPr>
            <p:cNvCxnSpPr>
              <a:cxnSpLocks/>
            </p:cNvCxnSpPr>
            <p:nvPr/>
          </p:nvCxnSpPr>
          <p:spPr>
            <a:xfrm>
              <a:off x="741375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직선 연결선 32">
              <a:extLst>
                <a:ext uri="{FF2B5EF4-FFF2-40B4-BE49-F238E27FC236}">
                  <a16:creationId xmlns:a16="http://schemas.microsoft.com/office/drawing/2014/main" id="{98992479-0C51-B05A-5F92-10C9A62833A9}"/>
                </a:ext>
              </a:extLst>
            </p:cNvPr>
            <p:cNvCxnSpPr>
              <a:stCxn id="17" idx="1"/>
              <a:endCxn id="17" idx="3"/>
            </p:cNvCxnSpPr>
            <p:nvPr/>
          </p:nvCxnSpPr>
          <p:spPr>
            <a:xfrm>
              <a:off x="4819937" y="3956218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549E19C4-AFFD-D115-D3A4-256DA54026B9}"/>
                </a:ext>
              </a:extLst>
            </p:cNvPr>
            <p:cNvCxnSpPr/>
            <p:nvPr/>
          </p:nvCxnSpPr>
          <p:spPr>
            <a:xfrm>
              <a:off x="4819937" y="3715446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CB2F0F2C-B16B-DBB0-BD87-AC0366EE7E1B}"/>
                </a:ext>
              </a:extLst>
            </p:cNvPr>
            <p:cNvCxnSpPr/>
            <p:nvPr/>
          </p:nvCxnSpPr>
          <p:spPr>
            <a:xfrm>
              <a:off x="4819937" y="3509614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타원 35">
            <a:extLst>
              <a:ext uri="{FF2B5EF4-FFF2-40B4-BE49-F238E27FC236}">
                <a16:creationId xmlns:a16="http://schemas.microsoft.com/office/drawing/2014/main" id="{804D6E61-15FE-802B-D0CB-40EF050789C8}"/>
              </a:ext>
            </a:extLst>
          </p:cNvPr>
          <p:cNvSpPr/>
          <p:nvPr/>
        </p:nvSpPr>
        <p:spPr>
          <a:xfrm>
            <a:off x="1751867" y="3243800"/>
            <a:ext cx="3215951" cy="548223"/>
          </a:xfrm>
          <a:prstGeom prst="ellipse">
            <a:avLst/>
          </a:prstGeom>
          <a:noFill/>
          <a:ln w="38100"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461269C4-3CE2-25D8-0448-3ED68DA553CD}"/>
              </a:ext>
            </a:extLst>
          </p:cNvPr>
          <p:cNvCxnSpPr>
            <a:stCxn id="36" idx="4"/>
            <a:endCxn id="16" idx="0"/>
          </p:cNvCxnSpPr>
          <p:nvPr/>
        </p:nvCxnSpPr>
        <p:spPr>
          <a:xfrm>
            <a:off x="3359843" y="3792023"/>
            <a:ext cx="205517" cy="1474397"/>
          </a:xfrm>
          <a:prstGeom prst="straightConnector1">
            <a:avLst/>
          </a:prstGeom>
          <a:ln w="28575"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B06BE1B6-A380-B129-861F-3D74E62912D1}"/>
              </a:ext>
            </a:extLst>
          </p:cNvPr>
          <p:cNvSpPr txBox="1"/>
          <p:nvPr/>
        </p:nvSpPr>
        <p:spPr>
          <a:xfrm>
            <a:off x="94129" y="4879229"/>
            <a:ext cx="19905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Setting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495E5D-E2F5-3CCF-D673-969CCF9871DB}"/>
              </a:ext>
            </a:extLst>
          </p:cNvPr>
          <p:cNvSpPr txBox="1"/>
          <p:nvPr/>
        </p:nvSpPr>
        <p:spPr>
          <a:xfrm>
            <a:off x="5545010" y="5265179"/>
            <a:ext cx="248194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Modeling designed with vertical segments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917566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72074-6862-072A-4570-645BED1DF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Modeling Method of Coordinate Segment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365B30AC-025B-20D5-E05A-D3CA9F7DBC88}"/>
              </a:ext>
            </a:extLst>
          </p:cNvPr>
          <p:cNvGrpSpPr/>
          <p:nvPr/>
        </p:nvGrpSpPr>
        <p:grpSpPr>
          <a:xfrm>
            <a:off x="364865" y="874582"/>
            <a:ext cx="2847062" cy="3871825"/>
            <a:chOff x="745871" y="908182"/>
            <a:chExt cx="2847062" cy="3871825"/>
          </a:xfrm>
        </p:grpSpPr>
        <p:sp>
          <p:nvSpPr>
            <p:cNvPr id="9" name="자유형: 도형 8">
              <a:extLst>
                <a:ext uri="{FF2B5EF4-FFF2-40B4-BE49-F238E27FC236}">
                  <a16:creationId xmlns:a16="http://schemas.microsoft.com/office/drawing/2014/main" id="{BF95A218-7EB7-A767-B92B-DFC4959C8526}"/>
                </a:ext>
              </a:extLst>
            </p:cNvPr>
            <p:cNvSpPr/>
            <p:nvPr/>
          </p:nvSpPr>
          <p:spPr>
            <a:xfrm>
              <a:off x="968051" y="1271039"/>
              <a:ext cx="2546350" cy="2952750"/>
            </a:xfrm>
            <a:custGeom>
              <a:avLst/>
              <a:gdLst>
                <a:gd name="connsiteX0" fmla="*/ 0 w 2546350"/>
                <a:gd name="connsiteY0" fmla="*/ 2952750 h 2952750"/>
                <a:gd name="connsiteX1" fmla="*/ 457200 w 2546350"/>
                <a:gd name="connsiteY1" fmla="*/ 2946400 h 2952750"/>
                <a:gd name="connsiteX2" fmla="*/ 457200 w 2546350"/>
                <a:gd name="connsiteY2" fmla="*/ 1854200 h 2952750"/>
                <a:gd name="connsiteX3" fmla="*/ 984250 w 2546350"/>
                <a:gd name="connsiteY3" fmla="*/ 1073150 h 2952750"/>
                <a:gd name="connsiteX4" fmla="*/ 977900 w 2546350"/>
                <a:gd name="connsiteY4" fmla="*/ 1606550 h 2952750"/>
                <a:gd name="connsiteX5" fmla="*/ 1587500 w 2546350"/>
                <a:gd name="connsiteY5" fmla="*/ 1295400 h 2952750"/>
                <a:gd name="connsiteX6" fmla="*/ 1568450 w 2546350"/>
                <a:gd name="connsiteY6" fmla="*/ 755650 h 2952750"/>
                <a:gd name="connsiteX7" fmla="*/ 2070100 w 2546350"/>
                <a:gd name="connsiteY7" fmla="*/ 0 h 2952750"/>
                <a:gd name="connsiteX8" fmla="*/ 2089150 w 2546350"/>
                <a:gd name="connsiteY8" fmla="*/ 1079500 h 2952750"/>
                <a:gd name="connsiteX9" fmla="*/ 2190750 w 2546350"/>
                <a:gd name="connsiteY9" fmla="*/ 958850 h 2952750"/>
                <a:gd name="connsiteX10" fmla="*/ 2241550 w 2546350"/>
                <a:gd name="connsiteY10" fmla="*/ 908050 h 2952750"/>
                <a:gd name="connsiteX11" fmla="*/ 2266950 w 2546350"/>
                <a:gd name="connsiteY11" fmla="*/ 901700 h 2952750"/>
                <a:gd name="connsiteX12" fmla="*/ 2298700 w 2546350"/>
                <a:gd name="connsiteY12" fmla="*/ 882650 h 2952750"/>
                <a:gd name="connsiteX13" fmla="*/ 2324100 w 2546350"/>
                <a:gd name="connsiteY13" fmla="*/ 876300 h 2952750"/>
                <a:gd name="connsiteX14" fmla="*/ 2343150 w 2546350"/>
                <a:gd name="connsiteY14" fmla="*/ 869950 h 2952750"/>
                <a:gd name="connsiteX15" fmla="*/ 2393950 w 2546350"/>
                <a:gd name="connsiteY15" fmla="*/ 857250 h 2952750"/>
                <a:gd name="connsiteX16" fmla="*/ 2546350 w 2546350"/>
                <a:gd name="connsiteY16" fmla="*/ 838200 h 2952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46350" h="2952750">
                  <a:moveTo>
                    <a:pt x="0" y="2952750"/>
                  </a:moveTo>
                  <a:lnTo>
                    <a:pt x="457200" y="2946400"/>
                  </a:lnTo>
                  <a:lnTo>
                    <a:pt x="457200" y="1854200"/>
                  </a:lnTo>
                  <a:lnTo>
                    <a:pt x="984250" y="1073150"/>
                  </a:lnTo>
                  <a:cubicBezTo>
                    <a:pt x="982133" y="1250950"/>
                    <a:pt x="980017" y="1428750"/>
                    <a:pt x="977900" y="1606550"/>
                  </a:cubicBezTo>
                  <a:lnTo>
                    <a:pt x="1587500" y="1295400"/>
                  </a:lnTo>
                  <a:lnTo>
                    <a:pt x="1568450" y="755650"/>
                  </a:lnTo>
                  <a:lnTo>
                    <a:pt x="2070100" y="0"/>
                  </a:lnTo>
                  <a:lnTo>
                    <a:pt x="2089150" y="1079500"/>
                  </a:lnTo>
                  <a:lnTo>
                    <a:pt x="2190750" y="958850"/>
                  </a:lnTo>
                  <a:cubicBezTo>
                    <a:pt x="2207683" y="941917"/>
                    <a:pt x="2222392" y="922418"/>
                    <a:pt x="2241550" y="908050"/>
                  </a:cubicBezTo>
                  <a:cubicBezTo>
                    <a:pt x="2248532" y="902814"/>
                    <a:pt x="2258975" y="905244"/>
                    <a:pt x="2266950" y="901700"/>
                  </a:cubicBezTo>
                  <a:cubicBezTo>
                    <a:pt x="2278228" y="896687"/>
                    <a:pt x="2287422" y="887663"/>
                    <a:pt x="2298700" y="882650"/>
                  </a:cubicBezTo>
                  <a:cubicBezTo>
                    <a:pt x="2306675" y="879106"/>
                    <a:pt x="2315709" y="878698"/>
                    <a:pt x="2324100" y="876300"/>
                  </a:cubicBezTo>
                  <a:cubicBezTo>
                    <a:pt x="2330536" y="874461"/>
                    <a:pt x="2336616" y="871402"/>
                    <a:pt x="2343150" y="869950"/>
                  </a:cubicBezTo>
                  <a:cubicBezTo>
                    <a:pt x="2394472" y="858545"/>
                    <a:pt x="2366590" y="870930"/>
                    <a:pt x="2393950" y="857250"/>
                  </a:cubicBezTo>
                  <a:lnTo>
                    <a:pt x="2546350" y="838200"/>
                  </a:lnTo>
                </a:path>
              </a:pathLst>
            </a:cu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714067D5-755C-FDDD-54B1-CDDBA3757912}"/>
                </a:ext>
              </a:extLst>
            </p:cNvPr>
            <p:cNvCxnSpPr/>
            <p:nvPr/>
          </p:nvCxnSpPr>
          <p:spPr>
            <a:xfrm>
              <a:off x="2272182" y="1548058"/>
              <a:ext cx="0" cy="22502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3E579C9-3E40-DB9A-88F5-201F3E80FD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45951" y="3276842"/>
              <a:ext cx="609600" cy="31115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A81DC8CF-BC7B-EAEA-81CF-FEECB2AFC6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60257" y="3310970"/>
              <a:ext cx="242894" cy="242894"/>
            </a:xfrm>
            <a:prstGeom prst="rect">
              <a:avLst/>
            </a:prstGeom>
          </p:spPr>
        </p:pic>
        <p:cxnSp>
          <p:nvCxnSpPr>
            <p:cNvPr id="13" name="직선 화살표 연결선 12">
              <a:extLst>
                <a:ext uri="{FF2B5EF4-FFF2-40B4-BE49-F238E27FC236}">
                  <a16:creationId xmlns:a16="http://schemas.microsoft.com/office/drawing/2014/main" id="{6D5ECFFE-5B17-6BFB-D056-12E7FD8FA775}"/>
                </a:ext>
              </a:extLst>
            </p:cNvPr>
            <p:cNvCxnSpPr>
              <a:cxnSpLocks/>
              <a:stCxn id="12" idx="1"/>
            </p:cNvCxnSpPr>
            <p:nvPr/>
          </p:nvCxnSpPr>
          <p:spPr>
            <a:xfrm flipH="1">
              <a:off x="1193699" y="3432417"/>
              <a:ext cx="966558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A6AF01-8A00-8227-EFDF-3A3719C8FD00}"/>
                </a:ext>
              </a:extLst>
            </p:cNvPr>
            <p:cNvSpPr txBox="1"/>
            <p:nvPr/>
          </p:nvSpPr>
          <p:spPr>
            <a:xfrm>
              <a:off x="1193699" y="2038290"/>
              <a:ext cx="89418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ox1 layer </a:t>
              </a:r>
              <a:endParaRPr lang="ko-KR" altLang="en-US" sz="1400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1631597-91F7-D2CF-BB85-AD08F7BB8975}"/>
                </a:ext>
              </a:extLst>
            </p:cNvPr>
            <p:cNvSpPr txBox="1"/>
            <p:nvPr/>
          </p:nvSpPr>
          <p:spPr>
            <a:xfrm>
              <a:off x="1935584" y="2285780"/>
              <a:ext cx="66121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n1 layer </a:t>
              </a:r>
              <a:endParaRPr lang="ko-KR" altLang="en-US" sz="1100" dirty="0"/>
            </a:p>
          </p:txBody>
        </p:sp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F9CE757A-7289-63D6-67EA-B9DC409CE423}"/>
                </a:ext>
              </a:extLst>
            </p:cNvPr>
            <p:cNvSpPr/>
            <p:nvPr/>
          </p:nvSpPr>
          <p:spPr>
            <a:xfrm>
              <a:off x="1424473" y="2376198"/>
              <a:ext cx="522515" cy="1063690"/>
            </a:xfrm>
            <a:custGeom>
              <a:avLst/>
              <a:gdLst>
                <a:gd name="connsiteX0" fmla="*/ 6221 w 522515"/>
                <a:gd name="connsiteY0" fmla="*/ 740229 h 1063690"/>
                <a:gd name="connsiteX1" fmla="*/ 0 w 522515"/>
                <a:gd name="connsiteY1" fmla="*/ 1063690 h 1063690"/>
                <a:gd name="connsiteX2" fmla="*/ 516294 w 522515"/>
                <a:gd name="connsiteY2" fmla="*/ 1051249 h 1063690"/>
                <a:gd name="connsiteX3" fmla="*/ 522515 w 522515"/>
                <a:gd name="connsiteY3" fmla="*/ 0 h 1063690"/>
                <a:gd name="connsiteX4" fmla="*/ 6221 w 522515"/>
                <a:gd name="connsiteY4" fmla="*/ 740229 h 10636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22515" h="1063690">
                  <a:moveTo>
                    <a:pt x="6221" y="740229"/>
                  </a:moveTo>
                  <a:lnTo>
                    <a:pt x="0" y="1063690"/>
                  </a:lnTo>
                  <a:lnTo>
                    <a:pt x="516294" y="1051249"/>
                  </a:lnTo>
                  <a:cubicBezTo>
                    <a:pt x="518368" y="700833"/>
                    <a:pt x="520441" y="350416"/>
                    <a:pt x="522515" y="0"/>
                  </a:cubicBezTo>
                  <a:lnTo>
                    <a:pt x="6221" y="740229"/>
                  </a:lnTo>
                  <a:close/>
                </a:path>
              </a:pathLst>
            </a:custGeom>
            <a:solidFill>
              <a:srgbClr val="7DB4D9">
                <a:alpha val="38000"/>
              </a:srgb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26566158-C525-F962-C407-077863E26CF9}"/>
                </a:ext>
              </a:extLst>
            </p:cNvPr>
            <p:cNvSpPr/>
            <p:nvPr/>
          </p:nvSpPr>
          <p:spPr>
            <a:xfrm>
              <a:off x="1945433" y="2712100"/>
              <a:ext cx="337457" cy="715347"/>
            </a:xfrm>
            <a:custGeom>
              <a:avLst/>
              <a:gdLst>
                <a:gd name="connsiteX0" fmla="*/ 0 w 323461"/>
                <a:gd name="connsiteY0" fmla="*/ 715347 h 715347"/>
                <a:gd name="connsiteX1" fmla="*/ 0 w 323461"/>
                <a:gd name="connsiteY1" fmla="*/ 149290 h 715347"/>
                <a:gd name="connsiteX2" fmla="*/ 323461 w 323461"/>
                <a:gd name="connsiteY2" fmla="*/ 0 h 715347"/>
                <a:gd name="connsiteX3" fmla="*/ 311020 w 323461"/>
                <a:gd name="connsiteY3" fmla="*/ 709127 h 715347"/>
                <a:gd name="connsiteX4" fmla="*/ 0 w 323461"/>
                <a:gd name="connsiteY4" fmla="*/ 715347 h 7153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3461" h="715347">
                  <a:moveTo>
                    <a:pt x="0" y="715347"/>
                  </a:moveTo>
                  <a:lnTo>
                    <a:pt x="0" y="149290"/>
                  </a:lnTo>
                  <a:lnTo>
                    <a:pt x="323461" y="0"/>
                  </a:lnTo>
                  <a:lnTo>
                    <a:pt x="311020" y="709127"/>
                  </a:lnTo>
                  <a:lnTo>
                    <a:pt x="0" y="715347"/>
                  </a:lnTo>
                  <a:close/>
                </a:path>
              </a:pathLst>
            </a:custGeom>
            <a:solidFill>
              <a:schemeClr val="accent1">
                <a:alpha val="56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14CBBC34-159C-CC60-D88A-1E2674E248D3}"/>
                </a:ext>
              </a:extLst>
            </p:cNvPr>
            <p:cNvSpPr txBox="1"/>
            <p:nvPr/>
          </p:nvSpPr>
          <p:spPr>
            <a:xfrm>
              <a:off x="2477586" y="2037956"/>
              <a:ext cx="629558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9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ox2 layer </a:t>
              </a:r>
              <a:endParaRPr lang="ko-KR" altLang="en-US" sz="900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EE73E5A-1385-BFCD-2040-29EE91BF54F9}"/>
                </a:ext>
              </a:extLst>
            </p:cNvPr>
            <p:cNvSpPr txBox="1"/>
            <p:nvPr/>
          </p:nvSpPr>
          <p:spPr>
            <a:xfrm>
              <a:off x="3046380" y="1634863"/>
              <a:ext cx="54655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CTN</a:t>
              </a:r>
              <a:endParaRPr lang="ko-KR" altLang="en-US" sz="1400" dirty="0"/>
            </a:p>
          </p:txBody>
        </p: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85EC6910-242D-372F-A1C1-EFB88AB2E67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24473" y="1178768"/>
              <a:ext cx="1642188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E2EC314-CC9B-E4FF-951B-568C3637D612}"/>
                </a:ext>
              </a:extLst>
            </p:cNvPr>
            <p:cNvSpPr txBox="1"/>
            <p:nvPr/>
          </p:nvSpPr>
          <p:spPr>
            <a:xfrm>
              <a:off x="1536441" y="908182"/>
              <a:ext cx="14416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BE-TOX (ONO)</a:t>
              </a:r>
              <a:endParaRPr lang="ko-KR" altLang="en-US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532676AC-1717-E302-B5CD-FB819C9392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3699" y="3546394"/>
              <a:ext cx="966558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3D51BB34-B70C-9F2C-DE12-CB387B5C0EE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68051" y="4357038"/>
              <a:ext cx="456422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CB79EC7B-5A67-C9C7-8FF3-C6314E8AC011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 flipH="1">
              <a:off x="1081774" y="3415638"/>
              <a:ext cx="1586781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42358EC-C407-D5C2-B8BB-4C64314F38BC}"/>
                    </a:ext>
                  </a:extLst>
                </p:cNvPr>
                <p:cNvSpPr txBox="1"/>
                <p:nvPr/>
              </p:nvSpPr>
              <p:spPr>
                <a:xfrm>
                  <a:off x="745871" y="3487498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942358EC-C407-D5C2-B8BB-4C64314F38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871" y="3487498"/>
                  <a:ext cx="671805" cy="26898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F5DB54-F766-23D7-DC8D-F9EF960D8245}"/>
                    </a:ext>
                  </a:extLst>
                </p:cNvPr>
                <p:cNvSpPr txBox="1"/>
                <p:nvPr/>
              </p:nvSpPr>
              <p:spPr>
                <a:xfrm>
                  <a:off x="745871" y="3146654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2FF5DB54-F766-23D7-DC8D-F9EF960D824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5871" y="3146654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251CA45-A9ED-8AD5-F2B9-FA80738FA75B}"/>
                    </a:ext>
                  </a:extLst>
                </p:cNvPr>
                <p:cNvSpPr txBox="1"/>
                <p:nvPr/>
              </p:nvSpPr>
              <p:spPr>
                <a:xfrm>
                  <a:off x="1416078" y="4222546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A251CA45-A9ED-8AD5-F2B9-FA80738FA7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6078" y="4222546"/>
                  <a:ext cx="671805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5AEA1D-665D-0FD8-58C5-04D66C98FD0B}"/>
                    </a:ext>
                  </a:extLst>
                </p:cNvPr>
                <p:cNvSpPr txBox="1"/>
                <p:nvPr/>
              </p:nvSpPr>
              <p:spPr>
                <a:xfrm>
                  <a:off x="2322350" y="3419661"/>
                  <a:ext cx="671805" cy="27661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trap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5E5AEA1D-665D-0FD8-58C5-04D66C98FD0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22350" y="3419661"/>
                  <a:ext cx="671805" cy="276614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직선 연결선 128">
              <a:extLst>
                <a:ext uri="{FF2B5EF4-FFF2-40B4-BE49-F238E27FC236}">
                  <a16:creationId xmlns:a16="http://schemas.microsoft.com/office/drawing/2014/main" id="{E3E0CC06-E510-E5DE-0981-51ED31D3DFF8}"/>
                </a:ext>
              </a:extLst>
            </p:cNvPr>
            <p:cNvCxnSpPr/>
            <p:nvPr/>
          </p:nvCxnSpPr>
          <p:spPr>
            <a:xfrm>
              <a:off x="1665845" y="2529726"/>
              <a:ext cx="0" cy="225028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94145D14-440B-EB29-5B99-1155C6F4EF66}"/>
              </a:ext>
            </a:extLst>
          </p:cNvPr>
          <p:cNvCxnSpPr>
            <a:cxnSpLocks/>
          </p:cNvCxnSpPr>
          <p:nvPr/>
        </p:nvCxnSpPr>
        <p:spPr>
          <a:xfrm flipV="1">
            <a:off x="2483523" y="1717762"/>
            <a:ext cx="2150983" cy="12822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타원 39">
            <a:extLst>
              <a:ext uri="{FF2B5EF4-FFF2-40B4-BE49-F238E27FC236}">
                <a16:creationId xmlns:a16="http://schemas.microsoft.com/office/drawing/2014/main" id="{7D498D6E-FB0A-FCAA-6005-115FA0B8E0B0}"/>
              </a:ext>
            </a:extLst>
          </p:cNvPr>
          <p:cNvSpPr/>
          <p:nvPr/>
        </p:nvSpPr>
        <p:spPr>
          <a:xfrm>
            <a:off x="1559866" y="2573227"/>
            <a:ext cx="762955" cy="1149655"/>
          </a:xfrm>
          <a:prstGeom prst="ellipse">
            <a:avLst/>
          </a:prstGeom>
          <a:noFill/>
          <a:ln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CC65F757-5C5C-1CC9-8159-B4F2537E5213}"/>
              </a:ext>
            </a:extLst>
          </p:cNvPr>
          <p:cNvCxnSpPr>
            <a:cxnSpLocks/>
          </p:cNvCxnSpPr>
          <p:nvPr/>
        </p:nvCxnSpPr>
        <p:spPr>
          <a:xfrm flipV="1">
            <a:off x="2550325" y="3262724"/>
            <a:ext cx="3110039" cy="497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6E2E78D7-057C-BC89-C3A0-67FF70F116EF}"/>
              </a:ext>
            </a:extLst>
          </p:cNvPr>
          <p:cNvSpPr txBox="1"/>
          <p:nvPr/>
        </p:nvSpPr>
        <p:spPr>
          <a:xfrm>
            <a:off x="8029725" y="1220165"/>
            <a:ext cx="11142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BE-TOX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96DF606-71DF-DBD7-7ACC-11C030E51903}"/>
              </a:ext>
            </a:extLst>
          </p:cNvPr>
          <p:cNvSpPr txBox="1"/>
          <p:nvPr/>
        </p:nvSpPr>
        <p:spPr>
          <a:xfrm>
            <a:off x="2993177" y="4153051"/>
            <a:ext cx="3142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“Centered balance point”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92" name="그룹 91">
            <a:extLst>
              <a:ext uri="{FF2B5EF4-FFF2-40B4-BE49-F238E27FC236}">
                <a16:creationId xmlns:a16="http://schemas.microsoft.com/office/drawing/2014/main" id="{10764523-BAFA-3BCF-DDAD-CF5696A4C7C2}"/>
              </a:ext>
            </a:extLst>
          </p:cNvPr>
          <p:cNvGrpSpPr/>
          <p:nvPr/>
        </p:nvGrpSpPr>
        <p:grpSpPr>
          <a:xfrm>
            <a:off x="4795441" y="1085807"/>
            <a:ext cx="3225292" cy="1069614"/>
            <a:chOff x="4795441" y="3361408"/>
            <a:chExt cx="3225292" cy="1069614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14BF2D2F-044C-D073-9BA8-878D80D99110}"/>
                </a:ext>
              </a:extLst>
            </p:cNvPr>
            <p:cNvSpPr/>
            <p:nvPr/>
          </p:nvSpPr>
          <p:spPr>
            <a:xfrm>
              <a:off x="4795441" y="3361408"/>
              <a:ext cx="3225292" cy="708077"/>
            </a:xfrm>
            <a:prstGeom prst="rect">
              <a:avLst/>
            </a:prstGeom>
            <a:noFill/>
            <a:ln>
              <a:solidFill>
                <a:srgbClr val="284866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5C253E41-99F9-F954-B813-CA6ADF693C0C}"/>
                </a:ext>
              </a:extLst>
            </p:cNvPr>
            <p:cNvSpPr/>
            <p:nvPr/>
          </p:nvSpPr>
          <p:spPr>
            <a:xfrm>
              <a:off x="4819937" y="3864311"/>
              <a:ext cx="3181064" cy="1838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DE338A9-67AE-8043-A612-6C682B61B1C5}"/>
                </a:ext>
              </a:extLst>
            </p:cNvPr>
            <p:cNvSpPr/>
            <p:nvPr/>
          </p:nvSpPr>
          <p:spPr>
            <a:xfrm>
              <a:off x="4819937" y="3625147"/>
              <a:ext cx="3181064" cy="183814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3E08E415-347B-1F3B-5218-4D99F54EC543}"/>
                </a:ext>
              </a:extLst>
            </p:cNvPr>
            <p:cNvSpPr/>
            <p:nvPr/>
          </p:nvSpPr>
          <p:spPr>
            <a:xfrm>
              <a:off x="4819937" y="3395687"/>
              <a:ext cx="3181064" cy="183814"/>
            </a:xfrm>
            <a:prstGeom prst="rect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67" name="직선 화살표 연결선 66">
              <a:extLst>
                <a:ext uri="{FF2B5EF4-FFF2-40B4-BE49-F238E27FC236}">
                  <a16:creationId xmlns:a16="http://schemas.microsoft.com/office/drawing/2014/main" id="{994A3C8F-6FB7-1CC9-1E86-81085E2AA60F}"/>
                </a:ext>
              </a:extLst>
            </p:cNvPr>
            <p:cNvCxnSpPr>
              <a:cxnSpLocks/>
            </p:cNvCxnSpPr>
            <p:nvPr/>
          </p:nvCxnSpPr>
          <p:spPr>
            <a:xfrm>
              <a:off x="6045308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직선 화살표 연결선 68">
              <a:extLst>
                <a:ext uri="{FF2B5EF4-FFF2-40B4-BE49-F238E27FC236}">
                  <a16:creationId xmlns:a16="http://schemas.microsoft.com/office/drawing/2014/main" id="{281E1B46-6718-5669-15FD-937F7482FFAF}"/>
                </a:ext>
              </a:extLst>
            </p:cNvPr>
            <p:cNvCxnSpPr>
              <a:cxnSpLocks/>
            </p:cNvCxnSpPr>
            <p:nvPr/>
          </p:nvCxnSpPr>
          <p:spPr>
            <a:xfrm>
              <a:off x="582599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>
              <a:extLst>
                <a:ext uri="{FF2B5EF4-FFF2-40B4-BE49-F238E27FC236}">
                  <a16:creationId xmlns:a16="http://schemas.microsoft.com/office/drawing/2014/main" id="{58EC5AC8-4602-5B50-8B18-99AF7CFBDBDA}"/>
                </a:ext>
              </a:extLst>
            </p:cNvPr>
            <p:cNvCxnSpPr>
              <a:cxnSpLocks/>
            </p:cNvCxnSpPr>
            <p:nvPr/>
          </p:nvCxnSpPr>
          <p:spPr>
            <a:xfrm>
              <a:off x="6256644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>
              <a:extLst>
                <a:ext uri="{FF2B5EF4-FFF2-40B4-BE49-F238E27FC236}">
                  <a16:creationId xmlns:a16="http://schemas.microsoft.com/office/drawing/2014/main" id="{F3894772-F977-17CA-09DB-B1CF20A43EBD}"/>
                </a:ext>
              </a:extLst>
            </p:cNvPr>
            <p:cNvCxnSpPr>
              <a:cxnSpLocks/>
            </p:cNvCxnSpPr>
            <p:nvPr/>
          </p:nvCxnSpPr>
          <p:spPr>
            <a:xfrm>
              <a:off x="6437036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>
              <a:extLst>
                <a:ext uri="{FF2B5EF4-FFF2-40B4-BE49-F238E27FC236}">
                  <a16:creationId xmlns:a16="http://schemas.microsoft.com/office/drawing/2014/main" id="{C835AA0B-6150-EF95-1670-56B4245668AD}"/>
                </a:ext>
              </a:extLst>
            </p:cNvPr>
            <p:cNvCxnSpPr>
              <a:cxnSpLocks/>
            </p:cNvCxnSpPr>
            <p:nvPr/>
          </p:nvCxnSpPr>
          <p:spPr>
            <a:xfrm>
              <a:off x="5660364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>
              <a:extLst>
                <a:ext uri="{FF2B5EF4-FFF2-40B4-BE49-F238E27FC236}">
                  <a16:creationId xmlns:a16="http://schemas.microsoft.com/office/drawing/2014/main" id="{DFB07332-3D14-01B0-C39F-E5DCC1686595}"/>
                </a:ext>
              </a:extLst>
            </p:cNvPr>
            <p:cNvCxnSpPr>
              <a:cxnSpLocks/>
            </p:cNvCxnSpPr>
            <p:nvPr/>
          </p:nvCxnSpPr>
          <p:spPr>
            <a:xfrm>
              <a:off x="5268636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>
              <a:extLst>
                <a:ext uri="{FF2B5EF4-FFF2-40B4-BE49-F238E27FC236}">
                  <a16:creationId xmlns:a16="http://schemas.microsoft.com/office/drawing/2014/main" id="{D7B8BD4B-7811-A0E6-3BC7-90C432595FAC}"/>
                </a:ext>
              </a:extLst>
            </p:cNvPr>
            <p:cNvCxnSpPr>
              <a:cxnSpLocks/>
            </p:cNvCxnSpPr>
            <p:nvPr/>
          </p:nvCxnSpPr>
          <p:spPr>
            <a:xfrm>
              <a:off x="5479972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직선 화살표 연결선 78">
              <a:extLst>
                <a:ext uri="{FF2B5EF4-FFF2-40B4-BE49-F238E27FC236}">
                  <a16:creationId xmlns:a16="http://schemas.microsoft.com/office/drawing/2014/main" id="{37357B19-ABAD-8D75-64DC-39CE89D97A12}"/>
                </a:ext>
              </a:extLst>
            </p:cNvPr>
            <p:cNvCxnSpPr>
              <a:cxnSpLocks/>
            </p:cNvCxnSpPr>
            <p:nvPr/>
          </p:nvCxnSpPr>
          <p:spPr>
            <a:xfrm>
              <a:off x="6835300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직선 화살표 연결선 79">
              <a:extLst>
                <a:ext uri="{FF2B5EF4-FFF2-40B4-BE49-F238E27FC236}">
                  <a16:creationId xmlns:a16="http://schemas.microsoft.com/office/drawing/2014/main" id="{20883AE0-FF53-F71A-6694-D55F2CA78228}"/>
                </a:ext>
              </a:extLst>
            </p:cNvPr>
            <p:cNvCxnSpPr>
              <a:cxnSpLocks/>
            </p:cNvCxnSpPr>
            <p:nvPr/>
          </p:nvCxnSpPr>
          <p:spPr>
            <a:xfrm>
              <a:off x="6615988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직선 화살표 연결선 80">
              <a:extLst>
                <a:ext uri="{FF2B5EF4-FFF2-40B4-BE49-F238E27FC236}">
                  <a16:creationId xmlns:a16="http://schemas.microsoft.com/office/drawing/2014/main" id="{D3629825-875A-5E59-1934-D1F379F8C50A}"/>
                </a:ext>
              </a:extLst>
            </p:cNvPr>
            <p:cNvCxnSpPr>
              <a:cxnSpLocks/>
            </p:cNvCxnSpPr>
            <p:nvPr/>
          </p:nvCxnSpPr>
          <p:spPr>
            <a:xfrm>
              <a:off x="704663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직선 화살표 연결선 81">
              <a:extLst>
                <a:ext uri="{FF2B5EF4-FFF2-40B4-BE49-F238E27FC236}">
                  <a16:creationId xmlns:a16="http://schemas.microsoft.com/office/drawing/2014/main" id="{610E8010-1123-DEAC-32A5-A44F45D9780A}"/>
                </a:ext>
              </a:extLst>
            </p:cNvPr>
            <p:cNvCxnSpPr>
              <a:cxnSpLocks/>
            </p:cNvCxnSpPr>
            <p:nvPr/>
          </p:nvCxnSpPr>
          <p:spPr>
            <a:xfrm>
              <a:off x="7227028" y="3495766"/>
              <a:ext cx="0" cy="93525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E00DB4CE-490A-C82C-C206-AE06E99B1F80}"/>
                </a:ext>
              </a:extLst>
            </p:cNvPr>
            <p:cNvCxnSpPr>
              <a:cxnSpLocks/>
            </p:cNvCxnSpPr>
            <p:nvPr/>
          </p:nvCxnSpPr>
          <p:spPr>
            <a:xfrm>
              <a:off x="7633068" y="3956218"/>
              <a:ext cx="0" cy="474804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직선 화살표 연결선 85">
              <a:extLst>
                <a:ext uri="{FF2B5EF4-FFF2-40B4-BE49-F238E27FC236}">
                  <a16:creationId xmlns:a16="http://schemas.microsoft.com/office/drawing/2014/main" id="{6E76A13C-D9ED-EC1B-D182-D2138A1E4BA9}"/>
                </a:ext>
              </a:extLst>
            </p:cNvPr>
            <p:cNvCxnSpPr>
              <a:cxnSpLocks/>
            </p:cNvCxnSpPr>
            <p:nvPr/>
          </p:nvCxnSpPr>
          <p:spPr>
            <a:xfrm>
              <a:off x="7413756" y="3715446"/>
              <a:ext cx="0" cy="715576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직선 연결선 88">
              <a:extLst>
                <a:ext uri="{FF2B5EF4-FFF2-40B4-BE49-F238E27FC236}">
                  <a16:creationId xmlns:a16="http://schemas.microsoft.com/office/drawing/2014/main" id="{3F22327F-E9B6-E482-4719-110D711447C0}"/>
                </a:ext>
              </a:extLst>
            </p:cNvPr>
            <p:cNvCxnSpPr>
              <a:stCxn id="64" idx="1"/>
              <a:endCxn id="64" idx="3"/>
            </p:cNvCxnSpPr>
            <p:nvPr/>
          </p:nvCxnSpPr>
          <p:spPr>
            <a:xfrm>
              <a:off x="4819937" y="3956218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직선 연결선 89">
              <a:extLst>
                <a:ext uri="{FF2B5EF4-FFF2-40B4-BE49-F238E27FC236}">
                  <a16:creationId xmlns:a16="http://schemas.microsoft.com/office/drawing/2014/main" id="{869E7689-5EAA-C307-D6AE-0DE71DABD161}"/>
                </a:ext>
              </a:extLst>
            </p:cNvPr>
            <p:cNvCxnSpPr/>
            <p:nvPr/>
          </p:nvCxnSpPr>
          <p:spPr>
            <a:xfrm>
              <a:off x="4819937" y="3715446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84E208B9-C777-7B01-CE6C-DD1CD01971C5}"/>
                </a:ext>
              </a:extLst>
            </p:cNvPr>
            <p:cNvCxnSpPr/>
            <p:nvPr/>
          </p:nvCxnSpPr>
          <p:spPr>
            <a:xfrm>
              <a:off x="4819937" y="3509614"/>
              <a:ext cx="3181064" cy="0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B82F7F18-B8EA-C45D-657F-4BF33747FCFB}"/>
              </a:ext>
            </a:extLst>
          </p:cNvPr>
          <p:cNvGrpSpPr/>
          <p:nvPr/>
        </p:nvGrpSpPr>
        <p:grpSpPr>
          <a:xfrm>
            <a:off x="5945396" y="2319849"/>
            <a:ext cx="1635085" cy="1311448"/>
            <a:chOff x="4963681" y="1139278"/>
            <a:chExt cx="1635085" cy="1311448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C3648FB3-FAEF-80E0-FCF8-3320D949BA0D}"/>
                </a:ext>
              </a:extLst>
            </p:cNvPr>
            <p:cNvGrpSpPr/>
            <p:nvPr/>
          </p:nvGrpSpPr>
          <p:grpSpPr>
            <a:xfrm>
              <a:off x="5517604" y="1139278"/>
              <a:ext cx="1081162" cy="1134839"/>
              <a:chOff x="4136975" y="1526434"/>
              <a:chExt cx="1081162" cy="1134839"/>
            </a:xfrm>
          </p:grpSpPr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67400F7E-DBAA-9E60-5314-F6A507FFB2A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3994" y="2206535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64F72E32-6436-5D22-1FBA-5D322F9769D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36975" y="1526434"/>
                <a:ext cx="1021702" cy="448684"/>
              </a:xfrm>
              <a:prstGeom prst="line">
                <a:avLst/>
              </a:prstGeom>
              <a:ln w="1905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자유형: 도형 31">
                <a:extLst>
                  <a:ext uri="{FF2B5EF4-FFF2-40B4-BE49-F238E27FC236}">
                    <a16:creationId xmlns:a16="http://schemas.microsoft.com/office/drawing/2014/main" id="{889898D6-400A-D933-3EFF-9BF82D4E8738}"/>
                  </a:ext>
                </a:extLst>
              </p:cNvPr>
              <p:cNvSpPr/>
              <p:nvPr/>
            </p:nvSpPr>
            <p:spPr>
              <a:xfrm>
                <a:off x="4136975" y="1869154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자유형: 도형 34">
                <a:extLst>
                  <a:ext uri="{FF2B5EF4-FFF2-40B4-BE49-F238E27FC236}">
                    <a16:creationId xmlns:a16="http://schemas.microsoft.com/office/drawing/2014/main" id="{15E69242-9097-F8A4-7AAD-705DB59D6A6B}"/>
                  </a:ext>
                </a:extLst>
              </p:cNvPr>
              <p:cNvSpPr/>
              <p:nvPr/>
            </p:nvSpPr>
            <p:spPr>
              <a:xfrm>
                <a:off x="4488654" y="1725142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자유형: 도형 35">
                <a:extLst>
                  <a:ext uri="{FF2B5EF4-FFF2-40B4-BE49-F238E27FC236}">
                    <a16:creationId xmlns:a16="http://schemas.microsoft.com/office/drawing/2014/main" id="{B6E8346C-6FA3-1867-0DB9-179DF2E4A915}"/>
                  </a:ext>
                </a:extLst>
              </p:cNvPr>
              <p:cNvSpPr/>
              <p:nvPr/>
            </p:nvSpPr>
            <p:spPr>
              <a:xfrm>
                <a:off x="4838430" y="1560836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42" name="그림 41">
              <a:extLst>
                <a:ext uri="{FF2B5EF4-FFF2-40B4-BE49-F238E27FC236}">
                  <a16:creationId xmlns:a16="http://schemas.microsoft.com/office/drawing/2014/main" id="{3FC6E23D-6925-A925-2F07-02BD3D931E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574474" y="2071278"/>
              <a:ext cx="242894" cy="242894"/>
            </a:xfrm>
            <a:prstGeom prst="rect">
              <a:avLst/>
            </a:prstGeom>
          </p:spPr>
        </p:pic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635B3C8A-BDD6-2500-BCA0-8936A481C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926153" y="1925171"/>
              <a:ext cx="242894" cy="242894"/>
            </a:xfrm>
            <a:prstGeom prst="rect">
              <a:avLst/>
            </a:prstGeom>
          </p:spPr>
        </p:pic>
        <p:pic>
          <p:nvPicPr>
            <p:cNvPr id="44" name="그림 43">
              <a:extLst>
                <a:ext uri="{FF2B5EF4-FFF2-40B4-BE49-F238E27FC236}">
                  <a16:creationId xmlns:a16="http://schemas.microsoft.com/office/drawing/2014/main" id="{D08029C0-2E0E-E4FA-A8DF-31B18BCD6B2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86640" y="1792763"/>
              <a:ext cx="242894" cy="242894"/>
            </a:xfrm>
            <a:prstGeom prst="rect">
              <a:avLst/>
            </a:prstGeom>
          </p:spPr>
        </p:pic>
        <p:cxnSp>
          <p:nvCxnSpPr>
            <p:cNvPr id="45" name="직선 화살표 연결선 44">
              <a:extLst>
                <a:ext uri="{FF2B5EF4-FFF2-40B4-BE49-F238E27FC236}">
                  <a16:creationId xmlns:a16="http://schemas.microsoft.com/office/drawing/2014/main" id="{C8A60D97-0752-EBDA-323E-003CC3457C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192725"/>
              <a:ext cx="580763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직선 화살표 연결선 47">
              <a:extLst>
                <a:ext uri="{FF2B5EF4-FFF2-40B4-BE49-F238E27FC236}">
                  <a16:creationId xmlns:a16="http://schemas.microsoft.com/office/drawing/2014/main" id="{C1E8402E-7862-6398-998D-94AECA0D76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035657"/>
              <a:ext cx="96247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화살표 연결선 49">
              <a:extLst>
                <a:ext uri="{FF2B5EF4-FFF2-40B4-BE49-F238E27FC236}">
                  <a16:creationId xmlns:a16="http://schemas.microsoft.com/office/drawing/2014/main" id="{28399D08-2ED9-E00B-DA58-1BDB26BABC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1878057"/>
              <a:ext cx="1322959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연결선 92">
              <a:extLst>
                <a:ext uri="{FF2B5EF4-FFF2-40B4-BE49-F238E27FC236}">
                  <a16:creationId xmlns:a16="http://schemas.microsoft.com/office/drawing/2014/main" id="{F81381D9-863D-9BFD-4FF6-3372BDDD6D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6776" y="1569739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직선 연결선 94">
              <a:extLst>
                <a:ext uri="{FF2B5EF4-FFF2-40B4-BE49-F238E27FC236}">
                  <a16:creationId xmlns:a16="http://schemas.microsoft.com/office/drawing/2014/main" id="{80541390-C876-8CD3-8841-E012C56856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2219" y="1419020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직선 연결선 95">
              <a:extLst>
                <a:ext uri="{FF2B5EF4-FFF2-40B4-BE49-F238E27FC236}">
                  <a16:creationId xmlns:a16="http://schemas.microsoft.com/office/drawing/2014/main" id="{2081517E-FDC1-302A-263A-BF48A24EDC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874" y="1249118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" name="TextBox 106">
            <a:extLst>
              <a:ext uri="{FF2B5EF4-FFF2-40B4-BE49-F238E27FC236}">
                <a16:creationId xmlns:a16="http://schemas.microsoft.com/office/drawing/2014/main" id="{0B46C26D-768F-7050-B49C-EBAC4670789B}"/>
              </a:ext>
            </a:extLst>
          </p:cNvPr>
          <p:cNvSpPr txBox="1"/>
          <p:nvPr/>
        </p:nvSpPr>
        <p:spPr>
          <a:xfrm>
            <a:off x="2356283" y="5117963"/>
            <a:ext cx="30472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λ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used as a fitting parameter</a:t>
            </a:r>
          </a:p>
          <a:p>
            <a:pPr algn="ctr"/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(0&lt;</a:t>
            </a:r>
            <a:r>
              <a:rPr lang="el-GR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λ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&lt;1)</a:t>
            </a:r>
            <a:endParaRPr lang="ko-KR" altLang="en-US" dirty="0"/>
          </a:p>
        </p:txBody>
      </p:sp>
      <p:grpSp>
        <p:nvGrpSpPr>
          <p:cNvPr id="124" name="그룹 123">
            <a:extLst>
              <a:ext uri="{FF2B5EF4-FFF2-40B4-BE49-F238E27FC236}">
                <a16:creationId xmlns:a16="http://schemas.microsoft.com/office/drawing/2014/main" id="{1F29A267-87EE-2262-B43C-470E3404EDA6}"/>
              </a:ext>
            </a:extLst>
          </p:cNvPr>
          <p:cNvGrpSpPr/>
          <p:nvPr/>
        </p:nvGrpSpPr>
        <p:grpSpPr>
          <a:xfrm>
            <a:off x="5480942" y="3884785"/>
            <a:ext cx="1650257" cy="2507066"/>
            <a:chOff x="1415571" y="4016036"/>
            <a:chExt cx="1650257" cy="2507066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AC44CC5C-CF8F-53CE-BE37-0D0F2F2F1712}"/>
                </a:ext>
              </a:extLst>
            </p:cNvPr>
            <p:cNvGrpSpPr/>
            <p:nvPr/>
          </p:nvGrpSpPr>
          <p:grpSpPr>
            <a:xfrm>
              <a:off x="1415571" y="4016036"/>
              <a:ext cx="1594870" cy="2317530"/>
              <a:chOff x="1415571" y="4016036"/>
              <a:chExt cx="1594870" cy="2317530"/>
            </a:xfrm>
          </p:grpSpPr>
          <p:sp>
            <p:nvSpPr>
              <p:cNvPr id="98" name="자유형: 도형 97">
                <a:extLst>
                  <a:ext uri="{FF2B5EF4-FFF2-40B4-BE49-F238E27FC236}">
                    <a16:creationId xmlns:a16="http://schemas.microsoft.com/office/drawing/2014/main" id="{359DD77C-0688-F2CF-32CF-F4DA1F6E15FA}"/>
                  </a:ext>
                </a:extLst>
              </p:cNvPr>
              <p:cNvSpPr/>
              <p:nvPr/>
            </p:nvSpPr>
            <p:spPr>
              <a:xfrm>
                <a:off x="2284220" y="4228513"/>
                <a:ext cx="726221" cy="1807018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99" name="직선 연결선 98">
                <a:extLst>
                  <a:ext uri="{FF2B5EF4-FFF2-40B4-BE49-F238E27FC236}">
                    <a16:creationId xmlns:a16="http://schemas.microsoft.com/office/drawing/2014/main" id="{7A3EF97F-790A-5C4F-FE46-B1DC0FD04E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65975" y="4429379"/>
                <a:ext cx="0" cy="19041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8" name="자유형: 도형 107">
                <a:extLst>
                  <a:ext uri="{FF2B5EF4-FFF2-40B4-BE49-F238E27FC236}">
                    <a16:creationId xmlns:a16="http://schemas.microsoft.com/office/drawing/2014/main" id="{76CA825A-C728-A033-2DE2-B9B6B3028ABE}"/>
                  </a:ext>
                </a:extLst>
              </p:cNvPr>
              <p:cNvSpPr/>
              <p:nvPr/>
            </p:nvSpPr>
            <p:spPr>
              <a:xfrm flipH="1">
                <a:off x="1415571" y="4016036"/>
                <a:ext cx="1250302" cy="401645"/>
              </a:xfrm>
              <a:custGeom>
                <a:avLst/>
                <a:gdLst>
                  <a:gd name="connsiteX0" fmla="*/ 0 w 1250302"/>
                  <a:gd name="connsiteY0" fmla="*/ 401645 h 401645"/>
                  <a:gd name="connsiteX1" fmla="*/ 385665 w 1250302"/>
                  <a:gd name="connsiteY1" fmla="*/ 3539 h 401645"/>
                  <a:gd name="connsiteX2" fmla="*/ 1250302 w 1250302"/>
                  <a:gd name="connsiteY2" fmla="*/ 239914 h 4016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250302" h="401645">
                    <a:moveTo>
                      <a:pt x="0" y="401645"/>
                    </a:moveTo>
                    <a:cubicBezTo>
                      <a:pt x="88640" y="216069"/>
                      <a:pt x="177281" y="30494"/>
                      <a:pt x="385665" y="3539"/>
                    </a:cubicBezTo>
                    <a:cubicBezTo>
                      <a:pt x="594049" y="-23416"/>
                      <a:pt x="922175" y="108249"/>
                      <a:pt x="1250302" y="239914"/>
                    </a:cubicBezTo>
                  </a:path>
                </a:pathLst>
              </a:custGeom>
              <a:noFill/>
              <a:ln>
                <a:headEnd type="none" w="med" len="med"/>
                <a:tailEnd type="triangle" w="med" len="med"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110" name="직선 연결선 109">
                <a:extLst>
                  <a:ext uri="{FF2B5EF4-FFF2-40B4-BE49-F238E27FC236}">
                    <a16:creationId xmlns:a16="http://schemas.microsoft.com/office/drawing/2014/main" id="{497D261A-0586-2ADE-B59C-8D44CA12CE6F}"/>
                  </a:ext>
                </a:extLst>
              </p:cNvPr>
              <p:cNvCxnSpPr>
                <a:cxnSpLocks/>
                <a:stCxn id="98" idx="1"/>
              </p:cNvCxnSpPr>
              <p:nvPr/>
            </p:nvCxnSpPr>
            <p:spPr>
              <a:xfrm>
                <a:off x="2284220" y="6035531"/>
                <a:ext cx="0" cy="298035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직선 연결선 110">
                <a:extLst>
                  <a:ext uri="{FF2B5EF4-FFF2-40B4-BE49-F238E27FC236}">
                    <a16:creationId xmlns:a16="http://schemas.microsoft.com/office/drawing/2014/main" id="{3D0860C7-E207-81CD-B229-3C5CC4118390}"/>
                  </a:ext>
                </a:extLst>
              </p:cNvPr>
              <p:cNvCxnSpPr>
                <a:cxnSpLocks/>
                <a:stCxn id="98" idx="2"/>
              </p:cNvCxnSpPr>
              <p:nvPr/>
            </p:nvCxnSpPr>
            <p:spPr>
              <a:xfrm>
                <a:off x="3010441" y="5684915"/>
                <a:ext cx="0" cy="648651"/>
              </a:xfrm>
              <a:prstGeom prst="line">
                <a:avLst/>
              </a:prstGeom>
              <a:ln w="19050"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44D367F1-0635-A01B-00A1-849FF6268B43}"/>
                </a:ext>
              </a:extLst>
            </p:cNvPr>
            <p:cNvCxnSpPr/>
            <p:nvPr/>
          </p:nvCxnSpPr>
          <p:spPr>
            <a:xfrm>
              <a:off x="2284220" y="6220408"/>
              <a:ext cx="38115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696F7056-00DD-0AD6-51A5-842226D0C5AC}"/>
                </a:ext>
              </a:extLst>
            </p:cNvPr>
            <p:cNvCxnSpPr>
              <a:cxnSpLocks/>
            </p:cNvCxnSpPr>
            <p:nvPr/>
          </p:nvCxnSpPr>
          <p:spPr>
            <a:xfrm>
              <a:off x="2685655" y="6220408"/>
              <a:ext cx="345067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F1704B69-8E4D-DAA4-B545-EDE1231418B9}"/>
                </a:ext>
              </a:extLst>
            </p:cNvPr>
            <p:cNvSpPr txBox="1"/>
            <p:nvPr/>
          </p:nvSpPr>
          <p:spPr>
            <a:xfrm>
              <a:off x="2697568" y="6184548"/>
              <a:ext cx="36826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l-GR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λ</a:t>
              </a:r>
              <a:endParaRPr lang="ko-KR" altLang="en-US" sz="1600" dirty="0"/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479E7D2F-B0B2-599C-2D63-57917AE691B2}"/>
                </a:ext>
              </a:extLst>
            </p:cNvPr>
            <p:cNvSpPr txBox="1"/>
            <p:nvPr/>
          </p:nvSpPr>
          <p:spPr>
            <a:xfrm>
              <a:off x="2246146" y="6184548"/>
              <a:ext cx="473596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1-</a:t>
              </a:r>
              <a:r>
                <a:rPr lang="el-GR" altLang="ko-KR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λ</a:t>
              </a:r>
              <a:endParaRPr lang="ko-KR" altLang="en-US" sz="1600" dirty="0"/>
            </a:p>
          </p:txBody>
        </p:sp>
      </p:grpSp>
      <p:sp>
        <p:nvSpPr>
          <p:cNvPr id="127" name="TextBox 126">
            <a:extLst>
              <a:ext uri="{FF2B5EF4-FFF2-40B4-BE49-F238E27FC236}">
                <a16:creationId xmlns:a16="http://schemas.microsoft.com/office/drawing/2014/main" id="{13400316-FB70-9EA7-1F5C-F4B31B6DF7F9}"/>
              </a:ext>
            </a:extLst>
          </p:cNvPr>
          <p:cNvSpPr txBox="1"/>
          <p:nvPr/>
        </p:nvSpPr>
        <p:spPr>
          <a:xfrm>
            <a:off x="6442834" y="3693824"/>
            <a:ext cx="1034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sz="16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</a:t>
            </a:r>
            <a:r>
              <a:rPr lang="en-US" altLang="ko-KR" sz="16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</a:t>
            </a:r>
            <a:r>
              <a:rPr lang="en-US" altLang="ko-KR" sz="16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j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F9E6795F-5931-4351-90D0-05D6AA1AFB98}"/>
              </a:ext>
            </a:extLst>
          </p:cNvPr>
          <p:cNvSpPr txBox="1"/>
          <p:nvPr/>
        </p:nvSpPr>
        <p:spPr>
          <a:xfrm>
            <a:off x="470951" y="5031998"/>
            <a:ext cx="12359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Symbol" panose="05050102010706020507" pitchFamily="18" charset="2"/>
              <a:buChar char="Þ"/>
            </a:pP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</a:t>
            </a:r>
            <a:r>
              <a:rPr lang="en-US" altLang="ko-KR" sz="14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ox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</a:p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</a:t>
            </a:r>
            <a:r>
              <a:rPr lang="en-US" altLang="ko-KR" sz="14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tox</a:t>
            </a:r>
            <a:r>
              <a:rPr lang="en-US" altLang="ko-KR" sz="1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,center</a:t>
            </a:r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  <a:endParaRPr lang="en-US" altLang="ko-KR" sz="1400" baseline="-25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1" name="자유형: 도형 130">
            <a:extLst>
              <a:ext uri="{FF2B5EF4-FFF2-40B4-BE49-F238E27FC236}">
                <a16:creationId xmlns:a16="http://schemas.microsoft.com/office/drawing/2014/main" id="{880C19F4-045C-6B6F-EDF4-AF22731557EC}"/>
              </a:ext>
            </a:extLst>
          </p:cNvPr>
          <p:cNvSpPr/>
          <p:nvPr/>
        </p:nvSpPr>
        <p:spPr>
          <a:xfrm>
            <a:off x="1070387" y="4743235"/>
            <a:ext cx="230155" cy="391885"/>
          </a:xfrm>
          <a:custGeom>
            <a:avLst/>
            <a:gdLst>
              <a:gd name="connsiteX0" fmla="*/ 230155 w 230155"/>
              <a:gd name="connsiteY0" fmla="*/ 0 h 391885"/>
              <a:gd name="connsiteX1" fmla="*/ 149290 w 230155"/>
              <a:gd name="connsiteY1" fmla="*/ 261257 h 391885"/>
              <a:gd name="connsiteX2" fmla="*/ 0 w 230155"/>
              <a:gd name="connsiteY2" fmla="*/ 391885 h 3918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0155" h="391885">
                <a:moveTo>
                  <a:pt x="230155" y="0"/>
                </a:moveTo>
                <a:cubicBezTo>
                  <a:pt x="208902" y="97971"/>
                  <a:pt x="187649" y="195943"/>
                  <a:pt x="149290" y="261257"/>
                </a:cubicBezTo>
                <a:cubicBezTo>
                  <a:pt x="110931" y="326571"/>
                  <a:pt x="55465" y="359228"/>
                  <a:pt x="0" y="391885"/>
                </a:cubicBez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F6B432E0-E35F-1DA0-5646-257B89F8F901}"/>
              </a:ext>
            </a:extLst>
          </p:cNvPr>
          <p:cNvSpPr txBox="1"/>
          <p:nvPr/>
        </p:nvSpPr>
        <p:spPr>
          <a:xfrm rot="19755395">
            <a:off x="3149125" y="2076092"/>
            <a:ext cx="8659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coordinate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6D2B4D7D-07E6-5680-D9D1-D5114FB64A6D}"/>
              </a:ext>
            </a:extLst>
          </p:cNvPr>
          <p:cNvSpPr txBox="1"/>
          <p:nvPr/>
        </p:nvSpPr>
        <p:spPr>
          <a:xfrm>
            <a:off x="3617500" y="3026039"/>
            <a:ext cx="10132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Energy Band</a:t>
            </a:r>
            <a:endParaRPr lang="ko-KR" altLang="en-US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549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8E4A08-0DAA-639C-D68C-05B4E07571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Transmission Coefficient</a:t>
            </a:r>
            <a:endParaRPr lang="ko-KR" altLang="en-US" dirty="0"/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1A9A87B0-E572-8102-FEDB-1B72E7535486}"/>
              </a:ext>
            </a:extLst>
          </p:cNvPr>
          <p:cNvGrpSpPr/>
          <p:nvPr/>
        </p:nvGrpSpPr>
        <p:grpSpPr>
          <a:xfrm>
            <a:off x="496853" y="1007607"/>
            <a:ext cx="8150291" cy="713850"/>
            <a:chOff x="186610" y="1007607"/>
            <a:chExt cx="8150291" cy="713850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377A89-62EC-51DF-9E90-D095E84B9BD3}"/>
                </a:ext>
              </a:extLst>
            </p:cNvPr>
            <p:cNvSpPr/>
            <p:nvPr/>
          </p:nvSpPr>
          <p:spPr>
            <a:xfrm>
              <a:off x="7197012" y="1132114"/>
              <a:ext cx="447870" cy="33822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3EBD0A6-AC22-5EDD-3BBA-1309D548F425}"/>
                    </a:ext>
                  </a:extLst>
                </p:cNvPr>
                <p:cNvSpPr txBox="1"/>
                <p:nvPr/>
              </p:nvSpPr>
              <p:spPr>
                <a:xfrm>
                  <a:off x="186610" y="1007607"/>
                  <a:ext cx="8150291" cy="7138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c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elastic</m:t>
                          </m:r>
                        </m:sub>
                      </m:sSub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ℏ</m:t>
                              </m:r>
                            </m:den>
                          </m:f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∙</m:t>
                          </m:r>
                          <m:f>
                            <m:f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sSup>
                                <m:sSup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⊥</m:t>
                                  </m:r>
                                </m:sub>
                                <m:sup>
                                  <m: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rad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altLang="ko-KR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0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trap</m:t>
                                  </m:r>
                                </m:sub>
                              </m:sSub>
                              <m:r>
                                <a:rPr lang="en-US" altLang="ko-KR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c</m:t>
                                  </m:r>
                                  <m: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  <m:f>
                            <m:f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1+</m:t>
                              </m:r>
                              <m:func>
                                <m:func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altLang="ko-KR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trap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F</m:t>
                                              </m:r>
                                              <m:r>
                                                <a:rPr lang="en-US" altLang="ko-KR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kT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func>
                            </m:den>
                          </m:f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TC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53EBD0A6-AC22-5EDD-3BBA-1309D548F4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6610" y="1007607"/>
                  <a:ext cx="8150291" cy="713850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70D003F-1238-2800-26B4-26771F9A56A8}"/>
              </a:ext>
            </a:extLst>
          </p:cNvPr>
          <p:cNvSpPr txBox="1"/>
          <p:nvPr/>
        </p:nvSpPr>
        <p:spPr>
          <a:xfrm>
            <a:off x="671804" y="2903083"/>
            <a:ext cx="61768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j</a:t>
            </a:r>
            <a:r>
              <a:rPr lang="en-US" altLang="ko-KR" sz="2000" baseline="30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th</a:t>
            </a:r>
            <a:r>
              <a:rPr lang="en-US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segment along total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sol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segments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A267E516-EBA7-81A9-C995-4B4B4029F816}"/>
              </a:ext>
            </a:extLst>
          </p:cNvPr>
          <p:cNvGrpSpPr/>
          <p:nvPr/>
        </p:nvGrpSpPr>
        <p:grpSpPr>
          <a:xfrm>
            <a:off x="6630877" y="2707721"/>
            <a:ext cx="1486756" cy="1876247"/>
            <a:chOff x="6736624" y="2616684"/>
            <a:chExt cx="1486756" cy="1876247"/>
          </a:xfrm>
        </p:grpSpPr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753907E7-0202-A590-2FBF-F44775E4E2F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25156" r="30808"/>
            <a:stretch/>
          </p:blipFill>
          <p:spPr>
            <a:xfrm>
              <a:off x="6736624" y="2616684"/>
              <a:ext cx="1486756" cy="1876247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B6F54A0-6B9B-7BA3-9378-C93702F19563}"/>
                </a:ext>
              </a:extLst>
            </p:cNvPr>
            <p:cNvSpPr txBox="1"/>
            <p:nvPr/>
          </p:nvSpPr>
          <p:spPr>
            <a:xfrm>
              <a:off x="7501433" y="3358662"/>
              <a:ext cx="3856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b="1" dirty="0"/>
                <a:t>①</a:t>
              </a:r>
              <a:endParaRPr lang="ko-KR" altLang="en-US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9390CC63-3364-BF7B-CFFF-2CFF87727ABC}"/>
                </a:ext>
              </a:extLst>
            </p:cNvPr>
            <p:cNvSpPr txBox="1"/>
            <p:nvPr/>
          </p:nvSpPr>
          <p:spPr>
            <a:xfrm>
              <a:off x="7147345" y="3370141"/>
              <a:ext cx="45253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800" b="1" dirty="0"/>
                <a:t>②</a:t>
              </a:r>
              <a:endParaRPr lang="ko-KR" altLang="en-US" b="1" dirty="0"/>
            </a:p>
          </p:txBody>
        </p:sp>
      </p:grp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A48A3351-A719-D4A8-E0A6-1C1EFFCA832C}"/>
              </a:ext>
            </a:extLst>
          </p:cNvPr>
          <p:cNvGrpSpPr/>
          <p:nvPr/>
        </p:nvGrpSpPr>
        <p:grpSpPr>
          <a:xfrm>
            <a:off x="211492" y="3920262"/>
            <a:ext cx="8721012" cy="1947162"/>
            <a:chOff x="211492" y="3920262"/>
            <a:chExt cx="8721012" cy="1947162"/>
          </a:xfrm>
        </p:grpSpPr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CE9CF2CB-55E6-BF76-8E43-54EE7E972EAC}"/>
                </a:ext>
              </a:extLst>
            </p:cNvPr>
            <p:cNvSpPr/>
            <p:nvPr/>
          </p:nvSpPr>
          <p:spPr>
            <a:xfrm>
              <a:off x="264708" y="4340162"/>
              <a:ext cx="447870" cy="33822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654F8937-F235-1A0C-17F8-7A4D58FB19EE}"/>
                </a:ext>
              </a:extLst>
            </p:cNvPr>
            <p:cNvGrpSpPr/>
            <p:nvPr/>
          </p:nvGrpSpPr>
          <p:grpSpPr>
            <a:xfrm>
              <a:off x="211492" y="3920262"/>
              <a:ext cx="8721012" cy="1947162"/>
              <a:chOff x="328859" y="3840069"/>
              <a:chExt cx="8721012" cy="1947162"/>
            </a:xfrm>
          </p:grpSpPr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3A219F84-CB72-F096-2E64-C756A28C004D}"/>
                  </a:ext>
                </a:extLst>
              </p:cNvPr>
              <p:cNvGrpSpPr/>
              <p:nvPr/>
            </p:nvGrpSpPr>
            <p:grpSpPr>
              <a:xfrm>
                <a:off x="328859" y="3840069"/>
                <a:ext cx="8721012" cy="1597071"/>
                <a:chOff x="628261" y="2799184"/>
                <a:chExt cx="8291804" cy="1597071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3E92F7-00E3-055D-356D-6D8A0F5AF0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28261" y="2799184"/>
                      <a:ext cx="5162939" cy="88780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T</m:t>
                          </m:r>
                          <m:sSub>
                            <m:sSub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C</m:t>
                              </m:r>
                            </m:e>
                            <m:sub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4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𝑚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𝑛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3ℏ</m:t>
                                      </m:r>
                                      <m: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𝑞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sSubSup>
                                        <m:sSubSup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𝐸</m:t>
                                          </m:r>
                                        </m:e>
                                        <m:sub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𝑇</m:t>
                                          </m:r>
                                        </m:sub>
                                        <m:sup>
                                          <m: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bSup>
                                      <m: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−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𝐸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 </m:t>
                                              </m:r>
                                              <m: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 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d>
                                                    <m:dPr>
                                                      <m:ctrlPr>
                                                        <a:rPr lang="en-US" altLang="ko-KR" sz="20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sz="20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en-US" altLang="ko-KR" sz="20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λ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20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V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sol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n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tn</m:t>
                                                  </m:r>
                                                  <m: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n</m:t>
                                          </m:r>
                                          <m: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, 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j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oMath>
                      </a14:m>
                      <a:r>
                        <a:rPr lang="ko-KR" altLang="en-US" sz="2000" dirty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103E92F7-00E3-055D-356D-6D8A0F5AF0A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28261" y="2799184"/>
                      <a:ext cx="5162939" cy="887807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0280DD69-67DC-1C6D-76EE-A8750B4ECB2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331167" y="3557307"/>
                      <a:ext cx="7588898" cy="83894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14:m>
                        <m:oMath xmlns:m="http://schemas.openxmlformats.org/officeDocument/2006/math"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× </m:t>
                          </m:r>
                          <m:func>
                            <m:func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4</m:t>
                                      </m:r>
                                      <m:rad>
                                        <m:radPr>
                                          <m:degHide m:val="on"/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2</m:t>
                                          </m:r>
                                          <m:sSubSup>
                                            <m:sSubSupPr>
                                              <m:ctrlP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Sup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m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ox</m:t>
                                              </m:r>
                                            </m:sub>
                                            <m:sup>
                                              <m: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∗</m:t>
                                              </m:r>
                                            </m:sup>
                                          </m:sSubSup>
                                        </m:e>
                                      </m:rad>
                                    </m:num>
                                    <m:den>
                                      <m: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3ℏ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q</m:t>
                                      </m:r>
                                    </m:den>
                                  </m:f>
                                  <m:f>
                                    <m:f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fPr>
                                    <m:num>
                                      <m:sSup>
                                        <m:sSupPr>
                                          <m:ctrlPr>
                                            <a:rPr lang="en-US" altLang="ko-KR" sz="2000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2000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20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20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𝐸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Δ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E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c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2000" i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 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ko-KR" sz="20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d>
                                                    <m:dPr>
                                                      <m:ctrlPr>
                                                        <a:rPr lang="en-US" altLang="ko-KR" sz="20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sz="20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en-US" altLang="ko-KR" sz="20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λ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20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V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sol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sSub>
                                                <m:sSubPr>
                                                  <m:ctrlPr>
                                                    <a:rPr lang="en-US" altLang="ko-KR" sz="20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n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20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tn</m:t>
                                                  </m:r>
                                                  <m:r>
                                                    <a:rPr lang="en-US" altLang="ko-KR" sz="2000" i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2000" i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p>
                                      <m: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− </m:t>
                                      </m:r>
                                      <m:sSup>
                                        <m:sSup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ctrlPr>
                                                <a:rPr lang="en-US" altLang="ko-KR" sz="2000" b="0" i="1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𝐸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𝑇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20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+</m:t>
                                              </m:r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 sz="200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Δ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2000" i="1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E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c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 </m:t>
                                              </m:r>
                                              <m:f>
                                                <m:f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fPr>
                                                <m:num>
                                                  <m:d>
                                                    <m:dPr>
                                                      <m:ctrlPr>
                                                        <a:rPr lang="en-US" altLang="ko-KR" sz="20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dPr>
                                                    <m:e>
                                                      <m:r>
                                                        <a:rPr lang="en-US" altLang="ko-KR" sz="2000" b="0" i="1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𝑗</m:t>
                                                      </m:r>
                                                      <m:r>
                                                        <a:rPr lang="en-US" altLang="ko-KR" sz="20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−</m:t>
                                                      </m:r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b="0" i="0" smtClean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λ</m:t>
                                                      </m:r>
                                                    </m:e>
                                                  </m:d>
                                                </m:num>
                                                <m:den>
                                                  <m:sSub>
                                                    <m:sSubPr>
                                                      <m:ctrlPr>
                                                        <a:rPr lang="en-US" altLang="ko-KR" sz="2000" i="1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</m:ctrlPr>
                                                    </m:sSubPr>
                                                    <m:e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V</m:t>
                                                      </m:r>
                                                    </m:e>
                                                    <m:sub>
                                                      <m:r>
                                                        <m:rPr>
                                                          <m:sty m:val="p"/>
                                                        </m:rPr>
                                                        <a:rPr lang="en-US" altLang="ko-KR" sz="2000" i="0">
                                                          <a:ln w="9525">
                                                            <a:solidFill>
                                                              <a:schemeClr val="tx1">
                                                                <a:alpha val="29000"/>
                                                              </a:schemeClr>
                                                            </a:solidFill>
                                                          </a:ln>
                                                          <a:latin typeface="Cambria Math" panose="02040503050406030204" pitchFamily="18" charset="0"/>
                                                          <a:ea typeface="맑은 고딕"/>
                                                          <a:cs typeface="Times New Roman"/>
                                                        </a:rPr>
                                                        <m:t>sol</m:t>
                                                      </m:r>
                                                    </m:sub>
                                                  </m:sSub>
                                                </m:den>
                                              </m:f>
                                              <m: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∙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n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tn</m:t>
                                                  </m:r>
                                                  <m: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  <m:r>
                                                <a:rPr lang="en-US" altLang="ko-KR" sz="2000" b="0" i="0" smtClean="0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−</m:t>
                                              </m:r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F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ox</m:t>
                                                  </m:r>
                                                </m:sub>
                                              </m:sSub>
                                              <m:sSub>
                                                <m:sSubPr>
                                                  <m:ctrlPr>
                                                    <a:rPr lang="en-US" altLang="ko-KR" sz="2000" b="0" i="1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m:rPr>
                                                      <m:sty m:val="p"/>
                                                    </m:rP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tox</m:t>
                                                  </m:r>
                                                  <m:r>
                                                    <a:rPr lang="en-US" altLang="ko-KR" sz="2000" b="0" i="0" smtClean="0">
                                                      <a:ln w="9525">
                                                        <a:solidFill>
                                                          <a:schemeClr val="tx1">
                                                            <a:alpha val="29000"/>
                                                          </a:schemeClr>
                                                        </a:solidFill>
                                                      </a:ln>
                                                      <a:latin typeface="Cambria Math" panose="02040503050406030204" pitchFamily="18" charset="0"/>
                                                      <a:ea typeface="맑은 고딕"/>
                                                      <a:cs typeface="Times New Roman"/>
                                                    </a:rPr>
                                                    <m:t>1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1.5</m:t>
                                          </m:r>
                                        </m:sup>
                                      </m:sSup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en-US" altLang="ko-KR" sz="2000" b="0" i="1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F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 sz="2000" b="0" i="0" smtClean="0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ox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</m:oMath>
                      </a14:m>
                      <a:r>
                        <a:rPr lang="ko-KR" altLang="en-US" sz="2000" dirty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Times New Roman"/>
                          <a:ea typeface="맑은 고딕"/>
                          <a:cs typeface="Times New Roman"/>
                        </a:rPr>
                        <a:t> </a:t>
                      </a:r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0280DD69-67DC-1C6D-76EE-A8750B4ECB25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331167" y="3557307"/>
                      <a:ext cx="7588898" cy="83894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ko-KR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57D53C7C-4C7D-25E5-788B-4C3D0334A6B4}"/>
                  </a:ext>
                </a:extLst>
              </p:cNvPr>
              <p:cNvSpPr txBox="1"/>
              <p:nvPr/>
            </p:nvSpPr>
            <p:spPr>
              <a:xfrm>
                <a:off x="5218544" y="4134443"/>
                <a:ext cx="75304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ko-KR" altLang="en-US" b="1" dirty="0"/>
                  <a:t>①</a:t>
                </a:r>
                <a:endParaRPr lang="en-US" altLang="ko-KR" b="1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91BF3BDF-F5C4-724E-9369-7B840975AF10}"/>
                  </a:ext>
                </a:extLst>
              </p:cNvPr>
              <p:cNvSpPr txBox="1"/>
              <p:nvPr/>
            </p:nvSpPr>
            <p:spPr>
              <a:xfrm>
                <a:off x="7970675" y="5417899"/>
                <a:ext cx="75655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buFont typeface="Symbol" panose="05050102010706020507" pitchFamily="18" charset="2"/>
                  <a:buChar char="Þ"/>
                </a:pPr>
                <a:r>
                  <a:rPr lang="en-US" altLang="ko-KR" sz="1800" b="1" dirty="0"/>
                  <a:t>② </a:t>
                </a:r>
              </a:p>
            </p:txBody>
          </p:sp>
        </p:grp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80E42B07-9CE1-EE73-EEA2-BEDD38CDB568}"/>
              </a:ext>
            </a:extLst>
          </p:cNvPr>
          <p:cNvGrpSpPr/>
          <p:nvPr/>
        </p:nvGrpSpPr>
        <p:grpSpPr>
          <a:xfrm>
            <a:off x="496853" y="1648512"/>
            <a:ext cx="8150291" cy="713850"/>
            <a:chOff x="496853" y="1648512"/>
            <a:chExt cx="8150291" cy="713850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0ECA36E-E4A7-EE78-B13B-1B0502C58243}"/>
                </a:ext>
              </a:extLst>
            </p:cNvPr>
            <p:cNvSpPr/>
            <p:nvPr/>
          </p:nvSpPr>
          <p:spPr>
            <a:xfrm>
              <a:off x="7637884" y="1773019"/>
              <a:ext cx="447870" cy="338223"/>
            </a:xfrm>
            <a:prstGeom prst="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F26F21F-5709-0F68-08EA-5D43E4CC098F}"/>
                    </a:ext>
                  </a:extLst>
                </p:cNvPr>
                <p:cNvSpPr txBox="1"/>
                <p:nvPr/>
              </p:nvSpPr>
              <p:spPr>
                <a:xfrm>
                  <a:off x="496853" y="1648512"/>
                  <a:ext cx="8150291" cy="71385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n</m:t>
                          </m:r>
                          <m: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elastic</m:t>
                          </m:r>
                        </m:sub>
                      </m:sSub>
                      <m:r>
                        <a:rPr lang="en-US" altLang="ko-KR" sz="18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US" altLang="ko-KR" sz="18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𝑗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𝜋</m:t>
                              </m:r>
                            </m:num>
                            <m:den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ℏ</m:t>
                              </m:r>
                            </m:den>
                          </m:f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p>
                            <m:sSup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𝑇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𝑇</m:t>
                              </m:r>
                            </m:sub>
                          </m:sSub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∙</m:t>
                          </m:r>
                          <m:f>
                            <m:f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ad>
                                <m:radPr>
                                  <m:degHide m:val="on"/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e>
                              </m:rad>
                            </m:num>
                            <m:den>
                              <m:sSup>
                                <m:sSup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𝜋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ℏ</m:t>
                                  </m:r>
                                </m:e>
                                <m:sup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sSubSup>
                                <m:sSubSup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m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⊥</m:t>
                                  </m:r>
                                </m:sub>
                                <m:sup>
                                  <m: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∗</m:t>
                                  </m:r>
                                </m:sup>
                              </m:sSubSup>
                            </m:e>
                          </m:rad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ko-KR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m</m:t>
                              </m:r>
                            </m:e>
                            <m:sub>
                              <m:r>
                                <a:rPr lang="en-US" altLang="ko-KR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0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∥</m:t>
                              </m:r>
                            </m:sub>
                          </m:sSub>
                          <m:r>
                            <a:rPr lang="en-US" altLang="ko-KR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rad>
                            <m:radPr>
                              <m:degHide m:val="on"/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trap</m:t>
                                  </m:r>
                                </m:sub>
                              </m:sSub>
                              <m:r>
                                <a:rPr lang="en-US" altLang="ko-KR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c</m:t>
                                  </m:r>
                                  <m: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rad>
                          <m:f>
                            <m:fPr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fPr>
                            <m:num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1</m:t>
                              </m:r>
                            </m:num>
                            <m:den>
                              <m:func>
                                <m:func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exp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ko-KR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en-US" altLang="ko-KR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fPr>
                                        <m:num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trap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−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ko-KR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E</m:t>
                                              </m:r>
                                            </m:e>
                                            <m:sub>
                                              <m:r>
                                                <m:rPr>
                                                  <m:sty m:val="p"/>
                                                </m:rPr>
                                                <a:rPr lang="en-US" altLang="ko-KR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F</m:t>
                                              </m:r>
                                              <m:r>
                                                <a:rPr lang="en-US" altLang="ko-KR" i="1">
                                                  <a:ln w="9525">
                                                    <a:solidFill>
                                                      <a:schemeClr val="tx1">
                                                        <a:alpha val="29000"/>
                                                      </a:schemeClr>
                                                    </a:solidFill>
                                                  </a:ln>
                                                  <a:latin typeface="Cambria Math" panose="02040503050406030204" pitchFamily="18" charset="0"/>
                                                  <a:ea typeface="맑은 고딕"/>
                                                  <a:cs typeface="Times New Roman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num>
                                        <m:den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kT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altLang="ko-KR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+1</m:t>
                                  </m:r>
                                </m:e>
                              </m:func>
                            </m:den>
                          </m:f>
                          <m:r>
                            <a:rPr lang="en-US" altLang="ko-KR" i="1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 </m:t>
                          </m:r>
                          <m:d>
                            <m:dPr>
                              <m:begChr m:val="|"/>
                              <m:endChr m:val="|"/>
                              <m:ctrlP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ko-KR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TC</m:t>
                                  </m:r>
                                </m:e>
                                <m:sub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</m:oMath>
                  </a14:m>
                  <a:r>
                    <a:rPr lang="ko-KR" alt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F26F21F-5709-0F68-08EA-5D43E4CC098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6853" y="1648512"/>
                  <a:ext cx="8150291" cy="71385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4180375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5E08CC-0DDA-E84A-CF4D-ABF9751B2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Result of Elastic Tunneling Model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C2D87C-B3BE-0547-B1CB-F9ECAE4B4F5E}"/>
              </a:ext>
            </a:extLst>
          </p:cNvPr>
          <p:cNvSpPr txBox="1"/>
          <p:nvPr/>
        </p:nvSpPr>
        <p:spPr>
          <a:xfrm>
            <a:off x="410547" y="1082351"/>
            <a:ext cx="82855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Result and comparison with TCAD simulation</a:t>
            </a:r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78E233D7-1535-11A8-48B5-AE50B8CC8B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73969135"/>
              </p:ext>
            </p:extLst>
          </p:nvPr>
        </p:nvGraphicFramePr>
        <p:xfrm>
          <a:off x="-124310" y="1893076"/>
          <a:ext cx="3549362" cy="24782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712606" imgH="3290207" progId="Origin50.Graph">
                  <p:embed/>
                </p:oleObj>
              </mc:Choice>
              <mc:Fallback>
                <p:oleObj name="Graph" r:id="rId2" imgW="4712606" imgH="3290207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78E233D7-1535-11A8-48B5-AE50B8CC8B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124310" y="1893076"/>
                        <a:ext cx="3549362" cy="24782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CBE2BBF7-59E1-3B1E-767F-F30BC08E22B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191701"/>
              </p:ext>
            </p:extLst>
          </p:nvPr>
        </p:nvGraphicFramePr>
        <p:xfrm>
          <a:off x="2898808" y="1893077"/>
          <a:ext cx="3549361" cy="2478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712606" imgH="3290207" progId="Origin50.Graph">
                  <p:embed/>
                </p:oleObj>
              </mc:Choice>
              <mc:Fallback>
                <p:oleObj name="Graph" r:id="rId4" imgW="4712606" imgH="3290207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CBE2BBF7-59E1-3B1E-767F-F30BC08E22B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98808" y="1893077"/>
                        <a:ext cx="3549361" cy="24782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개체 5">
            <a:extLst>
              <a:ext uri="{FF2B5EF4-FFF2-40B4-BE49-F238E27FC236}">
                <a16:creationId xmlns:a16="http://schemas.microsoft.com/office/drawing/2014/main" id="{20D6455C-B1CC-72C7-642B-A413EDB9E9D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5839622"/>
              </p:ext>
            </p:extLst>
          </p:nvPr>
        </p:nvGraphicFramePr>
        <p:xfrm>
          <a:off x="5921925" y="1893075"/>
          <a:ext cx="3549362" cy="2478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4712606" imgH="3290207" progId="Origin50.Graph">
                  <p:embed/>
                </p:oleObj>
              </mc:Choice>
              <mc:Fallback>
                <p:oleObj name="Graph" r:id="rId6" imgW="4712606" imgH="3290207" progId="Origin50.Graph">
                  <p:embed/>
                  <p:pic>
                    <p:nvPicPr>
                      <p:cNvPr id="6" name="개체 5">
                        <a:extLst>
                          <a:ext uri="{FF2B5EF4-FFF2-40B4-BE49-F238E27FC236}">
                            <a16:creationId xmlns:a16="http://schemas.microsoft.com/office/drawing/2014/main" id="{20D6455C-B1CC-72C7-642B-A413EDB9E9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921925" y="1893075"/>
                        <a:ext cx="3549362" cy="2478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843572-AA4D-1DB3-011F-57FC49577348}"/>
              </a:ext>
            </a:extLst>
          </p:cNvPr>
          <p:cNvSpPr txBox="1"/>
          <p:nvPr/>
        </p:nvSpPr>
        <p:spPr>
          <a:xfrm>
            <a:off x="673768" y="1662305"/>
            <a:ext cx="1953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0.6 eV Elastic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16D0E-B6B2-F9EE-80E3-9099A1227002}"/>
              </a:ext>
            </a:extLst>
          </p:cNvPr>
          <p:cNvSpPr txBox="1"/>
          <p:nvPr/>
        </p:nvSpPr>
        <p:spPr>
          <a:xfrm>
            <a:off x="3696885" y="1662305"/>
            <a:ext cx="1953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0.8 eV Elastic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71BA7F-D5F4-E19A-74B1-938946682353}"/>
              </a:ext>
            </a:extLst>
          </p:cNvPr>
          <p:cNvSpPr txBox="1"/>
          <p:nvPr/>
        </p:nvSpPr>
        <p:spPr>
          <a:xfrm>
            <a:off x="6720001" y="1662305"/>
            <a:ext cx="1953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1.5 eV Elastic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CC7937-F787-A15E-DC62-669940D42B27}"/>
              </a:ext>
            </a:extLst>
          </p:cNvPr>
          <p:cNvSpPr txBox="1"/>
          <p:nvPr/>
        </p:nvSpPr>
        <p:spPr>
          <a:xfrm>
            <a:off x="765111" y="4581852"/>
            <a:ext cx="29874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Sharing parameter : </a:t>
            </a:r>
            <a:r>
              <a:rPr lang="el-G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λ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0.9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28579CBB-6D06-BF86-57D3-CC031FD05481}"/>
              </a:ext>
            </a:extLst>
          </p:cNvPr>
          <p:cNvGrpSpPr/>
          <p:nvPr/>
        </p:nvGrpSpPr>
        <p:grpSpPr>
          <a:xfrm>
            <a:off x="6743805" y="4539971"/>
            <a:ext cx="1635085" cy="1311448"/>
            <a:chOff x="4963681" y="1139278"/>
            <a:chExt cx="1635085" cy="1311448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CEA36434-6FCF-77F5-6BFA-1B3E13142521}"/>
                </a:ext>
              </a:extLst>
            </p:cNvPr>
            <p:cNvGrpSpPr/>
            <p:nvPr/>
          </p:nvGrpSpPr>
          <p:grpSpPr>
            <a:xfrm>
              <a:off x="5517604" y="1139278"/>
              <a:ext cx="1081162" cy="1134839"/>
              <a:chOff x="4136975" y="1526434"/>
              <a:chExt cx="1081162" cy="1134839"/>
            </a:xfrm>
          </p:grpSpPr>
          <p:cxnSp>
            <p:nvCxnSpPr>
              <p:cNvPr id="24" name="직선 연결선 23">
                <a:extLst>
                  <a:ext uri="{FF2B5EF4-FFF2-40B4-BE49-F238E27FC236}">
                    <a16:creationId xmlns:a16="http://schemas.microsoft.com/office/drawing/2014/main" id="{FBF64019-38C6-201F-12E8-DD392556FE5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183994" y="2206535"/>
                <a:ext cx="1034143" cy="448684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직선 연결선 24">
                <a:extLst>
                  <a:ext uri="{FF2B5EF4-FFF2-40B4-BE49-F238E27FC236}">
                    <a16:creationId xmlns:a16="http://schemas.microsoft.com/office/drawing/2014/main" id="{CAA065E7-0B9C-A41F-26D3-B6D06B21D19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136975" y="1526434"/>
                <a:ext cx="1021702" cy="448684"/>
              </a:xfrm>
              <a:prstGeom prst="line">
                <a:avLst/>
              </a:prstGeom>
              <a:ln w="19050">
                <a:solidFill>
                  <a:srgbClr val="284866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자유형: 도형 25">
                <a:extLst>
                  <a:ext uri="{FF2B5EF4-FFF2-40B4-BE49-F238E27FC236}">
                    <a16:creationId xmlns:a16="http://schemas.microsoft.com/office/drawing/2014/main" id="{1A7179D6-3461-EAD1-86E0-E6C14DA4E32A}"/>
                  </a:ext>
                </a:extLst>
              </p:cNvPr>
              <p:cNvSpPr/>
              <p:nvPr/>
            </p:nvSpPr>
            <p:spPr>
              <a:xfrm>
                <a:off x="4136975" y="1869154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자유형: 도형 26">
                <a:extLst>
                  <a:ext uri="{FF2B5EF4-FFF2-40B4-BE49-F238E27FC236}">
                    <a16:creationId xmlns:a16="http://schemas.microsoft.com/office/drawing/2014/main" id="{BD644097-FE87-5894-D895-4902A389E9E3}"/>
                  </a:ext>
                </a:extLst>
              </p:cNvPr>
              <p:cNvSpPr/>
              <p:nvPr/>
            </p:nvSpPr>
            <p:spPr>
              <a:xfrm>
                <a:off x="4488654" y="1725142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자유형: 도형 27">
                <a:extLst>
                  <a:ext uri="{FF2B5EF4-FFF2-40B4-BE49-F238E27FC236}">
                    <a16:creationId xmlns:a16="http://schemas.microsoft.com/office/drawing/2014/main" id="{142ECCD8-C27D-84B9-93EF-D8C8F06C577D}"/>
                  </a:ext>
                </a:extLst>
              </p:cNvPr>
              <p:cNvSpPr/>
              <p:nvPr/>
            </p:nvSpPr>
            <p:spPr>
              <a:xfrm>
                <a:off x="4838430" y="1560836"/>
                <a:ext cx="318344" cy="792119"/>
              </a:xfrm>
              <a:custGeom>
                <a:avLst/>
                <a:gdLst>
                  <a:gd name="connsiteX0" fmla="*/ 0 w 323461"/>
                  <a:gd name="connsiteY0" fmla="*/ 143069 h 833535"/>
                  <a:gd name="connsiteX1" fmla="*/ 0 w 323461"/>
                  <a:gd name="connsiteY1" fmla="*/ 833535 h 833535"/>
                  <a:gd name="connsiteX2" fmla="*/ 323461 w 323461"/>
                  <a:gd name="connsiteY2" fmla="*/ 671804 h 833535"/>
                  <a:gd name="connsiteX3" fmla="*/ 323461 w 323461"/>
                  <a:gd name="connsiteY3" fmla="*/ 0 h 833535"/>
                  <a:gd name="connsiteX4" fmla="*/ 0 w 323461"/>
                  <a:gd name="connsiteY4" fmla="*/ 143069 h 8335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833535">
                    <a:moveTo>
                      <a:pt x="0" y="143069"/>
                    </a:moveTo>
                    <a:lnTo>
                      <a:pt x="0" y="833535"/>
                    </a:lnTo>
                    <a:lnTo>
                      <a:pt x="323461" y="671804"/>
                    </a:lnTo>
                    <a:lnTo>
                      <a:pt x="323461" y="0"/>
                    </a:lnTo>
                    <a:lnTo>
                      <a:pt x="0" y="143069"/>
                    </a:lnTo>
                    <a:close/>
                  </a:path>
                </a:pathLst>
              </a:cu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D3C5735D-3509-3E98-B240-B931ADF4D5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74474" y="2071278"/>
              <a:ext cx="242894" cy="242894"/>
            </a:xfrm>
            <a:prstGeom prst="rect">
              <a:avLst/>
            </a:prstGeom>
          </p:spPr>
        </p:pic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DB033323-39D7-669F-A3B4-409F0049515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926153" y="1925171"/>
              <a:ext cx="242894" cy="242894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EC8A4EA7-AF00-DD8A-C431-BCC74403747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286640" y="1792763"/>
              <a:ext cx="242894" cy="242894"/>
            </a:xfrm>
            <a:prstGeom prst="rect">
              <a:avLst/>
            </a:prstGeom>
          </p:spPr>
        </p:pic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1C1E0230-86C1-9CFC-B3D1-B00A87675E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192725"/>
              <a:ext cx="580763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화살표 연결선 18">
              <a:extLst>
                <a:ext uri="{FF2B5EF4-FFF2-40B4-BE49-F238E27FC236}">
                  <a16:creationId xmlns:a16="http://schemas.microsoft.com/office/drawing/2014/main" id="{530E3B41-E99F-8F2A-4943-A9C52F976E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2035657"/>
              <a:ext cx="962472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직선 화살표 연결선 19">
              <a:extLst>
                <a:ext uri="{FF2B5EF4-FFF2-40B4-BE49-F238E27FC236}">
                  <a16:creationId xmlns:a16="http://schemas.microsoft.com/office/drawing/2014/main" id="{2FBFBFA6-BE53-4B29-F85A-0AD5D3DDA98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3681" y="1878057"/>
              <a:ext cx="1322959" cy="0"/>
            </a:xfrm>
            <a:prstGeom prst="straightConnector1">
              <a:avLst/>
            </a:prstGeom>
            <a:ln w="28575">
              <a:solidFill>
                <a:srgbClr val="FF350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1DF728EC-F421-EAF2-A032-80362DAA61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76776" y="1569739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37B0D031-3FD5-8867-CE36-84DEC9CDFA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32219" y="1419020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B3452CB7-1C48-7D1F-5171-526E80A65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82874" y="1249118"/>
              <a:ext cx="0" cy="880987"/>
            </a:xfrm>
            <a:prstGeom prst="line">
              <a:avLst/>
            </a:prstGeom>
            <a:ln w="28575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DE101036-A982-92F7-DBBA-9288F3155F4F}"/>
              </a:ext>
            </a:extLst>
          </p:cNvPr>
          <p:cNvSpPr txBox="1"/>
          <p:nvPr/>
        </p:nvSpPr>
        <p:spPr>
          <a:xfrm>
            <a:off x="6848691" y="5898532"/>
            <a:ext cx="24361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total 7 segments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2F177FC2-C2BE-7C2F-B1EB-C84133B17C8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75971" y="4970432"/>
            <a:ext cx="582594" cy="1513895"/>
          </a:xfrm>
          <a:prstGeom prst="rect">
            <a:avLst/>
          </a:prstGeom>
        </p:spPr>
      </p:pic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E3A5A307-5E9D-7172-F6E3-48C53163AA3B}"/>
              </a:ext>
            </a:extLst>
          </p:cNvPr>
          <p:cNvCxnSpPr>
            <a:cxnSpLocks/>
          </p:cNvCxnSpPr>
          <p:nvPr/>
        </p:nvCxnSpPr>
        <p:spPr>
          <a:xfrm flipH="1">
            <a:off x="3151889" y="4971296"/>
            <a:ext cx="6592" cy="4036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70E41CA0-D7BE-2201-D818-A0FEAD47CB7E}"/>
              </a:ext>
            </a:extLst>
          </p:cNvPr>
          <p:cNvSpPr txBox="1"/>
          <p:nvPr/>
        </p:nvSpPr>
        <p:spPr>
          <a:xfrm>
            <a:off x="2596907" y="5436350"/>
            <a:ext cx="10780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Location</a:t>
            </a:r>
          </a:p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correction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66" name="개체 65">
            <a:extLst>
              <a:ext uri="{FF2B5EF4-FFF2-40B4-BE49-F238E27FC236}">
                <a16:creationId xmlns:a16="http://schemas.microsoft.com/office/drawing/2014/main" id="{031A3D82-1B3D-7F9E-82D9-B2A4F4F15F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202683"/>
              </p:ext>
            </p:extLst>
          </p:nvPr>
        </p:nvGraphicFramePr>
        <p:xfrm>
          <a:off x="3348160" y="4371293"/>
          <a:ext cx="2987413" cy="20858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10" imgW="4712606" imgH="3290207" progId="Origin50.Graph">
                  <p:embed/>
                </p:oleObj>
              </mc:Choice>
              <mc:Fallback>
                <p:oleObj name="Graph" r:id="rId10" imgW="4712606" imgH="3290207" progId="Origin50.Graph">
                  <p:embed/>
                  <p:pic>
                    <p:nvPicPr>
                      <p:cNvPr id="66" name="개체 65">
                        <a:extLst>
                          <a:ext uri="{FF2B5EF4-FFF2-40B4-BE49-F238E27FC236}">
                            <a16:creationId xmlns:a16="http://schemas.microsoft.com/office/drawing/2014/main" id="{031A3D82-1B3D-7F9E-82D9-B2A4F4F15F3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348160" y="4371293"/>
                        <a:ext cx="2987413" cy="20858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DAE876BB-0390-34FD-83CC-76D78037EE01}"/>
              </a:ext>
            </a:extLst>
          </p:cNvPr>
          <p:cNvCxnSpPr/>
          <p:nvPr/>
        </p:nvCxnSpPr>
        <p:spPr>
          <a:xfrm>
            <a:off x="4673488" y="5387889"/>
            <a:ext cx="39614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7193A1E8-E8B6-570E-249E-9AB3F6BCB2AE}"/>
              </a:ext>
            </a:extLst>
          </p:cNvPr>
          <p:cNvSpPr txBox="1"/>
          <p:nvPr/>
        </p:nvSpPr>
        <p:spPr>
          <a:xfrm>
            <a:off x="5003153" y="5266077"/>
            <a:ext cx="4976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λ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</a:t>
            </a:r>
            <a:endParaRPr lang="ko-KR" altLang="en-US" sz="11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2DA5B2C-7C10-324B-56EF-1466E933AC26}"/>
              </a:ext>
            </a:extLst>
          </p:cNvPr>
          <p:cNvSpPr txBox="1"/>
          <p:nvPr/>
        </p:nvSpPr>
        <p:spPr>
          <a:xfrm>
            <a:off x="4188064" y="5257084"/>
            <a:ext cx="49763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l-GR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λ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1</a:t>
            </a:r>
            <a:endParaRPr lang="ko-KR" altLang="en-US" sz="11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4B3D5A61-6018-B99D-460A-3C118C613783}"/>
              </a:ext>
            </a:extLst>
          </p:cNvPr>
          <p:cNvSpPr txBox="1"/>
          <p:nvPr/>
        </p:nvSpPr>
        <p:spPr>
          <a:xfrm>
            <a:off x="6367005" y="4585516"/>
            <a:ext cx="10730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V</a:t>
            </a:r>
            <a:r>
              <a:rPr lang="en-US" altLang="ko-KR" sz="18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sol</a:t>
            </a:r>
            <a:r>
              <a:rPr lang="en-US" altLang="ko-KR" sz="1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7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63424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9B393-F4B0-4C95-B4C1-16BA948D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Phonon-assisted Model</a:t>
            </a:r>
            <a:endParaRPr lang="ko-KR" altLang="en-US" dirty="0"/>
          </a:p>
        </p:txBody>
      </p:sp>
      <p:graphicFrame>
        <p:nvGraphicFramePr>
          <p:cNvPr id="4" name="개체 3">
            <a:extLst>
              <a:ext uri="{FF2B5EF4-FFF2-40B4-BE49-F238E27FC236}">
                <a16:creationId xmlns:a16="http://schemas.microsoft.com/office/drawing/2014/main" id="{F6EE15A5-73E5-F515-55C5-776511C5AB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79698793"/>
              </p:ext>
            </p:extLst>
          </p:nvPr>
        </p:nvGraphicFramePr>
        <p:xfrm>
          <a:off x="-99430" y="1645625"/>
          <a:ext cx="4671430" cy="326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712606" imgH="3290207" progId="Origin50.Graph">
                  <p:embed/>
                </p:oleObj>
              </mc:Choice>
              <mc:Fallback>
                <p:oleObj name="Graph" r:id="rId2" imgW="4712606" imgH="3290207" progId="Origin50.Graph">
                  <p:embed/>
                  <p:pic>
                    <p:nvPicPr>
                      <p:cNvPr id="4" name="개체 3">
                        <a:extLst>
                          <a:ext uri="{FF2B5EF4-FFF2-40B4-BE49-F238E27FC236}">
                            <a16:creationId xmlns:a16="http://schemas.microsoft.com/office/drawing/2014/main" id="{F6EE15A5-73E5-F515-55C5-776511C5AB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99430" y="1645625"/>
                        <a:ext cx="4671430" cy="32616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4CDCE0D-1A8A-07C0-5560-26CB457124B8}"/>
              </a:ext>
            </a:extLst>
          </p:cNvPr>
          <p:cNvSpPr txBox="1"/>
          <p:nvPr/>
        </p:nvSpPr>
        <p:spPr>
          <a:xfrm>
            <a:off x="1264703" y="1445570"/>
            <a:ext cx="19532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1.5 eV Elastic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AD1A354-DFAB-9175-D7FF-99648E237911}"/>
              </a:ext>
            </a:extLst>
          </p:cNvPr>
          <p:cNvSpPr/>
          <p:nvPr/>
        </p:nvSpPr>
        <p:spPr>
          <a:xfrm>
            <a:off x="3217911" y="2008906"/>
            <a:ext cx="783772" cy="758889"/>
          </a:xfrm>
          <a:prstGeom prst="ellipse">
            <a:avLst/>
          </a:prstGeom>
          <a:noFill/>
          <a:ln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BD714-C831-38D4-64A9-1AF417C3FD30}"/>
              </a:ext>
            </a:extLst>
          </p:cNvPr>
          <p:cNvSpPr txBox="1"/>
          <p:nvPr/>
        </p:nvSpPr>
        <p:spPr>
          <a:xfrm>
            <a:off x="4323183" y="1362921"/>
            <a:ext cx="42547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이 끝나갈 </a:t>
            </a:r>
            <a:r>
              <a:rPr lang="ko-KR" altLang="en-US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쯤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, TCAD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에서는 </a:t>
            </a:r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가속화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&gt;&gt; Phonon-assisted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374765F-F0CC-D650-2A62-54D8268B7D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01113" y="3351291"/>
            <a:ext cx="4841253" cy="292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1707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F39AF-AB71-4DD3-09A9-50B22907A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Phonon-assisted Model Result</a:t>
            </a:r>
            <a:endParaRPr lang="ko-KR" altLang="en-US" dirty="0"/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E265B235-A157-1B93-F752-3A8DA7436DC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35563974"/>
              </p:ext>
            </p:extLst>
          </p:nvPr>
        </p:nvGraphicFramePr>
        <p:xfrm>
          <a:off x="20152" y="1322299"/>
          <a:ext cx="3145697" cy="2196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2" imgW="4712606" imgH="3290207" progId="Origin50.Graph">
                  <p:embed/>
                </p:oleObj>
              </mc:Choice>
              <mc:Fallback>
                <p:oleObj name="Graph" r:id="rId2" imgW="4712606" imgH="3290207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E265B235-A157-1B93-F752-3A8DA7436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152" y="1322299"/>
                        <a:ext cx="3145697" cy="2196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6DB7517-5EAA-4933-A19F-6A533C347202}"/>
              </a:ext>
            </a:extLst>
          </p:cNvPr>
          <p:cNvSpPr txBox="1"/>
          <p:nvPr/>
        </p:nvSpPr>
        <p:spPr>
          <a:xfrm>
            <a:off x="468173" y="1135094"/>
            <a:ext cx="22496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1.5 eV Elastic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7EDD78F2-2D6F-0089-7ED6-F0C480E3EB1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2454643"/>
              </p:ext>
            </p:extLst>
          </p:nvPr>
        </p:nvGraphicFramePr>
        <p:xfrm>
          <a:off x="3200580" y="1316486"/>
          <a:ext cx="3145700" cy="21963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4" imgW="4712606" imgH="3290207" progId="Origin50.Graph">
                  <p:embed/>
                </p:oleObj>
              </mc:Choice>
              <mc:Fallback>
                <p:oleObj name="Graph" r:id="rId4" imgW="4712606" imgH="3290207" progId="Origin50.Graph">
                  <p:embed/>
                  <p:pic>
                    <p:nvPicPr>
                      <p:cNvPr id="5" name="개체 4">
                        <a:extLst>
                          <a:ext uri="{FF2B5EF4-FFF2-40B4-BE49-F238E27FC236}">
                            <a16:creationId xmlns:a16="http://schemas.microsoft.com/office/drawing/2014/main" id="{7EDD78F2-2D6F-0089-7ED6-F0C480E3EB1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200580" y="1316486"/>
                        <a:ext cx="3145700" cy="21963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A9174AB-0459-BD93-78F0-401FCE043FBF}"/>
              </a:ext>
            </a:extLst>
          </p:cNvPr>
          <p:cNvSpPr txBox="1"/>
          <p:nvPr/>
        </p:nvSpPr>
        <p:spPr>
          <a:xfrm>
            <a:off x="3436445" y="1153550"/>
            <a:ext cx="27869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1.5 eV Phonon-assisted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073CD79F-7F96-3D3D-8EDC-C9EA55A79B7E}"/>
              </a:ext>
            </a:extLst>
          </p:cNvPr>
          <p:cNvSpPr/>
          <p:nvPr/>
        </p:nvSpPr>
        <p:spPr>
          <a:xfrm>
            <a:off x="2203515" y="1545101"/>
            <a:ext cx="622417" cy="602657"/>
          </a:xfrm>
          <a:prstGeom prst="ellipse">
            <a:avLst/>
          </a:prstGeom>
          <a:noFill/>
          <a:ln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EAD51E59-77BC-E8C4-5F4D-8B2B12505027}"/>
              </a:ext>
            </a:extLst>
          </p:cNvPr>
          <p:cNvSpPr/>
          <p:nvPr/>
        </p:nvSpPr>
        <p:spPr>
          <a:xfrm>
            <a:off x="5400099" y="1495120"/>
            <a:ext cx="622417" cy="602657"/>
          </a:xfrm>
          <a:prstGeom prst="ellipse">
            <a:avLst/>
          </a:prstGeom>
          <a:noFill/>
          <a:ln>
            <a:solidFill>
              <a:srgbClr val="FF3505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43B9075D-92D7-6A77-8276-C6D73F69F0B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1978572"/>
              </p:ext>
            </p:extLst>
          </p:nvPr>
        </p:nvGraphicFramePr>
        <p:xfrm>
          <a:off x="90051" y="4022990"/>
          <a:ext cx="3215853" cy="22453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6" imgW="4712606" imgH="3290207" progId="Origin50.Graph">
                  <p:embed/>
                </p:oleObj>
              </mc:Choice>
              <mc:Fallback>
                <p:oleObj name="Graph" r:id="rId6" imgW="4712606" imgH="3290207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43B9075D-92D7-6A77-8276-C6D73F69F0B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90051" y="4022990"/>
                        <a:ext cx="3215853" cy="22453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E01D2182-54F1-26B0-BFC4-58CB0B25A2A2}"/>
              </a:ext>
            </a:extLst>
          </p:cNvPr>
          <p:cNvSpPr/>
          <p:nvPr/>
        </p:nvSpPr>
        <p:spPr>
          <a:xfrm>
            <a:off x="2825932" y="2214717"/>
            <a:ext cx="509855" cy="370399"/>
          </a:xfrm>
          <a:prstGeom prst="rightArrow">
            <a:avLst/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4ABA033-4C8B-E744-21C3-EEB826765E6F}"/>
              </a:ext>
            </a:extLst>
          </p:cNvPr>
          <p:cNvSpPr txBox="1"/>
          <p:nvPr/>
        </p:nvSpPr>
        <p:spPr>
          <a:xfrm>
            <a:off x="338770" y="3920073"/>
            <a:ext cx="2786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0.6 eV Phonon-assisted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aphicFrame>
        <p:nvGraphicFramePr>
          <p:cNvPr id="13" name="개체 12">
            <a:extLst>
              <a:ext uri="{FF2B5EF4-FFF2-40B4-BE49-F238E27FC236}">
                <a16:creationId xmlns:a16="http://schemas.microsoft.com/office/drawing/2014/main" id="{CD066873-0C29-9358-FB1D-3F6862EF39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0541437"/>
              </p:ext>
            </p:extLst>
          </p:nvPr>
        </p:nvGraphicFramePr>
        <p:xfrm>
          <a:off x="2653436" y="3989976"/>
          <a:ext cx="3215853" cy="22453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8" imgW="4712606" imgH="3290207" progId="Origin50.Graph">
                  <p:embed/>
                </p:oleObj>
              </mc:Choice>
              <mc:Fallback>
                <p:oleObj name="Graph" r:id="rId8" imgW="4712606" imgH="3290207" progId="Origin50.Graph">
                  <p:embed/>
                  <p:pic>
                    <p:nvPicPr>
                      <p:cNvPr id="13" name="개체 12">
                        <a:extLst>
                          <a:ext uri="{FF2B5EF4-FFF2-40B4-BE49-F238E27FC236}">
                            <a16:creationId xmlns:a16="http://schemas.microsoft.com/office/drawing/2014/main" id="{CD066873-0C29-9358-FB1D-3F6862EF39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653436" y="3989976"/>
                        <a:ext cx="3215853" cy="224535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80906B0-DE67-E45D-EAE4-123B0BBA3C2A}"/>
              </a:ext>
            </a:extLst>
          </p:cNvPr>
          <p:cNvSpPr txBox="1"/>
          <p:nvPr/>
        </p:nvSpPr>
        <p:spPr>
          <a:xfrm>
            <a:off x="2833609" y="3929970"/>
            <a:ext cx="2786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6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0.8 eV Phonon-assisted</a:t>
            </a:r>
            <a:endParaRPr lang="ko-KR" altLang="en-US" sz="16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459FB-D0FD-A7ED-A8AF-511799BFC9BB}"/>
              </a:ext>
            </a:extLst>
          </p:cNvPr>
          <p:cNvSpPr txBox="1"/>
          <p:nvPr/>
        </p:nvSpPr>
        <p:spPr>
          <a:xfrm>
            <a:off x="5711308" y="4268524"/>
            <a:ext cx="333856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0.06 eV</a:t>
            </a:r>
          </a:p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Et</a:t>
            </a:r>
          </a:p>
          <a:p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opt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fitting result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in 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r>
              <a:rPr lang="en-US" altLang="ko-KR" sz="2000" u="sng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nd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order</a:t>
            </a:r>
          </a:p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W</a:t>
            </a:r>
            <a:r>
              <a:rPr lang="en-US" altLang="ko-KR" sz="2000" baseline="-25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opt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= </a:t>
            </a:r>
            <a:r>
              <a:rPr lang="fr-F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</a:t>
            </a:r>
            <a:r>
              <a:rPr lang="fr-FR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fr-F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+ (E</a:t>
            </a:r>
            <a:r>
              <a:rPr lang="fr-FR" altLang="ko-KR" sz="2000" baseline="-25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t</a:t>
            </a:r>
            <a:r>
              <a:rPr lang="fr-FR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+0.2)</a:t>
            </a:r>
            <a:r>
              <a:rPr lang="fr-FR" altLang="ko-KR" sz="2000" baseline="30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2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50F4EB89-B54B-81D0-6C1D-505F6A15192B}"/>
              </a:ext>
            </a:extLst>
          </p:cNvPr>
          <p:cNvGrpSpPr/>
          <p:nvPr/>
        </p:nvGrpSpPr>
        <p:grpSpPr>
          <a:xfrm>
            <a:off x="7576457" y="3732245"/>
            <a:ext cx="1385556" cy="1212979"/>
            <a:chOff x="7576457" y="3732245"/>
            <a:chExt cx="1385556" cy="1212979"/>
          </a:xfrm>
        </p:grpSpPr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521C539F-098E-0B04-4E2E-F8CE6F0CA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587373" y="3732245"/>
              <a:ext cx="1374640" cy="1201262"/>
            </a:xfrm>
            <a:prstGeom prst="rect">
              <a:avLst/>
            </a:prstGeom>
          </p:spPr>
        </p:pic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51976227-4BBA-A54B-B3DF-1DEC6FBC6B5A}"/>
                </a:ext>
              </a:extLst>
            </p:cNvPr>
            <p:cNvSpPr/>
            <p:nvPr/>
          </p:nvSpPr>
          <p:spPr>
            <a:xfrm>
              <a:off x="7576457" y="3732245"/>
              <a:ext cx="1385556" cy="1212979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A736F653-047D-EDDF-7A51-F0355C2657B2}"/>
              </a:ext>
            </a:extLst>
          </p:cNvPr>
          <p:cNvCxnSpPr>
            <a:cxnSpLocks/>
          </p:cNvCxnSpPr>
          <p:nvPr/>
        </p:nvCxnSpPr>
        <p:spPr>
          <a:xfrm>
            <a:off x="8273143" y="4945224"/>
            <a:ext cx="0" cy="3234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669BD4B4-BF00-870C-F40E-56FCE9A4389A}"/>
              </a:ext>
            </a:extLst>
          </p:cNvPr>
          <p:cNvCxnSpPr>
            <a:endCxn id="28" idx="1"/>
          </p:cNvCxnSpPr>
          <p:nvPr/>
        </p:nvCxnSpPr>
        <p:spPr>
          <a:xfrm flipV="1">
            <a:off x="6022516" y="1446862"/>
            <a:ext cx="726448" cy="338395"/>
          </a:xfrm>
          <a:prstGeom prst="straightConnector1">
            <a:avLst/>
          </a:prstGeom>
          <a:ln>
            <a:solidFill>
              <a:srgbClr val="FF350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EA6867DF-0854-9503-2686-2B8B573CEA51}"/>
              </a:ext>
            </a:extLst>
          </p:cNvPr>
          <p:cNvSpPr txBox="1"/>
          <p:nvPr/>
        </p:nvSpPr>
        <p:spPr>
          <a:xfrm>
            <a:off x="6105092" y="2585116"/>
            <a:ext cx="303409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US" altLang="ko-KR" sz="12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Detrapping</a:t>
            </a:r>
            <a:r>
              <a:rPr lang="en-US" altLang="ko-KR" sz="12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over time</a:t>
            </a: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앞부분 </a:t>
            </a:r>
            <a:r>
              <a:rPr lang="ko-KR" altLang="en-US" sz="11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부터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elastic</a:t>
            </a:r>
            <a:r>
              <a: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으로 빠짐</a:t>
            </a:r>
            <a:endParaRPr lang="en-US" altLang="ko-KR" sz="11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171450" indent="-171450">
              <a:spcAft>
                <a:spcPts val="600"/>
              </a:spcAft>
              <a:buFontTx/>
              <a:buChar char="-"/>
            </a:pPr>
            <a:r>
              <a:rPr lang="ko-KR" altLang="en-US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남아있는 뒷부분은</a:t>
            </a:r>
            <a:r>
              <a:rPr lang="en-US" altLang="ko-KR" sz="1100" dirty="0">
                <a:ln w="9525">
                  <a:solidFill>
                    <a:schemeClr val="tx1">
                      <a:alpha val="29000"/>
                    </a:schemeClr>
                  </a:solidFill>
                </a:ln>
                <a:highlight>
                  <a:srgbClr val="FFFF00"/>
                </a:highlight>
                <a:latin typeface="Times New Roman"/>
                <a:ea typeface="맑은 고딕"/>
                <a:cs typeface="Times New Roman"/>
              </a:rPr>
              <a:t> Phonon-assisted</a:t>
            </a:r>
            <a:endParaRPr lang="ko-KR" altLang="en-US" sz="12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FD30AC84-0703-865E-7FE2-8477A865641E}"/>
              </a:ext>
            </a:extLst>
          </p:cNvPr>
          <p:cNvGrpSpPr/>
          <p:nvPr/>
        </p:nvGrpSpPr>
        <p:grpSpPr>
          <a:xfrm>
            <a:off x="6252623" y="1246807"/>
            <a:ext cx="2228285" cy="1362979"/>
            <a:chOff x="6252623" y="1246807"/>
            <a:chExt cx="2228285" cy="136297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658707A-6D23-F413-0809-B4FE50FB7B80}"/>
                </a:ext>
              </a:extLst>
            </p:cNvPr>
            <p:cNvSpPr txBox="1"/>
            <p:nvPr/>
          </p:nvSpPr>
          <p:spPr>
            <a:xfrm>
              <a:off x="6748964" y="1246807"/>
              <a:ext cx="139354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Because…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17CFF87B-CAA8-42E7-F1D4-A51E7EB25C01}"/>
                </a:ext>
              </a:extLst>
            </p:cNvPr>
            <p:cNvGrpSpPr/>
            <p:nvPr/>
          </p:nvGrpSpPr>
          <p:grpSpPr>
            <a:xfrm>
              <a:off x="6845823" y="1298338"/>
              <a:ext cx="1635085" cy="1311448"/>
              <a:chOff x="4963681" y="1139278"/>
              <a:chExt cx="1635085" cy="1311448"/>
            </a:xfrm>
          </p:grpSpPr>
          <p:grpSp>
            <p:nvGrpSpPr>
              <p:cNvPr id="33" name="그룹 32">
                <a:extLst>
                  <a:ext uri="{FF2B5EF4-FFF2-40B4-BE49-F238E27FC236}">
                    <a16:creationId xmlns:a16="http://schemas.microsoft.com/office/drawing/2014/main" id="{A05F0720-82C8-9068-03D8-18EE152CE51A}"/>
                  </a:ext>
                </a:extLst>
              </p:cNvPr>
              <p:cNvGrpSpPr/>
              <p:nvPr/>
            </p:nvGrpSpPr>
            <p:grpSpPr>
              <a:xfrm>
                <a:off x="5517604" y="1139278"/>
                <a:ext cx="1081162" cy="1134839"/>
                <a:chOff x="4136975" y="1526434"/>
                <a:chExt cx="1081162" cy="1134839"/>
              </a:xfrm>
            </p:grpSpPr>
            <p:cxnSp>
              <p:nvCxnSpPr>
                <p:cNvPr id="43" name="직선 연결선 42">
                  <a:extLst>
                    <a:ext uri="{FF2B5EF4-FFF2-40B4-BE49-F238E27FC236}">
                      <a16:creationId xmlns:a16="http://schemas.microsoft.com/office/drawing/2014/main" id="{93DF0F27-8260-911F-2368-BE8D1E11A5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4183994" y="2206535"/>
                  <a:ext cx="1034143" cy="448684"/>
                </a:xfrm>
                <a:prstGeom prst="line">
                  <a:avLst/>
                </a:prstGeom>
                <a:ln>
                  <a:solidFill>
                    <a:schemeClr val="bg1">
                      <a:lumMod val="65000"/>
                    </a:schemeClr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>
                  <a:extLst>
                    <a:ext uri="{FF2B5EF4-FFF2-40B4-BE49-F238E27FC236}">
                      <a16:creationId xmlns:a16="http://schemas.microsoft.com/office/drawing/2014/main" id="{6A2DCF8A-33DE-58DF-390F-8488EC0172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4136975" y="1526434"/>
                  <a:ext cx="1021702" cy="448684"/>
                </a:xfrm>
                <a:prstGeom prst="line">
                  <a:avLst/>
                </a:prstGeom>
                <a:ln w="19050">
                  <a:solidFill>
                    <a:srgbClr val="284866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5" name="자유형: 도형 44">
                  <a:extLst>
                    <a:ext uri="{FF2B5EF4-FFF2-40B4-BE49-F238E27FC236}">
                      <a16:creationId xmlns:a16="http://schemas.microsoft.com/office/drawing/2014/main" id="{B9345DD2-E673-1317-86D5-6242BE342E48}"/>
                    </a:ext>
                  </a:extLst>
                </p:cNvPr>
                <p:cNvSpPr/>
                <p:nvPr/>
              </p:nvSpPr>
              <p:spPr>
                <a:xfrm>
                  <a:off x="4136975" y="1869154"/>
                  <a:ext cx="318344" cy="792119"/>
                </a:xfrm>
                <a:custGeom>
                  <a:avLst/>
                  <a:gdLst>
                    <a:gd name="connsiteX0" fmla="*/ 0 w 323461"/>
                    <a:gd name="connsiteY0" fmla="*/ 143069 h 833535"/>
                    <a:gd name="connsiteX1" fmla="*/ 0 w 323461"/>
                    <a:gd name="connsiteY1" fmla="*/ 833535 h 833535"/>
                    <a:gd name="connsiteX2" fmla="*/ 323461 w 323461"/>
                    <a:gd name="connsiteY2" fmla="*/ 671804 h 833535"/>
                    <a:gd name="connsiteX3" fmla="*/ 323461 w 323461"/>
                    <a:gd name="connsiteY3" fmla="*/ 0 h 833535"/>
                    <a:gd name="connsiteX4" fmla="*/ 0 w 323461"/>
                    <a:gd name="connsiteY4" fmla="*/ 143069 h 83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833535">
                      <a:moveTo>
                        <a:pt x="0" y="143069"/>
                      </a:moveTo>
                      <a:lnTo>
                        <a:pt x="0" y="833535"/>
                      </a:lnTo>
                      <a:lnTo>
                        <a:pt x="323461" y="671804"/>
                      </a:lnTo>
                      <a:lnTo>
                        <a:pt x="323461" y="0"/>
                      </a:lnTo>
                      <a:lnTo>
                        <a:pt x="0" y="143069"/>
                      </a:lnTo>
                      <a:close/>
                    </a:path>
                  </a:pathLst>
                </a:custGeom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6" name="자유형: 도형 45">
                  <a:extLst>
                    <a:ext uri="{FF2B5EF4-FFF2-40B4-BE49-F238E27FC236}">
                      <a16:creationId xmlns:a16="http://schemas.microsoft.com/office/drawing/2014/main" id="{EE44E672-6494-22E4-0824-B10E2FB59FA1}"/>
                    </a:ext>
                  </a:extLst>
                </p:cNvPr>
                <p:cNvSpPr/>
                <p:nvPr/>
              </p:nvSpPr>
              <p:spPr>
                <a:xfrm>
                  <a:off x="4488654" y="1725142"/>
                  <a:ext cx="318344" cy="792119"/>
                </a:xfrm>
                <a:custGeom>
                  <a:avLst/>
                  <a:gdLst>
                    <a:gd name="connsiteX0" fmla="*/ 0 w 323461"/>
                    <a:gd name="connsiteY0" fmla="*/ 143069 h 833535"/>
                    <a:gd name="connsiteX1" fmla="*/ 0 w 323461"/>
                    <a:gd name="connsiteY1" fmla="*/ 833535 h 833535"/>
                    <a:gd name="connsiteX2" fmla="*/ 323461 w 323461"/>
                    <a:gd name="connsiteY2" fmla="*/ 671804 h 833535"/>
                    <a:gd name="connsiteX3" fmla="*/ 323461 w 323461"/>
                    <a:gd name="connsiteY3" fmla="*/ 0 h 833535"/>
                    <a:gd name="connsiteX4" fmla="*/ 0 w 323461"/>
                    <a:gd name="connsiteY4" fmla="*/ 143069 h 83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833535">
                      <a:moveTo>
                        <a:pt x="0" y="143069"/>
                      </a:moveTo>
                      <a:lnTo>
                        <a:pt x="0" y="833535"/>
                      </a:lnTo>
                      <a:lnTo>
                        <a:pt x="323461" y="671804"/>
                      </a:lnTo>
                      <a:lnTo>
                        <a:pt x="323461" y="0"/>
                      </a:lnTo>
                      <a:lnTo>
                        <a:pt x="0" y="143069"/>
                      </a:lnTo>
                      <a:close/>
                    </a:path>
                  </a:pathLst>
                </a:custGeom>
                <a:solidFill>
                  <a:srgbClr val="FFC00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47" name="자유형: 도형 46">
                  <a:extLst>
                    <a:ext uri="{FF2B5EF4-FFF2-40B4-BE49-F238E27FC236}">
                      <a16:creationId xmlns:a16="http://schemas.microsoft.com/office/drawing/2014/main" id="{EA4DB5D9-C98A-D74D-5B51-329A658A6990}"/>
                    </a:ext>
                  </a:extLst>
                </p:cNvPr>
                <p:cNvSpPr/>
                <p:nvPr/>
              </p:nvSpPr>
              <p:spPr>
                <a:xfrm>
                  <a:off x="4838430" y="1560836"/>
                  <a:ext cx="318344" cy="792119"/>
                </a:xfrm>
                <a:custGeom>
                  <a:avLst/>
                  <a:gdLst>
                    <a:gd name="connsiteX0" fmla="*/ 0 w 323461"/>
                    <a:gd name="connsiteY0" fmla="*/ 143069 h 833535"/>
                    <a:gd name="connsiteX1" fmla="*/ 0 w 323461"/>
                    <a:gd name="connsiteY1" fmla="*/ 833535 h 833535"/>
                    <a:gd name="connsiteX2" fmla="*/ 323461 w 323461"/>
                    <a:gd name="connsiteY2" fmla="*/ 671804 h 833535"/>
                    <a:gd name="connsiteX3" fmla="*/ 323461 w 323461"/>
                    <a:gd name="connsiteY3" fmla="*/ 0 h 833535"/>
                    <a:gd name="connsiteX4" fmla="*/ 0 w 323461"/>
                    <a:gd name="connsiteY4" fmla="*/ 143069 h 8335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23461" h="833535">
                      <a:moveTo>
                        <a:pt x="0" y="143069"/>
                      </a:moveTo>
                      <a:lnTo>
                        <a:pt x="0" y="833535"/>
                      </a:lnTo>
                      <a:lnTo>
                        <a:pt x="323461" y="671804"/>
                      </a:lnTo>
                      <a:lnTo>
                        <a:pt x="323461" y="0"/>
                      </a:lnTo>
                      <a:lnTo>
                        <a:pt x="0" y="143069"/>
                      </a:lnTo>
                      <a:close/>
                    </a:path>
                  </a:pathLst>
                </a:cu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2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pic>
            <p:nvPicPr>
              <p:cNvPr id="34" name="그림 33">
                <a:extLst>
                  <a:ext uri="{FF2B5EF4-FFF2-40B4-BE49-F238E27FC236}">
                    <a16:creationId xmlns:a16="http://schemas.microsoft.com/office/drawing/2014/main" id="{687E6151-39D5-6672-6BBB-178CE93F1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574474" y="2071278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35" name="그림 34">
                <a:extLst>
                  <a:ext uri="{FF2B5EF4-FFF2-40B4-BE49-F238E27FC236}">
                    <a16:creationId xmlns:a16="http://schemas.microsoft.com/office/drawing/2014/main" id="{A99E8E9A-9F9D-EA4D-D827-4B0A7EB7705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26153" y="1925171"/>
                <a:ext cx="242894" cy="242894"/>
              </a:xfrm>
              <a:prstGeom prst="rect">
                <a:avLst/>
              </a:prstGeom>
            </p:spPr>
          </p:pic>
          <p:pic>
            <p:nvPicPr>
              <p:cNvPr id="36" name="그림 35">
                <a:extLst>
                  <a:ext uri="{FF2B5EF4-FFF2-40B4-BE49-F238E27FC236}">
                    <a16:creationId xmlns:a16="http://schemas.microsoft.com/office/drawing/2014/main" id="{E9D6E02A-AC3E-9785-84A8-2751BEBB09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86640" y="1792763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37" name="직선 화살표 연결선 36">
                <a:extLst>
                  <a:ext uri="{FF2B5EF4-FFF2-40B4-BE49-F238E27FC236}">
                    <a16:creationId xmlns:a16="http://schemas.microsoft.com/office/drawing/2014/main" id="{35125501-2759-24EC-2D25-E69D5ED05F6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192725"/>
                <a:ext cx="580763" cy="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직선 화살표 연결선 37">
                <a:extLst>
                  <a:ext uri="{FF2B5EF4-FFF2-40B4-BE49-F238E27FC236}">
                    <a16:creationId xmlns:a16="http://schemas.microsoft.com/office/drawing/2014/main" id="{28B74037-5F34-D636-0494-9EAF2FFC2DC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963681" y="2035657"/>
                <a:ext cx="962472" cy="0"/>
              </a:xfrm>
              <a:prstGeom prst="straightConnector1">
                <a:avLst/>
              </a:prstGeom>
              <a:ln w="28575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03301393-01F0-A67A-0BCD-D88FEB1005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676776" y="1569739"/>
                <a:ext cx="0" cy="8809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18CAD943-C1E3-5E41-524E-18673F95688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032219" y="1419020"/>
                <a:ext cx="0" cy="8809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직선 연결선 41">
                <a:extLst>
                  <a:ext uri="{FF2B5EF4-FFF2-40B4-BE49-F238E27FC236}">
                    <a16:creationId xmlns:a16="http://schemas.microsoft.com/office/drawing/2014/main" id="{DAD914F8-05FE-1BC2-CE80-157EF685899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382874" y="1249118"/>
                <a:ext cx="0" cy="880987"/>
              </a:xfrm>
              <a:prstGeom prst="line">
                <a:avLst/>
              </a:prstGeom>
              <a:ln w="28575"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자유형: 도형 48">
              <a:extLst>
                <a:ext uri="{FF2B5EF4-FFF2-40B4-BE49-F238E27FC236}">
                  <a16:creationId xmlns:a16="http://schemas.microsoft.com/office/drawing/2014/main" id="{7A2B0B1D-0052-FBB2-0128-39752B6BB44F}"/>
                </a:ext>
              </a:extLst>
            </p:cNvPr>
            <p:cNvSpPr/>
            <p:nvPr/>
          </p:nvSpPr>
          <p:spPr>
            <a:xfrm>
              <a:off x="6845824" y="1695777"/>
              <a:ext cx="1433540" cy="251211"/>
            </a:xfrm>
            <a:custGeom>
              <a:avLst/>
              <a:gdLst>
                <a:gd name="connsiteX0" fmla="*/ 1293845 w 1293845"/>
                <a:gd name="connsiteY0" fmla="*/ 251211 h 251211"/>
                <a:gd name="connsiteX1" fmla="*/ 1275184 w 1293845"/>
                <a:gd name="connsiteY1" fmla="*/ 89480 h 251211"/>
                <a:gd name="connsiteX2" fmla="*/ 1237862 w 1293845"/>
                <a:gd name="connsiteY2" fmla="*/ 27276 h 251211"/>
                <a:gd name="connsiteX3" fmla="*/ 1082351 w 1293845"/>
                <a:gd name="connsiteY3" fmla="*/ 2394 h 251211"/>
                <a:gd name="connsiteX4" fmla="*/ 0 w 1293845"/>
                <a:gd name="connsiteY4" fmla="*/ 2394 h 2512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93845" h="251211">
                  <a:moveTo>
                    <a:pt x="1293845" y="251211"/>
                  </a:moveTo>
                  <a:cubicBezTo>
                    <a:pt x="1289180" y="189007"/>
                    <a:pt x="1284515" y="126803"/>
                    <a:pt x="1275184" y="89480"/>
                  </a:cubicBezTo>
                  <a:cubicBezTo>
                    <a:pt x="1265853" y="52157"/>
                    <a:pt x="1270001" y="41790"/>
                    <a:pt x="1237862" y="27276"/>
                  </a:cubicBezTo>
                  <a:cubicBezTo>
                    <a:pt x="1205723" y="12762"/>
                    <a:pt x="1288661" y="6541"/>
                    <a:pt x="1082351" y="2394"/>
                  </a:cubicBezTo>
                  <a:cubicBezTo>
                    <a:pt x="876041" y="-1753"/>
                    <a:pt x="438020" y="320"/>
                    <a:pt x="0" y="2394"/>
                  </a:cubicBezTo>
                </a:path>
              </a:pathLst>
            </a:custGeom>
            <a:noFill/>
            <a:ln w="28575">
              <a:solidFill>
                <a:srgbClr val="FF3505"/>
              </a:solidFill>
              <a:headEnd type="none" w="med" len="med"/>
              <a:tailEnd type="triangle" w="med" len="med"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600C6F08-9375-4642-E3A5-ED86C793D4FC}"/>
                </a:ext>
              </a:extLst>
            </p:cNvPr>
            <p:cNvSpPr txBox="1"/>
            <p:nvPr/>
          </p:nvSpPr>
          <p:spPr>
            <a:xfrm>
              <a:off x="6252623" y="2137237"/>
              <a:ext cx="636148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elastic</a:t>
              </a:r>
              <a:endParaRPr lang="ko-KR" altLang="en-US" sz="1200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2B3964D-F9F5-36A3-D2B3-97B3ECFF0D2E}"/>
                </a:ext>
              </a:extLst>
            </p:cNvPr>
            <p:cNvSpPr txBox="1"/>
            <p:nvPr/>
          </p:nvSpPr>
          <p:spPr>
            <a:xfrm>
              <a:off x="6283218" y="1680430"/>
              <a:ext cx="118549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r"/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Phonon-assisted</a:t>
              </a:r>
              <a:endParaRPr lang="ko-KR" altLang="en-US" sz="1200" dirty="0"/>
            </a:p>
          </p:txBody>
        </p:sp>
      </p:grpSp>
      <p:grpSp>
        <p:nvGrpSpPr>
          <p:cNvPr id="65" name="그룹 64">
            <a:extLst>
              <a:ext uri="{FF2B5EF4-FFF2-40B4-BE49-F238E27FC236}">
                <a16:creationId xmlns:a16="http://schemas.microsoft.com/office/drawing/2014/main" id="{EEC5DA43-D984-56B7-6CD0-D5D080E19E2F}"/>
              </a:ext>
            </a:extLst>
          </p:cNvPr>
          <p:cNvGrpSpPr/>
          <p:nvPr/>
        </p:nvGrpSpPr>
        <p:grpSpPr>
          <a:xfrm>
            <a:off x="2118729" y="3614068"/>
            <a:ext cx="1691150" cy="375908"/>
            <a:chOff x="2118729" y="3614068"/>
            <a:chExt cx="1691150" cy="375908"/>
          </a:xfrm>
        </p:grpSpPr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0310DF22-5209-A456-6F23-8EF2AA5084C4}"/>
                </a:ext>
              </a:extLst>
            </p:cNvPr>
            <p:cNvSpPr txBox="1"/>
            <p:nvPr/>
          </p:nvSpPr>
          <p:spPr>
            <a:xfrm>
              <a:off x="2118729" y="3614068"/>
              <a:ext cx="169115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Elastic </a:t>
              </a:r>
              <a:r>
                <a:rPr lang="ko-KR" altLang="en-US" sz="11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과 거의 차이 없음</a:t>
              </a:r>
            </a:p>
          </p:txBody>
        </p:sp>
        <p:cxnSp>
          <p:nvCxnSpPr>
            <p:cNvPr id="63" name="직선 화살표 연결선 62">
              <a:extLst>
                <a:ext uri="{FF2B5EF4-FFF2-40B4-BE49-F238E27FC236}">
                  <a16:creationId xmlns:a16="http://schemas.microsoft.com/office/drawing/2014/main" id="{8285A2EA-5C1C-D8DD-F37E-44D5BB6457E8}"/>
                </a:ext>
              </a:extLst>
            </p:cNvPr>
            <p:cNvCxnSpPr/>
            <p:nvPr/>
          </p:nvCxnSpPr>
          <p:spPr>
            <a:xfrm flipH="1">
              <a:off x="2593910" y="3875678"/>
              <a:ext cx="370394" cy="1142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직선 화살표 연결선 63">
              <a:extLst>
                <a:ext uri="{FF2B5EF4-FFF2-40B4-BE49-F238E27FC236}">
                  <a16:creationId xmlns:a16="http://schemas.microsoft.com/office/drawing/2014/main" id="{CD8D56AD-ABD4-CAA5-C0AC-3607967AD526}"/>
                </a:ext>
              </a:extLst>
            </p:cNvPr>
            <p:cNvCxnSpPr>
              <a:cxnSpLocks/>
            </p:cNvCxnSpPr>
            <p:nvPr/>
          </p:nvCxnSpPr>
          <p:spPr>
            <a:xfrm>
              <a:off x="2959280" y="3874415"/>
              <a:ext cx="370394" cy="11429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665813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74D721-871C-5B2F-33BD-7BCEB721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86B370-D796-06AD-B235-44FB5AFBB130}"/>
                  </a:ext>
                </a:extLst>
              </p:cNvPr>
              <p:cNvSpPr txBox="1"/>
              <p:nvPr/>
            </p:nvSpPr>
            <p:spPr>
              <a:xfrm>
                <a:off x="496853" y="1084664"/>
                <a:ext cx="8150291" cy="713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∙</m:t>
                    </m:r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ko-KR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+1</m:t>
                        </m:r>
                      </m:den>
                    </m:f>
                    <m:r>
                      <a:rPr lang="en-US" altLang="ko-KR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786B370-D796-06AD-B235-44FB5AFBB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853" y="1084664"/>
                <a:ext cx="8150291" cy="7138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24560D7F-E9D9-A6CB-4DA9-537DD2A49A1B}"/>
              </a:ext>
            </a:extLst>
          </p:cNvPr>
          <p:cNvSpPr txBox="1"/>
          <p:nvPr/>
        </p:nvSpPr>
        <p:spPr>
          <a:xfrm>
            <a:off x="1045029" y="1847461"/>
            <a:ext cx="52064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: Trap-to-Band </a:t>
            </a:r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elastic tunneling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emission rate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6141794-080B-5267-EE55-B28CE6314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3050" y="2462991"/>
            <a:ext cx="6680722" cy="201847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DF070CA-655F-3D94-B080-EE5109027E16}"/>
              </a:ext>
            </a:extLst>
          </p:cNvPr>
          <p:cNvSpPr txBox="1"/>
          <p:nvPr/>
        </p:nvSpPr>
        <p:spPr>
          <a:xfrm>
            <a:off x="261257" y="3059668"/>
            <a:ext cx="128140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Elastic Tunneling TCAD Fitting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3AD49-67D9-5130-47A8-6444BC018332}"/>
              </a:ext>
            </a:extLst>
          </p:cNvPr>
          <p:cNvSpPr txBox="1"/>
          <p:nvPr/>
        </p:nvSpPr>
        <p:spPr>
          <a:xfrm>
            <a:off x="261257" y="4963114"/>
            <a:ext cx="12814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Phonon-assisted correction in deep trap</a:t>
            </a:r>
            <a:endParaRPr lang="ko-KR" altLang="en-US" sz="1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7CBFE3B3-2906-65DF-FF7A-955707CAD2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4836" y="4696881"/>
            <a:ext cx="6011013" cy="171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26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3B9BCE-F6D4-0501-0B91-F89CAEF2F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Appendix</a:t>
            </a:r>
            <a:br>
              <a:rPr lang="en-US" altLang="ko-KR" dirty="0"/>
            </a:br>
            <a:br>
              <a:rPr lang="en-US" altLang="ko-KR" dirty="0"/>
            </a:br>
            <a:r>
              <a:rPr lang="en-US" altLang="ko-KR" dirty="0"/>
              <a:t>Elastic Tunneling Interface-Trap coupling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615936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7E0B6F-13D6-6854-9171-EA33F8B15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93256"/>
            <a:ext cx="8955742" cy="535531"/>
          </a:xfrm>
        </p:spPr>
        <p:txBody>
          <a:bodyPr/>
          <a:lstStyle/>
          <a:p>
            <a:r>
              <a:rPr lang="en-US" altLang="ko-KR" sz="3200" dirty="0"/>
              <a:t>Interface-Trap Coupling by Elastic Tunneling</a:t>
            </a:r>
            <a:endParaRPr lang="ko-KR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0B30413-064B-B702-3CBF-A20BCB1F9D03}"/>
                  </a:ext>
                </a:extLst>
              </p:cNvPr>
              <p:cNvSpPr txBox="1"/>
              <p:nvPr/>
            </p:nvSpPr>
            <p:spPr>
              <a:xfrm>
                <a:off x="496207" y="1514789"/>
                <a:ext cx="5324670" cy="2736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Principle of Detailed Balance</a:t>
                </a:r>
              </a:p>
              <a:p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trap</m:t>
                                    </m:r>
                                  </m:sub>
                                </m:sSub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Similar to SRH recombination-generation theory, </a:t>
                </a: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Emission of electron/hole is in steady state coupled to tunneling from carrier reservoir</a:t>
                </a:r>
              </a:p>
              <a:p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(in this case, carrier reservoir is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CB of channel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)</a:t>
                </a:r>
                <a:endParaRPr lang="ko-KR" altLang="en-US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30B30413-064B-B702-3CBF-A20BCB1F9D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207" y="1514789"/>
                <a:ext cx="5324670" cy="273632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6" name="그룹 45">
            <a:extLst>
              <a:ext uri="{FF2B5EF4-FFF2-40B4-BE49-F238E27FC236}">
                <a16:creationId xmlns:a16="http://schemas.microsoft.com/office/drawing/2014/main" id="{B6ABC42C-8CB7-797E-D770-4A8F00648432}"/>
              </a:ext>
            </a:extLst>
          </p:cNvPr>
          <p:cNvGrpSpPr/>
          <p:nvPr/>
        </p:nvGrpSpPr>
        <p:grpSpPr>
          <a:xfrm>
            <a:off x="5852826" y="858418"/>
            <a:ext cx="2847062" cy="3575974"/>
            <a:chOff x="5852826" y="858418"/>
            <a:chExt cx="2847062" cy="3575974"/>
          </a:xfrm>
        </p:grpSpPr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789081E3-4329-C025-23AB-3A384706F8D8}"/>
                </a:ext>
              </a:extLst>
            </p:cNvPr>
            <p:cNvGrpSpPr/>
            <p:nvPr/>
          </p:nvGrpSpPr>
          <p:grpSpPr>
            <a:xfrm>
              <a:off x="6075006" y="858418"/>
              <a:ext cx="2624882" cy="3448856"/>
              <a:chOff x="1633635" y="1219201"/>
              <a:chExt cx="2624882" cy="3448856"/>
            </a:xfrm>
          </p:grpSpPr>
          <p:sp>
            <p:nvSpPr>
              <p:cNvPr id="7" name="자유형: 도형 6">
                <a:extLst>
                  <a:ext uri="{FF2B5EF4-FFF2-40B4-BE49-F238E27FC236}">
                    <a16:creationId xmlns:a16="http://schemas.microsoft.com/office/drawing/2014/main" id="{743793FB-7CAF-04C4-CBE0-FB3FE1044C65}"/>
                  </a:ext>
                </a:extLst>
              </p:cNvPr>
              <p:cNvSpPr/>
              <p:nvPr/>
            </p:nvSpPr>
            <p:spPr>
              <a:xfrm>
                <a:off x="1633635" y="1582058"/>
                <a:ext cx="2546350" cy="2952750"/>
              </a:xfrm>
              <a:custGeom>
                <a:avLst/>
                <a:gdLst>
                  <a:gd name="connsiteX0" fmla="*/ 0 w 2546350"/>
                  <a:gd name="connsiteY0" fmla="*/ 2952750 h 2952750"/>
                  <a:gd name="connsiteX1" fmla="*/ 457200 w 2546350"/>
                  <a:gd name="connsiteY1" fmla="*/ 2946400 h 2952750"/>
                  <a:gd name="connsiteX2" fmla="*/ 457200 w 2546350"/>
                  <a:gd name="connsiteY2" fmla="*/ 1854200 h 2952750"/>
                  <a:gd name="connsiteX3" fmla="*/ 984250 w 2546350"/>
                  <a:gd name="connsiteY3" fmla="*/ 1073150 h 2952750"/>
                  <a:gd name="connsiteX4" fmla="*/ 977900 w 2546350"/>
                  <a:gd name="connsiteY4" fmla="*/ 1606550 h 2952750"/>
                  <a:gd name="connsiteX5" fmla="*/ 1587500 w 2546350"/>
                  <a:gd name="connsiteY5" fmla="*/ 1295400 h 2952750"/>
                  <a:gd name="connsiteX6" fmla="*/ 1568450 w 2546350"/>
                  <a:gd name="connsiteY6" fmla="*/ 755650 h 2952750"/>
                  <a:gd name="connsiteX7" fmla="*/ 2070100 w 2546350"/>
                  <a:gd name="connsiteY7" fmla="*/ 0 h 2952750"/>
                  <a:gd name="connsiteX8" fmla="*/ 2089150 w 2546350"/>
                  <a:gd name="connsiteY8" fmla="*/ 1079500 h 2952750"/>
                  <a:gd name="connsiteX9" fmla="*/ 2190750 w 2546350"/>
                  <a:gd name="connsiteY9" fmla="*/ 958850 h 2952750"/>
                  <a:gd name="connsiteX10" fmla="*/ 2241550 w 2546350"/>
                  <a:gd name="connsiteY10" fmla="*/ 908050 h 2952750"/>
                  <a:gd name="connsiteX11" fmla="*/ 2266950 w 2546350"/>
                  <a:gd name="connsiteY11" fmla="*/ 901700 h 2952750"/>
                  <a:gd name="connsiteX12" fmla="*/ 2298700 w 2546350"/>
                  <a:gd name="connsiteY12" fmla="*/ 882650 h 2952750"/>
                  <a:gd name="connsiteX13" fmla="*/ 2324100 w 2546350"/>
                  <a:gd name="connsiteY13" fmla="*/ 876300 h 2952750"/>
                  <a:gd name="connsiteX14" fmla="*/ 2343150 w 2546350"/>
                  <a:gd name="connsiteY14" fmla="*/ 869950 h 2952750"/>
                  <a:gd name="connsiteX15" fmla="*/ 2393950 w 2546350"/>
                  <a:gd name="connsiteY15" fmla="*/ 857250 h 2952750"/>
                  <a:gd name="connsiteX16" fmla="*/ 2546350 w 2546350"/>
                  <a:gd name="connsiteY16" fmla="*/ 838200 h 2952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2546350" h="2952750">
                    <a:moveTo>
                      <a:pt x="0" y="2952750"/>
                    </a:moveTo>
                    <a:lnTo>
                      <a:pt x="457200" y="2946400"/>
                    </a:lnTo>
                    <a:lnTo>
                      <a:pt x="457200" y="1854200"/>
                    </a:lnTo>
                    <a:lnTo>
                      <a:pt x="984250" y="1073150"/>
                    </a:lnTo>
                    <a:cubicBezTo>
                      <a:pt x="982133" y="1250950"/>
                      <a:pt x="980017" y="1428750"/>
                      <a:pt x="977900" y="1606550"/>
                    </a:cubicBezTo>
                    <a:lnTo>
                      <a:pt x="1587500" y="1295400"/>
                    </a:lnTo>
                    <a:lnTo>
                      <a:pt x="1568450" y="755650"/>
                    </a:lnTo>
                    <a:lnTo>
                      <a:pt x="2070100" y="0"/>
                    </a:lnTo>
                    <a:lnTo>
                      <a:pt x="2089150" y="1079500"/>
                    </a:lnTo>
                    <a:lnTo>
                      <a:pt x="2190750" y="958850"/>
                    </a:lnTo>
                    <a:cubicBezTo>
                      <a:pt x="2207683" y="941917"/>
                      <a:pt x="2222392" y="922418"/>
                      <a:pt x="2241550" y="908050"/>
                    </a:cubicBezTo>
                    <a:cubicBezTo>
                      <a:pt x="2248532" y="902814"/>
                      <a:pt x="2258975" y="905244"/>
                      <a:pt x="2266950" y="901700"/>
                    </a:cubicBezTo>
                    <a:cubicBezTo>
                      <a:pt x="2278228" y="896687"/>
                      <a:pt x="2287422" y="887663"/>
                      <a:pt x="2298700" y="882650"/>
                    </a:cubicBezTo>
                    <a:cubicBezTo>
                      <a:pt x="2306675" y="879106"/>
                      <a:pt x="2315709" y="878698"/>
                      <a:pt x="2324100" y="876300"/>
                    </a:cubicBezTo>
                    <a:cubicBezTo>
                      <a:pt x="2330536" y="874461"/>
                      <a:pt x="2336616" y="871402"/>
                      <a:pt x="2343150" y="869950"/>
                    </a:cubicBezTo>
                    <a:cubicBezTo>
                      <a:pt x="2394472" y="858545"/>
                      <a:pt x="2366590" y="870930"/>
                      <a:pt x="2393950" y="857250"/>
                    </a:cubicBezTo>
                    <a:lnTo>
                      <a:pt x="2546350" y="838200"/>
                    </a:lnTo>
                  </a:path>
                </a:pathLst>
              </a:custGeom>
              <a:noFill/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67EEE60E-A7A0-7ED6-C121-21D5AFE537DA}"/>
                  </a:ext>
                </a:extLst>
              </p:cNvPr>
              <p:cNvCxnSpPr/>
              <p:nvPr/>
            </p:nvCxnSpPr>
            <p:spPr>
              <a:xfrm>
                <a:off x="2937766" y="1859077"/>
                <a:ext cx="0" cy="2250281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996B1AC0-C296-746E-5529-12D823C09C5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611535" y="3587861"/>
                <a:ext cx="609600" cy="31115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4" name="그림 13">
                <a:extLst>
                  <a:ext uri="{FF2B5EF4-FFF2-40B4-BE49-F238E27FC236}">
                    <a16:creationId xmlns:a16="http://schemas.microsoft.com/office/drawing/2014/main" id="{31046E6E-FCBD-5EE9-376D-C4461920B0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25841" y="3621989"/>
                <a:ext cx="242894" cy="242894"/>
              </a:xfrm>
              <a:prstGeom prst="rect">
                <a:avLst/>
              </a:prstGeom>
            </p:spPr>
          </p:pic>
          <p:cxnSp>
            <p:nvCxnSpPr>
              <p:cNvPr id="15" name="직선 화살표 연결선 14">
                <a:extLst>
                  <a:ext uri="{FF2B5EF4-FFF2-40B4-BE49-F238E27FC236}">
                    <a16:creationId xmlns:a16="http://schemas.microsoft.com/office/drawing/2014/main" id="{B426EAAA-7A4D-F5F2-83AF-8A32A7605AB7}"/>
                  </a:ext>
                </a:extLst>
              </p:cNvPr>
              <p:cNvCxnSpPr>
                <a:cxnSpLocks/>
                <a:stCxn id="14" idx="1"/>
              </p:cNvCxnSpPr>
              <p:nvPr/>
            </p:nvCxnSpPr>
            <p:spPr>
              <a:xfrm flipH="1">
                <a:off x="1859283" y="3743436"/>
                <a:ext cx="96655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D0320BC-ACDC-CEFA-A36C-BDFD6F013C33}"/>
                  </a:ext>
                </a:extLst>
              </p:cNvPr>
              <p:cNvSpPr txBox="1"/>
              <p:nvPr/>
            </p:nvSpPr>
            <p:spPr>
              <a:xfrm>
                <a:off x="1859283" y="2349309"/>
                <a:ext cx="894184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ox1 layer </a:t>
                </a:r>
                <a:endParaRPr lang="ko-KR" altLang="en-US" sz="1400" dirty="0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CB37045-E7CE-F4C3-774C-BFA3FFFD0A01}"/>
                  </a:ext>
                </a:extLst>
              </p:cNvPr>
              <p:cNvSpPr txBox="1"/>
              <p:nvPr/>
            </p:nvSpPr>
            <p:spPr>
              <a:xfrm>
                <a:off x="2601168" y="2596799"/>
                <a:ext cx="661216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n1 layer </a:t>
                </a:r>
                <a:endParaRPr lang="ko-KR" altLang="en-US" sz="1100" dirty="0"/>
              </a:p>
            </p:txBody>
          </p:sp>
          <p:sp>
            <p:nvSpPr>
              <p:cNvPr id="22" name="자유형: 도형 21">
                <a:extLst>
                  <a:ext uri="{FF2B5EF4-FFF2-40B4-BE49-F238E27FC236}">
                    <a16:creationId xmlns:a16="http://schemas.microsoft.com/office/drawing/2014/main" id="{03AF0637-9898-655B-7D0B-BCE5C4551D26}"/>
                  </a:ext>
                </a:extLst>
              </p:cNvPr>
              <p:cNvSpPr/>
              <p:nvPr/>
            </p:nvSpPr>
            <p:spPr>
              <a:xfrm>
                <a:off x="2090057" y="2687217"/>
                <a:ext cx="522515" cy="1063690"/>
              </a:xfrm>
              <a:custGeom>
                <a:avLst/>
                <a:gdLst>
                  <a:gd name="connsiteX0" fmla="*/ 6221 w 522515"/>
                  <a:gd name="connsiteY0" fmla="*/ 740229 h 1063690"/>
                  <a:gd name="connsiteX1" fmla="*/ 0 w 522515"/>
                  <a:gd name="connsiteY1" fmla="*/ 1063690 h 1063690"/>
                  <a:gd name="connsiteX2" fmla="*/ 516294 w 522515"/>
                  <a:gd name="connsiteY2" fmla="*/ 1051249 h 1063690"/>
                  <a:gd name="connsiteX3" fmla="*/ 522515 w 522515"/>
                  <a:gd name="connsiteY3" fmla="*/ 0 h 1063690"/>
                  <a:gd name="connsiteX4" fmla="*/ 6221 w 522515"/>
                  <a:gd name="connsiteY4" fmla="*/ 740229 h 10636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22515" h="1063690">
                    <a:moveTo>
                      <a:pt x="6221" y="740229"/>
                    </a:moveTo>
                    <a:lnTo>
                      <a:pt x="0" y="1063690"/>
                    </a:lnTo>
                    <a:lnTo>
                      <a:pt x="516294" y="1051249"/>
                    </a:lnTo>
                    <a:cubicBezTo>
                      <a:pt x="518368" y="700833"/>
                      <a:pt x="520441" y="350416"/>
                      <a:pt x="522515" y="0"/>
                    </a:cubicBezTo>
                    <a:lnTo>
                      <a:pt x="6221" y="740229"/>
                    </a:lnTo>
                    <a:close/>
                  </a:path>
                </a:pathLst>
              </a:custGeom>
              <a:solidFill>
                <a:srgbClr val="7DB4D9">
                  <a:alpha val="38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3" name="자유형: 도형 22">
                <a:extLst>
                  <a:ext uri="{FF2B5EF4-FFF2-40B4-BE49-F238E27FC236}">
                    <a16:creationId xmlns:a16="http://schemas.microsoft.com/office/drawing/2014/main" id="{C17B21B3-D681-0CAC-B6B1-5E4F315DBB4B}"/>
                  </a:ext>
                </a:extLst>
              </p:cNvPr>
              <p:cNvSpPr/>
              <p:nvPr/>
            </p:nvSpPr>
            <p:spPr>
              <a:xfrm>
                <a:off x="2611017" y="3023119"/>
                <a:ext cx="337457" cy="715347"/>
              </a:xfrm>
              <a:custGeom>
                <a:avLst/>
                <a:gdLst>
                  <a:gd name="connsiteX0" fmla="*/ 0 w 323461"/>
                  <a:gd name="connsiteY0" fmla="*/ 715347 h 715347"/>
                  <a:gd name="connsiteX1" fmla="*/ 0 w 323461"/>
                  <a:gd name="connsiteY1" fmla="*/ 149290 h 715347"/>
                  <a:gd name="connsiteX2" fmla="*/ 323461 w 323461"/>
                  <a:gd name="connsiteY2" fmla="*/ 0 h 715347"/>
                  <a:gd name="connsiteX3" fmla="*/ 311020 w 323461"/>
                  <a:gd name="connsiteY3" fmla="*/ 709127 h 715347"/>
                  <a:gd name="connsiteX4" fmla="*/ 0 w 323461"/>
                  <a:gd name="connsiteY4" fmla="*/ 715347 h 71534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23461" h="715347">
                    <a:moveTo>
                      <a:pt x="0" y="715347"/>
                    </a:moveTo>
                    <a:lnTo>
                      <a:pt x="0" y="149290"/>
                    </a:lnTo>
                    <a:lnTo>
                      <a:pt x="323461" y="0"/>
                    </a:lnTo>
                    <a:lnTo>
                      <a:pt x="311020" y="709127"/>
                    </a:lnTo>
                    <a:lnTo>
                      <a:pt x="0" y="715347"/>
                    </a:lnTo>
                    <a:close/>
                  </a:path>
                </a:pathLst>
              </a:custGeom>
              <a:solidFill>
                <a:schemeClr val="accent1">
                  <a:alpha val="56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2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7903585-7DFC-E798-791D-CAB4190FA4EF}"/>
                  </a:ext>
                </a:extLst>
              </p:cNvPr>
              <p:cNvSpPr txBox="1"/>
              <p:nvPr/>
            </p:nvSpPr>
            <p:spPr>
              <a:xfrm>
                <a:off x="3143170" y="2348975"/>
                <a:ext cx="629558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ko-KR" sz="9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ox2 layer </a:t>
                </a:r>
                <a:endParaRPr lang="ko-KR" altLang="en-US" sz="900" dirty="0"/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D804E316-670F-9BCB-DC28-EA0A1171E4AC}"/>
                  </a:ext>
                </a:extLst>
              </p:cNvPr>
              <p:cNvSpPr txBox="1"/>
              <p:nvPr/>
            </p:nvSpPr>
            <p:spPr>
              <a:xfrm>
                <a:off x="3711964" y="1945882"/>
                <a:ext cx="546553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CTN</a:t>
                </a:r>
                <a:endParaRPr lang="ko-KR" altLang="en-US" sz="1400" dirty="0"/>
              </a:p>
            </p:txBody>
          </p:sp>
          <p:cxnSp>
            <p:nvCxnSpPr>
              <p:cNvPr id="5" name="직선 화살표 연결선 4">
                <a:extLst>
                  <a:ext uri="{FF2B5EF4-FFF2-40B4-BE49-F238E27FC236}">
                    <a16:creationId xmlns:a16="http://schemas.microsoft.com/office/drawing/2014/main" id="{92563087-3356-78DB-26E4-192011EE223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090057" y="1489787"/>
                <a:ext cx="1642188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BCCF069-1AF6-045B-3D8F-52B069D71AA2}"/>
                  </a:ext>
                </a:extLst>
              </p:cNvPr>
              <p:cNvSpPr txBox="1"/>
              <p:nvPr/>
            </p:nvSpPr>
            <p:spPr>
              <a:xfrm>
                <a:off x="2202025" y="1219201"/>
                <a:ext cx="144162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4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BE-TOX (ONO)</a:t>
                </a:r>
                <a:endParaRPr lang="ko-KR" altLang="en-US" sz="14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  <p:cxnSp>
            <p:nvCxnSpPr>
              <p:cNvPr id="29" name="직선 화살표 연결선 28">
                <a:extLst>
                  <a:ext uri="{FF2B5EF4-FFF2-40B4-BE49-F238E27FC236}">
                    <a16:creationId xmlns:a16="http://schemas.microsoft.com/office/drawing/2014/main" id="{70A17FD7-AE0E-4781-105B-22790CD5DB4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859283" y="3857413"/>
                <a:ext cx="966558" cy="0"/>
              </a:xfrm>
              <a:prstGeom prst="straightConnector1">
                <a:avLst/>
              </a:prstGeom>
              <a:ln w="28575">
                <a:solidFill>
                  <a:srgbClr val="FF3505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직선 연결선 34">
                <a:extLst>
                  <a:ext uri="{FF2B5EF4-FFF2-40B4-BE49-F238E27FC236}">
                    <a16:creationId xmlns:a16="http://schemas.microsoft.com/office/drawing/2014/main" id="{B9092183-34E4-2F61-E61C-9B475F9CC7A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633635" y="4668057"/>
                <a:ext cx="456422" cy="0"/>
              </a:xfrm>
              <a:prstGeom prst="line">
                <a:avLst/>
              </a:prstGeom>
              <a:ln>
                <a:solidFill>
                  <a:schemeClr val="bg1">
                    <a:lumMod val="6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B3ABEE5-0F1E-6ED5-E13E-64112C62DAA4}"/>
                    </a:ext>
                  </a:extLst>
                </p:cNvPr>
                <p:cNvSpPr txBox="1"/>
                <p:nvPr/>
              </p:nvSpPr>
              <p:spPr>
                <a:xfrm>
                  <a:off x="5852826" y="3437734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6B3ABEE5-0F1E-6ED5-E13E-64112C62DAA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26" y="3437734"/>
                  <a:ext cx="671805" cy="26898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D23ED78-0CC1-7018-6E20-5E75A98FE262}"/>
                    </a:ext>
                  </a:extLst>
                </p:cNvPr>
                <p:cNvSpPr txBox="1"/>
                <p:nvPr/>
              </p:nvSpPr>
              <p:spPr>
                <a:xfrm>
                  <a:off x="5852826" y="3096890"/>
                  <a:ext cx="671805" cy="26898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𝑛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, 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𝑒𝑙𝑎𝑠𝑡𝑖𝑐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D23ED78-0CC1-7018-6E20-5E75A98FE26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52826" y="3096890"/>
                  <a:ext cx="671805" cy="268984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84F0A8D-B8BF-2D0A-DC2F-6B7E686C6215}"/>
                    </a:ext>
                  </a:extLst>
                </p:cNvPr>
                <p:cNvSpPr txBox="1"/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altLang="ko-KR" sz="11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F</m:t>
                          </m:r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084F0A8D-B8BF-2D0A-DC2F-6B7E686C62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23033" y="4172782"/>
                  <a:ext cx="671805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8CE0E3B-F598-A090-2CFF-E3F8BE1667A7}"/>
                  </a:ext>
                </a:extLst>
              </p:cNvPr>
              <p:cNvSpPr txBox="1"/>
              <p:nvPr/>
            </p:nvSpPr>
            <p:spPr>
              <a:xfrm>
                <a:off x="1718389" y="4850176"/>
                <a:ext cx="5324150" cy="357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8CE0E3B-F598-A090-2CFF-E3F8BE1667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89" y="4850176"/>
                <a:ext cx="5324150" cy="357214"/>
              </a:xfrm>
              <a:prstGeom prst="rect">
                <a:avLst/>
              </a:prstGeom>
              <a:blipFill>
                <a:blip r:embed="rId7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142D47F-1D7A-B1A1-45CF-ED894002CE93}"/>
                  </a:ext>
                </a:extLst>
              </p:cNvPr>
              <p:cNvSpPr txBox="1"/>
              <p:nvPr/>
            </p:nvSpPr>
            <p:spPr>
              <a:xfrm>
                <a:off x="1718389" y="5592131"/>
                <a:ext cx="3767185" cy="46903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trap</m:t>
                                    </m:r>
                                  </m:sub>
                                </m:sSub>
                                <m: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  <m: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E142D47F-1D7A-B1A1-45CF-ED894002C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18389" y="5592131"/>
                <a:ext cx="3767185" cy="46903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8511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F53859-8B31-01D8-D638-233ECD68B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29" y="165556"/>
            <a:ext cx="8955742" cy="590931"/>
          </a:xfrm>
        </p:spPr>
        <p:txBody>
          <a:bodyPr/>
          <a:lstStyle/>
          <a:p>
            <a:r>
              <a:rPr lang="en-US" altLang="ko-KR" dirty="0"/>
              <a:t>Capture Rate by Elastic Transition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9CA9E2-8AAC-8B5A-26DC-637C9B131184}"/>
                  </a:ext>
                </a:extLst>
              </p:cNvPr>
              <p:cNvSpPr txBox="1"/>
              <p:nvPr/>
            </p:nvSpPr>
            <p:spPr>
              <a:xfrm>
                <a:off x="695651" y="1126891"/>
                <a:ext cx="5324150" cy="357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79CA9E2-8AAC-8B5A-26DC-637C9B1311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651" y="1126891"/>
                <a:ext cx="5324150" cy="357214"/>
              </a:xfrm>
              <a:prstGeom prst="rect">
                <a:avLst/>
              </a:prstGeom>
              <a:blipFill>
                <a:blip r:embed="rId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0DD56E-DCA7-2428-8B01-FB1246BC4272}"/>
                  </a:ext>
                </a:extLst>
              </p:cNvPr>
              <p:cNvSpPr txBox="1"/>
              <p:nvPr/>
            </p:nvSpPr>
            <p:spPr>
              <a:xfrm>
                <a:off x="590938" y="1679859"/>
                <a:ext cx="8223379" cy="52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𝑓</m:t>
                                </m:r>
                              </m:e>
                              <m:e>
                                <m:sSup>
                                  <m:sSup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𝐻</m:t>
                                    </m:r>
                                  </m:e>
                                  <m:sup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′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𝛿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/>
                  <a:t>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Transition rate by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highlight>
                      <a:srgbClr val="FFFF00"/>
                    </a:highlight>
                    <a:latin typeface="Times New Roman"/>
                    <a:ea typeface="맑은 고딕"/>
                    <a:cs typeface="Times New Roman"/>
                  </a:rPr>
                  <a:t>Fermi golden rule</a:t>
                </a:r>
                <a:endParaRPr lang="ko-KR" altLang="en-US" sz="20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D0DD56E-DCA7-2428-8B01-FB1246BC42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38" y="1679859"/>
                <a:ext cx="8223379" cy="5290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6C868E-A1DA-306F-D303-80BA98AB808B}"/>
                  </a:ext>
                </a:extLst>
              </p:cNvPr>
              <p:cNvSpPr txBox="1"/>
              <p:nvPr/>
            </p:nvSpPr>
            <p:spPr>
              <a:xfrm>
                <a:off x="590938" y="2330524"/>
                <a:ext cx="8223379" cy="670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𝐻</m:t>
                        </m:r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′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eqArr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e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eqAr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</m:oMath>
                </a14:m>
                <a:r>
                  <a:rPr lang="ko-KR" altLang="en-US" sz="2000" dirty="0"/>
                  <a:t> </a:t>
                </a:r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: Constant perturbation of energy band by trap</a:t>
                </a:r>
                <a:endParaRPr lang="ko-KR" altLang="en-US" sz="2000" dirty="0">
                  <a:highlight>
                    <a:srgbClr val="FFFF00"/>
                  </a:highlight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B6C868E-A1DA-306F-D303-80BA98AB8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938" y="2330524"/>
                <a:ext cx="8223379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그룹 32">
            <a:extLst>
              <a:ext uri="{FF2B5EF4-FFF2-40B4-BE49-F238E27FC236}">
                <a16:creationId xmlns:a16="http://schemas.microsoft.com/office/drawing/2014/main" id="{8DD47C01-E831-2789-E86C-F0A27BE083C1}"/>
              </a:ext>
            </a:extLst>
          </p:cNvPr>
          <p:cNvGrpSpPr/>
          <p:nvPr/>
        </p:nvGrpSpPr>
        <p:grpSpPr>
          <a:xfrm>
            <a:off x="160696" y="3512798"/>
            <a:ext cx="3689737" cy="2079584"/>
            <a:chOff x="160696" y="3512798"/>
            <a:chExt cx="3689737" cy="2079584"/>
          </a:xfrm>
        </p:grpSpPr>
        <p:cxnSp>
          <p:nvCxnSpPr>
            <p:cNvPr id="7" name="직선 연결선 6">
              <a:extLst>
                <a:ext uri="{FF2B5EF4-FFF2-40B4-BE49-F238E27FC236}">
                  <a16:creationId xmlns:a16="http://schemas.microsoft.com/office/drawing/2014/main" id="{E52FB00F-500A-3865-5F0F-73C23CD95DAF}"/>
                </a:ext>
              </a:extLst>
            </p:cNvPr>
            <p:cNvCxnSpPr>
              <a:cxnSpLocks/>
            </p:cNvCxnSpPr>
            <p:nvPr/>
          </p:nvCxnSpPr>
          <p:spPr>
            <a:xfrm>
              <a:off x="552582" y="3798792"/>
              <a:ext cx="212219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1B5CD48-F6CB-86A9-6642-10868E213A02}"/>
                </a:ext>
              </a:extLst>
            </p:cNvPr>
            <p:cNvGrpSpPr/>
            <p:nvPr/>
          </p:nvGrpSpPr>
          <p:grpSpPr>
            <a:xfrm>
              <a:off x="1461796" y="3798790"/>
              <a:ext cx="273704" cy="1517781"/>
              <a:chOff x="1405812" y="3937517"/>
              <a:chExt cx="273704" cy="1517781"/>
            </a:xfrm>
          </p:grpSpPr>
          <p:cxnSp>
            <p:nvCxnSpPr>
              <p:cNvPr id="13" name="연결선: 구부러짐 12">
                <a:extLst>
                  <a:ext uri="{FF2B5EF4-FFF2-40B4-BE49-F238E27FC236}">
                    <a16:creationId xmlns:a16="http://schemas.microsoft.com/office/drawing/2014/main" id="{4ADB5B38-5DF8-44DF-31F7-D6181EC3F0CD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 flipH="1">
                <a:off x="715348" y="4627982"/>
                <a:ext cx="1517780" cy="136852"/>
              </a:xfrm>
              <a:prstGeom prst="curvedConnector3">
                <a:avLst>
                  <a:gd name="adj1" fmla="val 3279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연결선: 구부러짐 16">
                <a:extLst>
                  <a:ext uri="{FF2B5EF4-FFF2-40B4-BE49-F238E27FC236}">
                    <a16:creationId xmlns:a16="http://schemas.microsoft.com/office/drawing/2014/main" id="{E7F9D855-4013-B535-2D83-093C1BA7A13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52200" y="4627981"/>
                <a:ext cx="1517780" cy="136852"/>
              </a:xfrm>
              <a:prstGeom prst="curvedConnector3">
                <a:avLst>
                  <a:gd name="adj1" fmla="val 3279"/>
                </a:avLst>
              </a:prstGeom>
              <a:ln w="19050">
                <a:solidFill>
                  <a:srgbClr val="00206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0A73DB5-D9AC-D0F2-974C-7FE7F8AC08CB}"/>
                    </a:ext>
                  </a:extLst>
                </p:cNvPr>
                <p:cNvSpPr txBox="1"/>
                <p:nvPr/>
              </p:nvSpPr>
              <p:spPr>
                <a:xfrm>
                  <a:off x="160696" y="3512798"/>
                  <a:ext cx="3689737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: Unperturbed energy band free electron</a:t>
                  </a:r>
                  <a:endPara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F0A73DB5-D9AC-D0F2-974C-7FE7F8AC08C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0696" y="3512798"/>
                  <a:ext cx="3689737" cy="26161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FE735CE-DC61-13B5-39AC-0857EFF33B3B}"/>
                    </a:ext>
                  </a:extLst>
                </p:cNvPr>
                <p:cNvSpPr txBox="1"/>
                <p:nvPr/>
              </p:nvSpPr>
              <p:spPr>
                <a:xfrm>
                  <a:off x="354568" y="5330772"/>
                  <a:ext cx="2942249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𝐵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p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𝐻</m:t>
                              </m:r>
                            </m:e>
                            <m:sup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′</m:t>
                              </m:r>
                            </m:sup>
                          </m:sSup>
                        </m:e>
                      </m:d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d>
                        <m:d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𝑐</m:t>
                              </m:r>
                            </m:sub>
                          </m:s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sSubPr>
                            <m:e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ko-KR" sz="11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𝑡</m:t>
                              </m:r>
                            </m:sub>
                          </m:sSub>
                        </m:e>
                      </m:d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𝜓</m:t>
                      </m:r>
                    </m:oMath>
                  </a14:m>
                  <a:r>
                    <a:rPr lang="ko-KR" altLang="en-US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  <a:r>
                    <a:rPr lang="en-US" altLang="ko-KR" sz="11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: Trapped electron</a:t>
                  </a:r>
                  <a:endParaRPr lang="ko-KR" altLang="en-US" sz="11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endParaRP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8FE735CE-DC61-13B5-39AC-0857EFF33B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4568" y="5330772"/>
                  <a:ext cx="2942249" cy="26161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429714D-FC20-774F-AA4D-EC9C1A5A726E}"/>
                    </a:ext>
                  </a:extLst>
                </p:cNvPr>
                <p:cNvSpPr txBox="1"/>
                <p:nvPr/>
              </p:nvSpPr>
              <p:spPr>
                <a:xfrm>
                  <a:off x="2346911" y="3765859"/>
                  <a:ext cx="59560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𝑐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ko-KR" altLang="en-US" sz="1100" dirty="0"/>
                    <a:t> </a:t>
                  </a:r>
                </a:p>
              </p:txBody>
            </p:sp>
          </mc:Choice>
          <mc:Fallback xmlns=""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B429714D-FC20-774F-AA4D-EC9C1A5A726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6911" y="3765859"/>
                  <a:ext cx="595605" cy="26161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EB31067-6072-FCE5-3196-BB510CC5F89D}"/>
                    </a:ext>
                  </a:extLst>
                </p:cNvPr>
                <p:cNvSpPr txBox="1"/>
                <p:nvPr/>
              </p:nvSpPr>
              <p:spPr>
                <a:xfrm>
                  <a:off x="1123696" y="4519656"/>
                  <a:ext cx="595605" cy="2616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𝐸</m:t>
                          </m:r>
                        </m:e>
                        <m:sub>
                          <m:r>
                            <a:rPr lang="en-US" altLang="ko-KR" sz="11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𝑡</m:t>
                          </m:r>
                        </m:sub>
                      </m:sSub>
                      <m:r>
                        <a:rPr lang="en-US" altLang="ko-KR" sz="11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 </m:t>
                      </m:r>
                    </m:oMath>
                  </a14:m>
                  <a:r>
                    <a:rPr lang="ko-KR" altLang="en-US" sz="1100" dirty="0"/>
                    <a:t> </a:t>
                  </a: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EB31067-6072-FCE5-3196-BB510CC5F8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23696" y="4519656"/>
                  <a:ext cx="595605" cy="26161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801E7941-21F2-A255-573F-F23ACDCAA897}"/>
                </a:ext>
              </a:extLst>
            </p:cNvPr>
            <p:cNvCxnSpPr/>
            <p:nvPr/>
          </p:nvCxnSpPr>
          <p:spPr>
            <a:xfrm>
              <a:off x="1418253" y="3798789"/>
              <a:ext cx="0" cy="1531982"/>
            </a:xfrm>
            <a:prstGeom prst="straightConnector1">
              <a:avLst/>
            </a:prstGeom>
            <a:ln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9E917D-940C-D1CC-C46F-979823C6C936}"/>
                  </a:ext>
                </a:extLst>
              </p:cNvPr>
              <p:cNvSpPr txBox="1"/>
              <p:nvPr/>
            </p:nvSpPr>
            <p:spPr>
              <a:xfrm>
                <a:off x="3926112" y="5020878"/>
                <a:ext cx="3284376" cy="6197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en-US" altLang="ko-KR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e>
                        <m:sSup>
                          <m:sSup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𝐻</m:t>
                            </m:r>
                          </m:e>
                          <m:sup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p>
                      </m:e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𝑖</m:t>
                        </m:r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V</m:t>
                                </m:r>
                              </m:e>
                              <m:sub>
                                <m:r>
                                  <m:rPr>
                                    <m:sty m:val="p"/>
                                  </m:rPr>
                                  <a:rPr lang="en-US" altLang="ko-KR" sz="2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T</m:t>
                                </m:r>
                              </m:sub>
                            </m:sSub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A</m:t>
                            </m:r>
                          </m:e>
                        </m:rad>
                      </m:den>
                    </m:f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29E917D-940C-D1CC-C46F-979823C6C9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112" y="5020878"/>
                <a:ext cx="3284376" cy="6197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2" name="그룹 31">
            <a:extLst>
              <a:ext uri="{FF2B5EF4-FFF2-40B4-BE49-F238E27FC236}">
                <a16:creationId xmlns:a16="http://schemas.microsoft.com/office/drawing/2014/main" id="{8CAAAE98-67F5-5D78-DAE1-28766DCCCF54}"/>
              </a:ext>
            </a:extLst>
          </p:cNvPr>
          <p:cNvGrpSpPr/>
          <p:nvPr/>
        </p:nvGrpSpPr>
        <p:grpSpPr>
          <a:xfrm>
            <a:off x="4030827" y="3001285"/>
            <a:ext cx="4534678" cy="1838919"/>
            <a:chOff x="4279639" y="3274381"/>
            <a:chExt cx="4534678" cy="18389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3C2130D-3AFA-28D8-C14C-282AB6848E0C}"/>
                    </a:ext>
                  </a:extLst>
                </p:cNvPr>
                <p:cNvSpPr txBox="1"/>
                <p:nvPr/>
              </p:nvSpPr>
              <p:spPr>
                <a:xfrm>
                  <a:off x="4279639" y="3274381"/>
                  <a:ext cx="4534678" cy="144590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𝑓</m:t>
                          </m:r>
                        </m:sub>
                      </m:sSub>
                      <m:d>
                        <m:dPr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b="1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𝐫</m:t>
                          </m:r>
                        </m:e>
                      </m:d>
                      <m:r>
                        <a:rPr lang="en-US" altLang="ko-KR" b="0" i="0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ko-KR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ko-KR" i="1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1</m:t>
                                  </m:r>
                                </m:num>
                                <m:den>
                                  <m:rad>
                                    <m:radPr>
                                      <m:degHide m:val="on"/>
                                      <m:ctrlPr>
                                        <a:rPr lang="en-US" altLang="ko-KR" i="1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radPr>
                                    <m:deg/>
                                    <m:e>
                                      <m:sSub>
                                        <m:sSubPr>
                                          <m:ctrlPr>
                                            <a:rPr lang="en-US" altLang="ko-KR" i="1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V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altLang="ko-KR">
                                              <a:ln w="9525">
                                                <a:solidFill>
                                                  <a:schemeClr val="tx1">
                                                    <a:alpha val="29000"/>
                                                  </a:schemeClr>
                                                </a:solidFill>
                                              </a:ln>
                                              <a:latin typeface="Cambria Math" panose="02040503050406030204" pitchFamily="18" charset="0"/>
                                              <a:ea typeface="맑은 고딕"/>
                                              <a:cs typeface="Times New Roman"/>
                                            </a:rPr>
                                            <m:t>T</m:t>
                                          </m:r>
                                        </m:sub>
                                      </m:sSub>
                                    </m:e>
                                  </m:rad>
                                </m:den>
                              </m:f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𝑖𝑓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r>
                                <a:rPr lang="en-US" altLang="ko-KR" b="1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𝐫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∈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𝑡𝑟𝑎𝑝</m:t>
                              </m:r>
                            </m:e>
                            <m:e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0   </m:t>
                              </m:r>
                              <m:r>
                                <a:rPr lang="en-US" altLang="ko-KR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𝑖𝑓</m:t>
                              </m:r>
                              <m:r>
                                <a:rPr lang="en-US" altLang="ko-KR" b="1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 </m:t>
                              </m:r>
                              <m:r>
                                <a:rPr lang="en-US" altLang="ko-KR" b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𝐫</m:t>
                              </m:r>
                              <m:r>
                                <a:rPr lang="en-US" altLang="ko-KR" b="1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∉ </m:t>
                              </m:r>
                              <m:r>
                                <a:rPr lang="en-US" altLang="ko-KR" i="1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/>
                                </a:rPr>
                                <m:t>𝑡𝑟𝑎𝑝</m:t>
                              </m:r>
                            </m:e>
                          </m:eqArr>
                        </m:e>
                      </m:d>
                    </m:oMath>
                  </a14:m>
                  <a:r>
                    <a:rPr lang="en-US" altLang="ko-KR" b="0" i="1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Cambria Math" panose="02040503050406030204" pitchFamily="18" charset="0"/>
                      <a:ea typeface="맑은 고딕"/>
                      <a:cs typeface="Times New Roman"/>
                    </a:rPr>
                    <a:t> </a:t>
                  </a:r>
                </a:p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Ψ</m:t>
                          </m:r>
                        </m:e>
                        <m:sub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dPr>
                        <m:e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𝑟</m:t>
                          </m:r>
                        </m:e>
                      </m:d>
                      <m:r>
                        <a:rPr lang="en-US" altLang="ko-KR" sz="2000" b="0" i="1" smtClean="0">
                          <a:ln w="9525">
                            <a:solidFill>
                              <a:schemeClr val="tx1">
                                <a:alpha val="29000"/>
                              </a:schemeClr>
                            </a:solidFill>
                          </a:ln>
                          <a:latin typeface="Cambria Math" panose="02040503050406030204" pitchFamily="18" charset="0"/>
                          <a:ea typeface="맑은 고딕"/>
                          <a:cs typeface="Times New Roman"/>
                        </a:rPr>
                        <m:t>=</m:t>
                      </m:r>
                      <m:f>
                        <m:f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Pr>
                        <m:num>
                          <m: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1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𝐴</m:t>
                              </m:r>
                            </m:e>
                          </m:rad>
                        </m:den>
                      </m:f>
                      <m:func>
                        <m:funcPr>
                          <m:ctrlPr>
                            <a:rPr lang="en-US" altLang="ko-KR" sz="2000" b="0" i="1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ko-KR" sz="2000" b="0" i="0" smtClean="0">
                              <a:ln w="9525">
                                <a:solidFill>
                                  <a:schemeClr val="tx1">
                                    <a:alpha val="29000"/>
                                  </a:schemeClr>
                                </a:solidFill>
                              </a:ln>
                              <a:latin typeface="Cambria Math" panose="02040503050406030204" pitchFamily="18" charset="0"/>
                              <a:ea typeface="맑은 고딕"/>
                              <a:cs typeface="Times New Roman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</m:ctrlPr>
                            </m:dPr>
                            <m:e>
                              <m:r>
                                <a:rPr lang="en-US" altLang="ko-KR" sz="2000" b="0" i="1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𝑖</m:t>
                              </m:r>
                              <m:r>
                                <a:rPr lang="en-US" altLang="ko-KR" sz="2000" b="0" i="0" smtClean="0">
                                  <a:ln w="9525">
                                    <a:solidFill>
                                      <a:schemeClr val="tx1">
                                        <a:alpha val="29000"/>
                                      </a:schemeClr>
                                    </a:solidFill>
                                  </a:ln>
                                  <a:latin typeface="Cambria Math" panose="02040503050406030204" pitchFamily="18" charset="0"/>
                                  <a:ea typeface="맑은 고딕"/>
                                  <a:cs typeface="Times New Roman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US" altLang="ko-KR" sz="2000" b="0" i="1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x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x</m:t>
                                  </m:r>
                                  <m: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y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y</m:t>
                                  </m:r>
                                  <m: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+</m:t>
                                  </m:r>
                                  <m:sSub>
                                    <m:sSubPr>
                                      <m:ctrlPr>
                                        <a:rPr lang="en-US" altLang="ko-KR" sz="2000" b="0" i="1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k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altLang="ko-KR" sz="2000" b="0" i="0" smtClean="0">
                                          <a:ln w="9525">
                                            <a:solidFill>
                                              <a:schemeClr val="tx1">
                                                <a:alpha val="29000"/>
                                              </a:schemeClr>
                                            </a:solidFill>
                                          </a:ln>
                                          <a:latin typeface="Cambria Math" panose="02040503050406030204" pitchFamily="18" charset="0"/>
                                          <a:ea typeface="맑은 고딕"/>
                                          <a:cs typeface="Times New Roman"/>
                                        </a:rPr>
                                        <m:t>z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a:rPr lang="en-US" altLang="ko-KR" sz="2000" b="0" i="0" smtClean="0">
                                      <a:ln w="9525">
                                        <a:solidFill>
                                          <a:schemeClr val="tx1">
                                            <a:alpha val="29000"/>
                                          </a:schemeClr>
                                        </a:solidFill>
                                      </a:ln>
                                      <a:latin typeface="Cambria Math" panose="02040503050406030204" pitchFamily="18" charset="0"/>
                                      <a:ea typeface="맑은 고딕"/>
                                      <a:cs typeface="Times New Roman"/>
                                    </a:rPr>
                                    <m:t>z</m:t>
                                  </m:r>
                                </m:e>
                              </m:d>
                            </m:e>
                          </m:d>
                        </m:e>
                      </m:func>
                    </m:oMath>
                  </a14:m>
                  <a:r>
                    <a:rPr lang="ko-KR" altLang="en-US" sz="2000" dirty="0">
                      <a:ln w="9525">
                        <a:solidFill>
                          <a:schemeClr val="tx1">
                            <a:alpha val="29000"/>
                          </a:schemeClr>
                        </a:solidFill>
                      </a:ln>
                      <a:latin typeface="Times New Roman"/>
                      <a:ea typeface="맑은 고딕"/>
                      <a:cs typeface="Times New Roman"/>
                    </a:rPr>
                    <a:t> </a:t>
                  </a:r>
                </a:p>
              </p:txBody>
            </p:sp>
          </mc:Choice>
          <mc:Fallback xmlns=""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73C2130D-3AFA-28D8-C14C-282AB6848E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9639" y="3274381"/>
                  <a:ext cx="4534678" cy="144590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1C955527-26AB-ED26-6D5A-FE8B45F34247}"/>
                </a:ext>
              </a:extLst>
            </p:cNvPr>
            <p:cNvSpPr txBox="1"/>
            <p:nvPr/>
          </p:nvSpPr>
          <p:spPr>
            <a:xfrm>
              <a:off x="7022841" y="3599058"/>
              <a:ext cx="16421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Constant Trap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549CC3A2-63D1-C69C-3F10-77FFB97D0574}"/>
                </a:ext>
              </a:extLst>
            </p:cNvPr>
            <p:cNvSpPr txBox="1"/>
            <p:nvPr/>
          </p:nvSpPr>
          <p:spPr>
            <a:xfrm>
              <a:off x="5903164" y="4713190"/>
              <a:ext cx="164218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Free wave eq.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9EBF899-2EE2-E5CA-3B7C-C3AFA8D29853}"/>
                  </a:ext>
                </a:extLst>
              </p:cNvPr>
              <p:cNvSpPr txBox="1"/>
              <p:nvPr/>
            </p:nvSpPr>
            <p:spPr>
              <a:xfrm>
                <a:off x="3926934" y="5709208"/>
                <a:ext cx="4887383" cy="5290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Sup>
                      <m:sSub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</m:t>
                        </m:r>
                      </m:sub>
                      <m:sup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bSup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i="1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𝛿</m:t>
                    </m:r>
                    <m:d>
                      <m:d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9EBF899-2EE2-E5CA-3B7C-C3AFA8D298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6934" y="5709208"/>
                <a:ext cx="4887383" cy="52905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87940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B1F864-CE9C-8410-C615-44EAEE490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Capture/Emission of Nonlocal Tunneling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AD7347-75A6-9685-5B81-F67A6A5ECF8A}"/>
                  </a:ext>
                </a:extLst>
              </p:cNvPr>
              <p:cNvSpPr txBox="1"/>
              <p:nvPr/>
            </p:nvSpPr>
            <p:spPr>
              <a:xfrm>
                <a:off x="478970" y="1328057"/>
                <a:ext cx="5324150" cy="3572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D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transition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2AD7347-75A6-9685-5B81-F67A6A5ECF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0" y="1328057"/>
                <a:ext cx="5324150" cy="357214"/>
              </a:xfrm>
              <a:prstGeom prst="rect">
                <a:avLst/>
              </a:prstGeom>
              <a:blipFill>
                <a:blip r:embed="rId2"/>
                <a:stretch>
                  <a:fillRect b="-344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0B884-9AA4-06E1-40BC-8B853C0D4DB8}"/>
                  </a:ext>
                </a:extLst>
              </p:cNvPr>
              <p:cNvSpPr txBox="1"/>
              <p:nvPr/>
            </p:nvSpPr>
            <p:spPr>
              <a:xfrm>
                <a:off x="864637" y="2027853"/>
                <a:ext cx="7470710" cy="1579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nary>
                      <m:naryPr>
                        <m:subHide m:val="on"/>
                        <m:sup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naryPr>
                      <m:sub/>
                      <m:sup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20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∥</m:t>
                            </m:r>
                          </m:sub>
                        </m:sSub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𝑊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</m:e>
                    </m:nary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=∫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</m:t>
                        </m:r>
                      </m:e>
                      <m:sub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⊥</m:t>
                        </m:r>
                      </m:sub>
                    </m:sSub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d>
                              <m:dPr>
                                <m:begChr m:val="⟨"/>
                                <m:endChr m:val="⟩"/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𝑓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𝐻</m:t>
                                </m:r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′</m:t>
                                </m:r>
                              </m:e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𝛿</m:t>
                    </m:r>
                    <m:d>
                      <m:d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𝐸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</m:e>
                    </m: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𝑓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𝑑𝐸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:endPara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∙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1+</m:t>
                        </m:r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590B884-9AA4-06E1-40BC-8B853C0D4D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37" y="2027853"/>
                <a:ext cx="7470710" cy="15797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99E6B2-04C3-4595-2F35-359AD403B5EE}"/>
                  </a:ext>
                </a:extLst>
              </p:cNvPr>
              <p:cNvSpPr txBox="1"/>
              <p:nvPr/>
            </p:nvSpPr>
            <p:spPr>
              <a:xfrm>
                <a:off x="478970" y="4114799"/>
                <a:ext cx="5324150" cy="46903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c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n</m:t>
                        </m:r>
                        <m: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altLang="ko-KR" sz="200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elastic</m:t>
                        </m:r>
                      </m:sub>
                    </m:sSub>
                    <m:func>
                      <m:func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20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trap</m:t>
                                    </m:r>
                                  </m:sub>
                                </m:sSub>
                                <m: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E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ko-KR" sz="200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F</m:t>
                                    </m:r>
                                    <m:r>
                                      <a:rPr lang="en-US" altLang="ko-KR" sz="20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</m:num>
                              <m:den>
                                <m:r>
                                  <m:rPr>
                                    <m:sty m:val="p"/>
                                  </m:rPr>
                                  <a:rPr lang="en-US" altLang="ko-KR" sz="20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kT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20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D799E6B2-04C3-4595-2F35-359AD403B5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970" y="4114799"/>
                <a:ext cx="5324150" cy="4690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590997-D2D5-301F-B6FA-AC2D9DF789DC}"/>
                  </a:ext>
                </a:extLst>
              </p:cNvPr>
              <p:cNvSpPr txBox="1"/>
              <p:nvPr/>
            </p:nvSpPr>
            <p:spPr>
              <a:xfrm>
                <a:off x="864637" y="4766080"/>
                <a:ext cx="7470710" cy="7832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𝜋</m:t>
                        </m:r>
                      </m:num>
                      <m:den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ℏ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2</m:t>
                        </m:r>
                      </m:sup>
                    </m:sSup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𝑉</m:t>
                        </m:r>
                      </m:e>
                      <m:sub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</m:t>
                        </m:r>
                      </m:sub>
                    </m:sSub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∙</m:t>
                    </m:r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radPr>
                          <m:deg/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e>
                        </m:rad>
                      </m:num>
                      <m:den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e>
                          <m:sup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m</m:t>
                            </m:r>
                          </m:e>
                          <m:sub>
                            <m: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⊥</m:t>
                            </m:r>
                          </m:sub>
                          <m:sup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∗</m:t>
                            </m:r>
                          </m:sup>
                        </m:sSubSup>
                      </m:e>
                    </m:rad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b>
                      <m:sSub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m</m:t>
                        </m:r>
                      </m:e>
                      <m: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0</m:t>
                        </m:r>
                        <m:r>
                          <a:rPr lang="en-US" altLang="ko-KR" sz="20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∥</m:t>
                        </m:r>
                      </m:sub>
                    </m:sSub>
                    <m:r>
                      <a:rPr lang="en-US" altLang="ko-KR" sz="2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trap</m:t>
                            </m:r>
                          </m:sub>
                        </m:sSub>
                        <m: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c</m:t>
                            </m:r>
                            <m: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0</m:t>
                            </m:r>
                          </m:sub>
                        </m:sSub>
                      </m:e>
                    </m:rad>
                    <m:f>
                      <m:fPr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</m:t>
                        </m:r>
                      </m:num>
                      <m:den>
                        <m:func>
                          <m:funcPr>
                            <m:ctrlPr>
                              <a:rPr lang="en-US" altLang="ko-KR" sz="2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20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2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US" altLang="ko-KR" sz="2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trap</m:t>
                                        </m:r>
                                      </m:sub>
                                    </m:sSub>
                                    <m: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E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altLang="ko-KR" sz="2000" b="0" i="0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F</m:t>
                                        </m:r>
                                        <m:r>
                                          <a:rPr lang="en-US" altLang="ko-KR" sz="2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altLang="ko-KR" sz="2000" b="0" i="0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kT</m:t>
                                    </m:r>
                                  </m:den>
                                </m:f>
                              </m:e>
                            </m:d>
                          </m:e>
                        </m:func>
                        <m: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+1</m:t>
                        </m:r>
                      </m:den>
                    </m:f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altLang="ko-KR" sz="2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20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TC</m:t>
                        </m: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D590997-D2D5-301F-B6FA-AC2D9DF78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637" y="4766080"/>
                <a:ext cx="7470710" cy="78322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035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1687</TotalTime>
  <Words>648</Words>
  <Application>Microsoft Office PowerPoint</Application>
  <PresentationFormat>화면 슬라이드 쇼(4:3)</PresentationFormat>
  <Paragraphs>170</Paragraphs>
  <Slides>15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3" baseType="lpstr">
      <vt:lpstr>맑은 고딕</vt:lpstr>
      <vt:lpstr>Arial</vt:lpstr>
      <vt:lpstr>Calibri</vt:lpstr>
      <vt:lpstr>Cambria Math</vt:lpstr>
      <vt:lpstr>Symbol</vt:lpstr>
      <vt:lpstr>Times New Roman</vt:lpstr>
      <vt:lpstr>Office 테마</vt:lpstr>
      <vt:lpstr>Graph</vt:lpstr>
      <vt:lpstr>Modeling of Detrapping electron in BE-TOX by Elastic Tunneling Emission  20241129 진명</vt:lpstr>
      <vt:lpstr>NonLocal Tunneling in TCAD</vt:lpstr>
      <vt:lpstr>Elastic Tunneling Capture &amp; Emission</vt:lpstr>
      <vt:lpstr>Channel Potential</vt:lpstr>
      <vt:lpstr>TCAD &amp; Modeling Method</vt:lpstr>
      <vt:lpstr>Modeling Method of Coordinate Segment</vt:lpstr>
      <vt:lpstr>Transmission Coefficient</vt:lpstr>
      <vt:lpstr>Result of Elastic Tunneling Model</vt:lpstr>
      <vt:lpstr>Phonon-assisted Model</vt:lpstr>
      <vt:lpstr>Phonon-assisted Model Result</vt:lpstr>
      <vt:lpstr>Summary</vt:lpstr>
      <vt:lpstr>Appendix  Elastic Tunneling Interface-Trap coupling</vt:lpstr>
      <vt:lpstr>Interface-Trap Coupling by Elastic Tunneling</vt:lpstr>
      <vt:lpstr>Capture Rate by Elastic Transition</vt:lpstr>
      <vt:lpstr>Capture/Emission of Nonlocal Tunneling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2024-12-16T13:09:24Z</dcterms:modified>
  <cp:version/>
</cp:coreProperties>
</file>