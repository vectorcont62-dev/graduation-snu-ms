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72" r:id="rId1"/>
  </p:sldMasterIdLst>
  <p:notesMasterIdLst>
    <p:notesMasterId r:id="rId10"/>
  </p:notesMasterIdLst>
  <p:sldIdLst>
    <p:sldId id="314" r:id="rId2"/>
    <p:sldId id="330" r:id="rId3"/>
    <p:sldId id="329" r:id="rId4"/>
    <p:sldId id="324" r:id="rId5"/>
    <p:sldId id="323" r:id="rId6"/>
    <p:sldId id="321" r:id="rId7"/>
    <p:sldId id="328" r:id="rId8"/>
    <p:sldId id="331" r:id="rId9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48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BD82F9-204F-4AFD-9185-ED483494AE43}" v="16" dt="2026-05-28T08:52:31.9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49" autoAdjust="0"/>
    <p:restoredTop sz="97300" autoAdjust="0"/>
  </p:normalViewPr>
  <p:slideViewPr>
    <p:cSldViewPr snapToGrid="0">
      <p:cViewPr varScale="1">
        <p:scale>
          <a:sx n="106" d="100"/>
          <a:sy n="106" d="100"/>
        </p:scale>
        <p:origin x="1470" y="90"/>
      </p:cViewPr>
      <p:guideLst>
        <p:guide orient="horz" pos="2183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121" d="100"/>
          <a:sy n="121" d="100"/>
        </p:scale>
        <p:origin x="502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YUNG JIN" userId="89f3fa32ababedc4" providerId="LiveId" clId="{53BFC8FB-F919-4A98-9A97-F1BAF11238D4}"/>
    <pc:docChg chg="undo redo custSel addSld delSld modSld sldOrd modMainMaster">
      <pc:chgData name="MYUNG JIN" userId="89f3fa32ababedc4" providerId="LiveId" clId="{53BFC8FB-F919-4A98-9A97-F1BAF11238D4}" dt="2026-05-28T09:04:52.201" v="5798" actId="20577"/>
      <pc:docMkLst>
        <pc:docMk/>
      </pc:docMkLst>
      <pc:sldChg chg="modSp mod">
        <pc:chgData name="MYUNG JIN" userId="89f3fa32ababedc4" providerId="LiveId" clId="{53BFC8FB-F919-4A98-9A97-F1BAF11238D4}" dt="2026-05-28T04:26:07.384" v="4500" actId="20577"/>
        <pc:sldMkLst>
          <pc:docMk/>
          <pc:sldMk cId="2415824652" sldId="314"/>
        </pc:sldMkLst>
        <pc:spChg chg="mod">
          <ac:chgData name="MYUNG JIN" userId="89f3fa32ababedc4" providerId="LiveId" clId="{53BFC8FB-F919-4A98-9A97-F1BAF11238D4}" dt="2026-05-28T04:26:07.384" v="4500" actId="20577"/>
          <ac:spMkLst>
            <pc:docMk/>
            <pc:sldMk cId="2415824652" sldId="314"/>
            <ac:spMk id="2" creationId="{2BE249DC-8914-7D45-D9D6-4D9952A1CDB9}"/>
          </ac:spMkLst>
        </pc:spChg>
      </pc:sldChg>
      <pc:sldChg chg="add del ord">
        <pc:chgData name="MYUNG JIN" userId="89f3fa32ababedc4" providerId="LiveId" clId="{53BFC8FB-F919-4A98-9A97-F1BAF11238D4}" dt="2026-05-28T04:28:58.855" v="4585" actId="47"/>
        <pc:sldMkLst>
          <pc:docMk/>
          <pc:sldMk cId="2899342611" sldId="315"/>
        </pc:sldMkLst>
      </pc:sldChg>
      <pc:sldChg chg="delSp add del mod ord">
        <pc:chgData name="MYUNG JIN" userId="89f3fa32ababedc4" providerId="LiveId" clId="{53BFC8FB-F919-4A98-9A97-F1BAF11238D4}" dt="2026-05-28T04:29:15.687" v="4588" actId="47"/>
        <pc:sldMkLst>
          <pc:docMk/>
          <pc:sldMk cId="3807241808" sldId="320"/>
        </pc:sldMkLst>
        <pc:spChg chg="del">
          <ac:chgData name="MYUNG JIN" userId="89f3fa32ababedc4" providerId="LiveId" clId="{53BFC8FB-F919-4A98-9A97-F1BAF11238D4}" dt="2026-05-28T04:29:05.761" v="4586" actId="21"/>
          <ac:spMkLst>
            <pc:docMk/>
            <pc:sldMk cId="3807241808" sldId="320"/>
            <ac:spMk id="13" creationId="{9B0153A1-F69A-C98F-D4B9-96EA751DAB8F}"/>
          </ac:spMkLst>
        </pc:spChg>
        <pc:spChg chg="del">
          <ac:chgData name="MYUNG JIN" userId="89f3fa32ababedc4" providerId="LiveId" clId="{53BFC8FB-F919-4A98-9A97-F1BAF11238D4}" dt="2026-05-28T04:29:05.761" v="4586" actId="21"/>
          <ac:spMkLst>
            <pc:docMk/>
            <pc:sldMk cId="3807241808" sldId="320"/>
            <ac:spMk id="14" creationId="{53B7EB8B-F728-D4C4-2DBF-EC64979A3A84}"/>
          </ac:spMkLst>
        </pc:spChg>
        <pc:picChg chg="del">
          <ac:chgData name="MYUNG JIN" userId="89f3fa32ababedc4" providerId="LiveId" clId="{53BFC8FB-F919-4A98-9A97-F1BAF11238D4}" dt="2026-05-28T04:29:05.761" v="4586" actId="21"/>
          <ac:picMkLst>
            <pc:docMk/>
            <pc:sldMk cId="3807241808" sldId="320"/>
            <ac:picMk id="5" creationId="{8A08BDE1-8A43-FEC0-E8C1-EE714D441E00}"/>
          </ac:picMkLst>
        </pc:picChg>
        <pc:picChg chg="del">
          <ac:chgData name="MYUNG JIN" userId="89f3fa32ababedc4" providerId="LiveId" clId="{53BFC8FB-F919-4A98-9A97-F1BAF11238D4}" dt="2026-05-28T04:29:05.761" v="4586" actId="21"/>
          <ac:picMkLst>
            <pc:docMk/>
            <pc:sldMk cId="3807241808" sldId="320"/>
            <ac:picMk id="6" creationId="{55F27606-0963-B914-E944-35FAE9B57F25}"/>
          </ac:picMkLst>
        </pc:picChg>
        <pc:picChg chg="del">
          <ac:chgData name="MYUNG JIN" userId="89f3fa32ababedc4" providerId="LiveId" clId="{53BFC8FB-F919-4A98-9A97-F1BAF11238D4}" dt="2026-05-28T04:29:05.761" v="4586" actId="21"/>
          <ac:picMkLst>
            <pc:docMk/>
            <pc:sldMk cId="3807241808" sldId="320"/>
            <ac:picMk id="10" creationId="{50CEA32D-CC1D-4CEB-E725-A5295A65ED52}"/>
          </ac:picMkLst>
        </pc:picChg>
        <pc:picChg chg="del">
          <ac:chgData name="MYUNG JIN" userId="89f3fa32ababedc4" providerId="LiveId" clId="{53BFC8FB-F919-4A98-9A97-F1BAF11238D4}" dt="2026-05-28T04:29:05.761" v="4586" actId="21"/>
          <ac:picMkLst>
            <pc:docMk/>
            <pc:sldMk cId="3807241808" sldId="320"/>
            <ac:picMk id="12" creationId="{2290E4FD-57D2-E219-C7E8-D9662129D64E}"/>
          </ac:picMkLst>
        </pc:picChg>
      </pc:sldChg>
      <pc:sldChg chg="addSp delSp modSp new mod ord">
        <pc:chgData name="MYUNG JIN" userId="89f3fa32ababedc4" providerId="LiveId" clId="{53BFC8FB-F919-4A98-9A97-F1BAF11238D4}" dt="2026-05-28T08:04:01.717" v="4836" actId="1036"/>
        <pc:sldMkLst>
          <pc:docMk/>
          <pc:sldMk cId="79215711" sldId="321"/>
        </pc:sldMkLst>
        <pc:spChg chg="mod">
          <ac:chgData name="MYUNG JIN" userId="89f3fa32ababedc4" providerId="LiveId" clId="{53BFC8FB-F919-4A98-9A97-F1BAF11238D4}" dt="2026-05-06T14:10:49.787" v="2772" actId="20577"/>
          <ac:spMkLst>
            <pc:docMk/>
            <pc:sldMk cId="79215711" sldId="321"/>
            <ac:spMk id="2" creationId="{794963FC-EDAD-6A5C-ADF7-04DF9FB33280}"/>
          </ac:spMkLst>
        </pc:spChg>
        <pc:spChg chg="add mod">
          <ac:chgData name="MYUNG JIN" userId="89f3fa32ababedc4" providerId="LiveId" clId="{53BFC8FB-F919-4A98-9A97-F1BAF11238D4}" dt="2026-05-06T15:09:43.939" v="3121" actId="1076"/>
          <ac:spMkLst>
            <pc:docMk/>
            <pc:sldMk cId="79215711" sldId="321"/>
            <ac:spMk id="12" creationId="{B20EAB49-46F6-5CD2-4064-B6DF13C5494E}"/>
          </ac:spMkLst>
        </pc:spChg>
        <pc:spChg chg="add mod">
          <ac:chgData name="MYUNG JIN" userId="89f3fa32ababedc4" providerId="LiveId" clId="{53BFC8FB-F919-4A98-9A97-F1BAF11238D4}" dt="2026-05-06T15:30:36.100" v="4138" actId="14100"/>
          <ac:spMkLst>
            <pc:docMk/>
            <pc:sldMk cId="79215711" sldId="321"/>
            <ac:spMk id="19" creationId="{F7D2F6AC-3555-A4C6-508B-B9D90BA65DCE}"/>
          </ac:spMkLst>
        </pc:spChg>
        <pc:spChg chg="add mod">
          <ac:chgData name="MYUNG JIN" userId="89f3fa32ababedc4" providerId="LiveId" clId="{53BFC8FB-F919-4A98-9A97-F1BAF11238D4}" dt="2026-05-28T08:04:01.717" v="4836" actId="1036"/>
          <ac:spMkLst>
            <pc:docMk/>
            <pc:sldMk cId="79215711" sldId="321"/>
            <ac:spMk id="21" creationId="{66E19DA4-6125-82C1-82C9-423A53008687}"/>
          </ac:spMkLst>
        </pc:spChg>
        <pc:spChg chg="add mod">
          <ac:chgData name="MYUNG JIN" userId="89f3fa32ababedc4" providerId="LiveId" clId="{53BFC8FB-F919-4A98-9A97-F1BAF11238D4}" dt="2026-05-06T15:04:45.821" v="2997"/>
          <ac:spMkLst>
            <pc:docMk/>
            <pc:sldMk cId="79215711" sldId="321"/>
            <ac:spMk id="22" creationId="{30A67EAC-3D18-A813-1B7F-EF00AB74EE0B}"/>
          </ac:spMkLst>
        </pc:spChg>
        <pc:spChg chg="add mod">
          <ac:chgData name="MYUNG JIN" userId="89f3fa32ababedc4" providerId="LiveId" clId="{53BFC8FB-F919-4A98-9A97-F1BAF11238D4}" dt="2026-05-06T15:04:45.821" v="2997"/>
          <ac:spMkLst>
            <pc:docMk/>
            <pc:sldMk cId="79215711" sldId="321"/>
            <ac:spMk id="23" creationId="{EA3316C8-B3F0-0741-486E-9F598E19EAC9}"/>
          </ac:spMkLst>
        </pc:spChg>
        <pc:spChg chg="add mod">
          <ac:chgData name="MYUNG JIN" userId="89f3fa32ababedc4" providerId="LiveId" clId="{53BFC8FB-F919-4A98-9A97-F1BAF11238D4}" dt="2026-05-06T15:04:45.821" v="2997"/>
          <ac:spMkLst>
            <pc:docMk/>
            <pc:sldMk cId="79215711" sldId="321"/>
            <ac:spMk id="24" creationId="{A06F1B6E-FF40-0D85-3AFB-60732B005EBD}"/>
          </ac:spMkLst>
        </pc:spChg>
        <pc:spChg chg="add mod">
          <ac:chgData name="MYUNG JIN" userId="89f3fa32ababedc4" providerId="LiveId" clId="{53BFC8FB-F919-4A98-9A97-F1BAF11238D4}" dt="2026-05-06T15:04:45.821" v="2997"/>
          <ac:spMkLst>
            <pc:docMk/>
            <pc:sldMk cId="79215711" sldId="321"/>
            <ac:spMk id="25" creationId="{06C744D8-385E-9175-FCCD-311D63DFD297}"/>
          </ac:spMkLst>
        </pc:spChg>
        <pc:spChg chg="add mod">
          <ac:chgData name="MYUNG JIN" userId="89f3fa32ababedc4" providerId="LiveId" clId="{53BFC8FB-F919-4A98-9A97-F1BAF11238D4}" dt="2026-05-06T15:04:45.821" v="2997"/>
          <ac:spMkLst>
            <pc:docMk/>
            <pc:sldMk cId="79215711" sldId="321"/>
            <ac:spMk id="26" creationId="{50879281-E7E4-1239-2EB3-9AA6BBAFC2F7}"/>
          </ac:spMkLst>
        </pc:spChg>
        <pc:spChg chg="add mod">
          <ac:chgData name="MYUNG JIN" userId="89f3fa32ababedc4" providerId="LiveId" clId="{53BFC8FB-F919-4A98-9A97-F1BAF11238D4}" dt="2026-05-06T15:10:57.238" v="3219" actId="1076"/>
          <ac:spMkLst>
            <pc:docMk/>
            <pc:sldMk cId="79215711" sldId="321"/>
            <ac:spMk id="27" creationId="{27C19316-AA1E-A65B-62A1-C5778A2FF30D}"/>
          </ac:spMkLst>
        </pc:spChg>
        <pc:spChg chg="add mod">
          <ac:chgData name="MYUNG JIN" userId="89f3fa32ababedc4" providerId="LiveId" clId="{53BFC8FB-F919-4A98-9A97-F1BAF11238D4}" dt="2026-05-06T15:30:11.944" v="4099" actId="1076"/>
          <ac:spMkLst>
            <pc:docMk/>
            <pc:sldMk cId="79215711" sldId="321"/>
            <ac:spMk id="28" creationId="{5591B02D-6FA9-5624-5571-5AEAC82166C6}"/>
          </ac:spMkLst>
        </pc:spChg>
        <pc:spChg chg="add mod">
          <ac:chgData name="MYUNG JIN" userId="89f3fa32ababedc4" providerId="LiveId" clId="{53BFC8FB-F919-4A98-9A97-F1BAF11238D4}" dt="2026-05-06T15:09:43.939" v="3121" actId="1076"/>
          <ac:spMkLst>
            <pc:docMk/>
            <pc:sldMk cId="79215711" sldId="321"/>
            <ac:spMk id="29" creationId="{F71C1046-9366-24B4-9B84-F63C4F802D07}"/>
          </ac:spMkLst>
        </pc:spChg>
        <pc:spChg chg="add mod">
          <ac:chgData name="MYUNG JIN" userId="89f3fa32ababedc4" providerId="LiveId" clId="{53BFC8FB-F919-4A98-9A97-F1BAF11238D4}" dt="2026-05-06T15:10:30.577" v="3210" actId="20577"/>
          <ac:spMkLst>
            <pc:docMk/>
            <pc:sldMk cId="79215711" sldId="321"/>
            <ac:spMk id="33" creationId="{30FF1D13-8AA4-D278-4E0A-EF5F9B16F212}"/>
          </ac:spMkLst>
        </pc:spChg>
        <pc:picChg chg="add mod modCrop">
          <ac:chgData name="MYUNG JIN" userId="89f3fa32ababedc4" providerId="LiveId" clId="{53BFC8FB-F919-4A98-9A97-F1BAF11238D4}" dt="2026-05-06T15:09:43.939" v="3121" actId="1076"/>
          <ac:picMkLst>
            <pc:docMk/>
            <pc:sldMk cId="79215711" sldId="321"/>
            <ac:picMk id="9" creationId="{8494EF6E-67AB-B509-21AC-D97822104F14}"/>
          </ac:picMkLst>
        </pc:picChg>
        <pc:picChg chg="add mod">
          <ac:chgData name="MYUNG JIN" userId="89f3fa32ababedc4" providerId="LiveId" clId="{53BFC8FB-F919-4A98-9A97-F1BAF11238D4}" dt="2026-05-06T15:10:33.462" v="3211" actId="1076"/>
          <ac:picMkLst>
            <pc:docMk/>
            <pc:sldMk cId="79215711" sldId="321"/>
            <ac:picMk id="31" creationId="{FDAB256E-2B4D-60A8-D584-17DBDA9A9EB4}"/>
          </ac:picMkLst>
        </pc:picChg>
        <pc:cxnChg chg="add mod">
          <ac:chgData name="MYUNG JIN" userId="89f3fa32ababedc4" providerId="LiveId" clId="{53BFC8FB-F919-4A98-9A97-F1BAF11238D4}" dt="2026-05-06T15:11:50.663" v="3228" actId="14100"/>
          <ac:cxnSpMkLst>
            <pc:docMk/>
            <pc:sldMk cId="79215711" sldId="321"/>
            <ac:cxnSpMk id="34" creationId="{2FE68F3D-0A0E-724C-ADBE-10863EC0246F}"/>
          </ac:cxnSpMkLst>
        </pc:cxnChg>
        <pc:cxnChg chg="add mod">
          <ac:chgData name="MYUNG JIN" userId="89f3fa32ababedc4" providerId="LiveId" clId="{53BFC8FB-F919-4A98-9A97-F1BAF11238D4}" dt="2026-05-06T15:11:50.663" v="3228" actId="14100"/>
          <ac:cxnSpMkLst>
            <pc:docMk/>
            <pc:sldMk cId="79215711" sldId="321"/>
            <ac:cxnSpMk id="35" creationId="{9C13342E-CC28-5518-920B-68D264394054}"/>
          </ac:cxnSpMkLst>
        </pc:cxnChg>
        <pc:cxnChg chg="add">
          <ac:chgData name="MYUNG JIN" userId="89f3fa32ababedc4" providerId="LiveId" clId="{53BFC8FB-F919-4A98-9A97-F1BAF11238D4}" dt="2026-05-06T15:12:12.410" v="3230" actId="11529"/>
          <ac:cxnSpMkLst>
            <pc:docMk/>
            <pc:sldMk cId="79215711" sldId="321"/>
            <ac:cxnSpMk id="43" creationId="{A4F5560A-5E4C-FDE4-2499-CACE4E1756D6}"/>
          </ac:cxnSpMkLst>
        </pc:cxnChg>
        <pc:cxnChg chg="add mod">
          <ac:chgData name="MYUNG JIN" userId="89f3fa32ababedc4" providerId="LiveId" clId="{53BFC8FB-F919-4A98-9A97-F1BAF11238D4}" dt="2026-05-06T15:12:19.328" v="3233" actId="14100"/>
          <ac:cxnSpMkLst>
            <pc:docMk/>
            <pc:sldMk cId="79215711" sldId="321"/>
            <ac:cxnSpMk id="44" creationId="{6510CED3-0489-0CBC-0FC6-B84C13B7EA5E}"/>
          </ac:cxnSpMkLst>
        </pc:cxnChg>
      </pc:sldChg>
      <pc:sldChg chg="addSp delSp modSp add del mod ord">
        <pc:chgData name="MYUNG JIN" userId="89f3fa32ababedc4" providerId="LiveId" clId="{53BFC8FB-F919-4A98-9A97-F1BAF11238D4}" dt="2026-05-28T04:30:35.098" v="4723" actId="47"/>
        <pc:sldMkLst>
          <pc:docMk/>
          <pc:sldMk cId="1039400063" sldId="322"/>
        </pc:sldMkLst>
      </pc:sldChg>
      <pc:sldChg chg="addSp delSp modSp new mod">
        <pc:chgData name="MYUNG JIN" userId="89f3fa32ababedc4" providerId="LiveId" clId="{53BFC8FB-F919-4A98-9A97-F1BAF11238D4}" dt="2026-05-06T15:12:00.029" v="3229" actId="14100"/>
        <pc:sldMkLst>
          <pc:docMk/>
          <pc:sldMk cId="1727606707" sldId="323"/>
        </pc:sldMkLst>
        <pc:spChg chg="add mod">
          <ac:chgData name="MYUNG JIN" userId="89f3fa32ababedc4" providerId="LiveId" clId="{53BFC8FB-F919-4A98-9A97-F1BAF11238D4}" dt="2026-05-06T15:03:52.001" v="2985"/>
          <ac:spMkLst>
            <pc:docMk/>
            <pc:sldMk cId="1727606707" sldId="323"/>
            <ac:spMk id="17" creationId="{69A62632-E77A-3927-5FF5-36F3D48481D7}"/>
          </ac:spMkLst>
        </pc:spChg>
        <pc:spChg chg="add mod">
          <ac:chgData name="MYUNG JIN" userId="89f3fa32ababedc4" providerId="LiveId" clId="{53BFC8FB-F919-4A98-9A97-F1BAF11238D4}" dt="2026-05-06T15:04:44.582" v="2996"/>
          <ac:spMkLst>
            <pc:docMk/>
            <pc:sldMk cId="1727606707" sldId="323"/>
            <ac:spMk id="18" creationId="{DA06A91F-EB43-550F-B4D1-43300861B55A}"/>
          </ac:spMkLst>
        </pc:spChg>
        <pc:spChg chg="add mod">
          <ac:chgData name="MYUNG JIN" userId="89f3fa32ababedc4" providerId="LiveId" clId="{53BFC8FB-F919-4A98-9A97-F1BAF11238D4}" dt="2026-05-06T15:04:44.582" v="2996"/>
          <ac:spMkLst>
            <pc:docMk/>
            <pc:sldMk cId="1727606707" sldId="323"/>
            <ac:spMk id="19" creationId="{4B12687F-16DE-0115-C6A4-52E374D80ADA}"/>
          </ac:spMkLst>
        </pc:spChg>
        <pc:spChg chg="add mod">
          <ac:chgData name="MYUNG JIN" userId="89f3fa32ababedc4" providerId="LiveId" clId="{53BFC8FB-F919-4A98-9A97-F1BAF11238D4}" dt="2026-05-06T15:04:44.582" v="2996"/>
          <ac:spMkLst>
            <pc:docMk/>
            <pc:sldMk cId="1727606707" sldId="323"/>
            <ac:spMk id="20" creationId="{1ACA70EC-8205-C076-89B9-19A20CDEC131}"/>
          </ac:spMkLst>
        </pc:spChg>
        <pc:spChg chg="add mod">
          <ac:chgData name="MYUNG JIN" userId="89f3fa32ababedc4" providerId="LiveId" clId="{53BFC8FB-F919-4A98-9A97-F1BAF11238D4}" dt="2026-05-06T15:04:44.582" v="2996"/>
          <ac:spMkLst>
            <pc:docMk/>
            <pc:sldMk cId="1727606707" sldId="323"/>
            <ac:spMk id="21" creationId="{D85A6764-C53E-AE99-4112-60BB60EFD33A}"/>
          </ac:spMkLst>
        </pc:spChg>
        <pc:spChg chg="add mod">
          <ac:chgData name="MYUNG JIN" userId="89f3fa32ababedc4" providerId="LiveId" clId="{53BFC8FB-F919-4A98-9A97-F1BAF11238D4}" dt="2026-05-06T15:04:44.582" v="2996"/>
          <ac:spMkLst>
            <pc:docMk/>
            <pc:sldMk cId="1727606707" sldId="323"/>
            <ac:spMk id="22" creationId="{CD9D4F22-0BD8-C767-6471-0D1BF4AE26E7}"/>
          </ac:spMkLst>
        </pc:spChg>
        <pc:spChg chg="add mod">
          <ac:chgData name="MYUNG JIN" userId="89f3fa32ababedc4" providerId="LiveId" clId="{53BFC8FB-F919-4A98-9A97-F1BAF11238D4}" dt="2026-05-06T15:04:44.582" v="2996"/>
          <ac:spMkLst>
            <pc:docMk/>
            <pc:sldMk cId="1727606707" sldId="323"/>
            <ac:spMk id="23" creationId="{2602DC4E-8168-9EC4-84C7-2DA8A78AE552}"/>
          </ac:spMkLst>
        </pc:spChg>
        <pc:picChg chg="add mod">
          <ac:chgData name="MYUNG JIN" userId="89f3fa32ababedc4" providerId="LiveId" clId="{53BFC8FB-F919-4A98-9A97-F1BAF11238D4}" dt="2026-05-06T15:06:48.674" v="3014" actId="1076"/>
          <ac:picMkLst>
            <pc:docMk/>
            <pc:sldMk cId="1727606707" sldId="323"/>
            <ac:picMk id="16" creationId="{FA9A292C-1EB9-1AA8-FC46-AEC906E07740}"/>
          </ac:picMkLst>
        </pc:picChg>
        <pc:picChg chg="add mod modCrop">
          <ac:chgData name="MYUNG JIN" userId="89f3fa32ababedc4" providerId="LiveId" clId="{53BFC8FB-F919-4A98-9A97-F1BAF11238D4}" dt="2026-05-06T15:06:49.692" v="3015" actId="1076"/>
          <ac:picMkLst>
            <pc:docMk/>
            <pc:sldMk cId="1727606707" sldId="323"/>
            <ac:picMk id="24" creationId="{F767B7CD-BAE3-34B5-A4FA-06E182847525}"/>
          </ac:picMkLst>
        </pc:picChg>
        <pc:cxnChg chg="add mod">
          <ac:chgData name="MYUNG JIN" userId="89f3fa32ababedc4" providerId="LiveId" clId="{53BFC8FB-F919-4A98-9A97-F1BAF11238D4}" dt="2026-05-06T15:07:04.867" v="3020" actId="14100"/>
          <ac:cxnSpMkLst>
            <pc:docMk/>
            <pc:sldMk cId="1727606707" sldId="323"/>
            <ac:cxnSpMk id="25" creationId="{109F6592-A71C-39DA-CBD2-234513F82200}"/>
          </ac:cxnSpMkLst>
        </pc:cxnChg>
        <pc:cxnChg chg="add mod">
          <ac:chgData name="MYUNG JIN" userId="89f3fa32ababedc4" providerId="LiveId" clId="{53BFC8FB-F919-4A98-9A97-F1BAF11238D4}" dt="2026-05-06T15:12:00.029" v="3229" actId="14100"/>
          <ac:cxnSpMkLst>
            <pc:docMk/>
            <pc:sldMk cId="1727606707" sldId="323"/>
            <ac:cxnSpMk id="26" creationId="{94D90DDE-2D84-9963-E550-2C0D76C46C27}"/>
          </ac:cxnSpMkLst>
        </pc:cxnChg>
      </pc:sldChg>
      <pc:sldChg chg="addSp delSp modSp add mod ord">
        <pc:chgData name="MYUNG JIN" userId="89f3fa32ababedc4" providerId="LiveId" clId="{53BFC8FB-F919-4A98-9A97-F1BAF11238D4}" dt="2026-05-06T15:11:14.841" v="3223" actId="14100"/>
        <pc:sldMkLst>
          <pc:docMk/>
          <pc:sldMk cId="1011134703" sldId="324"/>
        </pc:sldMkLst>
        <pc:spChg chg="add mod">
          <ac:chgData name="MYUNG JIN" userId="89f3fa32ababedc4" providerId="LiveId" clId="{53BFC8FB-F919-4A98-9A97-F1BAF11238D4}" dt="2026-05-06T15:04:30.765" v="2993" actId="1076"/>
          <ac:spMkLst>
            <pc:docMk/>
            <pc:sldMk cId="1011134703" sldId="324"/>
            <ac:spMk id="2" creationId="{6D75A4D3-247C-22B1-F1AE-B86974CCBE78}"/>
          </ac:spMkLst>
        </pc:spChg>
        <pc:spChg chg="add mod">
          <ac:chgData name="MYUNG JIN" userId="89f3fa32ababedc4" providerId="LiveId" clId="{53BFC8FB-F919-4A98-9A97-F1BAF11238D4}" dt="2026-05-06T15:04:28.545" v="2992" actId="1076"/>
          <ac:spMkLst>
            <pc:docMk/>
            <pc:sldMk cId="1011134703" sldId="324"/>
            <ac:spMk id="3" creationId="{0B019CFC-82C9-105D-FCDD-B75465C27C5D}"/>
          </ac:spMkLst>
        </pc:spChg>
        <pc:spChg chg="add mod">
          <ac:chgData name="MYUNG JIN" userId="89f3fa32ababedc4" providerId="LiveId" clId="{53BFC8FB-F919-4A98-9A97-F1BAF11238D4}" dt="2026-05-06T15:04:28.545" v="2992" actId="1076"/>
          <ac:spMkLst>
            <pc:docMk/>
            <pc:sldMk cId="1011134703" sldId="324"/>
            <ac:spMk id="4" creationId="{15A7DFE3-C15B-860D-119E-F34640D54D2A}"/>
          </ac:spMkLst>
        </pc:spChg>
        <pc:spChg chg="add mod">
          <ac:chgData name="MYUNG JIN" userId="89f3fa32ababedc4" providerId="LiveId" clId="{53BFC8FB-F919-4A98-9A97-F1BAF11238D4}" dt="2026-05-06T15:04:28.545" v="2992" actId="1076"/>
          <ac:spMkLst>
            <pc:docMk/>
            <pc:sldMk cId="1011134703" sldId="324"/>
            <ac:spMk id="5" creationId="{8311B41D-60B9-2619-8B99-9242345E3C1D}"/>
          </ac:spMkLst>
        </pc:spChg>
        <pc:spChg chg="add mod">
          <ac:chgData name="MYUNG JIN" userId="89f3fa32ababedc4" providerId="LiveId" clId="{53BFC8FB-F919-4A98-9A97-F1BAF11238D4}" dt="2026-05-06T15:04:28.545" v="2992" actId="1076"/>
          <ac:spMkLst>
            <pc:docMk/>
            <pc:sldMk cId="1011134703" sldId="324"/>
            <ac:spMk id="6" creationId="{BADA6501-2D63-D31A-2E5E-0221B93D84B6}"/>
          </ac:spMkLst>
        </pc:spChg>
        <pc:spChg chg="add mod">
          <ac:chgData name="MYUNG JIN" userId="89f3fa32ababedc4" providerId="LiveId" clId="{53BFC8FB-F919-4A98-9A97-F1BAF11238D4}" dt="2026-05-06T15:04:28.545" v="2992" actId="1076"/>
          <ac:spMkLst>
            <pc:docMk/>
            <pc:sldMk cId="1011134703" sldId="324"/>
            <ac:spMk id="7" creationId="{D5066E75-AF93-E9A3-9676-300154B024F9}"/>
          </ac:spMkLst>
        </pc:spChg>
        <pc:spChg chg="add mod">
          <ac:chgData name="MYUNG JIN" userId="89f3fa32ababedc4" providerId="LiveId" clId="{53BFC8FB-F919-4A98-9A97-F1BAF11238D4}" dt="2026-05-06T15:11:05.368" v="3220"/>
          <ac:spMkLst>
            <pc:docMk/>
            <pc:sldMk cId="1011134703" sldId="324"/>
            <ac:spMk id="50" creationId="{CAD10C1F-D58C-1390-7520-D765C6608A24}"/>
          </ac:spMkLst>
        </pc:spChg>
        <pc:picChg chg="add mod">
          <ac:chgData name="MYUNG JIN" userId="89f3fa32ababedc4" providerId="LiveId" clId="{53BFC8FB-F919-4A98-9A97-F1BAF11238D4}" dt="2026-05-06T15:11:10.796" v="3221" actId="1076"/>
          <ac:picMkLst>
            <pc:docMk/>
            <pc:sldMk cId="1011134703" sldId="324"/>
            <ac:picMk id="45" creationId="{AEF8090E-1CBF-ECCD-AB9E-F978D889B87D}"/>
          </ac:picMkLst>
        </pc:picChg>
        <pc:cxnChg chg="add mod">
          <ac:chgData name="MYUNG JIN" userId="89f3fa32ababedc4" providerId="LiveId" clId="{53BFC8FB-F919-4A98-9A97-F1BAF11238D4}" dt="2026-05-06T15:11:14.841" v="3223" actId="14100"/>
          <ac:cxnSpMkLst>
            <pc:docMk/>
            <pc:sldMk cId="1011134703" sldId="324"/>
            <ac:cxnSpMk id="47" creationId="{7EACCCCB-6BCA-1872-D756-495F8CC939D3}"/>
          </ac:cxnSpMkLst>
        </pc:cxnChg>
        <pc:cxnChg chg="add mod">
          <ac:chgData name="MYUNG JIN" userId="89f3fa32ababedc4" providerId="LiveId" clId="{53BFC8FB-F919-4A98-9A97-F1BAF11238D4}" dt="2026-05-06T15:11:13.096" v="3222" actId="14100"/>
          <ac:cxnSpMkLst>
            <pc:docMk/>
            <pc:sldMk cId="1011134703" sldId="324"/>
            <ac:cxnSpMk id="48" creationId="{89EBAB40-DF68-1C55-F411-6EF90C330B79}"/>
          </ac:cxnSpMkLst>
        </pc:cxnChg>
      </pc:sldChg>
      <pc:sldChg chg="addSp modSp new del mod">
        <pc:chgData name="MYUNG JIN" userId="89f3fa32ababedc4" providerId="LiveId" clId="{53BFC8FB-F919-4A98-9A97-F1BAF11238D4}" dt="2026-05-28T04:36:30.197" v="4724" actId="47"/>
        <pc:sldMkLst>
          <pc:docMk/>
          <pc:sldMk cId="677947781" sldId="325"/>
        </pc:sldMkLst>
      </pc:sldChg>
      <pc:sldChg chg="addSp delSp modSp add del mod">
        <pc:chgData name="MYUNG JIN" userId="89f3fa32ababedc4" providerId="LiveId" clId="{53BFC8FB-F919-4A98-9A97-F1BAF11238D4}" dt="2026-05-28T04:36:32.898" v="4725" actId="47"/>
        <pc:sldMkLst>
          <pc:docMk/>
          <pc:sldMk cId="4050506342" sldId="326"/>
        </pc:sldMkLst>
      </pc:sldChg>
      <pc:sldChg chg="addSp delSp modSp new del mod">
        <pc:chgData name="MYUNG JIN" userId="89f3fa32ababedc4" providerId="LiveId" clId="{53BFC8FB-F919-4A98-9A97-F1BAF11238D4}" dt="2026-05-28T07:58:49.657" v="4799" actId="47"/>
        <pc:sldMkLst>
          <pc:docMk/>
          <pc:sldMk cId="3321383058" sldId="327"/>
        </pc:sldMkLst>
      </pc:sldChg>
      <pc:sldChg chg="addSp delSp modSp new mod">
        <pc:chgData name="MYUNG JIN" userId="89f3fa32ababedc4" providerId="LiveId" clId="{53BFC8FB-F919-4A98-9A97-F1BAF11238D4}" dt="2026-05-28T08:45:09.452" v="4908" actId="2711"/>
        <pc:sldMkLst>
          <pc:docMk/>
          <pc:sldMk cId="2138372324" sldId="328"/>
        </pc:sldMkLst>
        <pc:spChg chg="mod">
          <ac:chgData name="MYUNG JIN" userId="89f3fa32ababedc4" providerId="LiveId" clId="{53BFC8FB-F919-4A98-9A97-F1BAF11238D4}" dt="2026-05-28T08:04:33.356" v="4887" actId="58"/>
          <ac:spMkLst>
            <pc:docMk/>
            <pc:sldMk cId="2138372324" sldId="328"/>
            <ac:spMk id="2" creationId="{2A6F66D0-0CA4-47C4-1A37-5B7B6408D460}"/>
          </ac:spMkLst>
        </pc:spChg>
        <pc:spChg chg="add del mod">
          <ac:chgData name="MYUNG JIN" userId="89f3fa32ababedc4" providerId="LiveId" clId="{53BFC8FB-F919-4A98-9A97-F1BAF11238D4}" dt="2026-05-28T04:38:02.027" v="4798" actId="478"/>
          <ac:spMkLst>
            <pc:docMk/>
            <pc:sldMk cId="2138372324" sldId="328"/>
            <ac:spMk id="3" creationId="{11A5AA7A-3D57-B7D6-2DF9-CA1ED9B91DA2}"/>
          </ac:spMkLst>
        </pc:spChg>
        <pc:spChg chg="add mod">
          <ac:chgData name="MYUNG JIN" userId="89f3fa32ababedc4" providerId="LiveId" clId="{53BFC8FB-F919-4A98-9A97-F1BAF11238D4}" dt="2026-05-28T08:03:55.074" v="4834" actId="1076"/>
          <ac:spMkLst>
            <pc:docMk/>
            <pc:sldMk cId="2138372324" sldId="328"/>
            <ac:spMk id="5" creationId="{2489C34B-4F7B-A769-9BCD-F1F59E1B88E3}"/>
          </ac:spMkLst>
        </pc:spChg>
        <pc:spChg chg="add mod">
          <ac:chgData name="MYUNG JIN" userId="89f3fa32ababedc4" providerId="LiveId" clId="{53BFC8FB-F919-4A98-9A97-F1BAF11238D4}" dt="2026-05-28T08:03:55.074" v="4834" actId="1076"/>
          <ac:spMkLst>
            <pc:docMk/>
            <pc:sldMk cId="2138372324" sldId="328"/>
            <ac:spMk id="7" creationId="{CF04C39C-8A46-819A-ACE9-80E2CE034CDD}"/>
          </ac:spMkLst>
        </pc:spChg>
        <pc:spChg chg="add mod">
          <ac:chgData name="MYUNG JIN" userId="89f3fa32ababedc4" providerId="LiveId" clId="{53BFC8FB-F919-4A98-9A97-F1BAF11238D4}" dt="2026-05-28T08:03:55.074" v="4834" actId="1076"/>
          <ac:spMkLst>
            <pc:docMk/>
            <pc:sldMk cId="2138372324" sldId="328"/>
            <ac:spMk id="8" creationId="{3EF7BADE-6AF2-67A1-C71C-B9E642576DC1}"/>
          </ac:spMkLst>
        </pc:spChg>
        <pc:spChg chg="add mod">
          <ac:chgData name="MYUNG JIN" userId="89f3fa32ababedc4" providerId="LiveId" clId="{53BFC8FB-F919-4A98-9A97-F1BAF11238D4}" dt="2026-05-28T08:03:55.074" v="4834" actId="1076"/>
          <ac:spMkLst>
            <pc:docMk/>
            <pc:sldMk cId="2138372324" sldId="328"/>
            <ac:spMk id="11" creationId="{E01CCE0D-5ACF-CA4E-E98A-C550DADCA06A}"/>
          </ac:spMkLst>
        </pc:spChg>
        <pc:spChg chg="add mod">
          <ac:chgData name="MYUNG JIN" userId="89f3fa32ababedc4" providerId="LiveId" clId="{53BFC8FB-F919-4A98-9A97-F1BAF11238D4}" dt="2026-05-28T08:04:29.977" v="4886" actId="58"/>
          <ac:spMkLst>
            <pc:docMk/>
            <pc:sldMk cId="2138372324" sldId="328"/>
            <ac:spMk id="12" creationId="{CF0EF21D-039D-A0C5-611F-A666A19560D9}"/>
          </ac:spMkLst>
        </pc:spChg>
        <pc:spChg chg="add mod">
          <ac:chgData name="MYUNG JIN" userId="89f3fa32ababedc4" providerId="LiveId" clId="{53BFC8FB-F919-4A98-9A97-F1BAF11238D4}" dt="2026-05-28T08:45:09.452" v="4908" actId="2711"/>
          <ac:spMkLst>
            <pc:docMk/>
            <pc:sldMk cId="2138372324" sldId="328"/>
            <ac:spMk id="13" creationId="{BFF3B550-6591-7FF0-2F95-66D50962DDF5}"/>
          </ac:spMkLst>
        </pc:spChg>
        <pc:spChg chg="mod">
          <ac:chgData name="MYUNG JIN" userId="89f3fa32ababedc4" providerId="LiveId" clId="{53BFC8FB-F919-4A98-9A97-F1BAF11238D4}" dt="2026-05-28T08:43:08.674" v="4893" actId="1076"/>
          <ac:spMkLst>
            <pc:docMk/>
            <pc:sldMk cId="2138372324" sldId="328"/>
            <ac:spMk id="16" creationId="{20A4B8F1-F5D2-0DAE-978D-A13E149E5EFF}"/>
          </ac:spMkLst>
        </pc:spChg>
        <pc:spChg chg="add mod">
          <ac:chgData name="MYUNG JIN" userId="89f3fa32ababedc4" providerId="LiveId" clId="{53BFC8FB-F919-4A98-9A97-F1BAF11238D4}" dt="2026-05-28T08:43:08.674" v="4893" actId="1076"/>
          <ac:spMkLst>
            <pc:docMk/>
            <pc:sldMk cId="2138372324" sldId="328"/>
            <ac:spMk id="17" creationId="{0EABE226-6C3D-CA7F-4DAF-890CB54988D5}"/>
          </ac:spMkLst>
        </pc:spChg>
        <pc:spChg chg="add mod">
          <ac:chgData name="MYUNG JIN" userId="89f3fa32ababedc4" providerId="LiveId" clId="{53BFC8FB-F919-4A98-9A97-F1BAF11238D4}" dt="2026-05-28T08:42:32.337" v="4890" actId="1076"/>
          <ac:spMkLst>
            <pc:docMk/>
            <pc:sldMk cId="2138372324" sldId="328"/>
            <ac:spMk id="18" creationId="{1AB2DA3F-8FD9-F0D2-30D1-6C2203F77FDC}"/>
          </ac:spMkLst>
        </pc:spChg>
        <pc:spChg chg="add mod">
          <ac:chgData name="MYUNG JIN" userId="89f3fa32ababedc4" providerId="LiveId" clId="{53BFC8FB-F919-4A98-9A97-F1BAF11238D4}" dt="2026-05-28T08:43:08.674" v="4893" actId="1076"/>
          <ac:spMkLst>
            <pc:docMk/>
            <pc:sldMk cId="2138372324" sldId="328"/>
            <ac:spMk id="23" creationId="{8D69FD3D-B7B2-1772-D62C-0F9A29BBED31}"/>
          </ac:spMkLst>
        </pc:spChg>
        <pc:spChg chg="add mod">
          <ac:chgData name="MYUNG JIN" userId="89f3fa32ababedc4" providerId="LiveId" clId="{53BFC8FB-F919-4A98-9A97-F1BAF11238D4}" dt="2026-05-28T08:43:08.674" v="4893" actId="1076"/>
          <ac:spMkLst>
            <pc:docMk/>
            <pc:sldMk cId="2138372324" sldId="328"/>
            <ac:spMk id="24" creationId="{7944DDE3-9F3D-FC69-D267-60D017392C58}"/>
          </ac:spMkLst>
        </pc:spChg>
        <pc:spChg chg="add mod">
          <ac:chgData name="MYUNG JIN" userId="89f3fa32ababedc4" providerId="LiveId" clId="{53BFC8FB-F919-4A98-9A97-F1BAF11238D4}" dt="2026-05-28T08:42:32.337" v="4890" actId="1076"/>
          <ac:spMkLst>
            <pc:docMk/>
            <pc:sldMk cId="2138372324" sldId="328"/>
            <ac:spMk id="25" creationId="{3BB1222B-5B6F-6A8C-C804-C93AADDDF7F0}"/>
          </ac:spMkLst>
        </pc:spChg>
        <pc:spChg chg="add mod">
          <ac:chgData name="MYUNG JIN" userId="89f3fa32ababedc4" providerId="LiveId" clId="{53BFC8FB-F919-4A98-9A97-F1BAF11238D4}" dt="2026-05-28T08:42:32.337" v="4890" actId="1076"/>
          <ac:spMkLst>
            <pc:docMk/>
            <pc:sldMk cId="2138372324" sldId="328"/>
            <ac:spMk id="26" creationId="{C1C13734-A512-C2B8-7BD8-884BC13F5104}"/>
          </ac:spMkLst>
        </pc:spChg>
        <pc:spChg chg="mod">
          <ac:chgData name="MYUNG JIN" userId="89f3fa32ababedc4" providerId="LiveId" clId="{53BFC8FB-F919-4A98-9A97-F1BAF11238D4}" dt="2026-05-28T08:43:08.674" v="4893" actId="1076"/>
          <ac:spMkLst>
            <pc:docMk/>
            <pc:sldMk cId="2138372324" sldId="328"/>
            <ac:spMk id="27" creationId="{773894B7-97F6-94FB-5CB7-29C102542FFE}"/>
          </ac:spMkLst>
        </pc:spChg>
        <pc:spChg chg="add mod">
          <ac:chgData name="MYUNG JIN" userId="89f3fa32ababedc4" providerId="LiveId" clId="{53BFC8FB-F919-4A98-9A97-F1BAF11238D4}" dt="2026-05-28T08:43:23.363" v="4899" actId="1076"/>
          <ac:spMkLst>
            <pc:docMk/>
            <pc:sldMk cId="2138372324" sldId="328"/>
            <ac:spMk id="28" creationId="{8ABAF5AE-6E1C-F591-BF94-2C43E58D4A8C}"/>
          </ac:spMkLst>
        </pc:spChg>
        <pc:spChg chg="add mod">
          <ac:chgData name="MYUNG JIN" userId="89f3fa32ababedc4" providerId="LiveId" clId="{53BFC8FB-F919-4A98-9A97-F1BAF11238D4}" dt="2026-05-28T08:43:08.674" v="4893" actId="1076"/>
          <ac:spMkLst>
            <pc:docMk/>
            <pc:sldMk cId="2138372324" sldId="328"/>
            <ac:spMk id="29" creationId="{4BAD6A9F-F772-5008-ADB2-0DFCD7AFF615}"/>
          </ac:spMkLst>
        </pc:spChg>
        <pc:spChg chg="add mod">
          <ac:chgData name="MYUNG JIN" userId="89f3fa32ababedc4" providerId="LiveId" clId="{53BFC8FB-F919-4A98-9A97-F1BAF11238D4}" dt="2026-05-28T08:42:32.337" v="4890" actId="1076"/>
          <ac:spMkLst>
            <pc:docMk/>
            <pc:sldMk cId="2138372324" sldId="328"/>
            <ac:spMk id="30" creationId="{3F40511B-D9BC-B755-F5F1-4A9DF3ACC250}"/>
          </ac:spMkLst>
        </pc:spChg>
        <pc:spChg chg="add mod">
          <ac:chgData name="MYUNG JIN" userId="89f3fa32ababedc4" providerId="LiveId" clId="{53BFC8FB-F919-4A98-9A97-F1BAF11238D4}" dt="2026-05-28T08:43:37.245" v="4900" actId="571"/>
          <ac:spMkLst>
            <pc:docMk/>
            <pc:sldMk cId="2138372324" sldId="328"/>
            <ac:spMk id="31" creationId="{97FC1872-4C62-DD7D-BB55-B026E92E8E88}"/>
          </ac:spMkLst>
        </pc:spChg>
        <pc:picChg chg="add mod">
          <ac:chgData name="MYUNG JIN" userId="89f3fa32ababedc4" providerId="LiveId" clId="{53BFC8FB-F919-4A98-9A97-F1BAF11238D4}" dt="2026-05-28T08:03:55.074" v="4834" actId="1076"/>
          <ac:picMkLst>
            <pc:docMk/>
            <pc:sldMk cId="2138372324" sldId="328"/>
            <ac:picMk id="4" creationId="{33E14C3B-3564-6209-1A30-85AB7D3373AE}"/>
          </ac:picMkLst>
        </pc:picChg>
        <pc:cxnChg chg="add mod">
          <ac:chgData name="MYUNG JIN" userId="89f3fa32ababedc4" providerId="LiveId" clId="{53BFC8FB-F919-4A98-9A97-F1BAF11238D4}" dt="2026-05-28T08:03:55.074" v="4834" actId="1076"/>
          <ac:cxnSpMkLst>
            <pc:docMk/>
            <pc:sldMk cId="2138372324" sldId="328"/>
            <ac:cxnSpMk id="6" creationId="{33A92DEC-CCCC-4EE1-C9A7-277F7D005804}"/>
          </ac:cxnSpMkLst>
        </pc:cxnChg>
        <pc:cxnChg chg="add mod">
          <ac:chgData name="MYUNG JIN" userId="89f3fa32ababedc4" providerId="LiveId" clId="{53BFC8FB-F919-4A98-9A97-F1BAF11238D4}" dt="2026-05-28T08:03:55.074" v="4834" actId="1076"/>
          <ac:cxnSpMkLst>
            <pc:docMk/>
            <pc:sldMk cId="2138372324" sldId="328"/>
            <ac:cxnSpMk id="9" creationId="{4CA55167-07F4-0758-BEC3-40F47D9C9C7D}"/>
          </ac:cxnSpMkLst>
        </pc:cxnChg>
        <pc:cxnChg chg="add mod">
          <ac:chgData name="MYUNG JIN" userId="89f3fa32ababedc4" providerId="LiveId" clId="{53BFC8FB-F919-4A98-9A97-F1BAF11238D4}" dt="2026-05-28T08:03:55.074" v="4834" actId="1076"/>
          <ac:cxnSpMkLst>
            <pc:docMk/>
            <pc:sldMk cId="2138372324" sldId="328"/>
            <ac:cxnSpMk id="10" creationId="{0A0D098C-228B-FEE5-09E8-5DDD1D8B68CB}"/>
          </ac:cxnSpMkLst>
        </pc:cxnChg>
        <pc:cxnChg chg="mod">
          <ac:chgData name="MYUNG JIN" userId="89f3fa32ababedc4" providerId="LiveId" clId="{53BFC8FB-F919-4A98-9A97-F1BAF11238D4}" dt="2026-05-28T08:43:08.674" v="4893" actId="1076"/>
          <ac:cxnSpMkLst>
            <pc:docMk/>
            <pc:sldMk cId="2138372324" sldId="328"/>
            <ac:cxnSpMk id="14" creationId="{1736B4FC-040E-E75C-2566-D4F32292C672}"/>
          </ac:cxnSpMkLst>
        </pc:cxnChg>
        <pc:cxnChg chg="mod">
          <ac:chgData name="MYUNG JIN" userId="89f3fa32ababedc4" providerId="LiveId" clId="{53BFC8FB-F919-4A98-9A97-F1BAF11238D4}" dt="2026-05-28T08:43:08.674" v="4893" actId="1076"/>
          <ac:cxnSpMkLst>
            <pc:docMk/>
            <pc:sldMk cId="2138372324" sldId="328"/>
            <ac:cxnSpMk id="15" creationId="{97FB93A6-DE8B-B9C7-BE6E-55B0A465E94B}"/>
          </ac:cxnSpMkLst>
        </pc:cxnChg>
        <pc:cxnChg chg="mod">
          <ac:chgData name="MYUNG JIN" userId="89f3fa32ababedc4" providerId="LiveId" clId="{53BFC8FB-F919-4A98-9A97-F1BAF11238D4}" dt="2026-05-28T08:42:32.337" v="4890" actId="1076"/>
          <ac:cxnSpMkLst>
            <pc:docMk/>
            <pc:sldMk cId="2138372324" sldId="328"/>
            <ac:cxnSpMk id="19" creationId="{CA162F5B-1990-8860-3EB3-0B58653A5DC9}"/>
          </ac:cxnSpMkLst>
        </pc:cxnChg>
        <pc:cxnChg chg="mod">
          <ac:chgData name="MYUNG JIN" userId="89f3fa32ababedc4" providerId="LiveId" clId="{53BFC8FB-F919-4A98-9A97-F1BAF11238D4}" dt="2026-05-28T08:42:32.337" v="4890" actId="1076"/>
          <ac:cxnSpMkLst>
            <pc:docMk/>
            <pc:sldMk cId="2138372324" sldId="328"/>
            <ac:cxnSpMk id="20" creationId="{6E2DEE69-8FBA-7A47-110C-7C99A6B8519A}"/>
          </ac:cxnSpMkLst>
        </pc:cxnChg>
        <pc:cxnChg chg="mod">
          <ac:chgData name="MYUNG JIN" userId="89f3fa32ababedc4" providerId="LiveId" clId="{53BFC8FB-F919-4A98-9A97-F1BAF11238D4}" dt="2026-05-28T08:43:08.674" v="4893" actId="1076"/>
          <ac:cxnSpMkLst>
            <pc:docMk/>
            <pc:sldMk cId="2138372324" sldId="328"/>
            <ac:cxnSpMk id="21" creationId="{715170A3-38FC-3199-0197-3BFFA93590CA}"/>
          </ac:cxnSpMkLst>
        </pc:cxnChg>
        <pc:cxnChg chg="mod">
          <ac:chgData name="MYUNG JIN" userId="89f3fa32ababedc4" providerId="LiveId" clId="{53BFC8FB-F919-4A98-9A97-F1BAF11238D4}" dt="2026-05-28T08:42:32.337" v="4890" actId="1076"/>
          <ac:cxnSpMkLst>
            <pc:docMk/>
            <pc:sldMk cId="2138372324" sldId="328"/>
            <ac:cxnSpMk id="22" creationId="{D3515D61-F138-19C7-39B3-4C4B56201BCB}"/>
          </ac:cxnSpMkLst>
        </pc:cxnChg>
      </pc:sldChg>
      <pc:sldChg chg="modSp add mod ord">
        <pc:chgData name="MYUNG JIN" userId="89f3fa32ababedc4" providerId="LiveId" clId="{53BFC8FB-F919-4A98-9A97-F1BAF11238D4}" dt="2026-05-28T09:04:52.201" v="5798" actId="20577"/>
        <pc:sldMkLst>
          <pc:docMk/>
          <pc:sldMk cId="998313057" sldId="329"/>
        </pc:sldMkLst>
        <pc:spChg chg="mod">
          <ac:chgData name="MYUNG JIN" userId="89f3fa32ababedc4" providerId="LiveId" clId="{53BFC8FB-F919-4A98-9A97-F1BAF11238D4}" dt="2026-05-28T04:28:01.852" v="4580" actId="20577"/>
          <ac:spMkLst>
            <pc:docMk/>
            <pc:sldMk cId="998313057" sldId="329"/>
            <ac:spMk id="2" creationId="{B5CFEBE8-90B8-8637-0877-F45827184859}"/>
          </ac:spMkLst>
        </pc:spChg>
        <pc:spChg chg="mod">
          <ac:chgData name="MYUNG JIN" userId="89f3fa32ababedc4" providerId="LiveId" clId="{53BFC8FB-F919-4A98-9A97-F1BAF11238D4}" dt="2026-05-28T09:04:52.201" v="5798" actId="20577"/>
          <ac:spMkLst>
            <pc:docMk/>
            <pc:sldMk cId="998313057" sldId="329"/>
            <ac:spMk id="10" creationId="{3376CE2C-183C-4299-22DE-CCCB6653A9B9}"/>
          </ac:spMkLst>
        </pc:spChg>
      </pc:sldChg>
      <pc:sldChg chg="addSp modSp new mod ord">
        <pc:chgData name="MYUNG JIN" userId="89f3fa32ababedc4" providerId="LiveId" clId="{53BFC8FB-F919-4A98-9A97-F1BAF11238D4}" dt="2026-05-28T04:30:24.513" v="4722" actId="14100"/>
        <pc:sldMkLst>
          <pc:docMk/>
          <pc:sldMk cId="1250644646" sldId="330"/>
        </pc:sldMkLst>
        <pc:spChg chg="mod">
          <ac:chgData name="MYUNG JIN" userId="89f3fa32ababedc4" providerId="LiveId" clId="{53BFC8FB-F919-4A98-9A97-F1BAF11238D4}" dt="2026-05-28T04:28:24.224" v="4584"/>
          <ac:spMkLst>
            <pc:docMk/>
            <pc:sldMk cId="1250644646" sldId="330"/>
            <ac:spMk id="2" creationId="{432B3A61-C0B5-B7C2-1774-9134E3CFFB67}"/>
          </ac:spMkLst>
        </pc:spChg>
        <pc:spChg chg="add mod">
          <ac:chgData name="MYUNG JIN" userId="89f3fa32ababedc4" providerId="LiveId" clId="{53BFC8FB-F919-4A98-9A97-F1BAF11238D4}" dt="2026-05-28T04:30:24.513" v="4722" actId="14100"/>
          <ac:spMkLst>
            <pc:docMk/>
            <pc:sldMk cId="1250644646" sldId="330"/>
            <ac:spMk id="3" creationId="{C4FD3419-4A45-2494-6BC7-A3E8BB17066D}"/>
          </ac:spMkLst>
        </pc:spChg>
        <pc:spChg chg="add mod">
          <ac:chgData name="MYUNG JIN" userId="89f3fa32ababedc4" providerId="LiveId" clId="{53BFC8FB-F919-4A98-9A97-F1BAF11238D4}" dt="2026-05-28T04:29:27.974" v="4639" actId="1036"/>
          <ac:spMkLst>
            <pc:docMk/>
            <pc:sldMk cId="1250644646" sldId="330"/>
            <ac:spMk id="13" creationId="{9B0153A1-F69A-C98F-D4B9-96EA751DAB8F}"/>
          </ac:spMkLst>
        </pc:spChg>
        <pc:spChg chg="add mod">
          <ac:chgData name="MYUNG JIN" userId="89f3fa32ababedc4" providerId="LiveId" clId="{53BFC8FB-F919-4A98-9A97-F1BAF11238D4}" dt="2026-05-28T04:29:27.974" v="4639" actId="1036"/>
          <ac:spMkLst>
            <pc:docMk/>
            <pc:sldMk cId="1250644646" sldId="330"/>
            <ac:spMk id="14" creationId="{53B7EB8B-F728-D4C4-2DBF-EC64979A3A84}"/>
          </ac:spMkLst>
        </pc:spChg>
        <pc:picChg chg="add mod">
          <ac:chgData name="MYUNG JIN" userId="89f3fa32ababedc4" providerId="LiveId" clId="{53BFC8FB-F919-4A98-9A97-F1BAF11238D4}" dt="2026-05-28T04:29:27.974" v="4639" actId="1036"/>
          <ac:picMkLst>
            <pc:docMk/>
            <pc:sldMk cId="1250644646" sldId="330"/>
            <ac:picMk id="5" creationId="{8A08BDE1-8A43-FEC0-E8C1-EE714D441E00}"/>
          </ac:picMkLst>
        </pc:picChg>
        <pc:picChg chg="add mod">
          <ac:chgData name="MYUNG JIN" userId="89f3fa32ababedc4" providerId="LiveId" clId="{53BFC8FB-F919-4A98-9A97-F1BAF11238D4}" dt="2026-05-28T04:29:27.974" v="4639" actId="1036"/>
          <ac:picMkLst>
            <pc:docMk/>
            <pc:sldMk cId="1250644646" sldId="330"/>
            <ac:picMk id="6" creationId="{55F27606-0963-B914-E944-35FAE9B57F25}"/>
          </ac:picMkLst>
        </pc:picChg>
        <pc:picChg chg="add mod">
          <ac:chgData name="MYUNG JIN" userId="89f3fa32ababedc4" providerId="LiveId" clId="{53BFC8FB-F919-4A98-9A97-F1BAF11238D4}" dt="2026-05-28T04:29:27.974" v="4639" actId="1036"/>
          <ac:picMkLst>
            <pc:docMk/>
            <pc:sldMk cId="1250644646" sldId="330"/>
            <ac:picMk id="10" creationId="{50CEA32D-CC1D-4CEB-E725-A5295A65ED52}"/>
          </ac:picMkLst>
        </pc:picChg>
        <pc:picChg chg="add mod">
          <ac:chgData name="MYUNG JIN" userId="89f3fa32ababedc4" providerId="LiveId" clId="{53BFC8FB-F919-4A98-9A97-F1BAF11238D4}" dt="2026-05-28T04:29:27.974" v="4639" actId="1036"/>
          <ac:picMkLst>
            <pc:docMk/>
            <pc:sldMk cId="1250644646" sldId="330"/>
            <ac:picMk id="12" creationId="{2290E4FD-57D2-E219-C7E8-D9662129D64E}"/>
          </ac:picMkLst>
        </pc:picChg>
      </pc:sldChg>
      <pc:sldChg chg="addSp modSp new mod">
        <pc:chgData name="MYUNG JIN" userId="89f3fa32ababedc4" providerId="LiveId" clId="{53BFC8FB-F919-4A98-9A97-F1BAF11238D4}" dt="2026-05-28T09:01:30.864" v="5784" actId="20577"/>
        <pc:sldMkLst>
          <pc:docMk/>
          <pc:sldMk cId="3006280607" sldId="331"/>
        </pc:sldMkLst>
        <pc:spChg chg="mod">
          <ac:chgData name="MYUNG JIN" userId="89f3fa32ababedc4" providerId="LiveId" clId="{53BFC8FB-F919-4A98-9A97-F1BAF11238D4}" dt="2026-05-28T07:59:03.723" v="4830" actId="20577"/>
          <ac:spMkLst>
            <pc:docMk/>
            <pc:sldMk cId="3006280607" sldId="331"/>
            <ac:spMk id="2" creationId="{B1FB15E6-84C0-4011-D1BE-AD81D605F1BA}"/>
          </ac:spMkLst>
        </pc:spChg>
        <pc:spChg chg="add mod">
          <ac:chgData name="MYUNG JIN" userId="89f3fa32ababedc4" providerId="LiveId" clId="{53BFC8FB-F919-4A98-9A97-F1BAF11238D4}" dt="2026-05-28T09:01:30.864" v="5784" actId="20577"/>
          <ac:spMkLst>
            <pc:docMk/>
            <pc:sldMk cId="3006280607" sldId="331"/>
            <ac:spMk id="3" creationId="{3DAA29A9-1FFD-5849-0E79-356A49FBA337}"/>
          </ac:spMkLst>
        </pc:spChg>
      </pc:sldChg>
      <pc:sldMasterChg chg="modSldLayout">
        <pc:chgData name="MYUNG JIN" userId="89f3fa32ababedc4" providerId="LiveId" clId="{53BFC8FB-F919-4A98-9A97-F1BAF11238D4}" dt="2026-05-28T08:02:56.150" v="4832" actId="20577"/>
        <pc:sldMasterMkLst>
          <pc:docMk/>
          <pc:sldMasterMk cId="865822706" sldId="2147483672"/>
        </pc:sldMasterMkLst>
        <pc:sldLayoutChg chg="modSp mod">
          <pc:chgData name="MYUNG JIN" userId="89f3fa32ababedc4" providerId="LiveId" clId="{53BFC8FB-F919-4A98-9A97-F1BAF11238D4}" dt="2026-05-28T08:02:56.150" v="4832" actId="20577"/>
          <pc:sldLayoutMkLst>
            <pc:docMk/>
            <pc:sldMasterMk cId="865822706" sldId="2147483672"/>
            <pc:sldLayoutMk cId="1527371085" sldId="2147483662"/>
          </pc:sldLayoutMkLst>
          <pc:spChg chg="mod">
            <ac:chgData name="MYUNG JIN" userId="89f3fa32ababedc4" providerId="LiveId" clId="{53BFC8FB-F919-4A98-9A97-F1BAF11238D4}" dt="2026-05-28T08:02:56.150" v="4832" actId="20577"/>
            <ac:spMkLst>
              <pc:docMk/>
              <pc:sldMasterMk cId="865822706" sldId="2147483672"/>
              <pc:sldLayoutMk cId="1527371085" sldId="2147483662"/>
              <ac:spMk id="2" creationId="{A7AFC566-22A4-29F2-DC8E-5E0F72383F7D}"/>
            </ac:spMkLst>
          </pc:spChg>
        </pc:sldLayoutChg>
      </pc:sldMasterChg>
    </pc:docChg>
  </pc:docChgLst>
  <pc:docChgLst>
    <pc:chgData name="MYUNG JIN" userId="89f3fa32ababedc4" providerId="LiveId" clId="{1442CAFF-C376-405E-80FE-32277BA9AD5E}"/>
    <pc:docChg chg="modSld">
      <pc:chgData name="MYUNG JIN" userId="89f3fa32ababedc4" providerId="LiveId" clId="{1442CAFF-C376-405E-80FE-32277BA9AD5E}" dt="2026-04-29T23:59:40.352" v="40" actId="58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8180F2F1-247D-439A-AE1A-1AD18BF0EBC5}" type="datetime1">
              <a:rPr lang="ko-KR" altLang="en-US"/>
              <a:pPr lvl="0">
                <a:defRPr/>
              </a:pPr>
              <a:t>2026-05-28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969D8441-CF3E-4C34-A420-65ADD8A7BB05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C47ACFDF-210B-4108-EB77-9160E7834D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kumimoji="1" lang="en-US" sz="3200" b="1" dirty="0">
                <a:solidFill>
                  <a:srgbClr val="0000FF"/>
                </a:solidFill>
                <a:effectLst/>
                <a:latin typeface="Calibri"/>
                <a:ea typeface="굴림"/>
                <a:cs typeface="굴림"/>
              </a:defRPr>
            </a:lvl1pPr>
          </a:lstStyle>
          <a:p>
            <a:pPr lvl="0" algn="ctr"/>
            <a:r>
              <a:rPr lang="ko-KR" altLang="en-US" dirty="0"/>
              <a:t>제목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진명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27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2B732FBD-70BB-590B-EED9-6BA8F8E91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65556"/>
            <a:ext cx="8955742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>
              <a:defRPr lang="en-US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algn="ctr"/>
            <a:endParaRPr lang="en-US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68D360D-C118-14A3-C8B6-E639F8DD026C}"/>
              </a:ext>
            </a:extLst>
          </p:cNvPr>
          <p:cNvCxnSpPr/>
          <p:nvPr userDrawn="1"/>
        </p:nvCxnSpPr>
        <p:spPr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w="med" len="med"/>
          </a:ln>
          <a:effectLst/>
        </p:spPr>
      </p:cxn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AFC566-22A4-29F2-DC8E-5E0F72383F7D}"/>
              </a:ext>
            </a:extLst>
          </p:cNvPr>
          <p:cNvSpPr txBox="1">
            <a:spLocks/>
          </p:cNvSpPr>
          <p:nvPr userDrawn="1"/>
        </p:nvSpPr>
        <p:spPr>
          <a:xfrm>
            <a:off x="4125611" y="6467849"/>
            <a:ext cx="8908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1F989CB1-DA8A-44BB-A4A9-D7F9352F01ED}" type="slidenum">
              <a:rPr lang="ko-KR" altLang="en-US" sz="1800" smtClean="0">
                <a:solidFill>
                  <a:srgbClr val="FFFFFF"/>
                </a:solidFill>
              </a:rPr>
              <a:pPr algn="ctr">
                <a:defRPr/>
              </a:pPr>
              <a:t>‹#›</a:t>
            </a:fld>
            <a:r>
              <a:rPr lang="ko-KR" altLang="en-US" sz="1800" dirty="0">
                <a:solidFill>
                  <a:srgbClr val="FFFFFF"/>
                </a:solidFill>
              </a:rPr>
              <a:t> </a:t>
            </a:r>
            <a:r>
              <a:rPr lang="en-US" altLang="ko-KR" sz="1800" dirty="0">
                <a:solidFill>
                  <a:srgbClr val="FFFFFF"/>
                </a:solidFill>
              </a:rPr>
              <a:t>/ 7</a:t>
            </a:r>
            <a:endParaRPr lang="ko-KR" alt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73710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_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C47ACFDF-210B-4108-EB77-9160E7834D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kumimoji="1" lang="en-US" sz="3200" b="1" dirty="0">
                <a:solidFill>
                  <a:srgbClr val="0000FF"/>
                </a:solidFill>
                <a:effectLst/>
                <a:latin typeface="Calibri"/>
                <a:ea typeface="굴림"/>
                <a:cs typeface="굴림"/>
              </a:defRPr>
            </a:lvl1pPr>
          </a:lstStyle>
          <a:p>
            <a:pPr lvl="0" algn="ctr"/>
            <a:r>
              <a:rPr lang="ko-KR" altLang="en-US" dirty="0"/>
              <a:t>제목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진명</a:t>
            </a:r>
            <a:endParaRPr lang="en-US" dirty="0"/>
          </a:p>
        </p:txBody>
      </p:sp>
      <p:sp>
        <p:nvSpPr>
          <p:cNvPr id="12" name="슬라이드 번호 개체 틀 1">
            <a:extLst>
              <a:ext uri="{FF2B5EF4-FFF2-40B4-BE49-F238E27FC236}">
                <a16:creationId xmlns:a16="http://schemas.microsoft.com/office/drawing/2014/main" id="{73E09DDB-F9AA-B7CF-1BD1-467229BF433E}"/>
              </a:ext>
            </a:extLst>
          </p:cNvPr>
          <p:cNvSpPr txBox="1">
            <a:spLocks/>
          </p:cNvSpPr>
          <p:nvPr userDrawn="1"/>
        </p:nvSpPr>
        <p:spPr>
          <a:xfrm>
            <a:off x="4125611" y="6467849"/>
            <a:ext cx="8908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1F989CB1-DA8A-44BB-A4A9-D7F9352F01ED}" type="slidenum">
              <a:rPr lang="ko-KR" altLang="en-US" sz="1800" smtClean="0">
                <a:solidFill>
                  <a:srgbClr val="FFFFFF"/>
                </a:solidFill>
              </a:rPr>
              <a:pPr algn="ctr">
                <a:defRPr/>
              </a:pPr>
              <a:t>‹#›</a:t>
            </a:fld>
            <a:r>
              <a:rPr lang="ko-KR" altLang="en-US" sz="1800" dirty="0">
                <a:solidFill>
                  <a:srgbClr val="FFFFFF"/>
                </a:solidFill>
              </a:rPr>
              <a:t> </a:t>
            </a:r>
            <a:r>
              <a:rPr lang="en-US" altLang="ko-KR" sz="1800" dirty="0">
                <a:solidFill>
                  <a:srgbClr val="FFFFFF"/>
                </a:solidFill>
              </a:rPr>
              <a:t>/ A</a:t>
            </a:r>
            <a:endParaRPr lang="ko-KR" alt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637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_본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2B732FBD-70BB-590B-EED9-6BA8F8E91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65556"/>
            <a:ext cx="8955742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>
              <a:defRPr lang="en-US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algn="ctr"/>
            <a:endParaRPr lang="en-US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68D360D-C118-14A3-C8B6-E639F8DD026C}"/>
              </a:ext>
            </a:extLst>
          </p:cNvPr>
          <p:cNvCxnSpPr/>
          <p:nvPr userDrawn="1"/>
        </p:nvCxnSpPr>
        <p:spPr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w="med" len="med"/>
          </a:ln>
          <a:effectLst/>
        </p:spPr>
      </p:cxn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AFC566-22A4-29F2-DC8E-5E0F72383F7D}"/>
              </a:ext>
            </a:extLst>
          </p:cNvPr>
          <p:cNvSpPr txBox="1">
            <a:spLocks/>
          </p:cNvSpPr>
          <p:nvPr userDrawn="1"/>
        </p:nvSpPr>
        <p:spPr>
          <a:xfrm>
            <a:off x="4125611" y="6467849"/>
            <a:ext cx="8908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1F989CB1-DA8A-44BB-A4A9-D7F9352F01ED}" type="slidenum">
              <a:rPr lang="ko-KR" altLang="en-US" sz="1800" smtClean="0">
                <a:solidFill>
                  <a:srgbClr val="FFFFFF"/>
                </a:solidFill>
              </a:rPr>
              <a:pPr algn="ctr">
                <a:defRPr/>
              </a:pPr>
              <a:t>‹#›</a:t>
            </a:fld>
            <a:r>
              <a:rPr lang="ko-KR" altLang="en-US" sz="1800" dirty="0">
                <a:solidFill>
                  <a:srgbClr val="FFFFFF"/>
                </a:solidFill>
              </a:rPr>
              <a:t> </a:t>
            </a:r>
            <a:r>
              <a:rPr lang="en-US" altLang="ko-KR" sz="1800" dirty="0">
                <a:solidFill>
                  <a:srgbClr val="FFFFFF"/>
                </a:solidFill>
              </a:rPr>
              <a:t>/ A</a:t>
            </a:r>
            <a:endParaRPr lang="ko-KR" alt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3303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34A334C5-B9FA-4ED1-A744-F408B6777B24}" type="datetime1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00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9E5042A7-DF43-46DE-92FC-CFB97544BBB3}" type="datetime1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779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916D5AD-5A6F-454C-9545-6885344E280D}" type="datetime1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6316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3F7BB00-28E5-4A3B-9E5F-1F4BB3A8F165}" type="datetime1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5328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CEAC59B-C817-48F5-8ACE-D9D17C2470A4}" type="datetime1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4692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3B0509C-DF52-4D9E-B08B-80FF4BADBE5B}" type="datetime1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1618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D7E32654-65AB-44C2-B15A-24814E9FAC6C}" type="datetime1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39343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A4443EB-2E16-4E63-8781-456863843F67}" type="datetime1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12590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33B04AE-6A3D-446A-BA2E-D60D9DF7E98F}" type="datetime1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87923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F9506-E5DD-4FE8-0BB7-EACC1C891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25DBDE6-F08E-5E13-9BC0-67987A6A88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DDA8C695-F3F3-4DFA-BE8E-F96FA1E20C9A}" type="datetime1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7BAB051-DD19-19B3-C999-DD1B7F47C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796CDF9-9319-B249-5F10-09AFE0D96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8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7706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 latinLnBrk="1">
              <a:defRPr/>
            </a:pPr>
            <a:endParaRPr kumimoji="1" lang="ko-KR" altLang="en-US" sz="4400" b="1" dirty="0">
              <a:solidFill>
                <a:srgbClr val="0000FF"/>
              </a:solidFill>
              <a:effectLst/>
              <a:latin typeface="Calibri"/>
              <a:ea typeface="굴림"/>
              <a:cs typeface="굴림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5B2251B-B63B-3A95-4A71-181753A1254A}"/>
              </a:ext>
            </a:extLst>
          </p:cNvPr>
          <p:cNvSpPr/>
          <p:nvPr userDrawn="1"/>
        </p:nvSpPr>
        <p:spPr>
          <a:xfrm>
            <a:off x="-10765" y="6476626"/>
            <a:ext cx="9163643" cy="390252"/>
          </a:xfrm>
          <a:prstGeom prst="rect">
            <a:avLst/>
          </a:prstGeom>
          <a:solidFill>
            <a:srgbClr val="00397F"/>
          </a:solidFill>
          <a:ln w="9525" cap="flat" cmpd="sng" algn="ctr">
            <a:noFill/>
            <a:prstDash val="solid"/>
            <a:round/>
            <a:headEnd w="med" len="med"/>
            <a:tailEnd w="med" len="med"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</a:bodyPr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1600" b="0" i="0" u="none" strike="noStrike" cap="none" normalizeH="0">
              <a:solidFill>
                <a:schemeClr val="tx1"/>
              </a:solidFill>
              <a:effectLst/>
              <a:latin typeface="Times New Roman"/>
              <a:ea typeface="맑은 고딕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5AE41EA-423B-2D50-1B61-33F790630545}"/>
              </a:ext>
            </a:extLst>
          </p:cNvPr>
          <p:cNvSpPr/>
          <p:nvPr userDrawn="1"/>
        </p:nvSpPr>
        <p:spPr>
          <a:xfrm>
            <a:off x="5104660" y="6547575"/>
            <a:ext cx="4039339" cy="236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85000"/>
              </a:lnSpc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lang="en-US" altLang="ko-KR" sz="1100" b="1" i="1">
                <a:solidFill>
                  <a:schemeClr val="bg1">
                    <a:lumMod val="75000"/>
                  </a:schemeClr>
                </a:solidFill>
                <a:latin typeface="Times New Roman"/>
                <a:ea typeface="맑은 고딕"/>
                <a:cs typeface="Times New Roman"/>
              </a:rPr>
              <a:t>School of Electrical Engineering, Seoul National University</a:t>
            </a:r>
            <a:endParaRPr lang="en-US" altLang="ko-KR" sz="1100" b="1" kern="0">
              <a:solidFill>
                <a:schemeClr val="bg1">
                  <a:lumMod val="75000"/>
                </a:schemeClr>
              </a:solidFill>
              <a:latin typeface="Times New Roman"/>
              <a:ea typeface="맑은 고딕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E44581E-9BA8-E469-247F-0330F2662E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/>
          <a:stretch>
            <a:fillRect/>
          </a:stretch>
        </p:blipFill>
        <p:spPr>
          <a:xfrm>
            <a:off x="278983" y="6525344"/>
            <a:ext cx="1023426" cy="287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822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4" r:id="rId3"/>
    <p:sldLayoutId id="2147483675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3" r:id="rId14"/>
  </p:sldLayoutIdLst>
  <p:hf hdr="0" ftr="0" dt="0"/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E249DC-8914-7D45-D9D6-4D9952A1C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686231"/>
            <a:ext cx="7886700" cy="3485538"/>
          </a:xfrm>
        </p:spPr>
        <p:txBody>
          <a:bodyPr/>
          <a:lstStyle/>
          <a:p>
            <a:r>
              <a:rPr lang="en-US" altLang="ko-KR" dirty="0"/>
              <a:t>26</a:t>
            </a:r>
            <a:r>
              <a:rPr lang="ko-KR" altLang="en-US" dirty="0"/>
              <a:t>년 </a:t>
            </a:r>
            <a:r>
              <a:rPr lang="en-US" altLang="ko-KR" dirty="0"/>
              <a:t>5</a:t>
            </a:r>
            <a:r>
              <a:rPr lang="ko-KR" altLang="en-US" dirty="0"/>
              <a:t>월 연구미팅 자료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진명</a:t>
            </a:r>
          </a:p>
        </p:txBody>
      </p:sp>
    </p:spTree>
    <p:extLst>
      <p:ext uri="{BB962C8B-B14F-4D97-AF65-F5344CB8AC3E}">
        <p14:creationId xmlns:p14="http://schemas.microsoft.com/office/powerpoint/2010/main" val="24158246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2B3A61-C0B5-B7C2-1774-9134E3CFF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Time-step-free Model Impact</a:t>
            </a:r>
            <a:endParaRPr lang="ko-KR" altLang="en-US" dirty="0"/>
          </a:p>
        </p:txBody>
      </p:sp>
      <p:pic>
        <p:nvPicPr>
          <p:cNvPr id="5" name="그림 4" descr="폰트, 텍스트, 화이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A08BDE1-8A43-FEC0-E8C1-EE714D441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6353" y="1656752"/>
            <a:ext cx="2410161" cy="733527"/>
          </a:xfrm>
          <a:prstGeom prst="rect">
            <a:avLst/>
          </a:prstGeom>
        </p:spPr>
      </p:pic>
      <p:pic>
        <p:nvPicPr>
          <p:cNvPr id="6" name="그림 5" descr="폰트, 텍스트, 라인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5F27606-0963-B914-E944-35FAE9B57F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1582" y="2349836"/>
            <a:ext cx="2370953" cy="58698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0CEA32D-CC1D-4CEB-E725-A5295A65ED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8422" y="3328396"/>
            <a:ext cx="3813982" cy="433598"/>
          </a:xfrm>
          <a:prstGeom prst="rect">
            <a:avLst/>
          </a:prstGeom>
        </p:spPr>
      </p:pic>
      <p:pic>
        <p:nvPicPr>
          <p:cNvPr id="12" name="그림 11" descr="텍스트, 도표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90E4FD-57D2-E219-C7E8-D9662129D6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3591" y="4012255"/>
            <a:ext cx="5613595" cy="243062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B0153A1-F69A-C98F-D4B9-96EA751DAB8F}"/>
              </a:ext>
            </a:extLst>
          </p:cNvPr>
          <p:cNvSpPr txBox="1"/>
          <p:nvPr/>
        </p:nvSpPr>
        <p:spPr>
          <a:xfrm>
            <a:off x="884018" y="1803239"/>
            <a:ext cx="4552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ΔV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th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: Equivalent channel field intensity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B7EB8B-F728-D4C4-2DBF-EC64979A3A84}"/>
              </a:ext>
            </a:extLst>
          </p:cNvPr>
          <p:cNvSpPr txBox="1"/>
          <p:nvPr/>
        </p:nvSpPr>
        <p:spPr>
          <a:xfrm>
            <a:off x="884018" y="2443471"/>
            <a:ext cx="3500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By Cramer’s rule, 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FD3419-4A45-2494-6BC7-A3E8BB17066D}"/>
              </a:ext>
            </a:extLst>
          </p:cNvPr>
          <p:cNvSpPr txBox="1"/>
          <p:nvPr/>
        </p:nvSpPr>
        <p:spPr>
          <a:xfrm>
            <a:off x="304599" y="1064071"/>
            <a:ext cx="63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ΔV</a:t>
            </a:r>
            <a:r>
              <a:rPr lang="en-US" altLang="ko-KR" sz="2800" b="1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th</a:t>
            </a:r>
            <a:r>
              <a:rPr lang="en-US" altLang="ko-KR" sz="2800" b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Calculation Optimization</a:t>
            </a:r>
            <a:endParaRPr lang="ko-KR" altLang="en-US" sz="2800" b="1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506446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D8BDA-64D5-4CBF-1CA4-2C01F4125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CFEBE8-90B8-8637-0877-F45827184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Time-step-free Model Impact</a:t>
            </a:r>
            <a:endParaRPr lang="ko-KR" altLang="en-US" dirty="0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3B94BBAD-DB56-51B8-A56E-3219EB698604}"/>
              </a:ext>
            </a:extLst>
          </p:cNvPr>
          <p:cNvSpPr/>
          <p:nvPr/>
        </p:nvSpPr>
        <p:spPr>
          <a:xfrm>
            <a:off x="1678940" y="987552"/>
            <a:ext cx="1325880" cy="411480"/>
          </a:xfrm>
          <a:prstGeom prst="rect">
            <a:avLst/>
          </a:prstGeom>
          <a:solidFill>
            <a:srgbClr val="0D2B45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Property</a:t>
            </a:r>
            <a:endParaRPr lang="en-US" dirty="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16C59096-E87C-B00F-6073-30248BDA174F}"/>
              </a:ext>
            </a:extLst>
          </p:cNvPr>
          <p:cNvSpPr/>
          <p:nvPr/>
        </p:nvSpPr>
        <p:spPr>
          <a:xfrm>
            <a:off x="3004820" y="987552"/>
            <a:ext cx="1965960" cy="411480"/>
          </a:xfrm>
          <a:prstGeom prst="rect">
            <a:avLst/>
          </a:prstGeom>
          <a:solidFill>
            <a:srgbClr val="0D2B45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Transient TCAD</a:t>
            </a:r>
            <a:endParaRPr lang="en-US" dirty="0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9BD41E64-3FEC-4074-F284-570350FC11AE}"/>
              </a:ext>
            </a:extLst>
          </p:cNvPr>
          <p:cNvSpPr/>
          <p:nvPr/>
        </p:nvSpPr>
        <p:spPr>
          <a:xfrm>
            <a:off x="4970780" y="987552"/>
            <a:ext cx="2468880" cy="411480"/>
          </a:xfrm>
          <a:prstGeom prst="rect">
            <a:avLst/>
          </a:prstGeom>
          <a:solidFill>
            <a:srgbClr val="0D2B45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Time-step-free model</a:t>
            </a:r>
            <a:endParaRPr lang="en-US" dirty="0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9AF23282-BC56-4827-CB34-8E20E8D87B49}"/>
              </a:ext>
            </a:extLst>
          </p:cNvPr>
          <p:cNvSpPr/>
          <p:nvPr/>
        </p:nvSpPr>
        <p:spPr>
          <a:xfrm>
            <a:off x="1678940" y="1399032"/>
            <a:ext cx="1325880" cy="658368"/>
          </a:xfrm>
          <a:prstGeom prst="rect">
            <a:avLst/>
          </a:prstGeom>
          <a:solidFill>
            <a:srgbClr val="F6F8FB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Temporal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treatment</a:t>
            </a:r>
            <a:endParaRPr lang="en-US" sz="1400" dirty="0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0C4F9325-8195-22E5-7F4B-8F2050C88A8D}"/>
              </a:ext>
            </a:extLst>
          </p:cNvPr>
          <p:cNvSpPr/>
          <p:nvPr/>
        </p:nvSpPr>
        <p:spPr>
          <a:xfrm>
            <a:off x="3004820" y="1399032"/>
            <a:ext cx="19659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Sequential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time stepping</a:t>
            </a:r>
            <a:endParaRPr lang="en-US" sz="1600" dirty="0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4F34AC3C-4201-F5A4-21F0-481F30376F01}"/>
              </a:ext>
            </a:extLst>
          </p:cNvPr>
          <p:cNvSpPr/>
          <p:nvPr/>
        </p:nvSpPr>
        <p:spPr>
          <a:xfrm>
            <a:off x="1678940" y="2057400"/>
            <a:ext cx="1325880" cy="768096"/>
          </a:xfrm>
          <a:prstGeom prst="rect">
            <a:avLst/>
          </a:prstGeom>
          <a:solidFill>
            <a:srgbClr val="F6F8FB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Final-time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dependence</a:t>
            </a:r>
            <a:endParaRPr lang="en-US" sz="1400" dirty="0"/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08729621-76C8-B9F6-D0AD-1C469C24D5F4}"/>
              </a:ext>
            </a:extLst>
          </p:cNvPr>
          <p:cNvSpPr/>
          <p:nvPr/>
        </p:nvSpPr>
        <p:spPr>
          <a:xfrm>
            <a:off x="3004820" y="2057400"/>
            <a:ext cx="196596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Runtime grows as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simulated retention time increases</a:t>
            </a:r>
            <a:endParaRPr lang="en-US" sz="1200" dirty="0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0F5FECCB-5C2D-1628-AE27-11414EF5DD54}"/>
              </a:ext>
            </a:extLst>
          </p:cNvPr>
          <p:cNvSpPr/>
          <p:nvPr/>
        </p:nvSpPr>
        <p:spPr>
          <a:xfrm>
            <a:off x="4970780" y="2057400"/>
            <a:ext cx="246888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Independent of final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physical time for fixed queries</a:t>
            </a:r>
            <a:endParaRPr lang="en-US" sz="1200" dirty="0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1CFDC5EA-A762-8409-8521-BE3A1697E662}"/>
              </a:ext>
            </a:extLst>
          </p:cNvPr>
          <p:cNvSpPr/>
          <p:nvPr/>
        </p:nvSpPr>
        <p:spPr>
          <a:xfrm>
            <a:off x="1678940" y="2825496"/>
            <a:ext cx="1325880" cy="603504"/>
          </a:xfrm>
          <a:prstGeom prst="rect">
            <a:avLst/>
          </a:prstGeom>
          <a:solidFill>
            <a:srgbClr val="F6F8FB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Average</a:t>
            </a:r>
          </a:p>
          <a:p>
            <a:pPr marL="0" indent="0" algn="ctr">
              <a:buNone/>
            </a:pPr>
            <a:r>
              <a:rPr lang="en-US" sz="1400" b="1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runtime</a:t>
            </a:r>
            <a:endParaRPr lang="en-US" sz="1400" dirty="0"/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16EADD70-F62E-073B-B162-3E425EB4B92F}"/>
              </a:ext>
            </a:extLst>
          </p:cNvPr>
          <p:cNvSpPr/>
          <p:nvPr/>
        </p:nvSpPr>
        <p:spPr>
          <a:xfrm>
            <a:off x="3004820" y="2825496"/>
            <a:ext cx="196596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 dirty="0">
                <a:solidFill>
                  <a:srgbClr val="5C66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27483 s</a:t>
            </a:r>
            <a:endParaRPr lang="en-US" sz="2400" dirty="0"/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4F691844-AE31-8AD8-07D4-6E521F2F6D37}"/>
              </a:ext>
            </a:extLst>
          </p:cNvPr>
          <p:cNvSpPr/>
          <p:nvPr/>
        </p:nvSpPr>
        <p:spPr>
          <a:xfrm>
            <a:off x="4970780" y="2825496"/>
            <a:ext cx="246888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3.926 s</a:t>
            </a:r>
            <a:endParaRPr lang="en-US" sz="24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3376CE2C-183C-4299-22DE-CCCB6653A9B9}"/>
              </a:ext>
            </a:extLst>
          </p:cNvPr>
          <p:cNvSpPr/>
          <p:nvPr/>
        </p:nvSpPr>
        <p:spPr>
          <a:xfrm>
            <a:off x="4806315" y="1355175"/>
            <a:ext cx="2797810" cy="746082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Closed-form</a:t>
            </a:r>
            <a:r>
              <a:rPr lang="en-US" sz="1600" dirty="0"/>
              <a:t> </a:t>
            </a:r>
            <a:r>
              <a:rPr lang="en-US" sz="1600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evaluation</a:t>
            </a:r>
            <a:endParaRPr lang="en-US" sz="1600" dirty="0"/>
          </a:p>
        </p:txBody>
      </p:sp>
      <p:sp>
        <p:nvSpPr>
          <p:cNvPr id="17" name="자유형: 도형 16">
            <a:extLst>
              <a:ext uri="{FF2B5EF4-FFF2-40B4-BE49-F238E27FC236}">
                <a16:creationId xmlns:a16="http://schemas.microsoft.com/office/drawing/2014/main" id="{CA379BF3-A014-2FFB-2718-0CE06C9041D3}"/>
              </a:ext>
            </a:extLst>
          </p:cNvPr>
          <p:cNvSpPr/>
          <p:nvPr/>
        </p:nvSpPr>
        <p:spPr>
          <a:xfrm>
            <a:off x="4254500" y="3306735"/>
            <a:ext cx="1460500" cy="286857"/>
          </a:xfrm>
          <a:custGeom>
            <a:avLst/>
            <a:gdLst>
              <a:gd name="csX0" fmla="*/ 0 w 1460500"/>
              <a:gd name="csY0" fmla="*/ 0 h 457598"/>
              <a:gd name="csX1" fmla="*/ 787400 w 1460500"/>
              <a:gd name="csY1" fmla="*/ 457200 h 457598"/>
              <a:gd name="csX2" fmla="*/ 1460500 w 1460500"/>
              <a:gd name="csY2" fmla="*/ 63500 h 4575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460500" h="457598">
                <a:moveTo>
                  <a:pt x="0" y="0"/>
                </a:moveTo>
                <a:cubicBezTo>
                  <a:pt x="271991" y="223308"/>
                  <a:pt x="543983" y="446617"/>
                  <a:pt x="787400" y="457200"/>
                </a:cubicBezTo>
                <a:cubicBezTo>
                  <a:pt x="1030817" y="467783"/>
                  <a:pt x="1245658" y="265641"/>
                  <a:pt x="1460500" y="63500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0BF833E0-366F-3985-BC35-9953B64EB2C8}"/>
              </a:ext>
            </a:extLst>
          </p:cNvPr>
          <p:cNvSpPr/>
          <p:nvPr/>
        </p:nvSpPr>
        <p:spPr>
          <a:xfrm>
            <a:off x="4060190" y="3593592"/>
            <a:ext cx="1849120" cy="419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00A6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≈ 7000×</a:t>
            </a:r>
            <a:endParaRPr lang="en-US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43C334CE-F044-0DC9-1F97-F5398783F4EF}"/>
              </a:ext>
            </a:extLst>
          </p:cNvPr>
          <p:cNvSpPr/>
          <p:nvPr/>
        </p:nvSpPr>
        <p:spPr>
          <a:xfrm>
            <a:off x="4060190" y="3913803"/>
            <a:ext cx="1849120" cy="286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runtime reduction</a:t>
            </a:r>
            <a:endParaRPr lang="en-US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92B6C53-0749-A854-349E-8A0910D96EC0}"/>
              </a:ext>
            </a:extLst>
          </p:cNvPr>
          <p:cNvSpPr txBox="1"/>
          <p:nvPr/>
        </p:nvSpPr>
        <p:spPr>
          <a:xfrm>
            <a:off x="838200" y="4326304"/>
            <a:ext cx="75819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TCAD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는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final physical time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까지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time step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별 순차적으로 계산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Time-step-free model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은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closed-form evaluation</a:t>
            </a:r>
          </a:p>
          <a:p>
            <a:pPr marL="342900" indent="-342900">
              <a:buFontTx/>
              <a:buChar char="-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Computational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resource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는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final retention time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자체가 아니라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 bin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수와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evaluated time point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수에 의해 결정</a:t>
            </a:r>
          </a:p>
        </p:txBody>
      </p:sp>
    </p:spTree>
    <p:extLst>
      <p:ext uri="{BB962C8B-B14F-4D97-AF65-F5344CB8AC3E}">
        <p14:creationId xmlns:p14="http://schemas.microsoft.com/office/powerpoint/2010/main" val="998313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3ADB9-34DA-B950-A802-3A43A8BED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>
            <a:extLst>
              <a:ext uri="{FF2B5EF4-FFF2-40B4-BE49-F238E27FC236}">
                <a16:creationId xmlns:a16="http://schemas.microsoft.com/office/drawing/2014/main" id="{7F58E887-E832-99FA-0F24-A9AFF8C1C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63" y="165100"/>
            <a:ext cx="8956675" cy="592138"/>
          </a:xfrm>
        </p:spPr>
        <p:txBody>
          <a:bodyPr/>
          <a:lstStyle/>
          <a:p>
            <a:r>
              <a:rPr lang="en-US" altLang="ko-KR" dirty="0"/>
              <a:t>Time-step-free Physics-based Modeling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75A4D3-247C-22B1-F1AE-B86974CCBE78}"/>
              </a:ext>
            </a:extLst>
          </p:cNvPr>
          <p:cNvSpPr txBox="1"/>
          <p:nvPr/>
        </p:nvSpPr>
        <p:spPr>
          <a:xfrm>
            <a:off x="671848" y="1120462"/>
            <a:ext cx="61818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Main Idea: simulation done with initial condition</a:t>
            </a:r>
          </a:p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=&gt; different from time stepping transient simulation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0B019CFC-82C9-105D-FCDD-B75465C27C5D}"/>
              </a:ext>
            </a:extLst>
          </p:cNvPr>
          <p:cNvSpPr/>
          <p:nvPr/>
        </p:nvSpPr>
        <p:spPr>
          <a:xfrm>
            <a:off x="7632700" y="2541855"/>
            <a:ext cx="0" cy="704088"/>
          </a:xfrm>
          <a:prstGeom prst="line">
            <a:avLst/>
          </a:prstGeom>
          <a:noFill/>
          <a:ln w="25400">
            <a:solidFill>
              <a:srgbClr val="00A6B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15A7DFE3-C15B-860D-119E-F34640D54D2A}"/>
              </a:ext>
            </a:extLst>
          </p:cNvPr>
          <p:cNvSpPr/>
          <p:nvPr/>
        </p:nvSpPr>
        <p:spPr>
          <a:xfrm>
            <a:off x="7632700" y="4004895"/>
            <a:ext cx="0" cy="704088"/>
          </a:xfrm>
          <a:prstGeom prst="line">
            <a:avLst/>
          </a:prstGeom>
          <a:noFill/>
          <a:ln w="25400">
            <a:solidFill>
              <a:srgbClr val="00A6B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8311B41D-60B9-2619-8B99-9242345E3C1D}"/>
              </a:ext>
            </a:extLst>
          </p:cNvPr>
          <p:cNvSpPr/>
          <p:nvPr/>
        </p:nvSpPr>
        <p:spPr>
          <a:xfrm>
            <a:off x="6489700" y="1901775"/>
            <a:ext cx="2286000" cy="685800"/>
          </a:xfrm>
          <a:prstGeom prst="rect">
            <a:avLst/>
          </a:prstGeom>
          <a:solidFill>
            <a:srgbClr val="EAFBFC"/>
          </a:solidFill>
          <a:ln w="12700">
            <a:solidFill>
              <a:srgbClr val="7FD9DF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 Initial state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t0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(r,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)</a:t>
            </a:r>
            <a:endParaRPr lang="en-US" sz="1450" dirty="0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BADA6501-2D63-D31A-2E5E-0221B93D84B6}"/>
              </a:ext>
            </a:extLst>
          </p:cNvPr>
          <p:cNvSpPr/>
          <p:nvPr/>
        </p:nvSpPr>
        <p:spPr>
          <a:xfrm>
            <a:off x="6489700" y="3282519"/>
            <a:ext cx="2286000" cy="685800"/>
          </a:xfrm>
          <a:prstGeom prst="rect">
            <a:avLst/>
          </a:prstGeom>
          <a:solidFill>
            <a:srgbClr val="F0F7FF"/>
          </a:solidFill>
          <a:ln w="12700">
            <a:solidFill>
              <a:srgbClr val="A9CCE3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2. Emission rates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WL</a:t>
            </a:r>
            <a:endParaRPr lang="en-US" sz="1450" baseline="-25000" dirty="0"/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D5066E75-AF93-E9A3-9676-300154B024F9}"/>
              </a:ext>
            </a:extLst>
          </p:cNvPr>
          <p:cNvSpPr/>
          <p:nvPr/>
        </p:nvSpPr>
        <p:spPr>
          <a:xfrm>
            <a:off x="6489700" y="4754703"/>
            <a:ext cx="2286000" cy="685800"/>
          </a:xfrm>
          <a:prstGeom prst="rect">
            <a:avLst/>
          </a:prstGeom>
          <a:solidFill>
            <a:srgbClr val="F7F2E2"/>
          </a:solidFill>
          <a:ln w="12700">
            <a:solidFill>
              <a:srgbClr val="F2D38E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 Direct evaluation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(r,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, t)</a:t>
            </a:r>
            <a:endParaRPr lang="en-US" sz="1450" dirty="0"/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AEF8090E-1CBF-ECCD-AB9E-F978D889B8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595" y="1854072"/>
            <a:ext cx="5496708" cy="3860024"/>
          </a:xfrm>
          <a:prstGeom prst="rect">
            <a:avLst/>
          </a:prstGeom>
        </p:spPr>
      </p:pic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7EACCCCB-6BCA-1872-D756-495F8CC939D3}"/>
              </a:ext>
            </a:extLst>
          </p:cNvPr>
          <p:cNvCxnSpPr>
            <a:cxnSpLocks/>
          </p:cNvCxnSpPr>
          <p:nvPr/>
        </p:nvCxnSpPr>
        <p:spPr>
          <a:xfrm flipH="1">
            <a:off x="5588000" y="1901775"/>
            <a:ext cx="901700" cy="339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89EBAB40-DF68-1C55-F411-6EF90C330B79}"/>
              </a:ext>
            </a:extLst>
          </p:cNvPr>
          <p:cNvCxnSpPr>
            <a:cxnSpLocks/>
          </p:cNvCxnSpPr>
          <p:nvPr/>
        </p:nvCxnSpPr>
        <p:spPr>
          <a:xfrm flipH="1">
            <a:off x="5715000" y="2576839"/>
            <a:ext cx="774700" cy="32106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 10">
            <a:extLst>
              <a:ext uri="{FF2B5EF4-FFF2-40B4-BE49-F238E27FC236}">
                <a16:creationId xmlns:a16="http://schemas.microsoft.com/office/drawing/2014/main" id="{CAD10C1F-D58C-1390-7520-D765C6608A24}"/>
              </a:ext>
            </a:extLst>
          </p:cNvPr>
          <p:cNvSpPr/>
          <p:nvPr/>
        </p:nvSpPr>
        <p:spPr>
          <a:xfrm>
            <a:off x="4975557" y="5924055"/>
            <a:ext cx="4061101" cy="4857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계산 비용은 final retention time 자체가 아니라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trap bin 수와 evaluated time point 수에 의해 결정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10111347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>
            <a:extLst>
              <a:ext uri="{FF2B5EF4-FFF2-40B4-BE49-F238E27FC236}">
                <a16:creationId xmlns:a16="http://schemas.microsoft.com/office/drawing/2014/main" id="{FA9A292C-1EB9-1AA8-FC46-AEC906E077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848" y="2465655"/>
            <a:ext cx="4781669" cy="1848912"/>
          </a:xfrm>
          <a:prstGeom prst="rect">
            <a:avLst/>
          </a:prstGeom>
        </p:spPr>
      </p:pic>
      <p:sp>
        <p:nvSpPr>
          <p:cNvPr id="17" name="제목 1">
            <a:extLst>
              <a:ext uri="{FF2B5EF4-FFF2-40B4-BE49-F238E27FC236}">
                <a16:creationId xmlns:a16="http://schemas.microsoft.com/office/drawing/2014/main" id="{69A62632-E77A-3927-5FF5-36F3D4848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63" y="165100"/>
            <a:ext cx="8956675" cy="592138"/>
          </a:xfrm>
        </p:spPr>
        <p:txBody>
          <a:bodyPr/>
          <a:lstStyle/>
          <a:p>
            <a:r>
              <a:rPr lang="en-US" altLang="ko-KR" dirty="0"/>
              <a:t>Time-step-free Physics-based Modeling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A06A91F-EB43-550F-B4D1-43300861B55A}"/>
              </a:ext>
            </a:extLst>
          </p:cNvPr>
          <p:cNvSpPr txBox="1"/>
          <p:nvPr/>
        </p:nvSpPr>
        <p:spPr>
          <a:xfrm>
            <a:off x="671848" y="1120462"/>
            <a:ext cx="61818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Main Idea: simulation done with initial condition</a:t>
            </a:r>
          </a:p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=&gt; different from time stepping transient simulation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9" name="Shape 4">
            <a:extLst>
              <a:ext uri="{FF2B5EF4-FFF2-40B4-BE49-F238E27FC236}">
                <a16:creationId xmlns:a16="http://schemas.microsoft.com/office/drawing/2014/main" id="{4B12687F-16DE-0115-C6A4-52E374D80ADA}"/>
              </a:ext>
            </a:extLst>
          </p:cNvPr>
          <p:cNvSpPr/>
          <p:nvPr/>
        </p:nvSpPr>
        <p:spPr>
          <a:xfrm>
            <a:off x="7632700" y="2541855"/>
            <a:ext cx="0" cy="704088"/>
          </a:xfrm>
          <a:prstGeom prst="line">
            <a:avLst/>
          </a:prstGeom>
          <a:noFill/>
          <a:ln w="25400">
            <a:solidFill>
              <a:srgbClr val="00A6B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5">
            <a:extLst>
              <a:ext uri="{FF2B5EF4-FFF2-40B4-BE49-F238E27FC236}">
                <a16:creationId xmlns:a16="http://schemas.microsoft.com/office/drawing/2014/main" id="{1ACA70EC-8205-C076-89B9-19A20CDEC131}"/>
              </a:ext>
            </a:extLst>
          </p:cNvPr>
          <p:cNvSpPr/>
          <p:nvPr/>
        </p:nvSpPr>
        <p:spPr>
          <a:xfrm>
            <a:off x="7632700" y="4004895"/>
            <a:ext cx="0" cy="704088"/>
          </a:xfrm>
          <a:prstGeom prst="line">
            <a:avLst/>
          </a:prstGeom>
          <a:noFill/>
          <a:ln w="25400">
            <a:solidFill>
              <a:srgbClr val="00A6B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D85A6764-C53E-AE99-4112-60BB60EFD33A}"/>
              </a:ext>
            </a:extLst>
          </p:cNvPr>
          <p:cNvSpPr/>
          <p:nvPr/>
        </p:nvSpPr>
        <p:spPr>
          <a:xfrm>
            <a:off x="6489700" y="1901775"/>
            <a:ext cx="2286000" cy="685800"/>
          </a:xfrm>
          <a:prstGeom prst="rect">
            <a:avLst/>
          </a:prstGeom>
          <a:solidFill>
            <a:srgbClr val="EAFBFC"/>
          </a:solidFill>
          <a:ln w="12700">
            <a:solidFill>
              <a:srgbClr val="7FD9DF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 Initial state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t0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(r,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)</a:t>
            </a:r>
            <a:endParaRPr lang="en-US" sz="1450" dirty="0"/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CD9D4F22-0BD8-C767-6471-0D1BF4AE26E7}"/>
              </a:ext>
            </a:extLst>
          </p:cNvPr>
          <p:cNvSpPr/>
          <p:nvPr/>
        </p:nvSpPr>
        <p:spPr>
          <a:xfrm>
            <a:off x="6489700" y="3282519"/>
            <a:ext cx="2286000" cy="685800"/>
          </a:xfrm>
          <a:prstGeom prst="rect">
            <a:avLst/>
          </a:prstGeom>
          <a:solidFill>
            <a:srgbClr val="F0F7FF"/>
          </a:solidFill>
          <a:ln w="12700">
            <a:solidFill>
              <a:srgbClr val="A9CCE3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2. Emission rates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WL</a:t>
            </a:r>
            <a:endParaRPr lang="en-US" sz="1450" baseline="-25000" dirty="0"/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2602DC4E-8168-9EC4-84C7-2DA8A78AE552}"/>
              </a:ext>
            </a:extLst>
          </p:cNvPr>
          <p:cNvSpPr/>
          <p:nvPr/>
        </p:nvSpPr>
        <p:spPr>
          <a:xfrm>
            <a:off x="6489700" y="4754703"/>
            <a:ext cx="2286000" cy="685800"/>
          </a:xfrm>
          <a:prstGeom prst="rect">
            <a:avLst/>
          </a:prstGeom>
          <a:solidFill>
            <a:srgbClr val="F7F2E2"/>
          </a:solidFill>
          <a:ln w="12700">
            <a:solidFill>
              <a:srgbClr val="F2D38E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 Direct evaluation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(r,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, t)</a:t>
            </a:r>
            <a:endParaRPr lang="en-US" sz="1450" dirty="0"/>
          </a:p>
        </p:txBody>
      </p:sp>
      <p:pic>
        <p:nvPicPr>
          <p:cNvPr id="24" name="Image 0">
            <a:extLst>
              <a:ext uri="{FF2B5EF4-FFF2-40B4-BE49-F238E27FC236}">
                <a16:creationId xmlns:a16="http://schemas.microsoft.com/office/drawing/2014/main" id="{F767B7CD-BAE3-34B5-A4FA-06E1828475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1128"/>
          <a:stretch>
            <a:fillRect/>
          </a:stretch>
        </p:blipFill>
        <p:spPr>
          <a:xfrm>
            <a:off x="505165" y="4391000"/>
            <a:ext cx="4948352" cy="1413205"/>
          </a:xfrm>
          <a:prstGeom prst="rect">
            <a:avLst/>
          </a:prstGeom>
        </p:spPr>
      </p:pic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109F6592-A71C-39DA-CBD2-234513F82200}"/>
              </a:ext>
            </a:extLst>
          </p:cNvPr>
          <p:cNvCxnSpPr>
            <a:cxnSpLocks/>
          </p:cNvCxnSpPr>
          <p:nvPr/>
        </p:nvCxnSpPr>
        <p:spPr>
          <a:xfrm flipH="1" flipV="1">
            <a:off x="5453517" y="2324100"/>
            <a:ext cx="1036183" cy="958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94D90DDE-2D84-9963-E550-2C0D76C46C27}"/>
              </a:ext>
            </a:extLst>
          </p:cNvPr>
          <p:cNvCxnSpPr>
            <a:cxnSpLocks/>
          </p:cNvCxnSpPr>
          <p:nvPr/>
        </p:nvCxnSpPr>
        <p:spPr>
          <a:xfrm flipH="1">
            <a:off x="5453517" y="3968319"/>
            <a:ext cx="1036183" cy="20514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76067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4963FC-EDAD-6A5C-ADF7-04DF9FB33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Time-step-free Physics-based Modeling</a:t>
            </a:r>
            <a:endParaRPr lang="ko-KR" altLang="en-US" dirty="0"/>
          </a:p>
        </p:txBody>
      </p:sp>
      <p:pic>
        <p:nvPicPr>
          <p:cNvPr id="9" name="Image 0">
            <a:extLst>
              <a:ext uri="{FF2B5EF4-FFF2-40B4-BE49-F238E27FC236}">
                <a16:creationId xmlns:a16="http://schemas.microsoft.com/office/drawing/2014/main" id="{8494EF6E-67AB-B509-21AC-D97822104F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4372"/>
          <a:stretch>
            <a:fillRect/>
          </a:stretch>
        </p:blipFill>
        <p:spPr>
          <a:xfrm>
            <a:off x="94129" y="3308745"/>
            <a:ext cx="5743704" cy="1925452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B20EAB49-46F6-5CD2-4064-B6DF13C5494E}"/>
              </a:ext>
            </a:extLst>
          </p:cNvPr>
          <p:cNvSpPr/>
          <p:nvPr/>
        </p:nvSpPr>
        <p:spPr>
          <a:xfrm>
            <a:off x="94129" y="4523817"/>
            <a:ext cx="5743705" cy="71038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F7D2F6AC-3555-A4C6-508B-B9D90BA65DCE}"/>
              </a:ext>
            </a:extLst>
          </p:cNvPr>
          <p:cNvSpPr/>
          <p:nvPr/>
        </p:nvSpPr>
        <p:spPr>
          <a:xfrm>
            <a:off x="3708400" y="5792590"/>
            <a:ext cx="5328259" cy="617177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computation</a:t>
            </a:r>
            <a:r>
              <a:rPr lang="ko-KR" alt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altLang="ko-KR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resource</a:t>
            </a:r>
            <a:r>
              <a:rPr lang="ko-KR" alt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는 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final retention time 자체가 아니라</a:t>
            </a:r>
            <a:endParaRPr lang="en-US" sz="1450" dirty="0"/>
          </a:p>
          <a:p>
            <a:pPr marL="0" indent="0" algn="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trap bin 수와 evaluated time point 수에 의해 결정</a:t>
            </a:r>
            <a:endParaRPr lang="en-US" sz="145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6E19DA4-6125-82C1-82C9-423A53008687}"/>
              </a:ext>
            </a:extLst>
          </p:cNvPr>
          <p:cNvSpPr txBox="1"/>
          <p:nvPr/>
        </p:nvSpPr>
        <p:spPr>
          <a:xfrm>
            <a:off x="671848" y="1120462"/>
            <a:ext cx="61818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Main Idea: simulation done with initial condition</a:t>
            </a:r>
          </a:p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=&gt; different from time stepping transient simulation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22" name="Shape 4">
            <a:extLst>
              <a:ext uri="{FF2B5EF4-FFF2-40B4-BE49-F238E27FC236}">
                <a16:creationId xmlns:a16="http://schemas.microsoft.com/office/drawing/2014/main" id="{30A67EAC-3D18-A813-1B7F-EF00AB74EE0B}"/>
              </a:ext>
            </a:extLst>
          </p:cNvPr>
          <p:cNvSpPr/>
          <p:nvPr/>
        </p:nvSpPr>
        <p:spPr>
          <a:xfrm>
            <a:off x="7632700" y="2541855"/>
            <a:ext cx="0" cy="704088"/>
          </a:xfrm>
          <a:prstGeom prst="line">
            <a:avLst/>
          </a:prstGeom>
          <a:noFill/>
          <a:ln w="25400">
            <a:solidFill>
              <a:srgbClr val="00A6B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5">
            <a:extLst>
              <a:ext uri="{FF2B5EF4-FFF2-40B4-BE49-F238E27FC236}">
                <a16:creationId xmlns:a16="http://schemas.microsoft.com/office/drawing/2014/main" id="{EA3316C8-B3F0-0741-486E-9F598E19EAC9}"/>
              </a:ext>
            </a:extLst>
          </p:cNvPr>
          <p:cNvSpPr/>
          <p:nvPr/>
        </p:nvSpPr>
        <p:spPr>
          <a:xfrm>
            <a:off x="7632700" y="4004895"/>
            <a:ext cx="0" cy="704088"/>
          </a:xfrm>
          <a:prstGeom prst="line">
            <a:avLst/>
          </a:prstGeom>
          <a:noFill/>
          <a:ln w="25400">
            <a:solidFill>
              <a:srgbClr val="00A6B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A06F1B6E-FF40-0D85-3AFB-60732B005EBD}"/>
              </a:ext>
            </a:extLst>
          </p:cNvPr>
          <p:cNvSpPr/>
          <p:nvPr/>
        </p:nvSpPr>
        <p:spPr>
          <a:xfrm>
            <a:off x="6489700" y="1901775"/>
            <a:ext cx="2286000" cy="685800"/>
          </a:xfrm>
          <a:prstGeom prst="rect">
            <a:avLst/>
          </a:prstGeom>
          <a:solidFill>
            <a:srgbClr val="EAFBFC"/>
          </a:solidFill>
          <a:ln w="12700">
            <a:solidFill>
              <a:srgbClr val="7FD9DF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 Initial state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t0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(r,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)</a:t>
            </a:r>
            <a:endParaRPr lang="en-US" sz="1450" dirty="0"/>
          </a:p>
        </p:txBody>
      </p:sp>
      <p:sp>
        <p:nvSpPr>
          <p:cNvPr id="25" name="Text 7">
            <a:extLst>
              <a:ext uri="{FF2B5EF4-FFF2-40B4-BE49-F238E27FC236}">
                <a16:creationId xmlns:a16="http://schemas.microsoft.com/office/drawing/2014/main" id="{06C744D8-385E-9175-FCCD-311D63DFD297}"/>
              </a:ext>
            </a:extLst>
          </p:cNvPr>
          <p:cNvSpPr/>
          <p:nvPr/>
        </p:nvSpPr>
        <p:spPr>
          <a:xfrm>
            <a:off x="6489700" y="3282519"/>
            <a:ext cx="2286000" cy="685800"/>
          </a:xfrm>
          <a:prstGeom prst="rect">
            <a:avLst/>
          </a:prstGeom>
          <a:solidFill>
            <a:srgbClr val="F0F7FF"/>
          </a:solidFill>
          <a:ln w="12700">
            <a:solidFill>
              <a:srgbClr val="A9CCE3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2. Emission rates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WL</a:t>
            </a:r>
            <a:endParaRPr lang="en-US" sz="1450" baseline="-25000" dirty="0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50879281-E7E4-1239-2EB3-9AA6BBAFC2F7}"/>
              </a:ext>
            </a:extLst>
          </p:cNvPr>
          <p:cNvSpPr/>
          <p:nvPr/>
        </p:nvSpPr>
        <p:spPr>
          <a:xfrm>
            <a:off x="6489700" y="4754703"/>
            <a:ext cx="2286000" cy="685800"/>
          </a:xfrm>
          <a:prstGeom prst="rect">
            <a:avLst/>
          </a:prstGeom>
          <a:solidFill>
            <a:srgbClr val="F7F2E2"/>
          </a:solidFill>
          <a:ln w="12700">
            <a:solidFill>
              <a:srgbClr val="F2D38E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 Direct evaluation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(r,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, t)</a:t>
            </a:r>
            <a:endParaRPr lang="en-US" sz="145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7C19316-AA1E-A65B-62A1-C5778A2FF30D}"/>
              </a:ext>
            </a:extLst>
          </p:cNvPr>
          <p:cNvSpPr txBox="1"/>
          <p:nvPr/>
        </p:nvSpPr>
        <p:spPr>
          <a:xfrm>
            <a:off x="996952" y="5405026"/>
            <a:ext cx="1422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Initial state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591B02D-6FA9-5624-5571-5AEAC82166C6}"/>
              </a:ext>
            </a:extLst>
          </p:cNvPr>
          <p:cNvSpPr txBox="1"/>
          <p:nvPr/>
        </p:nvSpPr>
        <p:spPr>
          <a:xfrm>
            <a:off x="2940369" y="5405026"/>
            <a:ext cx="26409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closed-form evaluation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71C1046-9366-24B4-9B84-F63C4F802D07}"/>
              </a:ext>
            </a:extLst>
          </p:cNvPr>
          <p:cNvSpPr txBox="1"/>
          <p:nvPr/>
        </p:nvSpPr>
        <p:spPr>
          <a:xfrm>
            <a:off x="1279396" y="2992018"/>
            <a:ext cx="35253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Detrapping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Autonomous ODE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FDAB256E-2B4D-60A8-D584-17DBDA9A9E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722" y="2096806"/>
            <a:ext cx="1473454" cy="583242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30FF1D13-8AA4-D278-4E0A-EF5F9B16F212}"/>
              </a:ext>
            </a:extLst>
          </p:cNvPr>
          <p:cNvSpPr txBox="1"/>
          <p:nvPr/>
        </p:nvSpPr>
        <p:spPr>
          <a:xfrm>
            <a:off x="2416176" y="2202088"/>
            <a:ext cx="29635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: Autonomous ODE</a:t>
            </a: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2FE68F3D-0A0E-724C-ADBE-10863EC0246F}"/>
              </a:ext>
            </a:extLst>
          </p:cNvPr>
          <p:cNvCxnSpPr>
            <a:cxnSpLocks/>
          </p:cNvCxnSpPr>
          <p:nvPr/>
        </p:nvCxnSpPr>
        <p:spPr>
          <a:xfrm flipH="1" flipV="1">
            <a:off x="5453517" y="2324100"/>
            <a:ext cx="1036183" cy="24306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9C13342E-CC28-5518-920B-68D264394054}"/>
              </a:ext>
            </a:extLst>
          </p:cNvPr>
          <p:cNvCxnSpPr>
            <a:cxnSpLocks/>
          </p:cNvCxnSpPr>
          <p:nvPr/>
        </p:nvCxnSpPr>
        <p:spPr>
          <a:xfrm flipH="1">
            <a:off x="5664200" y="5440503"/>
            <a:ext cx="825500" cy="3646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A4F5560A-5E4C-FDE4-2499-CACE4E1756D6}"/>
              </a:ext>
            </a:extLst>
          </p:cNvPr>
          <p:cNvCxnSpPr/>
          <p:nvPr/>
        </p:nvCxnSpPr>
        <p:spPr>
          <a:xfrm flipH="1">
            <a:off x="2120900" y="4965700"/>
            <a:ext cx="609600" cy="4748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6510CED3-0489-0CBC-0FC6-B84C13B7EA5E}"/>
              </a:ext>
            </a:extLst>
          </p:cNvPr>
          <p:cNvCxnSpPr>
            <a:cxnSpLocks/>
          </p:cNvCxnSpPr>
          <p:nvPr/>
        </p:nvCxnSpPr>
        <p:spPr>
          <a:xfrm>
            <a:off x="4023362" y="5082210"/>
            <a:ext cx="0" cy="3582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2157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6F66D0-0CA4-47C4-1A37-5B7B6408D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ΔV</a:t>
            </a:r>
            <a:r>
              <a:rPr lang="en-US" altLang="ko-KR" baseline="-25000" dirty="0" err="1"/>
              <a:t>th</a:t>
            </a:r>
            <a:r>
              <a:rPr lang="en-US" altLang="ko-KR" dirty="0"/>
              <a:t> Simulation over Variations</a:t>
            </a:r>
            <a:endParaRPr lang="ko-KR" altLang="en-US" dirty="0"/>
          </a:p>
        </p:txBody>
      </p:sp>
      <p:pic>
        <p:nvPicPr>
          <p:cNvPr id="4" name="그림 3" descr="텍스트, 스크린샷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3E14C3B-3564-6209-1A30-85AB7D3373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91" y="1706447"/>
            <a:ext cx="4928767" cy="414810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489C34B-4F7B-A769-9BCD-F1F59E1B88E3}"/>
              </a:ext>
            </a:extLst>
          </p:cNvPr>
          <p:cNvSpPr txBox="1"/>
          <p:nvPr/>
        </p:nvSpPr>
        <p:spPr>
          <a:xfrm>
            <a:off x="4071608" y="1917217"/>
            <a:ext cx="12128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Shallow trap retention variation dominant</a:t>
            </a:r>
            <a:endParaRPr lang="ko-KR" altLang="en-US" sz="1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Arial" panose="020B0604020202020204" pitchFamily="34" charset="0"/>
              <a:ea typeface="맑은 고딕"/>
              <a:cs typeface="Arial" panose="020B0604020202020204" pitchFamily="34" charset="0"/>
            </a:endParaRP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33A92DEC-CCCC-4EE1-C9A7-277F7D005804}"/>
              </a:ext>
            </a:extLst>
          </p:cNvPr>
          <p:cNvCxnSpPr/>
          <p:nvPr/>
        </p:nvCxnSpPr>
        <p:spPr>
          <a:xfrm>
            <a:off x="3931908" y="2897980"/>
            <a:ext cx="1289050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타원 6">
            <a:extLst>
              <a:ext uri="{FF2B5EF4-FFF2-40B4-BE49-F238E27FC236}">
                <a16:creationId xmlns:a16="http://schemas.microsoft.com/office/drawing/2014/main" id="{CF04C39C-8A46-819A-ACE9-80E2CE034CDD}"/>
              </a:ext>
            </a:extLst>
          </p:cNvPr>
          <p:cNvSpPr/>
          <p:nvPr/>
        </p:nvSpPr>
        <p:spPr>
          <a:xfrm>
            <a:off x="2515858" y="4748551"/>
            <a:ext cx="1295400" cy="919484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F7BADE-6AF2-67A1-C71C-B9E642576DC1}"/>
              </a:ext>
            </a:extLst>
          </p:cNvPr>
          <p:cNvSpPr txBox="1"/>
          <p:nvPr/>
        </p:nvSpPr>
        <p:spPr>
          <a:xfrm>
            <a:off x="3373953" y="5928204"/>
            <a:ext cx="22989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Deep trap retention distribution widening starts</a:t>
            </a:r>
            <a:endParaRPr lang="ko-KR" altLang="en-US" sz="1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Arial" panose="020B0604020202020204" pitchFamily="34" charset="0"/>
              <a:ea typeface="맑은 고딕"/>
              <a:cs typeface="Arial" panose="020B0604020202020204" pitchFamily="34" charset="0"/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4CA55167-07F4-0758-BEC3-40F47D9C9C7D}"/>
              </a:ext>
            </a:extLst>
          </p:cNvPr>
          <p:cNvCxnSpPr>
            <a:stCxn id="7" idx="5"/>
          </p:cNvCxnSpPr>
          <p:nvPr/>
        </p:nvCxnSpPr>
        <p:spPr>
          <a:xfrm>
            <a:off x="3621551" y="5533380"/>
            <a:ext cx="189707" cy="42040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0A0D098C-228B-FEE5-09E8-5DDD1D8B68CB}"/>
              </a:ext>
            </a:extLst>
          </p:cNvPr>
          <p:cNvCxnSpPr>
            <a:cxnSpLocks/>
          </p:cNvCxnSpPr>
          <p:nvPr/>
        </p:nvCxnSpPr>
        <p:spPr>
          <a:xfrm>
            <a:off x="820408" y="4580730"/>
            <a:ext cx="2711450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01CCE0D-5ACF-CA4E-E98A-C550DADCA06A}"/>
              </a:ext>
            </a:extLst>
          </p:cNvPr>
          <p:cNvSpPr txBox="1"/>
          <p:nvPr/>
        </p:nvSpPr>
        <p:spPr>
          <a:xfrm>
            <a:off x="1026645" y="4037744"/>
            <a:ext cx="22989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Deep trap retention variation dominant</a:t>
            </a:r>
            <a:endParaRPr lang="ko-KR" altLang="en-US" sz="1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Arial" panose="020B0604020202020204" pitchFamily="34" charset="0"/>
              <a:ea typeface="맑은 고딕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0EF21D-039D-A0C5-611F-A666A19560D9}"/>
              </a:ext>
            </a:extLst>
          </p:cNvPr>
          <p:cNvSpPr txBox="1"/>
          <p:nvPr/>
        </p:nvSpPr>
        <p:spPr>
          <a:xfrm>
            <a:off x="671848" y="1120462"/>
            <a:ext cx="6181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ΔV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th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Simulation over TOX variations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F3B550-6591-7FF0-2F95-66D50962DDF5}"/>
              </a:ext>
            </a:extLst>
          </p:cNvPr>
          <p:cNvSpPr txBox="1"/>
          <p:nvPr/>
        </p:nvSpPr>
        <p:spPr>
          <a:xfrm>
            <a:off x="5898672" y="1475203"/>
            <a:ext cx="30203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 panose="02020603050405020304" pitchFamily="18" charset="0"/>
                <a:ea typeface="맑은 고딕"/>
                <a:cs typeface="Times New Roman" panose="02020603050405020304" pitchFamily="18" charset="0"/>
              </a:rPr>
              <a:t>Trap Profile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1736B4FC-040E-E75C-2566-D4F32292C672}"/>
              </a:ext>
            </a:extLst>
          </p:cNvPr>
          <p:cNvCxnSpPr>
            <a:cxnSpLocks/>
          </p:cNvCxnSpPr>
          <p:nvPr/>
        </p:nvCxnSpPr>
        <p:spPr>
          <a:xfrm>
            <a:off x="5792018" y="3429000"/>
            <a:ext cx="302039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97FB93A6-DE8B-B9C7-BE6E-55B0A465E94B}"/>
              </a:ext>
            </a:extLst>
          </p:cNvPr>
          <p:cNvCxnSpPr>
            <a:cxnSpLocks/>
          </p:cNvCxnSpPr>
          <p:nvPr/>
        </p:nvCxnSpPr>
        <p:spPr>
          <a:xfrm flipV="1">
            <a:off x="8177932" y="2566955"/>
            <a:ext cx="0" cy="86826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0A4B8F1-F5D2-0DAE-978D-A13E149E5EFF}"/>
              </a:ext>
            </a:extLst>
          </p:cNvPr>
          <p:cNvSpPr txBox="1"/>
          <p:nvPr/>
        </p:nvSpPr>
        <p:spPr>
          <a:xfrm>
            <a:off x="7779826" y="3461428"/>
            <a:ext cx="10325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Initial V</a:t>
            </a:r>
            <a:r>
              <a:rPr lang="en-US" altLang="ko-KR" sz="16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th</a:t>
            </a:r>
            <a:endParaRPr lang="ko-KR" altLang="en-US" sz="1600" baseline="-25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Arial" panose="020B0604020202020204" pitchFamily="34" charset="0"/>
              <a:ea typeface="맑은 고딕"/>
              <a:cs typeface="Arial" panose="020B0604020202020204" pitchFamily="34" charset="0"/>
            </a:endParaRPr>
          </a:p>
        </p:txBody>
      </p:sp>
      <p:sp>
        <p:nvSpPr>
          <p:cNvPr id="17" name="자유형: 도형 16">
            <a:extLst>
              <a:ext uri="{FF2B5EF4-FFF2-40B4-BE49-F238E27FC236}">
                <a16:creationId xmlns:a16="http://schemas.microsoft.com/office/drawing/2014/main" id="{0EABE226-6C3D-CA7F-4DAF-890CB54988D5}"/>
              </a:ext>
            </a:extLst>
          </p:cNvPr>
          <p:cNvSpPr/>
          <p:nvPr/>
        </p:nvSpPr>
        <p:spPr>
          <a:xfrm>
            <a:off x="7636110" y="2701262"/>
            <a:ext cx="541822" cy="721519"/>
          </a:xfrm>
          <a:custGeom>
            <a:avLst/>
            <a:gdLst>
              <a:gd name="csX0" fmla="*/ 1154906 w 1154906"/>
              <a:gd name="csY0" fmla="*/ 721519 h 721519"/>
              <a:gd name="csX1" fmla="*/ 938213 w 1154906"/>
              <a:gd name="csY1" fmla="*/ 578644 h 721519"/>
              <a:gd name="csX2" fmla="*/ 581025 w 1154906"/>
              <a:gd name="csY2" fmla="*/ 0 h 721519"/>
              <a:gd name="csX3" fmla="*/ 219075 w 1154906"/>
              <a:gd name="csY3" fmla="*/ 578644 h 721519"/>
              <a:gd name="csX4" fmla="*/ 0 w 1154906"/>
              <a:gd name="csY4" fmla="*/ 716756 h 7215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54906" h="721519">
                <a:moveTo>
                  <a:pt x="1154906" y="721519"/>
                </a:moveTo>
                <a:cubicBezTo>
                  <a:pt x="1094383" y="710208"/>
                  <a:pt x="1033860" y="698897"/>
                  <a:pt x="938213" y="578644"/>
                </a:cubicBezTo>
                <a:cubicBezTo>
                  <a:pt x="842566" y="458391"/>
                  <a:pt x="700881" y="0"/>
                  <a:pt x="581025" y="0"/>
                </a:cubicBezTo>
                <a:cubicBezTo>
                  <a:pt x="461169" y="0"/>
                  <a:pt x="315912" y="459185"/>
                  <a:pt x="219075" y="578644"/>
                </a:cubicBezTo>
                <a:cubicBezTo>
                  <a:pt x="122237" y="698103"/>
                  <a:pt x="61118" y="707429"/>
                  <a:pt x="0" y="716756"/>
                </a:cubicBezTo>
              </a:path>
            </a:pathLst>
          </a:custGeom>
          <a:noFill/>
          <a:ln w="19050">
            <a:solidFill>
              <a:srgbClr val="3333FF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자유형: 도형 17">
            <a:extLst>
              <a:ext uri="{FF2B5EF4-FFF2-40B4-BE49-F238E27FC236}">
                <a16:creationId xmlns:a16="http://schemas.microsoft.com/office/drawing/2014/main" id="{1AB2DA3F-8FD9-F0D2-30D1-6C2203F77FDC}"/>
              </a:ext>
            </a:extLst>
          </p:cNvPr>
          <p:cNvSpPr/>
          <p:nvPr/>
        </p:nvSpPr>
        <p:spPr>
          <a:xfrm>
            <a:off x="6664559" y="5223672"/>
            <a:ext cx="1513365" cy="309708"/>
          </a:xfrm>
          <a:custGeom>
            <a:avLst/>
            <a:gdLst>
              <a:gd name="csX0" fmla="*/ 1154906 w 1154906"/>
              <a:gd name="csY0" fmla="*/ 721519 h 721519"/>
              <a:gd name="csX1" fmla="*/ 938213 w 1154906"/>
              <a:gd name="csY1" fmla="*/ 578644 h 721519"/>
              <a:gd name="csX2" fmla="*/ 581025 w 1154906"/>
              <a:gd name="csY2" fmla="*/ 0 h 721519"/>
              <a:gd name="csX3" fmla="*/ 219075 w 1154906"/>
              <a:gd name="csY3" fmla="*/ 578644 h 721519"/>
              <a:gd name="csX4" fmla="*/ 0 w 1154906"/>
              <a:gd name="csY4" fmla="*/ 716756 h 7215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54906" h="721519">
                <a:moveTo>
                  <a:pt x="1154906" y="721519"/>
                </a:moveTo>
                <a:cubicBezTo>
                  <a:pt x="1094383" y="710208"/>
                  <a:pt x="1033860" y="698897"/>
                  <a:pt x="938213" y="578644"/>
                </a:cubicBezTo>
                <a:cubicBezTo>
                  <a:pt x="842566" y="458391"/>
                  <a:pt x="700881" y="0"/>
                  <a:pt x="581025" y="0"/>
                </a:cubicBezTo>
                <a:cubicBezTo>
                  <a:pt x="461169" y="0"/>
                  <a:pt x="315912" y="459185"/>
                  <a:pt x="219075" y="578644"/>
                </a:cubicBezTo>
                <a:cubicBezTo>
                  <a:pt x="122237" y="698103"/>
                  <a:pt x="61118" y="707429"/>
                  <a:pt x="0" y="716756"/>
                </a:cubicBezTo>
              </a:path>
            </a:pathLst>
          </a:custGeom>
          <a:noFill/>
          <a:ln w="19050">
            <a:solidFill>
              <a:srgbClr val="008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CA162F5B-1990-8860-3EB3-0B58653A5DC9}"/>
              </a:ext>
            </a:extLst>
          </p:cNvPr>
          <p:cNvCxnSpPr>
            <a:cxnSpLocks/>
          </p:cNvCxnSpPr>
          <p:nvPr/>
        </p:nvCxnSpPr>
        <p:spPr>
          <a:xfrm>
            <a:off x="5792018" y="5533380"/>
            <a:ext cx="302039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6E2DEE69-8FBA-7A47-110C-7C99A6B8519A}"/>
              </a:ext>
            </a:extLst>
          </p:cNvPr>
          <p:cNvCxnSpPr>
            <a:cxnSpLocks/>
          </p:cNvCxnSpPr>
          <p:nvPr/>
        </p:nvCxnSpPr>
        <p:spPr>
          <a:xfrm flipV="1">
            <a:off x="8177932" y="4769582"/>
            <a:ext cx="0" cy="77001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715170A3-38FC-3199-0197-3BFFA93590CA}"/>
              </a:ext>
            </a:extLst>
          </p:cNvPr>
          <p:cNvCxnSpPr>
            <a:cxnSpLocks/>
          </p:cNvCxnSpPr>
          <p:nvPr/>
        </p:nvCxnSpPr>
        <p:spPr>
          <a:xfrm flipV="1">
            <a:off x="7011606" y="2566955"/>
            <a:ext cx="0" cy="868265"/>
          </a:xfrm>
          <a:prstGeom prst="straightConnector1">
            <a:avLst/>
          </a:prstGeom>
          <a:ln w="12700">
            <a:solidFill>
              <a:srgbClr val="3333FF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D3515D61-F138-19C7-39B3-4C4B56201BCB}"/>
              </a:ext>
            </a:extLst>
          </p:cNvPr>
          <p:cNvCxnSpPr>
            <a:cxnSpLocks/>
          </p:cNvCxnSpPr>
          <p:nvPr/>
        </p:nvCxnSpPr>
        <p:spPr>
          <a:xfrm flipV="1">
            <a:off x="6180668" y="4769582"/>
            <a:ext cx="0" cy="763798"/>
          </a:xfrm>
          <a:prstGeom prst="straightConnector1">
            <a:avLst/>
          </a:prstGeom>
          <a:ln w="12700">
            <a:solidFill>
              <a:srgbClr val="008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자유형: 도형 22">
            <a:extLst>
              <a:ext uri="{FF2B5EF4-FFF2-40B4-BE49-F238E27FC236}">
                <a16:creationId xmlns:a16="http://schemas.microsoft.com/office/drawing/2014/main" id="{8D69FD3D-B7B2-1772-D62C-0F9A29BBED31}"/>
              </a:ext>
            </a:extLst>
          </p:cNvPr>
          <p:cNvSpPr/>
          <p:nvPr/>
        </p:nvSpPr>
        <p:spPr>
          <a:xfrm>
            <a:off x="7335522" y="2701262"/>
            <a:ext cx="541822" cy="721519"/>
          </a:xfrm>
          <a:custGeom>
            <a:avLst/>
            <a:gdLst>
              <a:gd name="csX0" fmla="*/ 1154906 w 1154906"/>
              <a:gd name="csY0" fmla="*/ 721519 h 721519"/>
              <a:gd name="csX1" fmla="*/ 938213 w 1154906"/>
              <a:gd name="csY1" fmla="*/ 578644 h 721519"/>
              <a:gd name="csX2" fmla="*/ 581025 w 1154906"/>
              <a:gd name="csY2" fmla="*/ 0 h 721519"/>
              <a:gd name="csX3" fmla="*/ 219075 w 1154906"/>
              <a:gd name="csY3" fmla="*/ 578644 h 721519"/>
              <a:gd name="csX4" fmla="*/ 0 w 1154906"/>
              <a:gd name="csY4" fmla="*/ 716756 h 7215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54906" h="721519">
                <a:moveTo>
                  <a:pt x="1154906" y="721519"/>
                </a:moveTo>
                <a:cubicBezTo>
                  <a:pt x="1094383" y="710208"/>
                  <a:pt x="1033860" y="698897"/>
                  <a:pt x="938213" y="578644"/>
                </a:cubicBezTo>
                <a:cubicBezTo>
                  <a:pt x="842566" y="458391"/>
                  <a:pt x="700881" y="0"/>
                  <a:pt x="581025" y="0"/>
                </a:cubicBezTo>
                <a:cubicBezTo>
                  <a:pt x="461169" y="0"/>
                  <a:pt x="315912" y="459185"/>
                  <a:pt x="219075" y="578644"/>
                </a:cubicBezTo>
                <a:cubicBezTo>
                  <a:pt x="122237" y="698103"/>
                  <a:pt x="61118" y="707429"/>
                  <a:pt x="0" y="716756"/>
                </a:cubicBezTo>
              </a:path>
            </a:pathLst>
          </a:custGeom>
          <a:noFill/>
          <a:ln w="9525">
            <a:solidFill>
              <a:srgbClr val="3333FF"/>
            </a:solidFill>
            <a:prstDash val="dash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" name="자유형: 도형 23">
            <a:extLst>
              <a:ext uri="{FF2B5EF4-FFF2-40B4-BE49-F238E27FC236}">
                <a16:creationId xmlns:a16="http://schemas.microsoft.com/office/drawing/2014/main" id="{7944DDE3-9F3D-FC69-D267-60D017392C58}"/>
              </a:ext>
            </a:extLst>
          </p:cNvPr>
          <p:cNvSpPr/>
          <p:nvPr/>
        </p:nvSpPr>
        <p:spPr>
          <a:xfrm>
            <a:off x="7073552" y="2701262"/>
            <a:ext cx="541822" cy="721519"/>
          </a:xfrm>
          <a:custGeom>
            <a:avLst/>
            <a:gdLst>
              <a:gd name="csX0" fmla="*/ 1154906 w 1154906"/>
              <a:gd name="csY0" fmla="*/ 721519 h 721519"/>
              <a:gd name="csX1" fmla="*/ 938213 w 1154906"/>
              <a:gd name="csY1" fmla="*/ 578644 h 721519"/>
              <a:gd name="csX2" fmla="*/ 581025 w 1154906"/>
              <a:gd name="csY2" fmla="*/ 0 h 721519"/>
              <a:gd name="csX3" fmla="*/ 219075 w 1154906"/>
              <a:gd name="csY3" fmla="*/ 578644 h 721519"/>
              <a:gd name="csX4" fmla="*/ 0 w 1154906"/>
              <a:gd name="csY4" fmla="*/ 716756 h 7215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54906" h="721519">
                <a:moveTo>
                  <a:pt x="1154906" y="721519"/>
                </a:moveTo>
                <a:cubicBezTo>
                  <a:pt x="1094383" y="710208"/>
                  <a:pt x="1033860" y="698897"/>
                  <a:pt x="938213" y="578644"/>
                </a:cubicBezTo>
                <a:cubicBezTo>
                  <a:pt x="842566" y="458391"/>
                  <a:pt x="700881" y="0"/>
                  <a:pt x="581025" y="0"/>
                </a:cubicBezTo>
                <a:cubicBezTo>
                  <a:pt x="461169" y="0"/>
                  <a:pt x="315912" y="459185"/>
                  <a:pt x="219075" y="578644"/>
                </a:cubicBezTo>
                <a:cubicBezTo>
                  <a:pt x="122237" y="698103"/>
                  <a:pt x="61118" y="707429"/>
                  <a:pt x="0" y="716756"/>
                </a:cubicBezTo>
              </a:path>
            </a:pathLst>
          </a:custGeom>
          <a:noFill/>
          <a:ln w="9525">
            <a:solidFill>
              <a:srgbClr val="3333FF"/>
            </a:solidFill>
            <a:prstDash val="dash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자유형: 도형 24">
            <a:extLst>
              <a:ext uri="{FF2B5EF4-FFF2-40B4-BE49-F238E27FC236}">
                <a16:creationId xmlns:a16="http://schemas.microsoft.com/office/drawing/2014/main" id="{3BB1222B-5B6F-6A8C-C804-C93AADDDF7F0}"/>
              </a:ext>
            </a:extLst>
          </p:cNvPr>
          <p:cNvSpPr/>
          <p:nvPr/>
        </p:nvSpPr>
        <p:spPr>
          <a:xfrm>
            <a:off x="6425984" y="5223672"/>
            <a:ext cx="1513365" cy="309708"/>
          </a:xfrm>
          <a:custGeom>
            <a:avLst/>
            <a:gdLst>
              <a:gd name="csX0" fmla="*/ 1154906 w 1154906"/>
              <a:gd name="csY0" fmla="*/ 721519 h 721519"/>
              <a:gd name="csX1" fmla="*/ 938213 w 1154906"/>
              <a:gd name="csY1" fmla="*/ 578644 h 721519"/>
              <a:gd name="csX2" fmla="*/ 581025 w 1154906"/>
              <a:gd name="csY2" fmla="*/ 0 h 721519"/>
              <a:gd name="csX3" fmla="*/ 219075 w 1154906"/>
              <a:gd name="csY3" fmla="*/ 578644 h 721519"/>
              <a:gd name="csX4" fmla="*/ 0 w 1154906"/>
              <a:gd name="csY4" fmla="*/ 716756 h 7215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54906" h="721519">
                <a:moveTo>
                  <a:pt x="1154906" y="721519"/>
                </a:moveTo>
                <a:cubicBezTo>
                  <a:pt x="1094383" y="710208"/>
                  <a:pt x="1033860" y="698897"/>
                  <a:pt x="938213" y="578644"/>
                </a:cubicBezTo>
                <a:cubicBezTo>
                  <a:pt x="842566" y="458391"/>
                  <a:pt x="700881" y="0"/>
                  <a:pt x="581025" y="0"/>
                </a:cubicBezTo>
                <a:cubicBezTo>
                  <a:pt x="461169" y="0"/>
                  <a:pt x="315912" y="459185"/>
                  <a:pt x="219075" y="578644"/>
                </a:cubicBezTo>
                <a:cubicBezTo>
                  <a:pt x="122237" y="698103"/>
                  <a:pt x="61118" y="707429"/>
                  <a:pt x="0" y="716756"/>
                </a:cubicBezTo>
              </a:path>
            </a:pathLst>
          </a:custGeom>
          <a:noFill/>
          <a:ln w="12700">
            <a:solidFill>
              <a:srgbClr val="008000"/>
            </a:solidFill>
            <a:prstDash val="dash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자유형: 도형 25">
            <a:extLst>
              <a:ext uri="{FF2B5EF4-FFF2-40B4-BE49-F238E27FC236}">
                <a16:creationId xmlns:a16="http://schemas.microsoft.com/office/drawing/2014/main" id="{C1C13734-A512-C2B8-7BD8-884BC13F5104}"/>
              </a:ext>
            </a:extLst>
          </p:cNvPr>
          <p:cNvSpPr/>
          <p:nvPr/>
        </p:nvSpPr>
        <p:spPr>
          <a:xfrm>
            <a:off x="6180668" y="5223672"/>
            <a:ext cx="1513365" cy="309708"/>
          </a:xfrm>
          <a:custGeom>
            <a:avLst/>
            <a:gdLst>
              <a:gd name="csX0" fmla="*/ 1154906 w 1154906"/>
              <a:gd name="csY0" fmla="*/ 721519 h 721519"/>
              <a:gd name="csX1" fmla="*/ 938213 w 1154906"/>
              <a:gd name="csY1" fmla="*/ 578644 h 721519"/>
              <a:gd name="csX2" fmla="*/ 581025 w 1154906"/>
              <a:gd name="csY2" fmla="*/ 0 h 721519"/>
              <a:gd name="csX3" fmla="*/ 219075 w 1154906"/>
              <a:gd name="csY3" fmla="*/ 578644 h 721519"/>
              <a:gd name="csX4" fmla="*/ 0 w 1154906"/>
              <a:gd name="csY4" fmla="*/ 716756 h 7215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54906" h="721519">
                <a:moveTo>
                  <a:pt x="1154906" y="721519"/>
                </a:moveTo>
                <a:cubicBezTo>
                  <a:pt x="1094383" y="710208"/>
                  <a:pt x="1033860" y="698897"/>
                  <a:pt x="938213" y="578644"/>
                </a:cubicBezTo>
                <a:cubicBezTo>
                  <a:pt x="842566" y="458391"/>
                  <a:pt x="700881" y="0"/>
                  <a:pt x="581025" y="0"/>
                </a:cubicBezTo>
                <a:cubicBezTo>
                  <a:pt x="461169" y="0"/>
                  <a:pt x="315912" y="459185"/>
                  <a:pt x="219075" y="578644"/>
                </a:cubicBezTo>
                <a:cubicBezTo>
                  <a:pt x="122237" y="698103"/>
                  <a:pt x="61118" y="707429"/>
                  <a:pt x="0" y="716756"/>
                </a:cubicBezTo>
              </a:path>
            </a:pathLst>
          </a:custGeom>
          <a:noFill/>
          <a:ln w="12700">
            <a:solidFill>
              <a:srgbClr val="008000"/>
            </a:solidFill>
            <a:prstDash val="dash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73894B7-97F6-94FB-5CB7-29C102542FFE}"/>
              </a:ext>
            </a:extLst>
          </p:cNvPr>
          <p:cNvSpPr txBox="1"/>
          <p:nvPr/>
        </p:nvSpPr>
        <p:spPr>
          <a:xfrm>
            <a:off x="6282906" y="2017066"/>
            <a:ext cx="22766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Shallow Trap:</a:t>
            </a:r>
          </a:p>
          <a:p>
            <a:pPr algn="l"/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narrow distribution, fast</a:t>
            </a:r>
            <a:endParaRPr lang="ko-KR" altLang="en-US" sz="1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Arial" panose="020B0604020202020204" pitchFamily="34" charset="0"/>
              <a:ea typeface="맑은 고딕"/>
              <a:cs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ABAF5AE-6E1C-F591-BF94-2C43E58D4A8C}"/>
              </a:ext>
            </a:extLst>
          </p:cNvPr>
          <p:cNvSpPr txBox="1"/>
          <p:nvPr/>
        </p:nvSpPr>
        <p:spPr>
          <a:xfrm>
            <a:off x="6282906" y="4143210"/>
            <a:ext cx="22766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Deep Trap:</a:t>
            </a:r>
          </a:p>
          <a:p>
            <a:pPr algn="l"/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wide distribution, slow</a:t>
            </a:r>
            <a:endParaRPr lang="ko-KR" altLang="en-US" sz="1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Arial" panose="020B0604020202020204" pitchFamily="34" charset="0"/>
              <a:ea typeface="맑은 고딕"/>
              <a:cs typeface="Arial" panose="020B0604020202020204" pitchFamily="34" charset="0"/>
            </a:endParaRPr>
          </a:p>
        </p:txBody>
      </p:sp>
      <p:sp>
        <p:nvSpPr>
          <p:cNvPr id="29" name="화살표: 왼쪽 28">
            <a:extLst>
              <a:ext uri="{FF2B5EF4-FFF2-40B4-BE49-F238E27FC236}">
                <a16:creationId xmlns:a16="http://schemas.microsoft.com/office/drawing/2014/main" id="{4BAD6A9F-F772-5008-ADB2-0DFCD7AFF615}"/>
              </a:ext>
            </a:extLst>
          </p:cNvPr>
          <p:cNvSpPr/>
          <p:nvPr/>
        </p:nvSpPr>
        <p:spPr>
          <a:xfrm>
            <a:off x="7182666" y="2540286"/>
            <a:ext cx="877076" cy="88840"/>
          </a:xfrm>
          <a:prstGeom prst="leftArrow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화살표: 왼쪽 29">
            <a:extLst>
              <a:ext uri="{FF2B5EF4-FFF2-40B4-BE49-F238E27FC236}">
                <a16:creationId xmlns:a16="http://schemas.microsoft.com/office/drawing/2014/main" id="{3F40511B-D9BC-B755-F5F1-4A9DF3ACC250}"/>
              </a:ext>
            </a:extLst>
          </p:cNvPr>
          <p:cNvSpPr/>
          <p:nvPr/>
        </p:nvSpPr>
        <p:spPr>
          <a:xfrm>
            <a:off x="7124996" y="4979172"/>
            <a:ext cx="182398" cy="157469"/>
          </a:xfrm>
          <a:prstGeom prst="leftArrow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7FC1872-4C62-DD7D-BB55-B026E92E8E88}"/>
              </a:ext>
            </a:extLst>
          </p:cNvPr>
          <p:cNvSpPr txBox="1"/>
          <p:nvPr/>
        </p:nvSpPr>
        <p:spPr>
          <a:xfrm>
            <a:off x="7779826" y="5636012"/>
            <a:ext cx="10325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Initial V</a:t>
            </a:r>
            <a:r>
              <a:rPr lang="en-US" altLang="ko-KR" sz="16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th</a:t>
            </a:r>
            <a:endParaRPr lang="ko-KR" altLang="en-US" sz="1600" baseline="-25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Arial" panose="020B0604020202020204" pitchFamily="34" charset="0"/>
              <a:ea typeface="맑은 고딕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83723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FB15E6-84C0-4011-D1BE-AD81D605F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Future Works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AA29A9-1FFD-5849-0E79-356A49FBA337}"/>
              </a:ext>
            </a:extLst>
          </p:cNvPr>
          <p:cNvSpPr txBox="1"/>
          <p:nvPr/>
        </p:nvSpPr>
        <p:spPr>
          <a:xfrm>
            <a:off x="615635" y="1167897"/>
            <a:ext cx="8211493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Extension to more parameter variations</a:t>
            </a:r>
            <a:b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</a:b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&gt;&gt; TOX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이외의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CTN, BOX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두께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, trap profile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등의 여러 변수들에 대해서도 산포 변화 분석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Time dependent sensitivity analysis of retention loss</a:t>
            </a:r>
            <a:b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</a:b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&gt;&gt; shallow/deep trap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에서의 시간에 따른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dominancy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가 어떻게 변하는지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Statistical Modeling of Vth distribution evolution</a:t>
            </a:r>
            <a:b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</a:b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&gt;&gt;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각각의 변수들이 산포의 표준편차에 반영되는 정도를 모델링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062806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 dirty="0" smtClean="0">
            <a:ln w="9525">
              <a:solidFill>
                <a:schemeClr val="tx1">
                  <a:alpha val="29000"/>
                </a:schemeClr>
              </a:solidFill>
            </a:ln>
            <a:latin typeface="Times New Roman"/>
            <a:ea typeface="맑은 고딕"/>
            <a:cs typeface="Times New Roman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2443</TotalTime>
  <Words>390</Words>
  <Application>Microsoft Office PowerPoint</Application>
  <PresentationFormat>화면 슬라이드 쇼(4:3)</PresentationFormat>
  <Paragraphs>88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4" baseType="lpstr">
      <vt:lpstr>Noto Sans CJK KR</vt:lpstr>
      <vt:lpstr>맑은 고딕</vt:lpstr>
      <vt:lpstr>Arial</vt:lpstr>
      <vt:lpstr>Calibri</vt:lpstr>
      <vt:lpstr>Times New Roman</vt:lpstr>
      <vt:lpstr>Office 테마</vt:lpstr>
      <vt:lpstr>26년 5월 연구미팅 자료  진명</vt:lpstr>
      <vt:lpstr>Time-step-free Model Impact</vt:lpstr>
      <vt:lpstr>Time-step-free Model Impact</vt:lpstr>
      <vt:lpstr>Time-step-free Physics-based Modeling</vt:lpstr>
      <vt:lpstr>Time-step-free Physics-based Modeling</vt:lpstr>
      <vt:lpstr>Time-step-free Physics-based Modeling</vt:lpstr>
      <vt:lpstr>ΔVth Simulation over Variations</vt:lpstr>
      <vt:lpstr>Future Works</vt:lpstr>
    </vt:vector>
  </TitlesOfParts>
  <Manager/>
  <Company>Microsoft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</dc:creator>
  <cp:lastModifiedBy>MYUNG JIN</cp:lastModifiedBy>
  <cp:revision>966</cp:revision>
  <dcterms:created xsi:type="dcterms:W3CDTF">2016-06-02T05:19:04Z</dcterms:created>
  <dcterms:modified xsi:type="dcterms:W3CDTF">2026-05-28T09:04:57Z</dcterms:modified>
  <cp:version/>
</cp:coreProperties>
</file>