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0"/>
  </p:notesMasterIdLst>
  <p:sldIdLst>
    <p:sldId id="257" r:id="rId2"/>
    <p:sldId id="312" r:id="rId3"/>
    <p:sldId id="316" r:id="rId4"/>
    <p:sldId id="311" r:id="rId5"/>
    <p:sldId id="319" r:id="rId6"/>
    <p:sldId id="315" r:id="rId7"/>
    <p:sldId id="320" r:id="rId8"/>
    <p:sldId id="31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44FE9-EA28-4A48-ACAD-13A3AA76717F}" v="1630" dt="2024-07-30T23:54:53.952"/>
    <p1510:client id="{ED469BD5-68D5-4336-AEE4-2007B30199EE}" v="571" dt="2024-07-30T16:35:04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7143" autoAdjust="0"/>
  </p:normalViewPr>
  <p:slideViewPr>
    <p:cSldViewPr snapToGrid="0">
      <p:cViewPr varScale="1">
        <p:scale>
          <a:sx n="72" d="100"/>
          <a:sy n="72" d="100"/>
        </p:scale>
        <p:origin x="72" y="58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8FE44FE9-EA28-4A48-ACAD-13A3AA76717F}"/>
    <pc:docChg chg="undo redo custSel addSld delSld modSld sldOrd">
      <pc:chgData name="MYUNG JIN" userId="89f3fa32ababedc4" providerId="LiveId" clId="{8FE44FE9-EA28-4A48-ACAD-13A3AA76717F}" dt="2024-07-30T23:55:07.409" v="4048"/>
      <pc:docMkLst>
        <pc:docMk/>
      </pc:docMkLst>
      <pc:sldChg chg="modSp mod">
        <pc:chgData name="MYUNG JIN" userId="89f3fa32ababedc4" providerId="LiveId" clId="{8FE44FE9-EA28-4A48-ACAD-13A3AA76717F}" dt="2024-07-28T06:00:15.251" v="559" actId="14100"/>
        <pc:sldMkLst>
          <pc:docMk/>
          <pc:sldMk cId="0" sldId="257"/>
        </pc:sldMkLst>
        <pc:spChg chg="mod">
          <ac:chgData name="MYUNG JIN" userId="89f3fa32ababedc4" providerId="LiveId" clId="{8FE44FE9-EA28-4A48-ACAD-13A3AA76717F}" dt="2024-07-28T06:00:15.251" v="559" actId="14100"/>
          <ac:spMkLst>
            <pc:docMk/>
            <pc:sldMk cId="0" sldId="257"/>
            <ac:spMk id="15" creationId="{00000000-0000-0000-0000-000000000000}"/>
          </ac:spMkLst>
        </pc:spChg>
      </pc:sldChg>
      <pc:sldChg chg="del">
        <pc:chgData name="MYUNG JIN" userId="89f3fa32ababedc4" providerId="LiveId" clId="{8FE44FE9-EA28-4A48-ACAD-13A3AA76717F}" dt="2024-07-28T12:34:09.688" v="1893" actId="47"/>
        <pc:sldMkLst>
          <pc:docMk/>
          <pc:sldMk cId="3578895977" sldId="309"/>
        </pc:sldMkLst>
      </pc:sldChg>
      <pc:sldChg chg="addSp delSp modSp mod ord">
        <pc:chgData name="MYUNG JIN" userId="89f3fa32ababedc4" providerId="LiveId" clId="{8FE44FE9-EA28-4A48-ACAD-13A3AA76717F}" dt="2024-07-28T17:38:42.029" v="2712" actId="1076"/>
        <pc:sldMkLst>
          <pc:docMk/>
          <pc:sldMk cId="1496575499" sldId="311"/>
        </pc:sldMkLst>
        <pc:spChg chg="mod">
          <ac:chgData name="MYUNG JIN" userId="89f3fa32ababedc4" providerId="LiveId" clId="{8FE44FE9-EA28-4A48-ACAD-13A3AA76717F}" dt="2024-07-22T02:25:57.099" v="45" actId="20577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8FE44FE9-EA28-4A48-ACAD-13A3AA76717F}" dt="2024-07-28T17:37:15.700" v="2660" actId="1076"/>
          <ac:spMkLst>
            <pc:docMk/>
            <pc:sldMk cId="1496575499" sldId="311"/>
            <ac:spMk id="3" creationId="{E38BE09E-8491-A700-C22E-C56F24F6F138}"/>
          </ac:spMkLst>
        </pc:spChg>
        <pc:spChg chg="add mod">
          <ac:chgData name="MYUNG JIN" userId="89f3fa32ababedc4" providerId="LiveId" clId="{8FE44FE9-EA28-4A48-ACAD-13A3AA76717F}" dt="2024-07-28T17:37:15.700" v="2660" actId="1076"/>
          <ac:spMkLst>
            <pc:docMk/>
            <pc:sldMk cId="1496575499" sldId="311"/>
            <ac:spMk id="4" creationId="{051DB8EB-5151-2CE2-6EBA-5CB4B948A1C1}"/>
          </ac:spMkLst>
        </pc:spChg>
        <pc:spChg chg="add mod">
          <ac:chgData name="MYUNG JIN" userId="89f3fa32ababedc4" providerId="LiveId" clId="{8FE44FE9-EA28-4A48-ACAD-13A3AA76717F}" dt="2024-07-28T17:37:15.700" v="2660" actId="1076"/>
          <ac:spMkLst>
            <pc:docMk/>
            <pc:sldMk cId="1496575499" sldId="311"/>
            <ac:spMk id="9" creationId="{8647A8C7-EE64-4321-D041-5152072ED77C}"/>
          </ac:spMkLst>
        </pc:spChg>
        <pc:spChg chg="add mod">
          <ac:chgData name="MYUNG JIN" userId="89f3fa32ababedc4" providerId="LiveId" clId="{8FE44FE9-EA28-4A48-ACAD-13A3AA76717F}" dt="2024-07-28T17:37:21.403" v="2662" actId="20577"/>
          <ac:spMkLst>
            <pc:docMk/>
            <pc:sldMk cId="1496575499" sldId="311"/>
            <ac:spMk id="10" creationId="{A8D4424E-48B0-0DA8-7C33-315FFF2F90DC}"/>
          </ac:spMkLst>
        </pc:spChg>
        <pc:spChg chg="add mod">
          <ac:chgData name="MYUNG JIN" userId="89f3fa32ababedc4" providerId="LiveId" clId="{8FE44FE9-EA28-4A48-ACAD-13A3AA76717F}" dt="2024-07-28T11:06:56.772" v="1540" actId="14100"/>
          <ac:spMkLst>
            <pc:docMk/>
            <pc:sldMk cId="1496575499" sldId="311"/>
            <ac:spMk id="11" creationId="{7BCD7AAA-6ECE-BE31-A5E2-6EEEF559EA18}"/>
          </ac:spMkLst>
        </pc:spChg>
        <pc:spChg chg="add mod">
          <ac:chgData name="MYUNG JIN" userId="89f3fa32ababedc4" providerId="LiveId" clId="{8FE44FE9-EA28-4A48-ACAD-13A3AA76717F}" dt="2024-07-28T12:51:05.171" v="2322" actId="1076"/>
          <ac:spMkLst>
            <pc:docMk/>
            <pc:sldMk cId="1496575499" sldId="311"/>
            <ac:spMk id="13" creationId="{F47171E2-755B-036C-6BD4-40E06D755910}"/>
          </ac:spMkLst>
        </pc:spChg>
        <pc:spChg chg="add mod">
          <ac:chgData name="MYUNG JIN" userId="89f3fa32ababedc4" providerId="LiveId" clId="{8FE44FE9-EA28-4A48-ACAD-13A3AA76717F}" dt="2024-07-28T12:48:38.182" v="2273" actId="165"/>
          <ac:spMkLst>
            <pc:docMk/>
            <pc:sldMk cId="1496575499" sldId="311"/>
            <ac:spMk id="14" creationId="{396A939A-FDB9-BE4F-324A-194F80D62F2A}"/>
          </ac:spMkLst>
        </pc:spChg>
        <pc:spChg chg="add mod">
          <ac:chgData name="MYUNG JIN" userId="89f3fa32ababedc4" providerId="LiveId" clId="{8FE44FE9-EA28-4A48-ACAD-13A3AA76717F}" dt="2024-07-28T12:48:38.182" v="2273" actId="165"/>
          <ac:spMkLst>
            <pc:docMk/>
            <pc:sldMk cId="1496575499" sldId="311"/>
            <ac:spMk id="15" creationId="{A862198A-25CC-86AD-FA5A-D5F71CF2D8ED}"/>
          </ac:spMkLst>
        </pc:spChg>
        <pc:spChg chg="add mod">
          <ac:chgData name="MYUNG JIN" userId="89f3fa32ababedc4" providerId="LiveId" clId="{8FE44FE9-EA28-4A48-ACAD-13A3AA76717F}" dt="2024-07-28T12:48:38.182" v="2273" actId="165"/>
          <ac:spMkLst>
            <pc:docMk/>
            <pc:sldMk cId="1496575499" sldId="311"/>
            <ac:spMk id="16" creationId="{81CF993B-CF40-C797-8000-D6FB6E7969A2}"/>
          </ac:spMkLst>
        </pc:spChg>
        <pc:spChg chg="add mod">
          <ac:chgData name="MYUNG JIN" userId="89f3fa32ababedc4" providerId="LiveId" clId="{8FE44FE9-EA28-4A48-ACAD-13A3AA76717F}" dt="2024-07-28T12:48:38.182" v="2273" actId="165"/>
          <ac:spMkLst>
            <pc:docMk/>
            <pc:sldMk cId="1496575499" sldId="311"/>
            <ac:spMk id="17" creationId="{3F304664-A5C8-5B08-2ABB-E78BB482DB7D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26" creationId="{12E7FBAB-A342-22C0-3A2B-234A176B1E49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27" creationId="{BC41FD7D-DF42-F92D-B9FB-67F99681E30F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28" creationId="{C4BB0467-A189-8EBD-EAD8-12A6B1FBF578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29" creationId="{36DA1177-9F5F-5DAC-EAE5-AD8D4E840C8D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30" creationId="{93452605-8776-8F15-B589-D3D52A42231B}"/>
          </ac:spMkLst>
        </pc:spChg>
        <pc:spChg chg="add mod topLvl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39" creationId="{AB963F67-297D-0BBA-BE01-B02A17753E8B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0" creationId="{BB8BBD8E-DF80-60D2-6275-F189B77FB759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1" creationId="{A73BBDB0-15F4-CD82-E60C-D021AA311D90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2" creationId="{C3CF9AF1-EFFA-B14B-C217-712731F18DE3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3" creationId="{8227C001-6D62-E13B-D901-C4C51622D571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4" creationId="{681AC4FC-C2F7-EDCD-E859-CF84582FEC62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5" creationId="{375FE1A9-73BE-4205-B125-1FE6F85371EA}"/>
          </ac:spMkLst>
        </pc:spChg>
        <pc:spChg chg="add del mod topLvl">
          <ac:chgData name="MYUNG JIN" userId="89f3fa32ababedc4" providerId="LiveId" clId="{8FE44FE9-EA28-4A48-ACAD-13A3AA76717F}" dt="2024-07-28T12:48:44.707" v="2274" actId="478"/>
          <ac:spMkLst>
            <pc:docMk/>
            <pc:sldMk cId="1496575499" sldId="311"/>
            <ac:spMk id="46" creationId="{A9DDBFC6-4966-292F-92B2-74554BCF90DC}"/>
          </ac:spMkLst>
        </pc:spChg>
        <pc:spChg chg="add mod ord">
          <ac:chgData name="MYUNG JIN" userId="89f3fa32ababedc4" providerId="LiveId" clId="{8FE44FE9-EA28-4A48-ACAD-13A3AA76717F}" dt="2024-07-28T12:50:58.007" v="2320" actId="164"/>
          <ac:spMkLst>
            <pc:docMk/>
            <pc:sldMk cId="1496575499" sldId="311"/>
            <ac:spMk id="50" creationId="{FB886A63-1ED9-B991-D85A-5BB997F76E4A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1" creationId="{9441EE7A-173D-A09C-47EF-7611C492539C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2" creationId="{719A8BB9-09C5-D484-6107-B2667D840A36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3" creationId="{A21E351E-003E-E1F6-C94E-6BD7C403479D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4" creationId="{39E164C0-5286-1804-95FE-ADB0FA2BAAAF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5" creationId="{5FDCF6F8-EB21-05D0-3522-CFD00F95AFC2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6" creationId="{945D66D4-494F-8AE1-623B-F849E3B84420}"/>
          </ac:spMkLst>
        </pc:spChg>
        <pc:spChg chg="add mod">
          <ac:chgData name="MYUNG JIN" userId="89f3fa32ababedc4" providerId="LiveId" clId="{8FE44FE9-EA28-4A48-ACAD-13A3AA76717F}" dt="2024-07-28T12:49:55.397" v="2296" actId="164"/>
          <ac:spMkLst>
            <pc:docMk/>
            <pc:sldMk cId="1496575499" sldId="311"/>
            <ac:spMk id="57" creationId="{A13DCC9D-FCB3-72FA-1526-E9BB14B279BF}"/>
          </ac:spMkLst>
        </pc:spChg>
        <pc:spChg chg="add mod">
          <ac:chgData name="MYUNG JIN" userId="89f3fa32ababedc4" providerId="LiveId" clId="{8FE44FE9-EA28-4A48-ACAD-13A3AA76717F}" dt="2024-07-28T17:38:42.029" v="2712" actId="1076"/>
          <ac:spMkLst>
            <pc:docMk/>
            <pc:sldMk cId="1496575499" sldId="311"/>
            <ac:spMk id="67" creationId="{496DF4C0-292E-0EB5-3185-D04B2A32CFDB}"/>
          </ac:spMkLst>
        </pc:spChg>
        <pc:grpChg chg="add mod topLvl">
          <ac:chgData name="MYUNG JIN" userId="89f3fa32ababedc4" providerId="LiveId" clId="{8FE44FE9-EA28-4A48-ACAD-13A3AA76717F}" dt="2024-07-28T12:49:55.397" v="2296" actId="164"/>
          <ac:grpSpMkLst>
            <pc:docMk/>
            <pc:sldMk cId="1496575499" sldId="311"/>
            <ac:grpSpMk id="18" creationId="{EA1F74BF-A558-C3C9-C96A-FC2A0A1D565C}"/>
          </ac:grpSpMkLst>
        </pc:grpChg>
        <pc:grpChg chg="add del mod">
          <ac:chgData name="MYUNG JIN" userId="89f3fa32ababedc4" providerId="LiveId" clId="{8FE44FE9-EA28-4A48-ACAD-13A3AA76717F}" dt="2024-07-28T12:48:38.182" v="2273" actId="165"/>
          <ac:grpSpMkLst>
            <pc:docMk/>
            <pc:sldMk cId="1496575499" sldId="311"/>
            <ac:grpSpMk id="47" creationId="{1BCC295B-06BE-BE96-A325-5F483EADA652}"/>
          </ac:grpSpMkLst>
        </pc:grpChg>
        <pc:grpChg chg="add mod">
          <ac:chgData name="MYUNG JIN" userId="89f3fa32ababedc4" providerId="LiveId" clId="{8FE44FE9-EA28-4A48-ACAD-13A3AA76717F}" dt="2024-07-28T12:50:58.007" v="2320" actId="164"/>
          <ac:grpSpMkLst>
            <pc:docMk/>
            <pc:sldMk cId="1496575499" sldId="311"/>
            <ac:grpSpMk id="58" creationId="{8CA5F206-7C0B-DD75-5E52-CA6A255CC2F5}"/>
          </ac:grpSpMkLst>
        </pc:grpChg>
        <pc:grpChg chg="add mod">
          <ac:chgData name="MYUNG JIN" userId="89f3fa32ababedc4" providerId="LiveId" clId="{8FE44FE9-EA28-4A48-ACAD-13A3AA76717F}" dt="2024-07-28T12:51:07.171" v="2323" actId="1076"/>
          <ac:grpSpMkLst>
            <pc:docMk/>
            <pc:sldMk cId="1496575499" sldId="311"/>
            <ac:grpSpMk id="60" creationId="{A26C36DF-FDED-C110-10B3-4425DB17F31E}"/>
          </ac:grpSpMkLst>
        </pc:grpChg>
        <pc:graphicFrameChg chg="add mod">
          <ac:chgData name="MYUNG JIN" userId="89f3fa32ababedc4" providerId="LiveId" clId="{8FE44FE9-EA28-4A48-ACAD-13A3AA76717F}" dt="2024-07-28T17:37:26.426" v="2664" actId="1076"/>
          <ac:graphicFrameMkLst>
            <pc:docMk/>
            <pc:sldMk cId="1496575499" sldId="311"/>
            <ac:graphicFrameMk id="61" creationId="{229EB23C-0883-3547-6A49-4C412E642882}"/>
          </ac:graphicFrameMkLst>
        </pc:graphicFrame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20" creationId="{4D387F7B-AC74-3D9E-9D25-7CEAD76A050A}"/>
          </ac:cxnSpMkLst>
        </pc:cxn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21" creationId="{E0132A7C-94E5-5A95-F893-5D3241827442}"/>
          </ac:cxnSpMkLst>
        </pc:cxn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22" creationId="{33652260-A65A-CBB8-4452-F84AE468819C}"/>
          </ac:cxnSpMkLst>
        </pc:cxn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23" creationId="{2560CAFF-776A-E0D6-5F3B-DA0EEEDF4FBE}"/>
          </ac:cxnSpMkLst>
        </pc:cxn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24" creationId="{6319D6E3-E248-6727-CD65-033CA2C90D8C}"/>
          </ac:cxnSpMkLst>
        </pc:cxnChg>
        <pc:cxnChg chg="add del mod">
          <ac:chgData name="MYUNG JIN" userId="89f3fa32ababedc4" providerId="LiveId" clId="{8FE44FE9-EA28-4A48-ACAD-13A3AA76717F}" dt="2024-07-28T12:46:06.811" v="2218" actId="478"/>
          <ac:cxnSpMkLst>
            <pc:docMk/>
            <pc:sldMk cId="1496575499" sldId="311"/>
            <ac:cxnSpMk id="32" creationId="{7CDA3357-88CA-3099-FC6F-07A0CFD58D54}"/>
          </ac:cxnSpMkLst>
        </pc:cxnChg>
        <pc:cxnChg chg="add mod ord">
          <ac:chgData name="MYUNG JIN" userId="89f3fa32ababedc4" providerId="LiveId" clId="{8FE44FE9-EA28-4A48-ACAD-13A3AA76717F}" dt="2024-07-28T12:50:58.007" v="2320" actId="164"/>
          <ac:cxnSpMkLst>
            <pc:docMk/>
            <pc:sldMk cId="1496575499" sldId="311"/>
            <ac:cxnSpMk id="48" creationId="{C2762466-44CB-C077-9C71-607AAF880325}"/>
          </ac:cxnSpMkLst>
        </pc:cxnChg>
        <pc:cxnChg chg="add mod">
          <ac:chgData name="MYUNG JIN" userId="89f3fa32ababedc4" providerId="LiveId" clId="{8FE44FE9-EA28-4A48-ACAD-13A3AA76717F}" dt="2024-07-28T17:37:48.193" v="2669" actId="14100"/>
          <ac:cxnSpMkLst>
            <pc:docMk/>
            <pc:sldMk cId="1496575499" sldId="311"/>
            <ac:cxnSpMk id="63" creationId="{D0F659B6-3723-114C-70E9-5744A146B804}"/>
          </ac:cxnSpMkLst>
        </pc:cxnChg>
        <pc:cxnChg chg="add">
          <ac:chgData name="MYUNG JIN" userId="89f3fa32ababedc4" providerId="LiveId" clId="{8FE44FE9-EA28-4A48-ACAD-13A3AA76717F}" dt="2024-07-28T17:38:00.495" v="2670" actId="11529"/>
          <ac:cxnSpMkLst>
            <pc:docMk/>
            <pc:sldMk cId="1496575499" sldId="311"/>
            <ac:cxnSpMk id="66" creationId="{6F0AB41A-EAEB-E610-311B-D80C4B4F4BBF}"/>
          </ac:cxnSpMkLst>
        </pc:cxnChg>
      </pc:sldChg>
      <pc:sldChg chg="addSp delSp modSp mod ord">
        <pc:chgData name="MYUNG JIN" userId="89f3fa32ababedc4" providerId="LiveId" clId="{8FE44FE9-EA28-4A48-ACAD-13A3AA76717F}" dt="2024-07-30T23:55:07.409" v="4048"/>
        <pc:sldMkLst>
          <pc:docMk/>
          <pc:sldMk cId="1679812937" sldId="312"/>
        </pc:sldMkLst>
        <pc:spChg chg="del mod">
          <ac:chgData name="MYUNG JIN" userId="89f3fa32ababedc4" providerId="LiveId" clId="{8FE44FE9-EA28-4A48-ACAD-13A3AA76717F}" dt="2024-07-28T06:24:14.692" v="931" actId="478"/>
          <ac:spMkLst>
            <pc:docMk/>
            <pc:sldMk cId="1679812937" sldId="312"/>
            <ac:spMk id="2" creationId="{00000000-0000-0000-0000-000000000000}"/>
          </ac:spMkLst>
        </pc:spChg>
        <pc:spChg chg="add del mod">
          <ac:chgData name="MYUNG JIN" userId="89f3fa32ababedc4" providerId="LiveId" clId="{8FE44FE9-EA28-4A48-ACAD-13A3AA76717F}" dt="2024-07-30T23:55:07.409" v="4048"/>
          <ac:spMkLst>
            <pc:docMk/>
            <pc:sldMk cId="1679812937" sldId="312"/>
            <ac:spMk id="2" creationId="{5E83A3E5-E07A-2038-3E74-7A2CBF22C114}"/>
          </ac:spMkLst>
        </pc:spChg>
        <pc:spChg chg="add mod">
          <ac:chgData name="MYUNG JIN" userId="89f3fa32ababedc4" providerId="LiveId" clId="{8FE44FE9-EA28-4A48-ACAD-13A3AA76717F}" dt="2024-07-29T01:00:59.053" v="3841" actId="20577"/>
          <ac:spMkLst>
            <pc:docMk/>
            <pc:sldMk cId="1679812937" sldId="312"/>
            <ac:spMk id="3" creationId="{A5EB25C3-84A4-93E1-7CA4-D1148CFB880D}"/>
          </ac:spMkLst>
        </pc:spChg>
        <pc:spChg chg="add mod">
          <ac:chgData name="MYUNG JIN" userId="89f3fa32ababedc4" providerId="LiveId" clId="{8FE44FE9-EA28-4A48-ACAD-13A3AA76717F}" dt="2024-07-28T06:24:12.235" v="930"/>
          <ac:spMkLst>
            <pc:docMk/>
            <pc:sldMk cId="1679812937" sldId="312"/>
            <ac:spMk id="4" creationId="{A84F99E3-C2C2-8532-7397-030ECF4B97A7}"/>
          </ac:spMkLst>
        </pc:spChg>
        <pc:spChg chg="add mod">
          <ac:chgData name="MYUNG JIN" userId="89f3fa32ababedc4" providerId="LiveId" clId="{8FE44FE9-EA28-4A48-ACAD-13A3AA76717F}" dt="2024-07-28T06:24:14.907" v="932"/>
          <ac:spMkLst>
            <pc:docMk/>
            <pc:sldMk cId="1679812937" sldId="312"/>
            <ac:spMk id="9" creationId="{91DAB221-DE96-DC08-3D0C-6360A7B89E0B}"/>
          </ac:spMkLst>
        </pc:spChg>
        <pc:spChg chg="add mod">
          <ac:chgData name="MYUNG JIN" userId="89f3fa32ababedc4" providerId="LiveId" clId="{8FE44FE9-EA28-4A48-ACAD-13A3AA76717F}" dt="2024-07-30T23:55:04.866" v="4046" actId="1076"/>
          <ac:spMkLst>
            <pc:docMk/>
            <pc:sldMk cId="1679812937" sldId="312"/>
            <ac:spMk id="10" creationId="{04AEE5F2-1865-7774-3245-D0371EF859CE}"/>
          </ac:spMkLst>
        </pc:spChg>
      </pc:sldChg>
      <pc:sldChg chg="addSp modSp mod">
        <pc:chgData name="MYUNG JIN" userId="89f3fa32ababedc4" providerId="LiveId" clId="{8FE44FE9-EA28-4A48-ACAD-13A3AA76717F}" dt="2024-07-28T15:09:09.215" v="2596" actId="20577"/>
        <pc:sldMkLst>
          <pc:docMk/>
          <pc:sldMk cId="674815858" sldId="313"/>
        </pc:sldMkLst>
        <pc:spChg chg="mod">
          <ac:chgData name="MYUNG JIN" userId="89f3fa32ababedc4" providerId="LiveId" clId="{8FE44FE9-EA28-4A48-ACAD-13A3AA76717F}" dt="2024-07-28T12:34:14.561" v="1905" actId="20577"/>
          <ac:spMkLst>
            <pc:docMk/>
            <pc:sldMk cId="674815858" sldId="313"/>
            <ac:spMk id="2" creationId="{00000000-0000-0000-0000-000000000000}"/>
          </ac:spMkLst>
        </pc:spChg>
        <pc:spChg chg="add mod">
          <ac:chgData name="MYUNG JIN" userId="89f3fa32ababedc4" providerId="LiveId" clId="{8FE44FE9-EA28-4A48-ACAD-13A3AA76717F}" dt="2024-07-28T15:09:09.215" v="2596" actId="20577"/>
          <ac:spMkLst>
            <pc:docMk/>
            <pc:sldMk cId="674815858" sldId="313"/>
            <ac:spMk id="3" creationId="{4869F673-7F5E-1D11-B2A2-F60EDD9271A8}"/>
          </ac:spMkLst>
        </pc:spChg>
      </pc:sldChg>
      <pc:sldChg chg="addSp modSp mod">
        <pc:chgData name="MYUNG JIN" userId="89f3fa32ababedc4" providerId="LiveId" clId="{8FE44FE9-EA28-4A48-ACAD-13A3AA76717F}" dt="2024-07-22T02:27:12.742" v="237" actId="20577"/>
        <pc:sldMkLst>
          <pc:docMk/>
          <pc:sldMk cId="849029943" sldId="314"/>
        </pc:sldMkLst>
        <pc:spChg chg="mod">
          <ac:chgData name="MYUNG JIN" userId="89f3fa32ababedc4" providerId="LiveId" clId="{8FE44FE9-EA28-4A48-ACAD-13A3AA76717F}" dt="2024-07-22T02:26:57.508" v="186" actId="20577"/>
          <ac:spMkLst>
            <pc:docMk/>
            <pc:sldMk cId="849029943" sldId="314"/>
            <ac:spMk id="2" creationId="{00000000-0000-0000-0000-000000000000}"/>
          </ac:spMkLst>
        </pc:spChg>
        <pc:spChg chg="add mod">
          <ac:chgData name="MYUNG JIN" userId="89f3fa32ababedc4" providerId="LiveId" clId="{8FE44FE9-EA28-4A48-ACAD-13A3AA76717F}" dt="2024-07-22T02:26:50.709" v="183" actId="20577"/>
          <ac:spMkLst>
            <pc:docMk/>
            <pc:sldMk cId="849029943" sldId="314"/>
            <ac:spMk id="3" creationId="{7F727A4F-61CA-4C06-F62D-717D4F43999C}"/>
          </ac:spMkLst>
        </pc:spChg>
        <pc:spChg chg="add mod">
          <ac:chgData name="MYUNG JIN" userId="89f3fa32ababedc4" providerId="LiveId" clId="{8FE44FE9-EA28-4A48-ACAD-13A3AA76717F}" dt="2024-07-22T02:27:12.742" v="237" actId="20577"/>
          <ac:spMkLst>
            <pc:docMk/>
            <pc:sldMk cId="849029943" sldId="314"/>
            <ac:spMk id="4" creationId="{C771FD39-4895-9D29-E708-37B0AF78CABB}"/>
          </ac:spMkLst>
        </pc:spChg>
      </pc:sldChg>
      <pc:sldChg chg="addSp delSp modSp del mod ord">
        <pc:chgData name="MYUNG JIN" userId="89f3fa32ababedc4" providerId="LiveId" clId="{8FE44FE9-EA28-4A48-ACAD-13A3AA76717F}" dt="2024-07-30T12:19:30.473" v="4015" actId="2696"/>
        <pc:sldMkLst>
          <pc:docMk/>
          <pc:sldMk cId="14439770" sldId="315"/>
        </pc:sldMkLst>
        <pc:spChg chg="mod">
          <ac:chgData name="MYUNG JIN" userId="89f3fa32ababedc4" providerId="LiveId" clId="{8FE44FE9-EA28-4A48-ACAD-13A3AA76717F}" dt="2024-07-22T06:45:20.983" v="268" actId="20577"/>
          <ac:spMkLst>
            <pc:docMk/>
            <pc:sldMk cId="14439770" sldId="315"/>
            <ac:spMk id="2" creationId="{00000000-0000-0000-0000-000000000000}"/>
          </ac:spMkLst>
        </pc:spChg>
        <pc:spChg chg="add mod">
          <ac:chgData name="MYUNG JIN" userId="89f3fa32ababedc4" providerId="LiveId" clId="{8FE44FE9-EA28-4A48-ACAD-13A3AA76717F}" dt="2024-07-30T12:14:39.062" v="3884" actId="1076"/>
          <ac:spMkLst>
            <pc:docMk/>
            <pc:sldMk cId="14439770" sldId="315"/>
            <ac:spMk id="3" creationId="{C91A56B5-BAA0-032F-735A-1A7C89AA67D9}"/>
          </ac:spMkLst>
        </pc:spChg>
        <pc:spChg chg="add mod">
          <ac:chgData name="MYUNG JIN" userId="89f3fa32ababedc4" providerId="LiveId" clId="{8FE44FE9-EA28-4A48-ACAD-13A3AA76717F}" dt="2024-07-30T12:14:39.062" v="3884" actId="1076"/>
          <ac:spMkLst>
            <pc:docMk/>
            <pc:sldMk cId="14439770" sldId="315"/>
            <ac:spMk id="4" creationId="{E7F5C5AC-B4B7-CE35-A592-DBEDFA991F4D}"/>
          </ac:spMkLst>
        </pc:spChg>
        <pc:spChg chg="add del mod">
          <ac:chgData name="MYUNG JIN" userId="89f3fa32ababedc4" providerId="LiveId" clId="{8FE44FE9-EA28-4A48-ACAD-13A3AA76717F}" dt="2024-07-30T12:09:01.657" v="3847" actId="478"/>
          <ac:spMkLst>
            <pc:docMk/>
            <pc:sldMk cId="14439770" sldId="315"/>
            <ac:spMk id="9" creationId="{5AF3FBA8-4679-0771-86F7-6848FC6EA1A0}"/>
          </ac:spMkLst>
        </pc:spChg>
        <pc:spChg chg="add del mod">
          <ac:chgData name="MYUNG JIN" userId="89f3fa32ababedc4" providerId="LiveId" clId="{8FE44FE9-EA28-4A48-ACAD-13A3AA76717F}" dt="2024-07-30T12:09:02.209" v="3848" actId="478"/>
          <ac:spMkLst>
            <pc:docMk/>
            <pc:sldMk cId="14439770" sldId="315"/>
            <ac:spMk id="10" creationId="{11E5BE91-2F7E-E9D6-9B80-0426CFA24D93}"/>
          </ac:spMkLst>
        </pc:spChg>
        <pc:spChg chg="add mod">
          <ac:chgData name="MYUNG JIN" userId="89f3fa32ababedc4" providerId="LiveId" clId="{8FE44FE9-EA28-4A48-ACAD-13A3AA76717F}" dt="2024-07-30T12:17:42.573" v="3954" actId="1076"/>
          <ac:spMkLst>
            <pc:docMk/>
            <pc:sldMk cId="14439770" sldId="315"/>
            <ac:spMk id="22" creationId="{F4878615-DE43-A42A-F3CD-22573E1C2A62}"/>
          </ac:spMkLst>
        </pc:spChg>
        <pc:spChg chg="add mod">
          <ac:chgData name="MYUNG JIN" userId="89f3fa32ababedc4" providerId="LiveId" clId="{8FE44FE9-EA28-4A48-ACAD-13A3AA76717F}" dt="2024-07-30T12:18:10.597" v="3960" actId="1076"/>
          <ac:spMkLst>
            <pc:docMk/>
            <pc:sldMk cId="14439770" sldId="315"/>
            <ac:spMk id="23" creationId="{DF1A2A47-EFD2-B6A7-0CC8-50BEB6B71C55}"/>
          </ac:spMkLst>
        </pc:spChg>
        <pc:spChg chg="add mod">
          <ac:chgData name="MYUNG JIN" userId="89f3fa32ababedc4" providerId="LiveId" clId="{8FE44FE9-EA28-4A48-ACAD-13A3AA76717F}" dt="2024-07-30T12:18:12.143" v="3961" actId="571"/>
          <ac:spMkLst>
            <pc:docMk/>
            <pc:sldMk cId="14439770" sldId="315"/>
            <ac:spMk id="24" creationId="{3DFA3ECD-A9F0-B523-A380-871861979E17}"/>
          </ac:spMkLst>
        </pc:spChg>
        <pc:spChg chg="add mod">
          <ac:chgData name="MYUNG JIN" userId="89f3fa32ababedc4" providerId="LiveId" clId="{8FE44FE9-EA28-4A48-ACAD-13A3AA76717F}" dt="2024-07-30T12:18:26.896" v="3967" actId="20577"/>
          <ac:spMkLst>
            <pc:docMk/>
            <pc:sldMk cId="14439770" sldId="315"/>
            <ac:spMk id="25" creationId="{FB4E0239-14B0-3F76-89E3-759DB8DA8CDB}"/>
          </ac:spMkLst>
        </pc:spChg>
        <pc:spChg chg="add mod">
          <ac:chgData name="MYUNG JIN" userId="89f3fa32ababedc4" providerId="LiveId" clId="{8FE44FE9-EA28-4A48-ACAD-13A3AA76717F}" dt="2024-07-30T12:18:48.680" v="3984" actId="1076"/>
          <ac:spMkLst>
            <pc:docMk/>
            <pc:sldMk cId="14439770" sldId="315"/>
            <ac:spMk id="26" creationId="{98C965E3-F9CC-DF34-CDBC-1B6501C368CD}"/>
          </ac:spMkLst>
        </pc:spChg>
        <pc:spChg chg="add mod">
          <ac:chgData name="MYUNG JIN" userId="89f3fa32ababedc4" providerId="LiveId" clId="{8FE44FE9-EA28-4A48-ACAD-13A3AA76717F}" dt="2024-07-30T12:18:51.808" v="3985" actId="571"/>
          <ac:spMkLst>
            <pc:docMk/>
            <pc:sldMk cId="14439770" sldId="315"/>
            <ac:spMk id="27" creationId="{D823DFDD-94F2-A46F-E9E6-AD6190A3843B}"/>
          </ac:spMkLst>
        </pc:spChg>
        <pc:spChg chg="add mod">
          <ac:chgData name="MYUNG JIN" userId="89f3fa32ababedc4" providerId="LiveId" clId="{8FE44FE9-EA28-4A48-ACAD-13A3AA76717F}" dt="2024-07-30T12:19:10.860" v="3999" actId="207"/>
          <ac:spMkLst>
            <pc:docMk/>
            <pc:sldMk cId="14439770" sldId="315"/>
            <ac:spMk id="28" creationId="{DB7B03ED-DAC3-7B41-017E-FD6D6FA344C9}"/>
          </ac:spMkLst>
        </pc:spChg>
        <pc:spChg chg="add mod">
          <ac:chgData name="MYUNG JIN" userId="89f3fa32ababedc4" providerId="LiveId" clId="{8FE44FE9-EA28-4A48-ACAD-13A3AA76717F}" dt="2024-07-30T12:19:28.350" v="4014" actId="1076"/>
          <ac:spMkLst>
            <pc:docMk/>
            <pc:sldMk cId="14439770" sldId="315"/>
            <ac:spMk id="29" creationId="{B1B3D79B-7A0A-31F6-2245-74D68C740470}"/>
          </ac:spMkLst>
        </pc:spChg>
        <pc:picChg chg="add mod modCrop">
          <ac:chgData name="MYUNG JIN" userId="89f3fa32ababedc4" providerId="LiveId" clId="{8FE44FE9-EA28-4A48-ACAD-13A3AA76717F}" dt="2024-07-30T12:17:40.497" v="3953" actId="1076"/>
          <ac:picMkLst>
            <pc:docMk/>
            <pc:sldMk cId="14439770" sldId="315"/>
            <ac:picMk id="13" creationId="{58014E0E-FF81-55DF-B704-047D11E975F3}"/>
          </ac:picMkLst>
        </pc:picChg>
        <pc:picChg chg="add mod">
          <ac:chgData name="MYUNG JIN" userId="89f3fa32ababedc4" providerId="LiveId" clId="{8FE44FE9-EA28-4A48-ACAD-13A3AA76717F}" dt="2024-07-30T12:17:44.652" v="3955" actId="1076"/>
          <ac:picMkLst>
            <pc:docMk/>
            <pc:sldMk cId="14439770" sldId="315"/>
            <ac:picMk id="15" creationId="{1A81F22F-4F84-5FB4-70BE-B5CDB3D82C5B}"/>
          </ac:picMkLst>
        </pc:picChg>
        <pc:picChg chg="add del mod">
          <ac:chgData name="MYUNG JIN" userId="89f3fa32ababedc4" providerId="LiveId" clId="{8FE44FE9-EA28-4A48-ACAD-13A3AA76717F}" dt="2024-07-30T12:13:50.137" v="3870" actId="478"/>
          <ac:picMkLst>
            <pc:docMk/>
            <pc:sldMk cId="14439770" sldId="315"/>
            <ac:picMk id="17" creationId="{CD370B42-F905-B56C-C176-C792D6474B9D}"/>
          </ac:picMkLst>
        </pc:picChg>
        <pc:picChg chg="add mod">
          <ac:chgData name="MYUNG JIN" userId="89f3fa32ababedc4" providerId="LiveId" clId="{8FE44FE9-EA28-4A48-ACAD-13A3AA76717F}" dt="2024-07-30T12:18:20.431" v="3963" actId="1076"/>
          <ac:picMkLst>
            <pc:docMk/>
            <pc:sldMk cId="14439770" sldId="315"/>
            <ac:picMk id="19" creationId="{0AADDD37-8ADB-41FB-8B07-B614CFA2F6AE}"/>
          </ac:picMkLst>
        </pc:picChg>
        <pc:picChg chg="add mod">
          <ac:chgData name="MYUNG JIN" userId="89f3fa32ababedc4" providerId="LiveId" clId="{8FE44FE9-EA28-4A48-ACAD-13A3AA76717F}" dt="2024-07-30T12:18:20.431" v="3963" actId="1076"/>
          <ac:picMkLst>
            <pc:docMk/>
            <pc:sldMk cId="14439770" sldId="315"/>
            <ac:picMk id="21" creationId="{97351B71-49D4-762D-CE61-EDAC8E532E36}"/>
          </ac:picMkLst>
        </pc:picChg>
      </pc:sldChg>
      <pc:sldChg chg="add ord">
        <pc:chgData name="MYUNG JIN" userId="89f3fa32ababedc4" providerId="LiveId" clId="{8FE44FE9-EA28-4A48-ACAD-13A3AA76717F}" dt="2024-07-30T12:19:34.007" v="4018"/>
        <pc:sldMkLst>
          <pc:docMk/>
          <pc:sldMk cId="3074937067" sldId="315"/>
        </pc:sldMkLst>
      </pc:sldChg>
      <pc:sldChg chg="addSp delSp modSp add mod">
        <pc:chgData name="MYUNG JIN" userId="89f3fa32ababedc4" providerId="LiveId" clId="{8FE44FE9-EA28-4A48-ACAD-13A3AA76717F}" dt="2024-07-30T23:53:20.231" v="4028" actId="478"/>
        <pc:sldMkLst>
          <pc:docMk/>
          <pc:sldMk cId="2704857682" sldId="316"/>
        </pc:sldMkLst>
        <pc:spChg chg="mod">
          <ac:chgData name="MYUNG JIN" userId="89f3fa32ababedc4" providerId="LiveId" clId="{8FE44FE9-EA28-4A48-ACAD-13A3AA76717F}" dt="2024-07-28T06:24:04.946" v="929" actId="255"/>
          <ac:spMkLst>
            <pc:docMk/>
            <pc:sldMk cId="2704857682" sldId="316"/>
            <ac:spMk id="2" creationId="{00000000-0000-0000-0000-000000000000}"/>
          </ac:spMkLst>
        </pc:spChg>
        <pc:spChg chg="add mod">
          <ac:chgData name="MYUNG JIN" userId="89f3fa32ababedc4" providerId="LiveId" clId="{8FE44FE9-EA28-4A48-ACAD-13A3AA76717F}" dt="2024-07-28T12:20:29.125" v="1892" actId="20577"/>
          <ac:spMkLst>
            <pc:docMk/>
            <pc:sldMk cId="2704857682" sldId="316"/>
            <ac:spMk id="4" creationId="{F01956C3-68E1-10A5-ABF4-02A14592D00D}"/>
          </ac:spMkLst>
        </pc:spChg>
        <pc:spChg chg="add del">
          <ac:chgData name="MYUNG JIN" userId="89f3fa32ababedc4" providerId="LiveId" clId="{8FE44FE9-EA28-4A48-ACAD-13A3AA76717F}" dt="2024-07-30T23:53:20.231" v="4028" actId="478"/>
          <ac:spMkLst>
            <pc:docMk/>
            <pc:sldMk cId="2704857682" sldId="316"/>
            <ac:spMk id="10" creationId="{A26E2D4A-49FB-13F1-FCCC-F4E3236E14B7}"/>
          </ac:spMkLst>
        </pc:spChg>
        <pc:spChg chg="add mod">
          <ac:chgData name="MYUNG JIN" userId="89f3fa32ababedc4" providerId="LiveId" clId="{8FE44FE9-EA28-4A48-ACAD-13A3AA76717F}" dt="2024-07-28T23:23:16.689" v="3555" actId="1076"/>
          <ac:spMkLst>
            <pc:docMk/>
            <pc:sldMk cId="2704857682" sldId="316"/>
            <ac:spMk id="26" creationId="{0813E418-5FF3-7EBD-08FB-00C4EB6DEA0F}"/>
          </ac:spMkLst>
        </pc:spChg>
        <pc:spChg chg="add mod">
          <ac:chgData name="MYUNG JIN" userId="89f3fa32ababedc4" providerId="LiveId" clId="{8FE44FE9-EA28-4A48-ACAD-13A3AA76717F}" dt="2024-07-28T23:23:24.741" v="3564" actId="20577"/>
          <ac:spMkLst>
            <pc:docMk/>
            <pc:sldMk cId="2704857682" sldId="316"/>
            <ac:spMk id="27" creationId="{20D85DE1-A1C1-3114-3720-870B139784E6}"/>
          </ac:spMkLst>
        </pc:spChg>
        <pc:spChg chg="add mod">
          <ac:chgData name="MYUNG JIN" userId="89f3fa32ababedc4" providerId="LiveId" clId="{8FE44FE9-EA28-4A48-ACAD-13A3AA76717F}" dt="2024-07-28T23:23:37.470" v="3569" actId="20577"/>
          <ac:spMkLst>
            <pc:docMk/>
            <pc:sldMk cId="2704857682" sldId="316"/>
            <ac:spMk id="28" creationId="{379924B5-620E-E469-6E1F-EE8D76DDA714}"/>
          </ac:spMkLst>
        </pc:spChg>
        <pc:spChg chg="add">
          <ac:chgData name="MYUNG JIN" userId="89f3fa32ababedc4" providerId="LiveId" clId="{8FE44FE9-EA28-4A48-ACAD-13A3AA76717F}" dt="2024-07-28T23:23:49.285" v="3570" actId="11529"/>
          <ac:spMkLst>
            <pc:docMk/>
            <pc:sldMk cId="2704857682" sldId="316"/>
            <ac:spMk id="29" creationId="{EB118B43-8769-1F9C-1165-DB7DB2FD7021}"/>
          </ac:spMkLst>
        </pc:spChg>
        <pc:spChg chg="add mod">
          <ac:chgData name="MYUNG JIN" userId="89f3fa32ababedc4" providerId="LiveId" clId="{8FE44FE9-EA28-4A48-ACAD-13A3AA76717F}" dt="2024-07-28T23:24:14.696" v="3589" actId="14100"/>
          <ac:spMkLst>
            <pc:docMk/>
            <pc:sldMk cId="2704857682" sldId="316"/>
            <ac:spMk id="30" creationId="{44F3B860-407E-2077-831E-1D424CBFAC12}"/>
          </ac:spMkLst>
        </pc:spChg>
        <pc:grpChg chg="add mod">
          <ac:chgData name="MYUNG JIN" userId="89f3fa32ababedc4" providerId="LiveId" clId="{8FE44FE9-EA28-4A48-ACAD-13A3AA76717F}" dt="2024-07-28T23:22:26.091" v="3511" actId="571"/>
          <ac:grpSpMkLst>
            <pc:docMk/>
            <pc:sldMk cId="2704857682" sldId="316"/>
            <ac:grpSpMk id="22" creationId="{2FA8986F-4929-E66D-E8FB-776BD73B461A}"/>
          </ac:grpSpMkLst>
        </pc:grpChg>
        <pc:graphicFrameChg chg="add del mod">
          <ac:chgData name="MYUNG JIN" userId="89f3fa32ababedc4" providerId="LiveId" clId="{8FE44FE9-EA28-4A48-ACAD-13A3AA76717F}" dt="2024-07-28T23:21:29.425" v="3494" actId="478"/>
          <ac:graphicFrameMkLst>
            <pc:docMk/>
            <pc:sldMk cId="2704857682" sldId="316"/>
            <ac:graphicFrameMk id="9" creationId="{A2097566-030A-2004-975F-338476AF6FD9}"/>
          </ac:graphicFrameMkLst>
        </pc:graphicFrameChg>
        <pc:cxnChg chg="add mod">
          <ac:chgData name="MYUNG JIN" userId="89f3fa32ababedc4" providerId="LiveId" clId="{8FE44FE9-EA28-4A48-ACAD-13A3AA76717F}" dt="2024-07-28T23:22:26.091" v="3511" actId="571"/>
          <ac:cxnSpMkLst>
            <pc:docMk/>
            <pc:sldMk cId="2704857682" sldId="316"/>
            <ac:cxnSpMk id="11" creationId="{19577713-0195-2BE8-6043-1D976238273A}"/>
          </ac:cxnSpMkLst>
        </pc:cxnChg>
        <pc:cxnChg chg="add mod">
          <ac:chgData name="MYUNG JIN" userId="89f3fa32ababedc4" providerId="LiveId" clId="{8FE44FE9-EA28-4A48-ACAD-13A3AA76717F}" dt="2024-07-28T23:22:26.091" v="3511" actId="571"/>
          <ac:cxnSpMkLst>
            <pc:docMk/>
            <pc:sldMk cId="2704857682" sldId="316"/>
            <ac:cxnSpMk id="13" creationId="{482EABBB-6D81-F5A6-A5E6-508AD1A4FF83}"/>
          </ac:cxnSpMkLst>
        </pc:cxnChg>
        <pc:cxnChg chg="add mod">
          <ac:chgData name="MYUNG JIN" userId="89f3fa32ababedc4" providerId="LiveId" clId="{8FE44FE9-EA28-4A48-ACAD-13A3AA76717F}" dt="2024-07-28T23:22:26.091" v="3511" actId="571"/>
          <ac:cxnSpMkLst>
            <pc:docMk/>
            <pc:sldMk cId="2704857682" sldId="316"/>
            <ac:cxnSpMk id="16" creationId="{2FD28364-9D49-2CFB-5A44-0276D48545B5}"/>
          </ac:cxnSpMkLst>
        </pc:cxnChg>
        <pc:cxnChg chg="add mod">
          <ac:chgData name="MYUNG JIN" userId="89f3fa32ababedc4" providerId="LiveId" clId="{8FE44FE9-EA28-4A48-ACAD-13A3AA76717F}" dt="2024-07-28T23:22:26.091" v="3511" actId="571"/>
          <ac:cxnSpMkLst>
            <pc:docMk/>
            <pc:sldMk cId="2704857682" sldId="316"/>
            <ac:cxnSpMk id="19" creationId="{6F00BBCD-D800-DF2E-5112-B508F7A7A702}"/>
          </ac:cxnSpMkLst>
        </pc:cxnChg>
        <pc:cxnChg chg="add mod">
          <ac:chgData name="MYUNG JIN" userId="89f3fa32ababedc4" providerId="LiveId" clId="{8FE44FE9-EA28-4A48-ACAD-13A3AA76717F}" dt="2024-07-28T23:22:26.091" v="3511" actId="571"/>
          <ac:cxnSpMkLst>
            <pc:docMk/>
            <pc:sldMk cId="2704857682" sldId="316"/>
            <ac:cxnSpMk id="21" creationId="{A6F97C66-15CE-5093-DAF2-C083B43DC994}"/>
          </ac:cxnSpMkLst>
        </pc:cxnChg>
        <pc:cxnChg chg="add mod">
          <ac:chgData name="MYUNG JIN" userId="89f3fa32ababedc4" providerId="LiveId" clId="{8FE44FE9-EA28-4A48-ACAD-13A3AA76717F}" dt="2024-07-28T23:22:38.172" v="3513" actId="693"/>
          <ac:cxnSpMkLst>
            <pc:docMk/>
            <pc:sldMk cId="2704857682" sldId="316"/>
            <ac:cxnSpMk id="23" creationId="{270EFC69-9039-A7C6-8E11-A57E41EFF57E}"/>
          </ac:cxnSpMkLst>
        </pc:cxnChg>
        <pc:cxnChg chg="add">
          <ac:chgData name="MYUNG JIN" userId="89f3fa32ababedc4" providerId="LiveId" clId="{8FE44FE9-EA28-4A48-ACAD-13A3AA76717F}" dt="2024-07-28T23:22:47.486" v="3514" actId="11529"/>
          <ac:cxnSpMkLst>
            <pc:docMk/>
            <pc:sldMk cId="2704857682" sldId="316"/>
            <ac:cxnSpMk id="25" creationId="{0AD0A8E3-6D42-8866-D4FF-E55A3FFD667A}"/>
          </ac:cxnSpMkLst>
        </pc:cxnChg>
      </pc:sldChg>
      <pc:sldChg chg="modSp add del mod ord">
        <pc:chgData name="MYUNG JIN" userId="89f3fa32ababedc4" providerId="LiveId" clId="{8FE44FE9-EA28-4A48-ACAD-13A3AA76717F}" dt="2024-07-28T11:08:05.159" v="1575" actId="47"/>
        <pc:sldMkLst>
          <pc:docMk/>
          <pc:sldMk cId="2385202534" sldId="317"/>
        </pc:sldMkLst>
        <pc:spChg chg="mod">
          <ac:chgData name="MYUNG JIN" userId="89f3fa32ababedc4" providerId="LiveId" clId="{8FE44FE9-EA28-4A48-ACAD-13A3AA76717F}" dt="2024-07-28T11:07:44.300" v="1573" actId="20577"/>
          <ac:spMkLst>
            <pc:docMk/>
            <pc:sldMk cId="2385202534" sldId="317"/>
            <ac:spMk id="2" creationId="{00000000-0000-0000-0000-000000000000}"/>
          </ac:spMkLst>
        </pc:spChg>
      </pc:sldChg>
      <pc:sldChg chg="addSp delSp modSp add mod">
        <pc:chgData name="MYUNG JIN" userId="89f3fa32ababedc4" providerId="LiveId" clId="{8FE44FE9-EA28-4A48-ACAD-13A3AA76717F}" dt="2024-07-29T09:18:20.448" v="3844" actId="478"/>
        <pc:sldMkLst>
          <pc:docMk/>
          <pc:sldMk cId="1873463258" sldId="318"/>
        </pc:sldMkLst>
        <pc:spChg chg="mod">
          <ac:chgData name="MYUNG JIN" userId="89f3fa32ababedc4" providerId="LiveId" clId="{8FE44FE9-EA28-4A48-ACAD-13A3AA76717F}" dt="2024-07-28T15:12:04.249" v="2650" actId="20577"/>
          <ac:spMkLst>
            <pc:docMk/>
            <pc:sldMk cId="1873463258" sldId="318"/>
            <ac:spMk id="2" creationId="{00000000-0000-0000-0000-000000000000}"/>
          </ac:spMkLst>
        </pc:spChg>
        <pc:graphicFrameChg chg="add del mod">
          <ac:chgData name="MYUNG JIN" userId="89f3fa32ababedc4" providerId="LiveId" clId="{8FE44FE9-EA28-4A48-ACAD-13A3AA76717F}" dt="2024-07-29T09:18:20.448" v="3844" actId="478"/>
          <ac:graphicFrameMkLst>
            <pc:docMk/>
            <pc:sldMk cId="1873463258" sldId="318"/>
            <ac:graphicFrameMk id="3" creationId="{77B71722-094B-4DEC-7B02-C26BAE8B1A41}"/>
          </ac:graphicFrameMkLst>
        </pc:graphicFrameChg>
      </pc:sldChg>
      <pc:sldChg chg="addSp delSp modSp add mod">
        <pc:chgData name="MYUNG JIN" userId="89f3fa32ababedc4" providerId="LiveId" clId="{8FE44FE9-EA28-4A48-ACAD-13A3AA76717F}" dt="2024-07-29T23:44:42.887" v="3846" actId="1076"/>
        <pc:sldMkLst>
          <pc:docMk/>
          <pc:sldMk cId="2555909692" sldId="319"/>
        </pc:sldMkLst>
        <pc:spChg chg="mod">
          <ac:chgData name="MYUNG JIN" userId="89f3fa32ababedc4" providerId="LiveId" clId="{8FE44FE9-EA28-4A48-ACAD-13A3AA76717F}" dt="2024-07-28T11:08:21.803" v="1621" actId="20577"/>
          <ac:spMkLst>
            <pc:docMk/>
            <pc:sldMk cId="2555909692" sldId="319"/>
            <ac:spMk id="2" creationId="{00000000-0000-0000-0000-000000000000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3" creationId="{A25BAFEB-4FD0-5A1A-EF81-0C0947D80959}"/>
          </ac:spMkLst>
        </pc:spChg>
        <pc:spChg chg="add mod">
          <ac:chgData name="MYUNG JIN" userId="89f3fa32ababedc4" providerId="LiveId" clId="{8FE44FE9-EA28-4A48-ACAD-13A3AA76717F}" dt="2024-07-28T11:59:47.390" v="1768" actId="20577"/>
          <ac:spMkLst>
            <pc:docMk/>
            <pc:sldMk cId="2555909692" sldId="319"/>
            <ac:spMk id="10" creationId="{C5D809DB-36EC-17C0-9236-788B3A47F0F4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13" creationId="{DCFA512A-9CD4-2809-6E38-AED5EEF8549A}"/>
          </ac:spMkLst>
        </pc:spChg>
        <pc:spChg chg="add mod">
          <ac:chgData name="MYUNG JIN" userId="89f3fa32ababedc4" providerId="LiveId" clId="{8FE44FE9-EA28-4A48-ACAD-13A3AA76717F}" dt="2024-07-29T23:44:42.887" v="3846" actId="1076"/>
          <ac:spMkLst>
            <pc:docMk/>
            <pc:sldMk cId="2555909692" sldId="319"/>
            <ac:spMk id="14" creationId="{4C77E740-81CD-DEC6-A552-614D62C5BCFB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17" creationId="{179E99E3-C668-8633-5559-D226EC49FE30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19" creationId="{FD59805E-5A4C-CB48-2C7A-C7F8E2FE63F3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21" creationId="{236E1B2C-95B0-08CE-3F4A-E61B4F2DD283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23" creationId="{DBD7A8E9-A2A4-07D0-946A-2138BCD6D719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25" creationId="{4232AA51-7498-55D3-B7A9-B10FDC122BB0}"/>
          </ac:spMkLst>
        </pc:spChg>
        <pc:spChg chg="mod">
          <ac:chgData name="MYUNG JIN" userId="89f3fa32ababedc4" providerId="LiveId" clId="{8FE44FE9-EA28-4A48-ACAD-13A3AA76717F}" dt="2024-07-28T11:08:29.874" v="1622" actId="164"/>
          <ac:spMkLst>
            <pc:docMk/>
            <pc:sldMk cId="2555909692" sldId="319"/>
            <ac:spMk id="26" creationId="{21D00FD2-52B8-F75F-ECF7-E46F3B09C0B9}"/>
          </ac:spMkLst>
        </pc:spChg>
        <pc:grpChg chg="add del mod">
          <ac:chgData name="MYUNG JIN" userId="89f3fa32ababedc4" providerId="LiveId" clId="{8FE44FE9-EA28-4A48-ACAD-13A3AA76717F}" dt="2024-07-28T11:08:43.668" v="1624" actId="478"/>
          <ac:grpSpMkLst>
            <pc:docMk/>
            <pc:sldMk cId="2555909692" sldId="319"/>
            <ac:grpSpMk id="4" creationId="{AAB7718F-B5C0-CFBE-4DBC-B17720760B56}"/>
          </ac:grpSpMkLst>
        </pc:grp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11" creationId="{024CB2DF-4152-5795-C9D9-E81B96966CC9}"/>
          </ac:graphicFrameMkLst>
        </pc:graphicFrame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16" creationId="{DA61B0BF-D396-B423-C8AF-55707C379811}"/>
          </ac:graphicFrameMkLst>
        </pc:graphicFrame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18" creationId="{F0AFD14F-0DAE-E2B0-1E57-A0AB909E71F7}"/>
          </ac:graphicFrameMkLst>
        </pc:graphicFrame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20" creationId="{EDF44B72-A658-04F6-B799-2FBF8E32595C}"/>
          </ac:graphicFrameMkLst>
        </pc:graphicFrame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22" creationId="{715E91C0-5912-FD9B-CE41-FBD28F10D0F1}"/>
          </ac:graphicFrameMkLst>
        </pc:graphicFrameChg>
        <pc:graphicFrameChg chg="mod">
          <ac:chgData name="MYUNG JIN" userId="89f3fa32ababedc4" providerId="LiveId" clId="{8FE44FE9-EA28-4A48-ACAD-13A3AA76717F}" dt="2024-07-28T11:08:29.874" v="1622" actId="164"/>
          <ac:graphicFrameMkLst>
            <pc:docMk/>
            <pc:sldMk cId="2555909692" sldId="319"/>
            <ac:graphicFrameMk id="24" creationId="{C4A0406E-6FA8-1548-4255-4D8C260627D1}"/>
          </ac:graphicFrameMkLst>
        </pc:graphicFrameChg>
        <pc:picChg chg="mod">
          <ac:chgData name="MYUNG JIN" userId="89f3fa32ababedc4" providerId="LiveId" clId="{8FE44FE9-EA28-4A48-ACAD-13A3AA76717F}" dt="2024-07-28T15:12:40.855" v="2652" actId="1076"/>
          <ac:picMkLst>
            <pc:docMk/>
            <pc:sldMk cId="2555909692" sldId="319"/>
            <ac:picMk id="9" creationId="{CD2FF1D5-49EE-0BFC-93A2-2A0ABE86E39B}"/>
          </ac:picMkLst>
        </pc:picChg>
        <pc:picChg chg="mod">
          <ac:chgData name="MYUNG JIN" userId="89f3fa32ababedc4" providerId="LiveId" clId="{8FE44FE9-EA28-4A48-ACAD-13A3AA76717F}" dt="2024-07-28T12:36:10.729" v="1915" actId="1076"/>
          <ac:picMkLst>
            <pc:docMk/>
            <pc:sldMk cId="2555909692" sldId="319"/>
            <ac:picMk id="15" creationId="{0F9F1123-7D7E-71CE-73E7-27593F1D655B}"/>
          </ac:picMkLst>
        </pc:picChg>
      </pc:sldChg>
      <pc:sldChg chg="delSp modSp add mod">
        <pc:chgData name="MYUNG JIN" userId="89f3fa32ababedc4" providerId="LiveId" clId="{8FE44FE9-EA28-4A48-ACAD-13A3AA76717F}" dt="2024-07-30T12:19:54.113" v="4026" actId="1076"/>
        <pc:sldMkLst>
          <pc:docMk/>
          <pc:sldMk cId="2336182627" sldId="320"/>
        </pc:sldMkLst>
        <pc:spChg chg="del">
          <ac:chgData name="MYUNG JIN" userId="89f3fa32ababedc4" providerId="LiveId" clId="{8FE44FE9-EA28-4A48-ACAD-13A3AA76717F}" dt="2024-07-30T12:19:44.268" v="4021" actId="478"/>
          <ac:spMkLst>
            <pc:docMk/>
            <pc:sldMk cId="2336182627" sldId="320"/>
            <ac:spMk id="3" creationId="{C91A56B5-BAA0-032F-735A-1A7C89AA67D9}"/>
          </ac:spMkLst>
        </pc:spChg>
        <pc:spChg chg="del">
          <ac:chgData name="MYUNG JIN" userId="89f3fa32ababedc4" providerId="LiveId" clId="{8FE44FE9-EA28-4A48-ACAD-13A3AA76717F}" dt="2024-07-30T12:19:43.505" v="4020" actId="478"/>
          <ac:spMkLst>
            <pc:docMk/>
            <pc:sldMk cId="2336182627" sldId="320"/>
            <ac:spMk id="4" creationId="{E7F5C5AC-B4B7-CE35-A592-DBEDFA991F4D}"/>
          </ac:spMkLst>
        </pc:spChg>
        <pc:spChg chg="mod">
          <ac:chgData name="MYUNG JIN" userId="89f3fa32ababedc4" providerId="LiveId" clId="{8FE44FE9-EA28-4A48-ACAD-13A3AA76717F}" dt="2024-07-30T12:19:54.113" v="4026" actId="1076"/>
          <ac:spMkLst>
            <pc:docMk/>
            <pc:sldMk cId="2336182627" sldId="320"/>
            <ac:spMk id="22" creationId="{F4878615-DE43-A42A-F3CD-22573E1C2A62}"/>
          </ac:spMkLst>
        </pc:spChg>
        <pc:spChg chg="del">
          <ac:chgData name="MYUNG JIN" userId="89f3fa32ababedc4" providerId="LiveId" clId="{8FE44FE9-EA28-4A48-ACAD-13A3AA76717F}" dt="2024-07-30T12:19:48.316" v="4024" actId="478"/>
          <ac:spMkLst>
            <pc:docMk/>
            <pc:sldMk cId="2336182627" sldId="320"/>
            <ac:spMk id="23" creationId="{DF1A2A47-EFD2-B6A7-0CC8-50BEB6B71C55}"/>
          </ac:spMkLst>
        </pc:spChg>
        <pc:spChg chg="del">
          <ac:chgData name="MYUNG JIN" userId="89f3fa32ababedc4" providerId="LiveId" clId="{8FE44FE9-EA28-4A48-ACAD-13A3AA76717F}" dt="2024-07-30T12:19:48.316" v="4024" actId="478"/>
          <ac:spMkLst>
            <pc:docMk/>
            <pc:sldMk cId="2336182627" sldId="320"/>
            <ac:spMk id="24" creationId="{3DFA3ECD-A9F0-B523-A380-871861979E17}"/>
          </ac:spMkLst>
        </pc:spChg>
        <pc:spChg chg="mod">
          <ac:chgData name="MYUNG JIN" userId="89f3fa32ababedc4" providerId="LiveId" clId="{8FE44FE9-EA28-4A48-ACAD-13A3AA76717F}" dt="2024-07-30T12:19:54.113" v="4026" actId="1076"/>
          <ac:spMkLst>
            <pc:docMk/>
            <pc:sldMk cId="2336182627" sldId="320"/>
            <ac:spMk id="25" creationId="{FB4E0239-14B0-3F76-89E3-759DB8DA8CDB}"/>
          </ac:spMkLst>
        </pc:spChg>
        <pc:spChg chg="mod">
          <ac:chgData name="MYUNG JIN" userId="89f3fa32ababedc4" providerId="LiveId" clId="{8FE44FE9-EA28-4A48-ACAD-13A3AA76717F}" dt="2024-07-30T12:19:54.113" v="4026" actId="1076"/>
          <ac:spMkLst>
            <pc:docMk/>
            <pc:sldMk cId="2336182627" sldId="320"/>
            <ac:spMk id="26" creationId="{98C965E3-F9CC-DF34-CDBC-1B6501C368CD}"/>
          </ac:spMkLst>
        </pc:spChg>
        <pc:spChg chg="mod">
          <ac:chgData name="MYUNG JIN" userId="89f3fa32ababedc4" providerId="LiveId" clId="{8FE44FE9-EA28-4A48-ACAD-13A3AA76717F}" dt="2024-07-30T12:19:54.113" v="4026" actId="1076"/>
          <ac:spMkLst>
            <pc:docMk/>
            <pc:sldMk cId="2336182627" sldId="320"/>
            <ac:spMk id="27" creationId="{D823DFDD-94F2-A46F-E9E6-AD6190A3843B}"/>
          </ac:spMkLst>
        </pc:spChg>
        <pc:spChg chg="del">
          <ac:chgData name="MYUNG JIN" userId="89f3fa32ababedc4" providerId="LiveId" clId="{8FE44FE9-EA28-4A48-ACAD-13A3AA76717F}" dt="2024-07-30T12:19:48.316" v="4024" actId="478"/>
          <ac:spMkLst>
            <pc:docMk/>
            <pc:sldMk cId="2336182627" sldId="320"/>
            <ac:spMk id="28" creationId="{DB7B03ED-DAC3-7B41-017E-FD6D6FA344C9}"/>
          </ac:spMkLst>
        </pc:spChg>
        <pc:spChg chg="del">
          <ac:chgData name="MYUNG JIN" userId="89f3fa32ababedc4" providerId="LiveId" clId="{8FE44FE9-EA28-4A48-ACAD-13A3AA76717F}" dt="2024-07-30T12:19:51.069" v="4025" actId="478"/>
          <ac:spMkLst>
            <pc:docMk/>
            <pc:sldMk cId="2336182627" sldId="320"/>
            <ac:spMk id="29" creationId="{B1B3D79B-7A0A-31F6-2245-74D68C740470}"/>
          </ac:spMkLst>
        </pc:spChg>
        <pc:picChg chg="del">
          <ac:chgData name="MYUNG JIN" userId="89f3fa32ababedc4" providerId="LiveId" clId="{8FE44FE9-EA28-4A48-ACAD-13A3AA76717F}" dt="2024-07-30T12:19:45.962" v="4022" actId="478"/>
          <ac:picMkLst>
            <pc:docMk/>
            <pc:sldMk cId="2336182627" sldId="320"/>
            <ac:picMk id="13" creationId="{58014E0E-FF81-55DF-B704-047D11E975F3}"/>
          </ac:picMkLst>
        </pc:picChg>
        <pc:picChg chg="del">
          <ac:chgData name="MYUNG JIN" userId="89f3fa32ababedc4" providerId="LiveId" clId="{8FE44FE9-EA28-4A48-ACAD-13A3AA76717F}" dt="2024-07-30T12:19:46.746" v="4023" actId="478"/>
          <ac:picMkLst>
            <pc:docMk/>
            <pc:sldMk cId="2336182627" sldId="320"/>
            <ac:picMk id="15" creationId="{1A81F22F-4F84-5FB4-70BE-B5CDB3D82C5B}"/>
          </ac:picMkLst>
        </pc:picChg>
        <pc:picChg chg="del">
          <ac:chgData name="MYUNG JIN" userId="89f3fa32ababedc4" providerId="LiveId" clId="{8FE44FE9-EA28-4A48-ACAD-13A3AA76717F}" dt="2024-07-30T12:19:51.069" v="4025" actId="478"/>
          <ac:picMkLst>
            <pc:docMk/>
            <pc:sldMk cId="2336182627" sldId="320"/>
            <ac:picMk id="19" creationId="{0AADDD37-8ADB-41FB-8B07-B614CFA2F6AE}"/>
          </ac:picMkLst>
        </pc:picChg>
        <pc:picChg chg="del">
          <ac:chgData name="MYUNG JIN" userId="89f3fa32ababedc4" providerId="LiveId" clId="{8FE44FE9-EA28-4A48-ACAD-13A3AA76717F}" dt="2024-07-30T12:19:51.069" v="4025" actId="478"/>
          <ac:picMkLst>
            <pc:docMk/>
            <pc:sldMk cId="2336182627" sldId="320"/>
            <ac:picMk id="21" creationId="{97351B71-49D4-762D-CE61-EDAC8E532E36}"/>
          </ac:picMkLst>
        </pc:picChg>
      </pc:sldChg>
    </pc:docChg>
  </pc:docChgLst>
  <pc:docChgLst>
    <pc:chgData name="MYUNG JIN" userId="89f3fa32ababedc4" providerId="LiveId" clId="{ED469BD5-68D5-4336-AEE4-2007B30199EE}"/>
    <pc:docChg chg="undo custSel delSld modSld modShowInfo">
      <pc:chgData name="MYUNG JIN" userId="89f3fa32ababedc4" providerId="LiveId" clId="{ED469BD5-68D5-4336-AEE4-2007B30199EE}" dt="2024-07-30T16:35:30.439" v="1563" actId="1076"/>
      <pc:docMkLst>
        <pc:docMk/>
      </pc:docMkLst>
      <pc:sldChg chg="modSp mod">
        <pc:chgData name="MYUNG JIN" userId="89f3fa32ababedc4" providerId="LiveId" clId="{ED469BD5-68D5-4336-AEE4-2007B30199EE}" dt="2024-07-30T16:25:07.724" v="1475" actId="20577"/>
        <pc:sldMkLst>
          <pc:docMk/>
          <pc:sldMk cId="0" sldId="257"/>
        </pc:sldMkLst>
        <pc:spChg chg="mod">
          <ac:chgData name="MYUNG JIN" userId="89f3fa32ababedc4" providerId="LiveId" clId="{ED469BD5-68D5-4336-AEE4-2007B30199EE}" dt="2024-07-30T16:25:07.724" v="147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YUNG JIN" userId="89f3fa32ababedc4" providerId="LiveId" clId="{ED469BD5-68D5-4336-AEE4-2007B30199EE}" dt="2024-07-21T04:05:58.756" v="127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MYUNG JIN" userId="89f3fa32ababedc4" providerId="LiveId" clId="{ED469BD5-68D5-4336-AEE4-2007B30199EE}" dt="2024-07-30T16:34:26.628" v="1511" actId="20577"/>
        <pc:sldMkLst>
          <pc:docMk/>
          <pc:sldMk cId="1496575499" sldId="311"/>
        </pc:sldMkLst>
        <pc:spChg chg="mod">
          <ac:chgData name="MYUNG JIN" userId="89f3fa32ababedc4" providerId="LiveId" clId="{ED469BD5-68D5-4336-AEE4-2007B30199EE}" dt="2024-07-30T16:34:26.628" v="1511" actId="20577"/>
          <ac:spMkLst>
            <pc:docMk/>
            <pc:sldMk cId="1496575499" sldId="311"/>
            <ac:spMk id="8" creationId="{00000000-0000-0000-0000-000000000000}"/>
          </ac:spMkLst>
        </pc:spChg>
      </pc:sldChg>
      <pc:sldChg chg="addSp modSp mod">
        <pc:chgData name="MYUNG JIN" userId="89f3fa32ababedc4" providerId="LiveId" clId="{ED469BD5-68D5-4336-AEE4-2007B30199EE}" dt="2024-07-30T16:26:06.222" v="1507" actId="20577"/>
        <pc:sldMkLst>
          <pc:docMk/>
          <pc:sldMk cId="1679812937" sldId="312"/>
        </pc:sldMkLst>
        <pc:spChg chg="mod">
          <ac:chgData name="MYUNG JIN" userId="89f3fa32ababedc4" providerId="LiveId" clId="{ED469BD5-68D5-4336-AEE4-2007B30199EE}" dt="2024-07-30T16:26:06.222" v="1507" actId="20577"/>
          <ac:spMkLst>
            <pc:docMk/>
            <pc:sldMk cId="1679812937" sldId="312"/>
            <ac:spMk id="3" creationId="{A5EB25C3-84A4-93E1-7CA4-D1148CFB880D}"/>
          </ac:spMkLst>
        </pc:spChg>
        <pc:spChg chg="mod">
          <ac:chgData name="MYUNG JIN" userId="89f3fa32ababedc4" providerId="LiveId" clId="{ED469BD5-68D5-4336-AEE4-2007B30199EE}" dt="2024-07-30T16:25:16.145" v="1478" actId="20577"/>
          <ac:spMkLst>
            <pc:docMk/>
            <pc:sldMk cId="1679812937" sldId="312"/>
            <ac:spMk id="8" creationId="{00000000-0000-0000-0000-000000000000}"/>
          </ac:spMkLst>
        </pc:spChg>
        <pc:picChg chg="add mod">
          <ac:chgData name="MYUNG JIN" userId="89f3fa32ababedc4" providerId="LiveId" clId="{ED469BD5-68D5-4336-AEE4-2007B30199EE}" dt="2024-07-30T16:16:49.200" v="1186" actId="1076"/>
          <ac:picMkLst>
            <pc:docMk/>
            <pc:sldMk cId="1679812937" sldId="312"/>
            <ac:picMk id="4" creationId="{E4D8BEB3-F007-843D-2C04-3B12F4B4E34D}"/>
          </ac:picMkLst>
        </pc:picChg>
      </pc:sldChg>
      <pc:sldChg chg="modSp mod">
        <pc:chgData name="MYUNG JIN" userId="89f3fa32ababedc4" providerId="LiveId" clId="{ED469BD5-68D5-4336-AEE4-2007B30199EE}" dt="2024-07-30T16:35:30.439" v="1563" actId="1076"/>
        <pc:sldMkLst>
          <pc:docMk/>
          <pc:sldMk cId="674815858" sldId="313"/>
        </pc:sldMkLst>
        <pc:spChg chg="mod">
          <ac:chgData name="MYUNG JIN" userId="89f3fa32ababedc4" providerId="LiveId" clId="{ED469BD5-68D5-4336-AEE4-2007B30199EE}" dt="2024-07-30T16:35:30.439" v="1563" actId="1076"/>
          <ac:spMkLst>
            <pc:docMk/>
            <pc:sldMk cId="674815858" sldId="313"/>
            <ac:spMk id="3" creationId="{4869F673-7F5E-1D11-B2A2-F60EDD9271A8}"/>
          </ac:spMkLst>
        </pc:spChg>
        <pc:spChg chg="mod">
          <ac:chgData name="MYUNG JIN" userId="89f3fa32ababedc4" providerId="LiveId" clId="{ED469BD5-68D5-4336-AEE4-2007B30199EE}" dt="2024-07-30T16:34:44.253" v="1527" actId="20577"/>
          <ac:spMkLst>
            <pc:docMk/>
            <pc:sldMk cId="674815858" sldId="313"/>
            <ac:spMk id="8" creationId="{00000000-0000-0000-0000-000000000000}"/>
          </ac:spMkLst>
        </pc:spChg>
      </pc:sldChg>
      <pc:sldChg chg="del">
        <pc:chgData name="MYUNG JIN" userId="89f3fa32ababedc4" providerId="LiveId" clId="{ED469BD5-68D5-4336-AEE4-2007B30199EE}" dt="2024-07-30T15:48:47.115" v="182" actId="47"/>
        <pc:sldMkLst>
          <pc:docMk/>
          <pc:sldMk cId="849029943" sldId="314"/>
        </pc:sldMkLst>
      </pc:sldChg>
      <pc:sldChg chg="addSp modSp mod">
        <pc:chgData name="MYUNG JIN" userId="89f3fa32ababedc4" providerId="LiveId" clId="{ED469BD5-68D5-4336-AEE4-2007B30199EE}" dt="2024-07-30T16:34:37.770" v="1519" actId="20577"/>
        <pc:sldMkLst>
          <pc:docMk/>
          <pc:sldMk cId="3074937067" sldId="315"/>
        </pc:sldMkLst>
        <pc:spChg chg="mod">
          <ac:chgData name="MYUNG JIN" userId="89f3fa32ababedc4" providerId="LiveId" clId="{ED469BD5-68D5-4336-AEE4-2007B30199EE}" dt="2024-07-30T16:34:37.770" v="1519" actId="20577"/>
          <ac:spMkLst>
            <pc:docMk/>
            <pc:sldMk cId="3074937067" sldId="315"/>
            <ac:spMk id="8" creationId="{00000000-0000-0000-0000-000000000000}"/>
          </ac:spMkLst>
        </pc:spChg>
        <pc:spChg chg="add">
          <ac:chgData name="MYUNG JIN" userId="89f3fa32ababedc4" providerId="LiveId" clId="{ED469BD5-68D5-4336-AEE4-2007B30199EE}" dt="2024-07-30T15:15:53.754" v="173" actId="11529"/>
          <ac:spMkLst>
            <pc:docMk/>
            <pc:sldMk cId="3074937067" sldId="315"/>
            <ac:spMk id="9" creationId="{F4532E91-11E7-C76B-F5D8-F8A299612CBE}"/>
          </ac:spMkLst>
        </pc:spChg>
        <pc:spChg chg="add mod">
          <ac:chgData name="MYUNG JIN" userId="89f3fa32ababedc4" providerId="LiveId" clId="{ED469BD5-68D5-4336-AEE4-2007B30199EE}" dt="2024-07-30T15:15:55.209" v="174" actId="571"/>
          <ac:spMkLst>
            <pc:docMk/>
            <pc:sldMk cId="3074937067" sldId="315"/>
            <ac:spMk id="10" creationId="{FB629CC5-E62D-A533-7920-496DB5DCEBE6}"/>
          </ac:spMkLst>
        </pc:spChg>
        <pc:spChg chg="add mod">
          <ac:chgData name="MYUNG JIN" userId="89f3fa32ababedc4" providerId="LiveId" clId="{ED469BD5-68D5-4336-AEE4-2007B30199EE}" dt="2024-07-30T15:16:05.646" v="180" actId="571"/>
          <ac:spMkLst>
            <pc:docMk/>
            <pc:sldMk cId="3074937067" sldId="315"/>
            <ac:spMk id="11" creationId="{14FBFFE8-0E20-EE47-B4B1-F0A84770600E}"/>
          </ac:spMkLst>
        </pc:spChg>
        <pc:spChg chg="mod">
          <ac:chgData name="MYUNG JIN" userId="89f3fa32ababedc4" providerId="LiveId" clId="{ED469BD5-68D5-4336-AEE4-2007B30199EE}" dt="2024-07-30T15:16:03.256" v="179" actId="1076"/>
          <ac:spMkLst>
            <pc:docMk/>
            <pc:sldMk cId="3074937067" sldId="315"/>
            <ac:spMk id="26" creationId="{98C965E3-F9CC-DF34-CDBC-1B6501C368CD}"/>
          </ac:spMkLst>
        </pc:spChg>
      </pc:sldChg>
      <pc:sldChg chg="addSp delSp modSp mod">
        <pc:chgData name="MYUNG JIN" userId="89f3fa32ababedc4" providerId="LiveId" clId="{ED469BD5-68D5-4336-AEE4-2007B30199EE}" dt="2024-07-30T16:25:19.647" v="1481" actId="20577"/>
        <pc:sldMkLst>
          <pc:docMk/>
          <pc:sldMk cId="2704857682" sldId="316"/>
        </pc:sldMkLst>
        <pc:spChg chg="add mod">
          <ac:chgData name="MYUNG JIN" userId="89f3fa32ababedc4" providerId="LiveId" clId="{ED469BD5-68D5-4336-AEE4-2007B30199EE}" dt="2024-07-30T16:24:38.388" v="1472" actId="6549"/>
          <ac:spMkLst>
            <pc:docMk/>
            <pc:sldMk cId="2704857682" sldId="316"/>
            <ac:spMk id="3" creationId="{188B18E2-D251-1899-1F4C-1DCB38B9D03C}"/>
          </ac:spMkLst>
        </pc:spChg>
        <pc:spChg chg="mod">
          <ac:chgData name="MYUNG JIN" userId="89f3fa32ababedc4" providerId="LiveId" clId="{ED469BD5-68D5-4336-AEE4-2007B30199EE}" dt="2024-07-30T16:22:17.410" v="1381" actId="1076"/>
          <ac:spMkLst>
            <pc:docMk/>
            <pc:sldMk cId="2704857682" sldId="316"/>
            <ac:spMk id="4" creationId="{F01956C3-68E1-10A5-ABF4-02A14592D00D}"/>
          </ac:spMkLst>
        </pc:spChg>
        <pc:spChg chg="mod">
          <ac:chgData name="MYUNG JIN" userId="89f3fa32ababedc4" providerId="LiveId" clId="{ED469BD5-68D5-4336-AEE4-2007B30199EE}" dt="2024-07-30T16:25:19.647" v="1481" actId="20577"/>
          <ac:spMkLst>
            <pc:docMk/>
            <pc:sldMk cId="2704857682" sldId="316"/>
            <ac:spMk id="8" creationId="{00000000-0000-0000-0000-000000000000}"/>
          </ac:spMkLst>
        </pc:spChg>
        <pc:spChg chg="add mod">
          <ac:chgData name="MYUNG JIN" userId="89f3fa32ababedc4" providerId="LiveId" clId="{ED469BD5-68D5-4336-AEE4-2007B30199EE}" dt="2024-07-30T16:00:07.392" v="411" actId="164"/>
          <ac:spMkLst>
            <pc:docMk/>
            <pc:sldMk cId="2704857682" sldId="316"/>
            <ac:spMk id="9" creationId="{0CA032C1-9C6A-F118-9CBB-17F0A6FF6862}"/>
          </ac:spMkLst>
        </pc:spChg>
        <pc:spChg chg="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26" creationId="{0813E418-5FF3-7EBD-08FB-00C4EB6DEA0F}"/>
          </ac:spMkLst>
        </pc:spChg>
        <pc:spChg chg="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27" creationId="{20D85DE1-A1C1-3114-3720-870B139784E6}"/>
          </ac:spMkLst>
        </pc:spChg>
        <pc:spChg chg="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28" creationId="{379924B5-620E-E469-6E1F-EE8D76DDA714}"/>
          </ac:spMkLst>
        </pc:spChg>
        <pc:spChg chg="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29" creationId="{EB118B43-8769-1F9C-1165-DB7DB2FD7021}"/>
          </ac:spMkLst>
        </pc:spChg>
        <pc:spChg chg="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30" creationId="{44F3B860-407E-2077-831E-1D424CBFAC12}"/>
          </ac:spMkLst>
        </pc:spChg>
        <pc:spChg chg="mod">
          <ac:chgData name="MYUNG JIN" userId="89f3fa32ababedc4" providerId="LiveId" clId="{ED469BD5-68D5-4336-AEE4-2007B30199EE}" dt="2024-07-30T16:00:08.253" v="412"/>
          <ac:spMkLst>
            <pc:docMk/>
            <pc:sldMk cId="2704857682" sldId="316"/>
            <ac:spMk id="31" creationId="{9BED9602-BA28-0202-0D28-0E5EC7B22F05}"/>
          </ac:spMkLst>
        </pc:spChg>
        <pc:spChg chg="add mod">
          <ac:chgData name="MYUNG JIN" userId="89f3fa32ababedc4" providerId="LiveId" clId="{ED469BD5-68D5-4336-AEE4-2007B30199EE}" dt="2024-07-30T16:04:33.143" v="492" actId="571"/>
          <ac:spMkLst>
            <pc:docMk/>
            <pc:sldMk cId="2704857682" sldId="316"/>
            <ac:spMk id="80" creationId="{60659870-14F6-6C43-5AE3-CB7EBDFAF3A8}"/>
          </ac:spMkLst>
        </pc:spChg>
        <pc:spChg chg="add mod">
          <ac:chgData name="MYUNG JIN" userId="89f3fa32ababedc4" providerId="LiveId" clId="{ED469BD5-68D5-4336-AEE4-2007B30199EE}" dt="2024-07-30T16:20:07.177" v="1289" actId="1076"/>
          <ac:spMkLst>
            <pc:docMk/>
            <pc:sldMk cId="2704857682" sldId="316"/>
            <ac:spMk id="81" creationId="{8D09BAEC-8BFE-5F33-590A-700C30A74DBA}"/>
          </ac:spMkLst>
        </pc:spChg>
        <pc:spChg chg="add mod">
          <ac:chgData name="MYUNG JIN" userId="89f3fa32ababedc4" providerId="LiveId" clId="{ED469BD5-68D5-4336-AEE4-2007B30199EE}" dt="2024-07-30T16:19:31.189" v="1280" actId="571"/>
          <ac:spMkLst>
            <pc:docMk/>
            <pc:sldMk cId="2704857682" sldId="316"/>
            <ac:spMk id="82" creationId="{6C0F348A-20E5-F4AA-F8F5-7FAA9BE37AEA}"/>
          </ac:spMkLst>
        </pc:spChg>
        <pc:spChg chg="add mod ord">
          <ac:chgData name="MYUNG JIN" userId="89f3fa32ababedc4" providerId="LiveId" clId="{ED469BD5-68D5-4336-AEE4-2007B30199EE}" dt="2024-07-30T16:22:19.689" v="1382" actId="1076"/>
          <ac:spMkLst>
            <pc:docMk/>
            <pc:sldMk cId="2704857682" sldId="316"/>
            <ac:spMk id="84" creationId="{2898BDC0-B589-600D-26EC-1E77AE907457}"/>
          </ac:spMkLst>
        </pc:spChg>
        <pc:spChg chg="add mod">
          <ac:chgData name="MYUNG JIN" userId="89f3fa32ababedc4" providerId="LiveId" clId="{ED469BD5-68D5-4336-AEE4-2007B30199EE}" dt="2024-07-30T16:20:26.363" v="1297" actId="1076"/>
          <ac:spMkLst>
            <pc:docMk/>
            <pc:sldMk cId="2704857682" sldId="316"/>
            <ac:spMk id="88" creationId="{9EB16031-882C-552F-2275-0BB9BED73C86}"/>
          </ac:spMkLst>
        </pc:spChg>
        <pc:spChg chg="add mod">
          <ac:chgData name="MYUNG JIN" userId="89f3fa32ababedc4" providerId="LiveId" clId="{ED469BD5-68D5-4336-AEE4-2007B30199EE}" dt="2024-07-30T16:24:06.173" v="1449" actId="1582"/>
          <ac:spMkLst>
            <pc:docMk/>
            <pc:sldMk cId="2704857682" sldId="316"/>
            <ac:spMk id="89" creationId="{2FBF6781-DCB9-F0D6-914B-51385891517F}"/>
          </ac:spMkLst>
        </pc:spChg>
        <pc:spChg chg="add mod">
          <ac:chgData name="MYUNG JIN" userId="89f3fa32ababedc4" providerId="LiveId" clId="{ED469BD5-68D5-4336-AEE4-2007B30199EE}" dt="2024-07-30T16:23:38.236" v="1443" actId="1076"/>
          <ac:spMkLst>
            <pc:docMk/>
            <pc:sldMk cId="2704857682" sldId="316"/>
            <ac:spMk id="90" creationId="{8502F1D7-C6A7-E145-868F-1EA714A5282A}"/>
          </ac:spMkLst>
        </pc:spChg>
        <pc:grpChg chg="add del mod">
          <ac:chgData name="MYUNG JIN" userId="89f3fa32ababedc4" providerId="LiveId" clId="{ED469BD5-68D5-4336-AEE4-2007B30199EE}" dt="2024-07-30T16:00:11.767" v="414" actId="478"/>
          <ac:grpSpMkLst>
            <pc:docMk/>
            <pc:sldMk cId="2704857682" sldId="316"/>
            <ac:grpSpMk id="20" creationId="{B66A6BF2-395E-9F0D-C49D-1C9727D7B90A}"/>
          </ac:grpSpMkLst>
        </pc:grpChg>
        <pc:grpChg chg="mod">
          <ac:chgData name="MYUNG JIN" userId="89f3fa32ababedc4" providerId="LiveId" clId="{ED469BD5-68D5-4336-AEE4-2007B30199EE}" dt="2024-07-30T16:19:31.189" v="1280" actId="571"/>
          <ac:grpSpMkLst>
            <pc:docMk/>
            <pc:sldMk cId="2704857682" sldId="316"/>
            <ac:grpSpMk id="22" creationId="{2FA8986F-4929-E66D-E8FB-776BD73B461A}"/>
          </ac:grpSpMkLst>
        </pc:grpChg>
        <pc:grpChg chg="add mod">
          <ac:chgData name="MYUNG JIN" userId="89f3fa32ababedc4" providerId="LiveId" clId="{ED469BD5-68D5-4336-AEE4-2007B30199EE}" dt="2024-07-30T16:00:08.253" v="412"/>
          <ac:grpSpMkLst>
            <pc:docMk/>
            <pc:sldMk cId="2704857682" sldId="316"/>
            <ac:grpSpMk id="24" creationId="{0B57A9F5-09DF-D780-7A70-47B10AF2EA3B}"/>
          </ac:grpSpMkLst>
        </pc:grpChg>
        <pc:grpChg chg="add mod">
          <ac:chgData name="MYUNG JIN" userId="89f3fa32ababedc4" providerId="LiveId" clId="{ED469BD5-68D5-4336-AEE4-2007B30199EE}" dt="2024-07-30T16:19:31.189" v="1280" actId="571"/>
          <ac:grpSpMkLst>
            <pc:docMk/>
            <pc:sldMk cId="2704857682" sldId="316"/>
            <ac:grpSpMk id="68" creationId="{991472FF-48E4-5971-31D6-BDEB3474EE06}"/>
          </ac:grpSpMkLst>
        </pc:grpChg>
        <pc:grpChg chg="add mod">
          <ac:chgData name="MYUNG JIN" userId="89f3fa32ababedc4" providerId="LiveId" clId="{ED469BD5-68D5-4336-AEE4-2007B30199EE}" dt="2024-07-30T16:19:40.305" v="1283" actId="1076"/>
          <ac:grpSpMkLst>
            <pc:docMk/>
            <pc:sldMk cId="2704857682" sldId="316"/>
            <ac:grpSpMk id="83" creationId="{8A3AA7D8-BF1F-FF75-2C6A-2B7638955CAE}"/>
          </ac:grpSpMkLst>
        </pc:grpChg>
        <pc:grpChg chg="add mod">
          <ac:chgData name="MYUNG JIN" userId="89f3fa32ababedc4" providerId="LiveId" clId="{ED469BD5-68D5-4336-AEE4-2007B30199EE}" dt="2024-07-30T16:22:23.010" v="1383" actId="1076"/>
          <ac:grpSpMkLst>
            <pc:docMk/>
            <pc:sldMk cId="2704857682" sldId="316"/>
            <ac:grpSpMk id="85" creationId="{C8082526-67E8-7125-AAAF-A6D119957A14}"/>
          </ac:grpSpMkLst>
        </pc:grpChg>
        <pc:picChg chg="add del mod">
          <ac:chgData name="MYUNG JIN" userId="89f3fa32ababedc4" providerId="LiveId" clId="{ED469BD5-68D5-4336-AEE4-2007B30199EE}" dt="2024-07-30T16:03:48.442" v="480" actId="478"/>
          <ac:picMkLst>
            <pc:docMk/>
            <pc:sldMk cId="2704857682" sldId="316"/>
            <ac:picMk id="33" creationId="{D16F0B2B-4B61-7EF5-9F49-90083FC9F21B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34" creationId="{E053D035-5C82-795F-3129-BE0BA2C7F888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35" creationId="{8C37DCA4-FE03-F511-BA2A-39F561416E2D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36" creationId="{D2D51E81-F8CF-2BAB-A960-DB61B8162B8A}"/>
          </ac:picMkLst>
        </pc:picChg>
        <pc:picChg chg="add del mod">
          <ac:chgData name="MYUNG JIN" userId="89f3fa32ababedc4" providerId="LiveId" clId="{ED469BD5-68D5-4336-AEE4-2007B30199EE}" dt="2024-07-30T16:03:50.486" v="481" actId="478"/>
          <ac:picMkLst>
            <pc:docMk/>
            <pc:sldMk cId="2704857682" sldId="316"/>
            <ac:picMk id="42" creationId="{C178E6C0-ADE4-108D-3399-C31898171CB7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43" creationId="{15C2AD8D-7EA0-8114-A509-7A039372F04E}"/>
          </ac:picMkLst>
        </pc:picChg>
        <pc:picChg chg="add del mod">
          <ac:chgData name="MYUNG JIN" userId="89f3fa32ababedc4" providerId="LiveId" clId="{ED469BD5-68D5-4336-AEE4-2007B30199EE}" dt="2024-07-30T16:03:54.551" v="482" actId="478"/>
          <ac:picMkLst>
            <pc:docMk/>
            <pc:sldMk cId="2704857682" sldId="316"/>
            <ac:picMk id="44" creationId="{3E82C83F-7712-C8C8-CE79-179480069816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70" creationId="{A18CB0C7-718A-FF07-AE4C-2B2F1D9B0B23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71" creationId="{40F1AF3D-A6F8-5B54-43D0-E04EFCBB36BC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72" creationId="{C78537B1-1C95-C644-E384-146D06916234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73" creationId="{F4021310-69EB-5C2E-AB30-5CE6D2397FE8}"/>
          </ac:picMkLst>
        </pc:picChg>
        <pc:picChg chg="add mod">
          <ac:chgData name="MYUNG JIN" userId="89f3fa32ababedc4" providerId="LiveId" clId="{ED469BD5-68D5-4336-AEE4-2007B30199EE}" dt="2024-07-30T16:19:31.189" v="1280" actId="571"/>
          <ac:picMkLst>
            <pc:docMk/>
            <pc:sldMk cId="2704857682" sldId="316"/>
            <ac:picMk id="74" creationId="{15050813-6177-BC60-120D-D8CEEE4E9232}"/>
          </ac:picMkLst>
        </pc:pic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11" creationId="{19577713-0195-2BE8-6043-1D976238273A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13" creationId="{482EABBB-6D81-F5A6-A5E6-508AD1A4FF83}"/>
          </ac:cxnSpMkLst>
        </pc:cxnChg>
        <pc:cxnChg chg="add mod">
          <ac:chgData name="MYUNG JIN" userId="89f3fa32ababedc4" providerId="LiveId" clId="{ED469BD5-68D5-4336-AEE4-2007B30199EE}" dt="2024-07-30T16:00:07.392" v="411" actId="164"/>
          <ac:cxnSpMkLst>
            <pc:docMk/>
            <pc:sldMk cId="2704857682" sldId="316"/>
            <ac:cxnSpMk id="14" creationId="{9F5D426C-9450-0C6A-B672-F3C97D595BAC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16" creationId="{2FD28364-9D49-2CFB-5A44-0276D48545B5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19" creationId="{6F00BBCD-D800-DF2E-5112-B508F7A7A702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21" creationId="{A6F97C66-15CE-5093-DAF2-C083B43DC994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23" creationId="{270EFC69-9039-A7C6-8E11-A57E41EFF57E}"/>
          </ac:cxnSpMkLst>
        </pc:cxnChg>
        <pc:cxnChg chg="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25" creationId="{0AD0A8E3-6D42-8866-D4FF-E55A3FFD667A}"/>
          </ac:cxnSpMkLst>
        </pc:cxnChg>
        <pc:cxnChg chg="mod">
          <ac:chgData name="MYUNG JIN" userId="89f3fa32ababedc4" providerId="LiveId" clId="{ED469BD5-68D5-4336-AEE4-2007B30199EE}" dt="2024-07-30T16:00:08.253" v="412"/>
          <ac:cxnSpMkLst>
            <pc:docMk/>
            <pc:sldMk cId="2704857682" sldId="316"/>
            <ac:cxnSpMk id="32" creationId="{2A92AE6C-227D-6DAC-8D57-F8A11198AF6A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46" creationId="{39399896-0AE8-DFF7-880F-547D1418FDB9}"/>
          </ac:cxnSpMkLst>
        </pc:cxnChg>
        <pc:cxnChg chg="add mod">
          <ac:chgData name="MYUNG JIN" userId="89f3fa32ababedc4" providerId="LiveId" clId="{ED469BD5-68D5-4336-AEE4-2007B30199EE}" dt="2024-07-30T16:02:14.897" v="443" actId="571"/>
          <ac:cxnSpMkLst>
            <pc:docMk/>
            <pc:sldMk cId="2704857682" sldId="316"/>
            <ac:cxnSpMk id="48" creationId="{AFECD0F5-6136-A1C7-DE5E-1C70A84D4C54}"/>
          </ac:cxnSpMkLst>
        </pc:cxnChg>
        <pc:cxnChg chg="add mod">
          <ac:chgData name="MYUNG JIN" userId="89f3fa32ababedc4" providerId="LiveId" clId="{ED469BD5-68D5-4336-AEE4-2007B30199EE}" dt="2024-07-30T16:02:14.731" v="442" actId="571"/>
          <ac:cxnSpMkLst>
            <pc:docMk/>
            <pc:sldMk cId="2704857682" sldId="316"/>
            <ac:cxnSpMk id="49" creationId="{1DBC03CE-E6E5-BD30-016B-594BE7825473}"/>
          </ac:cxnSpMkLst>
        </pc:cxnChg>
        <pc:cxnChg chg="add mod">
          <ac:chgData name="MYUNG JIN" userId="89f3fa32ababedc4" providerId="LiveId" clId="{ED469BD5-68D5-4336-AEE4-2007B30199EE}" dt="2024-07-30T16:02:14.530" v="441" actId="571"/>
          <ac:cxnSpMkLst>
            <pc:docMk/>
            <pc:sldMk cId="2704857682" sldId="316"/>
            <ac:cxnSpMk id="50" creationId="{A1344500-910A-9FCE-BF5D-C74CF25801F4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51" creationId="{4709504B-CFFD-06BF-F39D-29E54B6366BB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52" creationId="{B737466A-CFD8-E693-B5F5-FF3768B3B878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53" creationId="{7011E5E9-3C67-B7DE-B29A-62F8FF428DB5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58" creationId="{62CE822D-CD7F-4936-53AA-B3EF65D7D806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60" creationId="{9F4355FB-2ED0-7857-1D17-4306971A8F0A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61" creationId="{D7D8ACF9-ECDB-0CE3-B1B2-1668B3776587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64" creationId="{E7E6B804-399E-9192-6443-E684FB3C38FA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66" creationId="{31737B16-2EB5-C244-B4FC-F8AA658D3A7D}"/>
          </ac:cxnSpMkLst>
        </pc:cxnChg>
        <pc:cxnChg chg="add mod">
          <ac:chgData name="MYUNG JIN" userId="89f3fa32ababedc4" providerId="LiveId" clId="{ED469BD5-68D5-4336-AEE4-2007B30199EE}" dt="2024-07-30T16:19:31.189" v="1280" actId="571"/>
          <ac:cxnSpMkLst>
            <pc:docMk/>
            <pc:sldMk cId="2704857682" sldId="316"/>
            <ac:cxnSpMk id="69" creationId="{748F6873-AC64-2C14-1B34-92597ABACA97}"/>
          </ac:cxnSpMkLst>
        </pc:cxnChg>
        <pc:cxnChg chg="add del mod">
          <ac:chgData name="MYUNG JIN" userId="89f3fa32ababedc4" providerId="LiveId" clId="{ED469BD5-68D5-4336-AEE4-2007B30199EE}" dt="2024-07-30T16:04:35.676" v="493" actId="478"/>
          <ac:cxnSpMkLst>
            <pc:docMk/>
            <pc:sldMk cId="2704857682" sldId="316"/>
            <ac:cxnSpMk id="75" creationId="{0E371B7C-FD10-0235-1562-C36AAC86CC45}"/>
          </ac:cxnSpMkLst>
        </pc:cxnChg>
        <pc:cxnChg chg="add mod">
          <ac:chgData name="MYUNG JIN" userId="89f3fa32ababedc4" providerId="LiveId" clId="{ED469BD5-68D5-4336-AEE4-2007B30199EE}" dt="2024-07-30T16:19:35.799" v="1281" actId="208"/>
          <ac:cxnSpMkLst>
            <pc:docMk/>
            <pc:sldMk cId="2704857682" sldId="316"/>
            <ac:cxnSpMk id="86" creationId="{D27040AC-201E-8C6C-FFB8-A72A89F137DC}"/>
          </ac:cxnSpMkLst>
        </pc:cxnChg>
        <pc:cxnChg chg="add mod">
          <ac:chgData name="MYUNG JIN" userId="89f3fa32ababedc4" providerId="LiveId" clId="{ED469BD5-68D5-4336-AEE4-2007B30199EE}" dt="2024-07-30T16:24:01.451" v="1448" actId="1582"/>
          <ac:cxnSpMkLst>
            <pc:docMk/>
            <pc:sldMk cId="2704857682" sldId="316"/>
            <ac:cxnSpMk id="92" creationId="{370AAD83-5583-10EE-D439-ACC1F47B7182}"/>
          </ac:cxnSpMkLst>
        </pc:cxnChg>
      </pc:sldChg>
      <pc:sldChg chg="del">
        <pc:chgData name="MYUNG JIN" userId="89f3fa32ababedc4" providerId="LiveId" clId="{ED469BD5-68D5-4336-AEE4-2007B30199EE}" dt="2024-07-30T15:48:43.777" v="181" actId="47"/>
        <pc:sldMkLst>
          <pc:docMk/>
          <pc:sldMk cId="1873463258" sldId="318"/>
        </pc:sldMkLst>
      </pc:sldChg>
      <pc:sldChg chg="modSp mod">
        <pc:chgData name="MYUNG JIN" userId="89f3fa32ababedc4" providerId="LiveId" clId="{ED469BD5-68D5-4336-AEE4-2007B30199EE}" dt="2024-07-30T16:34:34.390" v="1516" actId="20577"/>
        <pc:sldMkLst>
          <pc:docMk/>
          <pc:sldMk cId="2555909692" sldId="319"/>
        </pc:sldMkLst>
        <pc:spChg chg="mod">
          <ac:chgData name="MYUNG JIN" userId="89f3fa32ababedc4" providerId="LiveId" clId="{ED469BD5-68D5-4336-AEE4-2007B30199EE}" dt="2024-07-30T16:34:34.390" v="1516" actId="20577"/>
          <ac:spMkLst>
            <pc:docMk/>
            <pc:sldMk cId="2555909692" sldId="319"/>
            <ac:spMk id="8" creationId="{00000000-0000-0000-0000-000000000000}"/>
          </ac:spMkLst>
        </pc:spChg>
      </pc:sldChg>
      <pc:sldChg chg="addSp delSp modSp mod modAnim">
        <pc:chgData name="MYUNG JIN" userId="89f3fa32ababedc4" providerId="LiveId" clId="{ED469BD5-68D5-4336-AEE4-2007B30199EE}" dt="2024-07-30T16:34:40.656" v="1522" actId="20577"/>
        <pc:sldMkLst>
          <pc:docMk/>
          <pc:sldMk cId="2336182627" sldId="320"/>
        </pc:sldMkLst>
        <pc:spChg chg="add mod">
          <ac:chgData name="MYUNG JIN" userId="89f3fa32ababedc4" providerId="LiveId" clId="{ED469BD5-68D5-4336-AEE4-2007B30199EE}" dt="2024-07-30T15:56:28.196" v="211" actId="208"/>
          <ac:spMkLst>
            <pc:docMk/>
            <pc:sldMk cId="2336182627" sldId="320"/>
            <ac:spMk id="4" creationId="{2CFF660A-3F94-DC48-77E3-229C48F4B9C3}"/>
          </ac:spMkLst>
        </pc:spChg>
        <pc:spChg chg="mod">
          <ac:chgData name="MYUNG JIN" userId="89f3fa32ababedc4" providerId="LiveId" clId="{ED469BD5-68D5-4336-AEE4-2007B30199EE}" dt="2024-07-30T16:34:40.656" v="1522" actId="20577"/>
          <ac:spMkLst>
            <pc:docMk/>
            <pc:sldMk cId="2336182627" sldId="320"/>
            <ac:spMk id="8" creationId="{00000000-0000-0000-0000-000000000000}"/>
          </ac:spMkLst>
        </pc:spChg>
        <pc:spChg chg="add">
          <ac:chgData name="MYUNG JIN" userId="89f3fa32ababedc4" providerId="LiveId" clId="{ED469BD5-68D5-4336-AEE4-2007B30199EE}" dt="2024-07-30T15:56:33.740" v="212" actId="11529"/>
          <ac:spMkLst>
            <pc:docMk/>
            <pc:sldMk cId="2336182627" sldId="320"/>
            <ac:spMk id="9" creationId="{DB659216-2F7E-CB9B-25B0-6AA6377964D3}"/>
          </ac:spMkLst>
        </pc:spChg>
        <pc:spChg chg="add mod">
          <ac:chgData name="MYUNG JIN" userId="89f3fa32ababedc4" providerId="LiveId" clId="{ED469BD5-68D5-4336-AEE4-2007B30199EE}" dt="2024-07-30T15:57:06.854" v="349" actId="1076"/>
          <ac:spMkLst>
            <pc:docMk/>
            <pc:sldMk cId="2336182627" sldId="320"/>
            <ac:spMk id="10" creationId="{D1D7D87F-B5BE-2F33-155E-2C7F019CC6FA}"/>
          </ac:spMkLst>
        </pc:spChg>
        <pc:spChg chg="mod ord">
          <ac:chgData name="MYUNG JIN" userId="89f3fa32ababedc4" providerId="LiveId" clId="{ED469BD5-68D5-4336-AEE4-2007B30199EE}" dt="2024-07-30T15:55:00.622" v="200" actId="1076"/>
          <ac:spMkLst>
            <pc:docMk/>
            <pc:sldMk cId="2336182627" sldId="320"/>
            <ac:spMk id="22" creationId="{F4878615-DE43-A42A-F3CD-22573E1C2A62}"/>
          </ac:spMkLst>
        </pc:spChg>
        <pc:spChg chg="mod ord">
          <ac:chgData name="MYUNG JIN" userId="89f3fa32ababedc4" providerId="LiveId" clId="{ED469BD5-68D5-4336-AEE4-2007B30199EE}" dt="2024-07-30T15:55:05.258" v="202" actId="14100"/>
          <ac:spMkLst>
            <pc:docMk/>
            <pc:sldMk cId="2336182627" sldId="320"/>
            <ac:spMk id="25" creationId="{FB4E0239-14B0-3F76-89E3-759DB8DA8CDB}"/>
          </ac:spMkLst>
        </pc:spChg>
        <pc:spChg chg="del">
          <ac:chgData name="MYUNG JIN" userId="89f3fa32ababedc4" providerId="LiveId" clId="{ED469BD5-68D5-4336-AEE4-2007B30199EE}" dt="2024-07-30T15:54:38.436" v="192" actId="478"/>
          <ac:spMkLst>
            <pc:docMk/>
            <pc:sldMk cId="2336182627" sldId="320"/>
            <ac:spMk id="26" creationId="{98C965E3-F9CC-DF34-CDBC-1B6501C368CD}"/>
          </ac:spMkLst>
        </pc:spChg>
        <pc:spChg chg="del">
          <ac:chgData name="MYUNG JIN" userId="89f3fa32ababedc4" providerId="LiveId" clId="{ED469BD5-68D5-4336-AEE4-2007B30199EE}" dt="2024-07-30T15:54:38.436" v="192" actId="478"/>
          <ac:spMkLst>
            <pc:docMk/>
            <pc:sldMk cId="2336182627" sldId="320"/>
            <ac:spMk id="27" creationId="{D823DFDD-94F2-A46F-E9E6-AD6190A3843B}"/>
          </ac:spMkLst>
        </pc:spChg>
        <pc:graphicFrameChg chg="add mod">
          <ac:chgData name="MYUNG JIN" userId="89f3fa32ababedc4" providerId="LiveId" clId="{ED469BD5-68D5-4336-AEE4-2007B30199EE}" dt="2024-07-30T15:56:18.370" v="204"/>
          <ac:graphicFrameMkLst>
            <pc:docMk/>
            <pc:sldMk cId="2336182627" sldId="320"/>
            <ac:graphicFrameMk id="3" creationId="{769209AD-A156-1F98-4048-DC536D34E93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9f3fa32ababedc4/DRL/TCAD/&#52280;&#44256;&#51088;&#47308;/Detrap%20LM%20vs%20noLM%20by%20ehXsec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LM vs noLM by e/hXsection Control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LM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Sheet1!$A$6:$A$23</c:f>
              <c:numCache>
                <c:formatCode>0.00E+00</c:formatCode>
                <c:ptCount val="18"/>
                <c:pt idx="0">
                  <c:v>9.9999999999999995E-8</c:v>
                </c:pt>
                <c:pt idx="1">
                  <c:v>9.9999999999999995E-7</c:v>
                </c:pt>
                <c:pt idx="2">
                  <c:v>1.0000000000000001E-5</c:v>
                </c:pt>
                <c:pt idx="3">
                  <c:v>1E-4</c:v>
                </c:pt>
                <c:pt idx="4">
                  <c:v>1E-3</c:v>
                </c:pt>
                <c:pt idx="5">
                  <c:v>0.01</c:v>
                </c:pt>
                <c:pt idx="6">
                  <c:v>0.1</c:v>
                </c:pt>
                <c:pt idx="7">
                  <c:v>0.2</c:v>
                </c:pt>
                <c:pt idx="8">
                  <c:v>0.5</c:v>
                </c:pt>
                <c:pt idx="9">
                  <c:v>1</c:v>
                </c:pt>
                <c:pt idx="10">
                  <c:v>2</c:v>
                </c:pt>
                <c:pt idx="11">
                  <c:v>4</c:v>
                </c:pt>
                <c:pt idx="12">
                  <c:v>8</c:v>
                </c:pt>
                <c:pt idx="13">
                  <c:v>16</c:v>
                </c:pt>
                <c:pt idx="14">
                  <c:v>32</c:v>
                </c:pt>
                <c:pt idx="15">
                  <c:v>64</c:v>
                </c:pt>
                <c:pt idx="16">
                  <c:v>128</c:v>
                </c:pt>
                <c:pt idx="17">
                  <c:v>256</c:v>
                </c:pt>
              </c:numCache>
            </c:numRef>
          </c:xVal>
          <c:yVal>
            <c:numRef>
              <c:f>Sheet1!$C$6:$C$23</c:f>
              <c:numCache>
                <c:formatCode>General</c:formatCode>
                <c:ptCount val="18"/>
                <c:pt idx="0">
                  <c:v>0</c:v>
                </c:pt>
                <c:pt idx="1">
                  <c:v>7.6159110000006969E-4</c:v>
                </c:pt>
                <c:pt idx="2">
                  <c:v>4.3833528599999116E-3</c:v>
                </c:pt>
                <c:pt idx="3">
                  <c:v>1.4586532910000116E-2</c:v>
                </c:pt>
                <c:pt idx="4">
                  <c:v>3.360716951999998E-2</c:v>
                </c:pt>
                <c:pt idx="5">
                  <c:v>6.0576713819999961E-2</c:v>
                </c:pt>
                <c:pt idx="6">
                  <c:v>8.1570442240000096E-2</c:v>
                </c:pt>
                <c:pt idx="7">
                  <c:v>8.6099374340000034E-2</c:v>
                </c:pt>
                <c:pt idx="8">
                  <c:v>9.1617891769999904E-2</c:v>
                </c:pt>
                <c:pt idx="9">
                  <c:v>9.5194463439999932E-2</c:v>
                </c:pt>
                <c:pt idx="10">
                  <c:v>9.8695991830000107E-2</c:v>
                </c:pt>
                <c:pt idx="11">
                  <c:v>0.10234682608000001</c:v>
                </c:pt>
                <c:pt idx="12">
                  <c:v>0.10631121096999996</c:v>
                </c:pt>
                <c:pt idx="13">
                  <c:v>0.11063333050000002</c:v>
                </c:pt>
                <c:pt idx="14">
                  <c:v>0.11522576724000011</c:v>
                </c:pt>
                <c:pt idx="15">
                  <c:v>0.11992285398799996</c:v>
                </c:pt>
                <c:pt idx="16">
                  <c:v>0.12456178677300001</c:v>
                </c:pt>
                <c:pt idx="17">
                  <c:v>0.12899382196300002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0E-4BCE-A450-582487564F35}"/>
            </c:ext>
          </c:extLst>
        </c:ser>
        <c:ser>
          <c:idx val="1"/>
          <c:order val="1"/>
          <c:tx>
            <c:v>noLM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Sheet1!$A$6:$A$23</c:f>
              <c:numCache>
                <c:formatCode>0.00E+00</c:formatCode>
                <c:ptCount val="18"/>
                <c:pt idx="0">
                  <c:v>9.9999999999999995E-8</c:v>
                </c:pt>
                <c:pt idx="1">
                  <c:v>9.9999999999999995E-7</c:v>
                </c:pt>
                <c:pt idx="2">
                  <c:v>1.0000000000000001E-5</c:v>
                </c:pt>
                <c:pt idx="3">
                  <c:v>1E-4</c:v>
                </c:pt>
                <c:pt idx="4">
                  <c:v>1E-3</c:v>
                </c:pt>
                <c:pt idx="5">
                  <c:v>0.01</c:v>
                </c:pt>
                <c:pt idx="6">
                  <c:v>0.1</c:v>
                </c:pt>
                <c:pt idx="7">
                  <c:v>0.2</c:v>
                </c:pt>
                <c:pt idx="8">
                  <c:v>0.5</c:v>
                </c:pt>
                <c:pt idx="9">
                  <c:v>1</c:v>
                </c:pt>
                <c:pt idx="10">
                  <c:v>2</c:v>
                </c:pt>
                <c:pt idx="11">
                  <c:v>4</c:v>
                </c:pt>
                <c:pt idx="12">
                  <c:v>8</c:v>
                </c:pt>
                <c:pt idx="13">
                  <c:v>16</c:v>
                </c:pt>
                <c:pt idx="14">
                  <c:v>32</c:v>
                </c:pt>
                <c:pt idx="15">
                  <c:v>64</c:v>
                </c:pt>
                <c:pt idx="16">
                  <c:v>128</c:v>
                </c:pt>
                <c:pt idx="17">
                  <c:v>256</c:v>
                </c:pt>
              </c:numCache>
            </c:numRef>
          </c:xVal>
          <c:yVal>
            <c:numRef>
              <c:f>Sheet1!$E$6:$E$23</c:f>
              <c:numCache>
                <c:formatCode>General</c:formatCode>
                <c:ptCount val="18"/>
                <c:pt idx="0">
                  <c:v>0</c:v>
                </c:pt>
                <c:pt idx="1">
                  <c:v>4.6906453000006287E-4</c:v>
                </c:pt>
                <c:pt idx="2">
                  <c:v>4.467522150000125E-3</c:v>
                </c:pt>
                <c:pt idx="3">
                  <c:v>2.0581867279999999E-2</c:v>
                </c:pt>
                <c:pt idx="4">
                  <c:v>4.2379878910000057E-2</c:v>
                </c:pt>
                <c:pt idx="5">
                  <c:v>5.5422835240000135E-2</c:v>
                </c:pt>
                <c:pt idx="6">
                  <c:v>5.8309777220000081E-2</c:v>
                </c:pt>
                <c:pt idx="7">
                  <c:v>5.837833116000013E-2</c:v>
                </c:pt>
                <c:pt idx="8">
                  <c:v>5.8401451070000165E-2</c:v>
                </c:pt>
                <c:pt idx="9">
                  <c:v>5.8403423780000185E-2</c:v>
                </c:pt>
                <c:pt idx="10">
                  <c:v>5.8404338200000128E-2</c:v>
                </c:pt>
                <c:pt idx="11">
                  <c:v>5.8404484229999998E-2</c:v>
                </c:pt>
                <c:pt idx="12">
                  <c:v>5.8404494909999993E-2</c:v>
                </c:pt>
                <c:pt idx="13">
                  <c:v>5.8404495210000018E-2</c:v>
                </c:pt>
                <c:pt idx="14">
                  <c:v>5.8404495220000019E-2</c:v>
                </c:pt>
                <c:pt idx="15">
                  <c:v>5.840449523000002E-2</c:v>
                </c:pt>
                <c:pt idx="16">
                  <c:v>5.8407287380000117E-2</c:v>
                </c:pt>
                <c:pt idx="17">
                  <c:v>5.8404495320000027E-2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0E-4BCE-A450-582487564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4476559"/>
        <c:axId val="964474159"/>
      </c:scatterChart>
      <c:valAx>
        <c:axId val="964476559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64474159"/>
        <c:crosses val="autoZero"/>
        <c:crossBetween val="midCat"/>
      </c:valAx>
      <c:valAx>
        <c:axId val="964474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644765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dirty="0">
                <a:solidFill>
                  <a:srgbClr val="FFFFFF"/>
                </a:solidFill>
              </a:rPr>
              <a:t>1/8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2008095"/>
            <a:ext cx="8712968" cy="284181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Modeling of Attempt-to-Escape Frequency under </a:t>
            </a: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Detrap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Retention of Bandgap-</a:t>
            </a: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Enginnered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3D NAND Flash Memory Cell</a:t>
            </a: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p:transition advTm="491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2/8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EB25C3-84A4-93E1-7CA4-D1148CFB880D}"/>
                  </a:ext>
                </a:extLst>
              </p:cNvPr>
              <p:cNvSpPr txBox="1"/>
              <p:nvPr/>
            </p:nvSpPr>
            <p:spPr>
              <a:xfrm>
                <a:off x="600635" y="1102659"/>
                <a:ext cx="8104094" cy="5029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Direct Tunneling current Modeling : </a:t>
                </a:r>
                <a:r>
                  <a:rPr lang="en-US" altLang="ko-KR" sz="2000" b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Elastic Tunneling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e>
                        </m:nary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nary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14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14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14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ko-KR" sz="1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e>
                        </m:nary>
                        <m:r>
                          <a:rPr lang="en-US" altLang="ko-KR" sz="14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nary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𝜌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14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f>
                      <m:f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𝜕𝜀</m:t>
                        </m:r>
                      </m:num>
                      <m:den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𝑒𝑓𝑓</m:t>
                            </m:r>
                          </m:sub>
                        </m:sSub>
                      </m:den>
                    </m:f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,  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𝑒𝑓𝑓</m:t>
                            </m:r>
                          </m:sub>
                        </m:sSub>
                      </m:den>
                    </m:f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, same for y, z</a:t>
                </a:r>
              </a:p>
              <a:p>
                <a:endParaRPr lang="en-US" altLang="ko-KR" sz="2000" b="0" i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num>
                      <m:den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dk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𝑦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dk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z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num>
                      <m:den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dk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𝑦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dk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z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altLang="ko-KR" sz="2000" b="0" i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b="0" i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…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e>
                      <m:sub>
                        <m: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e>
                      <m:sub>
                        <m: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2→1</m:t>
                        </m:r>
                      </m:sub>
                    </m:sSub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𝑒𝑓𝑓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𝑖𝑛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max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d>
                          <m:d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</m:t>
                        </m:r>
                        <m: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lit/>
                          </m:rP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/</m:t>
                        </m:r>
                        <m:r>
                          <a:rPr lang="en-US" altLang="ko-KR" sz="2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cm</m:t>
                            </m:r>
                          </m:e>
                          <m:sup>
                            <m:r>
                              <a:rPr lang="en-US" altLang="ko-KR" sz="2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EB25C3-84A4-93E1-7CA4-D1148CFB8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35" y="1102659"/>
                <a:ext cx="8104094" cy="5029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1DAB221-DE96-DC08-3D0C-6360A7B89E0B}"/>
              </a:ext>
            </a:extLst>
          </p:cNvPr>
          <p:cNvSpPr txBox="1"/>
          <p:nvPr/>
        </p:nvSpPr>
        <p:spPr>
          <a:xfrm>
            <a:off x="246360" y="211951"/>
            <a:ext cx="8649392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5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Attempt-to-Escape Frequency : Elastic Tunneling</a:t>
            </a:r>
            <a:endParaRPr lang="ko-KR" altLang="en-US" sz="305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D8BEB3-F007-843D-2C04-3B12F4B4E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741" y="1019575"/>
            <a:ext cx="2195011" cy="22698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EE5F2-1865-7774-3245-D0371EF859CE}"/>
              </a:ext>
            </a:extLst>
          </p:cNvPr>
          <p:cNvSpPr txBox="1"/>
          <p:nvPr/>
        </p:nvSpPr>
        <p:spPr>
          <a:xfrm>
            <a:off x="6948988" y="3464548"/>
            <a:ext cx="2195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200" b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FF"/>
                </a:solidFill>
                <a:latin typeface="Times New Roman"/>
                <a:ea typeface="맑은 고딕"/>
                <a:cs typeface="Times New Roman"/>
              </a:defRPr>
            </a:lvl1pPr>
          </a:lstStyle>
          <a:p>
            <a:r>
              <a:rPr lang="en-US" altLang="ko-KR" dirty="0" err="1"/>
              <a:t>Shiely</a:t>
            </a:r>
            <a:r>
              <a:rPr lang="en-US" altLang="ko-KR" dirty="0"/>
              <a:t>, James Patrick. Simulation of tunneling in MOS devices. Duke University, 1999.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81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"/>
    </mc:Choice>
    <mc:Fallback xmlns="">
      <p:transition spd="slow" advTm="5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6360" y="211951"/>
            <a:ext cx="8649392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5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Attempt-to-Escape Frequency : Elastic Tunneling</a:t>
            </a:r>
            <a:endParaRPr lang="ko-KR" altLang="en-US" sz="305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8082526-67E8-7125-AAAF-A6D119957A14}"/>
              </a:ext>
            </a:extLst>
          </p:cNvPr>
          <p:cNvGrpSpPr/>
          <p:nvPr/>
        </p:nvGrpSpPr>
        <p:grpSpPr>
          <a:xfrm>
            <a:off x="227466" y="3897534"/>
            <a:ext cx="8687180" cy="1356910"/>
            <a:chOff x="278983" y="4177428"/>
            <a:chExt cx="8687180" cy="1356910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898BDC0-B589-600D-26EC-1E77AE907457}"/>
                </a:ext>
              </a:extLst>
            </p:cNvPr>
            <p:cNvSpPr/>
            <p:nvPr/>
          </p:nvSpPr>
          <p:spPr>
            <a:xfrm>
              <a:off x="4876957" y="4908692"/>
              <a:ext cx="1699160" cy="59122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01956C3-68E1-10A5-ABF4-02A14592D00D}"/>
                    </a:ext>
                  </a:extLst>
                </p:cNvPr>
                <p:cNvSpPr txBox="1"/>
                <p:nvPr/>
              </p:nvSpPr>
              <p:spPr>
                <a:xfrm>
                  <a:off x="278983" y="4177428"/>
                  <a:ext cx="8687180" cy="13569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Result 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J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4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𝜋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𝑞𝑚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C</m:t>
                                      </m:r>
                                    </m:sub>
                                  </m:sSub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Fn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den>
                          </m:f>
                        </m:e>
                      </m:d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⇒   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𝜈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q</m:t>
                          </m:r>
                        </m:den>
                      </m:f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Surface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current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4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𝜋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sSup>
                        <m:s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den>
                          </m:f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e>
                      </m:d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Surface</m:t>
                          </m:r>
                          <m: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current</m:t>
                          </m:r>
                        </m:sub>
                      </m:sSub>
                    </m:oMath>
                  </a14:m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01956C3-68E1-10A5-ABF4-02A14592D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983" y="4177428"/>
                  <a:ext cx="8687180" cy="13569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88B18E2-D251-1899-1F4C-1DCB38B9D03C}"/>
              </a:ext>
            </a:extLst>
          </p:cNvPr>
          <p:cNvSpPr txBox="1"/>
          <p:nvPr/>
        </p:nvSpPr>
        <p:spPr>
          <a:xfrm>
            <a:off x="3875314" y="1007706"/>
            <a:ext cx="50204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* Crucial Assumption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in conduction band exists only within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E.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Quasi-Fermi level is formed at the tunneling barrier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A3AA7D8-BF1F-FF75-2C6A-2B7638955CAE}"/>
              </a:ext>
            </a:extLst>
          </p:cNvPr>
          <p:cNvGrpSpPr/>
          <p:nvPr/>
        </p:nvGrpSpPr>
        <p:grpSpPr>
          <a:xfrm>
            <a:off x="278983" y="1049504"/>
            <a:ext cx="3573545" cy="2368592"/>
            <a:chOff x="71355" y="1364802"/>
            <a:chExt cx="3573545" cy="236859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FA8986F-4929-E66D-E8FB-776BD73B461A}"/>
                </a:ext>
              </a:extLst>
            </p:cNvPr>
            <p:cNvGrpSpPr/>
            <p:nvPr/>
          </p:nvGrpSpPr>
          <p:grpSpPr>
            <a:xfrm>
              <a:off x="311151" y="1364802"/>
              <a:ext cx="2774532" cy="2208285"/>
              <a:chOff x="5442368" y="1651000"/>
              <a:chExt cx="2774532" cy="2208285"/>
            </a:xfrm>
          </p:grpSpPr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19577713-0195-2BE8-6043-1D976238273A}"/>
                  </a:ext>
                </a:extLst>
              </p:cNvPr>
              <p:cNvCxnSpPr/>
              <p:nvPr/>
            </p:nvCxnSpPr>
            <p:spPr>
              <a:xfrm flipV="1">
                <a:off x="6718300" y="1651000"/>
                <a:ext cx="0" cy="157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482EABBB-6D81-F5A6-A5E6-508AD1A4FF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6992" y="3225800"/>
                <a:ext cx="11013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2FD28364-9D49-2CFB-5A44-0276D4854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18300" y="1651000"/>
                <a:ext cx="889000" cy="787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F00BBCD-D800-DF2E-5112-B508F7A7A7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07300" y="2438400"/>
                <a:ext cx="0" cy="14208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A6F97C66-15CE-5093-DAF2-C083B43DC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07300" y="3845070"/>
                <a:ext cx="609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270EFC69-9039-A7C6-8E11-A57E41EFF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42368" y="2821484"/>
                <a:ext cx="1275932" cy="10616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748F6873-AC64-2C14-1B34-92597ABACA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42368" y="3698926"/>
                <a:ext cx="1275932" cy="10616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D27040AC-201E-8C6C-FFB8-A72A89F137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42368" y="3566867"/>
                <a:ext cx="1275932" cy="1061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0AD0A8E3-6D42-8866-D4FF-E55A3FFD667A}"/>
                </a:ext>
              </a:extLst>
            </p:cNvPr>
            <p:cNvCxnSpPr/>
            <p:nvPr/>
          </p:nvCxnSpPr>
          <p:spPr>
            <a:xfrm flipV="1">
              <a:off x="545896" y="2545902"/>
              <a:ext cx="0" cy="393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813E418-5FF3-7EBD-08FB-00C4EB6DEA0F}"/>
                    </a:ext>
                  </a:extLst>
                </p:cNvPr>
                <p:cNvSpPr txBox="1"/>
                <p:nvPr/>
              </p:nvSpPr>
              <p:spPr>
                <a:xfrm>
                  <a:off x="356613" y="2564233"/>
                  <a:ext cx="189283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oMath>
                    </m:oMathPara>
                  </a14:m>
                  <a:endPara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813E418-5FF3-7EBD-08FB-00C4EB6DE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613" y="2564233"/>
                  <a:ext cx="189283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0D85DE1-A1C1-3114-3720-870B139784E6}"/>
                    </a:ext>
                  </a:extLst>
                </p:cNvPr>
                <p:cNvSpPr txBox="1"/>
                <p:nvPr/>
              </p:nvSpPr>
              <p:spPr>
                <a:xfrm>
                  <a:off x="71355" y="2209178"/>
                  <a:ext cx="35000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𝛿𝜀</m:t>
                        </m:r>
                      </m:oMath>
                    </m:oMathPara>
                  </a14:m>
                  <a:endPara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0D85DE1-A1C1-3114-3720-870B139784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5" y="2209178"/>
                  <a:ext cx="350009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79924B5-620E-E469-6E1F-EE8D76DDA714}"/>
                    </a:ext>
                  </a:extLst>
                </p:cNvPr>
                <p:cNvSpPr txBox="1"/>
                <p:nvPr/>
              </p:nvSpPr>
              <p:spPr>
                <a:xfrm>
                  <a:off x="1595309" y="2041274"/>
                  <a:ext cx="35000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79924B5-620E-E469-6E1F-EE8D76DDA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5309" y="2041274"/>
                  <a:ext cx="35000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EB118B43-8769-1F9C-1165-DB7DB2FD7021}"/>
                </a:ext>
              </a:extLst>
            </p:cNvPr>
            <p:cNvSpPr/>
            <p:nvPr/>
          </p:nvSpPr>
          <p:spPr>
            <a:xfrm>
              <a:off x="1566956" y="2782763"/>
              <a:ext cx="1074641" cy="200489"/>
            </a:xfrm>
            <a:prstGeom prst="right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4F3B860-407E-2077-831E-1D424CBFAC12}"/>
                </a:ext>
              </a:extLst>
            </p:cNvPr>
            <p:cNvSpPr txBox="1"/>
            <p:nvPr/>
          </p:nvSpPr>
          <p:spPr>
            <a:xfrm>
              <a:off x="2731138" y="2701283"/>
              <a:ext cx="91376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TC(E</a:t>
              </a:r>
              <a:r>
                <a:rPr lang="en-US" altLang="ko-KR" sz="2000" b="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</a:t>
              </a:r>
              <a:r>
                <a: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)</a:t>
              </a: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053D035-5C82-795F-3129-BE0BA2C7F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2633" y="2831695"/>
              <a:ext cx="151557" cy="151557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8C37DCA4-FE03-F511-BA2A-39F561416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4190" y="2831695"/>
              <a:ext cx="151557" cy="151557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2D51E81-F8CF-2BAB-A960-DB61B8162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4181" y="2831695"/>
              <a:ext cx="151557" cy="151557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15C2AD8D-7EA0-8114-A509-7A039372F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3503" y="2676804"/>
              <a:ext cx="151557" cy="151557"/>
            </a:xfrm>
            <a:prstGeom prst="rect">
              <a:avLst/>
            </a:prstGeom>
          </p:spPr>
        </p:pic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91472FF-48E4-5971-31D6-BDEB3474EE06}"/>
                </a:ext>
              </a:extLst>
            </p:cNvPr>
            <p:cNvGrpSpPr/>
            <p:nvPr/>
          </p:nvGrpSpPr>
          <p:grpSpPr>
            <a:xfrm>
              <a:off x="501099" y="1393585"/>
              <a:ext cx="1094210" cy="1149129"/>
              <a:chOff x="501099" y="1393585"/>
              <a:chExt cx="1094210" cy="1149129"/>
            </a:xfrm>
          </p:grpSpPr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39399896-0AE8-DFF7-880F-547D1418FD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9127" y="1715592"/>
                <a:ext cx="877956" cy="81440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4709504B-CFFD-06BF-F39D-29E54B6366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9834" y="1941848"/>
                <a:ext cx="647751" cy="60086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B737466A-CFD8-E693-B5F5-FF3768B3B878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 flipV="1">
                <a:off x="1148105" y="2195163"/>
                <a:ext cx="447204" cy="34755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7011E5E9-3C67-B7DE-B29A-62F8FF428D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9587" y="2356202"/>
                <a:ext cx="225722" cy="18522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62CE822D-CD7F-4936-53AA-B3EF65D7D8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99" y="1532977"/>
                <a:ext cx="1074820" cy="99702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9F4355FB-2ED0-7857-1D17-4306971A8F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99" y="1398238"/>
                <a:ext cx="977797" cy="90702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D7D8ACF9-ECDB-0CE3-B1B2-1668B37765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99" y="1393585"/>
                <a:ext cx="721461" cy="66924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7E6B804-399E-9192-6443-E684FB3C38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99" y="1424937"/>
                <a:ext cx="448018" cy="4155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31737B16-2EB5-C244-B4FC-F8AA658D3A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99" y="1440428"/>
                <a:ext cx="204584" cy="18977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A18CB0C7-718A-FF07-AE4C-2B2F1D9B0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012" y="3358878"/>
              <a:ext cx="151557" cy="151557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40F1AF3D-A6F8-5B54-43D0-E04EFCBB3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4317" y="3358878"/>
              <a:ext cx="151557" cy="151557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C78537B1-1C95-C644-E384-146D06916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27339" y="3358878"/>
              <a:ext cx="151557" cy="151557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F4021310-69EB-5C2E-AB30-5CE6D2397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9127" y="3358878"/>
              <a:ext cx="151557" cy="151557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15050813-6177-BC60-120D-D8CEEE4E9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4401" y="3358878"/>
              <a:ext cx="151557" cy="1515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D09BAEC-8BFE-5F33-590A-700C30A74DBA}"/>
                    </a:ext>
                  </a:extLst>
                </p:cNvPr>
                <p:cNvSpPr txBox="1"/>
                <p:nvPr/>
              </p:nvSpPr>
              <p:spPr>
                <a:xfrm>
                  <a:off x="501099" y="3487173"/>
                  <a:ext cx="95631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𝐹𝑛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≈</m:t>
                      </m:r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altLang="ko-KR" sz="16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D09BAEC-8BFE-5F33-590A-700C30A74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99" y="3487173"/>
                  <a:ext cx="956315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C0F348A-20E5-F4AA-F8F5-7FAA9BE37AEA}"/>
                </a:ext>
              </a:extLst>
            </p:cNvPr>
            <p:cNvSpPr txBox="1"/>
            <p:nvPr/>
          </p:nvSpPr>
          <p:spPr>
            <a:xfrm>
              <a:off x="559705" y="1430828"/>
              <a:ext cx="103395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No electron region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EB16031-882C-552F-2275-0BB9BED73C86}"/>
                  </a:ext>
                </a:extLst>
              </p:cNvPr>
              <p:cNvSpPr txBox="1"/>
              <p:nvPr/>
            </p:nvSpPr>
            <p:spPr>
              <a:xfrm>
                <a:off x="1753043" y="2822076"/>
                <a:ext cx="5679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𝐹𝑛</m:t>
                        </m:r>
                      </m:sub>
                    </m:sSub>
                  </m:oMath>
                </a14:m>
                <a:r>
                  <a:rPr lang="ko-KR" altLang="en-US" sz="1200" dirty="0"/>
                  <a:t> 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EB16031-882C-552F-2275-0BB9BED73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043" y="2822076"/>
                <a:ext cx="5679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타원 88">
            <a:extLst>
              <a:ext uri="{FF2B5EF4-FFF2-40B4-BE49-F238E27FC236}">
                <a16:creationId xmlns:a16="http://schemas.microsoft.com/office/drawing/2014/main" id="{2FBF6781-DCB9-F0D6-914B-51385891517F}"/>
              </a:ext>
            </a:extLst>
          </p:cNvPr>
          <p:cNvSpPr/>
          <p:nvPr/>
        </p:nvSpPr>
        <p:spPr>
          <a:xfrm>
            <a:off x="6781656" y="4678985"/>
            <a:ext cx="1875934" cy="54104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502F1D7-C6A7-E145-868F-1EA714A5282A}"/>
              </a:ext>
            </a:extLst>
          </p:cNvPr>
          <p:cNvSpPr txBox="1"/>
          <p:nvPr/>
        </p:nvSpPr>
        <p:spPr>
          <a:xfrm>
            <a:off x="3597265" y="5843877"/>
            <a:ext cx="406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ν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can be changed by the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device scale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70AAD83-5583-10EE-D439-ACC1F47B7182}"/>
              </a:ext>
            </a:extLst>
          </p:cNvPr>
          <p:cNvCxnSpPr>
            <a:cxnSpLocks/>
          </p:cNvCxnSpPr>
          <p:nvPr/>
        </p:nvCxnSpPr>
        <p:spPr>
          <a:xfrm flipH="1">
            <a:off x="6853287" y="5220027"/>
            <a:ext cx="938387" cy="6883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5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"/>
    </mc:Choice>
    <mc:Fallback xmlns="">
      <p:transition spd="slow" advTm="5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Elastic Tunneling Modeling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4/8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BE09E-8491-A700-C22E-C56F24F6F138}"/>
              </a:ext>
            </a:extLst>
          </p:cNvPr>
          <p:cNvSpPr txBox="1"/>
          <p:nvPr/>
        </p:nvSpPr>
        <p:spPr>
          <a:xfrm>
            <a:off x="564776" y="4362059"/>
            <a:ext cx="4840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DB8EB-5151-2CE2-6EBA-5CB4B948A1C1}"/>
              </a:ext>
            </a:extLst>
          </p:cNvPr>
          <p:cNvSpPr txBox="1"/>
          <p:nvPr/>
        </p:nvSpPr>
        <p:spPr>
          <a:xfrm>
            <a:off x="564776" y="5291178"/>
            <a:ext cx="4840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47A8C7-EE64-4321-D041-5152072ED77C}"/>
                  </a:ext>
                </a:extLst>
              </p:cNvPr>
              <p:cNvSpPr txBox="1"/>
              <p:nvPr/>
            </p:nvSpPr>
            <p:spPr>
              <a:xfrm>
                <a:off x="672353" y="4714856"/>
                <a:ext cx="792480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e>
                        </m:d>
                      </m:e>
                      <m:sup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spacer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≈6000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47A8C7-EE64-4321-D041-5152072ED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4714856"/>
                <a:ext cx="7924800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4424E-48B0-0DA8-7C33-315FFF2F90DC}"/>
                  </a:ext>
                </a:extLst>
              </p:cNvPr>
              <p:cNvSpPr txBox="1"/>
              <p:nvPr/>
            </p:nvSpPr>
            <p:spPr>
              <a:xfrm>
                <a:off x="672353" y="5693658"/>
                <a:ext cx="7924800" cy="527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e>
                        </m:d>
                      </m:e>
                      <m:sup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spacer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6×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13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D4424E-48B0-0DA8-7C33-315FFF2F9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5693658"/>
                <a:ext cx="7924800" cy="527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CD7AAA-6ECE-BE31-A5E2-6EEEF559EA18}"/>
                  </a:ext>
                </a:extLst>
              </p:cNvPr>
              <p:cNvSpPr txBox="1"/>
              <p:nvPr/>
            </p:nvSpPr>
            <p:spPr>
              <a:xfrm>
                <a:off x="672352" y="1024876"/>
                <a:ext cx="82923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Assumption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Fn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(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∵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Fermi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level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defines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as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electron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stack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up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level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in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0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K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equlibrium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state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CD7AAA-6ECE-BE31-A5E2-6EEEF559E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2" y="1024876"/>
                <a:ext cx="829235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47171E2-755B-036C-6BD4-40E06D755910}"/>
              </a:ext>
            </a:extLst>
          </p:cNvPr>
          <p:cNvSpPr txBox="1"/>
          <p:nvPr/>
        </p:nvSpPr>
        <p:spPr>
          <a:xfrm>
            <a:off x="564776" y="1514913"/>
            <a:ext cx="8292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(Surface)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Current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TOX1 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BENitride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interface region area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26C36DF-FDED-C110-10B3-4425DB17F31E}"/>
              </a:ext>
            </a:extLst>
          </p:cNvPr>
          <p:cNvGrpSpPr/>
          <p:nvPr/>
        </p:nvGrpSpPr>
        <p:grpSpPr>
          <a:xfrm>
            <a:off x="4118284" y="1934804"/>
            <a:ext cx="4764180" cy="2093553"/>
            <a:chOff x="4200525" y="2034841"/>
            <a:chExt cx="4764180" cy="209355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8CA5F206-7C0B-DD75-5E52-CA6A255CC2F5}"/>
                </a:ext>
              </a:extLst>
            </p:cNvPr>
            <p:cNvGrpSpPr/>
            <p:nvPr/>
          </p:nvGrpSpPr>
          <p:grpSpPr>
            <a:xfrm>
              <a:off x="5853393" y="2374866"/>
              <a:ext cx="1123950" cy="1123950"/>
              <a:chOff x="5853393" y="2374866"/>
              <a:chExt cx="1123950" cy="1123950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EA1F74BF-A558-C3C9-C96A-FC2A0A1D565C}"/>
                  </a:ext>
                </a:extLst>
              </p:cNvPr>
              <p:cNvGrpSpPr/>
              <p:nvPr/>
            </p:nvGrpSpPr>
            <p:grpSpPr>
              <a:xfrm>
                <a:off x="5853393" y="2374866"/>
                <a:ext cx="1123950" cy="1123950"/>
                <a:chOff x="5303184" y="2475682"/>
                <a:chExt cx="1123950" cy="11239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396A939A-FDB9-BE4F-324A-194F80D62F2A}"/>
                    </a:ext>
                  </a:extLst>
                </p:cNvPr>
                <p:cNvSpPr/>
                <p:nvPr/>
              </p:nvSpPr>
              <p:spPr>
                <a:xfrm>
                  <a:off x="5303184" y="2475682"/>
                  <a:ext cx="1123950" cy="112395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A862198A-25CC-86AD-FA5A-D5F71CF2D8ED}"/>
                    </a:ext>
                  </a:extLst>
                </p:cNvPr>
                <p:cNvSpPr/>
                <p:nvPr/>
              </p:nvSpPr>
              <p:spPr>
                <a:xfrm>
                  <a:off x="5366856" y="2539354"/>
                  <a:ext cx="996606" cy="996606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81CF993B-CF40-C797-8000-D6FB6E7969A2}"/>
                    </a:ext>
                  </a:extLst>
                </p:cNvPr>
                <p:cNvSpPr/>
                <p:nvPr/>
              </p:nvSpPr>
              <p:spPr>
                <a:xfrm>
                  <a:off x="5473816" y="2646314"/>
                  <a:ext cx="782686" cy="782686"/>
                </a:xfrm>
                <a:prstGeom prst="ellipse">
                  <a:avLst/>
                </a:prstGeom>
                <a:solidFill>
                  <a:srgbClr val="92D050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3F304664-A5C8-5B08-2ABB-E78BB482DB7D}"/>
                    </a:ext>
                  </a:extLst>
                </p:cNvPr>
                <p:cNvSpPr/>
                <p:nvPr/>
              </p:nvSpPr>
              <p:spPr>
                <a:xfrm>
                  <a:off x="5586693" y="2759191"/>
                  <a:ext cx="556932" cy="55693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9" name="화살표: 오른쪽 38">
                <a:extLst>
                  <a:ext uri="{FF2B5EF4-FFF2-40B4-BE49-F238E27FC236}">
                    <a16:creationId xmlns:a16="http://schemas.microsoft.com/office/drawing/2014/main" id="{AB963F67-297D-0BBA-BE01-B02A17753E8B}"/>
                  </a:ext>
                </a:extLst>
              </p:cNvPr>
              <p:cNvSpPr/>
              <p:nvPr/>
            </p:nvSpPr>
            <p:spPr>
              <a:xfrm>
                <a:off x="5968236" y="2911423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9441EE7A-173D-A09C-47EF-7611C492539C}"/>
                  </a:ext>
                </a:extLst>
              </p:cNvPr>
              <p:cNvSpPr/>
              <p:nvPr/>
            </p:nvSpPr>
            <p:spPr>
              <a:xfrm rot="10800000">
                <a:off x="6621145" y="2911423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화살표: 오른쪽 51">
                <a:extLst>
                  <a:ext uri="{FF2B5EF4-FFF2-40B4-BE49-F238E27FC236}">
                    <a16:creationId xmlns:a16="http://schemas.microsoft.com/office/drawing/2014/main" id="{719A8BB9-09C5-D484-6107-B2667D840A36}"/>
                  </a:ext>
                </a:extLst>
              </p:cNvPr>
              <p:cNvSpPr/>
              <p:nvPr/>
            </p:nvSpPr>
            <p:spPr>
              <a:xfrm rot="16200000">
                <a:off x="6299099" y="3257334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화살표: 오른쪽 52">
                <a:extLst>
                  <a:ext uri="{FF2B5EF4-FFF2-40B4-BE49-F238E27FC236}">
                    <a16:creationId xmlns:a16="http://schemas.microsoft.com/office/drawing/2014/main" id="{A21E351E-003E-E1F6-C94E-6BD7C403479D}"/>
                  </a:ext>
                </a:extLst>
              </p:cNvPr>
              <p:cNvSpPr/>
              <p:nvPr/>
            </p:nvSpPr>
            <p:spPr>
              <a:xfrm rot="5400000">
                <a:off x="6299099" y="2581431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화살표: 오른쪽 53">
                <a:extLst>
                  <a:ext uri="{FF2B5EF4-FFF2-40B4-BE49-F238E27FC236}">
                    <a16:creationId xmlns:a16="http://schemas.microsoft.com/office/drawing/2014/main" id="{39E164C0-5286-1804-95FE-ADB0FA2BAAAF}"/>
                  </a:ext>
                </a:extLst>
              </p:cNvPr>
              <p:cNvSpPr/>
              <p:nvPr/>
            </p:nvSpPr>
            <p:spPr>
              <a:xfrm rot="2771950">
                <a:off x="6061490" y="2677197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화살표: 오른쪽 54">
                <a:extLst>
                  <a:ext uri="{FF2B5EF4-FFF2-40B4-BE49-F238E27FC236}">
                    <a16:creationId xmlns:a16="http://schemas.microsoft.com/office/drawing/2014/main" id="{5FDCF6F8-EB21-05D0-3522-CFD00F95AFC2}"/>
                  </a:ext>
                </a:extLst>
              </p:cNvPr>
              <p:cNvSpPr/>
              <p:nvPr/>
            </p:nvSpPr>
            <p:spPr>
              <a:xfrm rot="8435429">
                <a:off x="6542487" y="2686829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화살표: 오른쪽 55">
                <a:extLst>
                  <a:ext uri="{FF2B5EF4-FFF2-40B4-BE49-F238E27FC236}">
                    <a16:creationId xmlns:a16="http://schemas.microsoft.com/office/drawing/2014/main" id="{945D66D4-494F-8AE1-623B-F849E3B84420}"/>
                  </a:ext>
                </a:extLst>
              </p:cNvPr>
              <p:cNvSpPr/>
              <p:nvPr/>
            </p:nvSpPr>
            <p:spPr>
              <a:xfrm rot="13712435">
                <a:off x="6525705" y="3155701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화살표: 오른쪽 56">
                <a:extLst>
                  <a:ext uri="{FF2B5EF4-FFF2-40B4-BE49-F238E27FC236}">
                    <a16:creationId xmlns:a16="http://schemas.microsoft.com/office/drawing/2014/main" id="{A13DCC9D-FCB3-72FA-1526-E9BB14B279BF}"/>
                  </a:ext>
                </a:extLst>
              </p:cNvPr>
              <p:cNvSpPr/>
              <p:nvPr/>
            </p:nvSpPr>
            <p:spPr>
              <a:xfrm rot="19022567">
                <a:off x="6068860" y="3147978"/>
                <a:ext cx="232539" cy="45719"/>
              </a:xfrm>
              <a:prstGeom prst="rightArrow">
                <a:avLst/>
              </a:prstGeom>
              <a:solidFill>
                <a:srgbClr val="FFFF00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D387F7B-AC74-3D9E-9D25-7CEAD76A050A}"/>
                </a:ext>
              </a:extLst>
            </p:cNvPr>
            <p:cNvCxnSpPr/>
            <p:nvPr/>
          </p:nvCxnSpPr>
          <p:spPr>
            <a:xfrm>
              <a:off x="5324475" y="2430604"/>
              <a:ext cx="876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0132A7C-94E5-5A95-F893-5D3241827442}"/>
                </a:ext>
              </a:extLst>
            </p:cNvPr>
            <p:cNvCxnSpPr/>
            <p:nvPr/>
          </p:nvCxnSpPr>
          <p:spPr>
            <a:xfrm>
              <a:off x="5324475" y="3328184"/>
              <a:ext cx="876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3652260-A65A-CBB8-4452-F84AE468819C}"/>
                </a:ext>
              </a:extLst>
            </p:cNvPr>
            <p:cNvCxnSpPr/>
            <p:nvPr/>
          </p:nvCxnSpPr>
          <p:spPr>
            <a:xfrm>
              <a:off x="6539193" y="2643284"/>
              <a:ext cx="876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560CAFF-776A-E0D6-5F3B-DA0EEEDF4FBE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6539193" y="2936841"/>
              <a:ext cx="866025" cy="2717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319D6E3-E248-6727-CD65-033CA2C90D8C}"/>
                </a:ext>
              </a:extLst>
            </p:cNvPr>
            <p:cNvCxnSpPr>
              <a:cxnSpLocks/>
            </p:cNvCxnSpPr>
            <p:nvPr/>
          </p:nvCxnSpPr>
          <p:spPr>
            <a:xfrm>
              <a:off x="6693834" y="3218448"/>
              <a:ext cx="721659" cy="558382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E7FBAB-A342-22C0-3A2B-234A176B1E49}"/>
                </a:ext>
              </a:extLst>
            </p:cNvPr>
            <p:cNvSpPr txBox="1"/>
            <p:nvPr/>
          </p:nvSpPr>
          <p:spPr>
            <a:xfrm>
              <a:off x="4676775" y="2282186"/>
              <a:ext cx="647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TOX2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41FD7D-DF42-F92D-B9FB-67F99681E30F}"/>
                </a:ext>
              </a:extLst>
            </p:cNvPr>
            <p:cNvSpPr txBox="1"/>
            <p:nvPr/>
          </p:nvSpPr>
          <p:spPr>
            <a:xfrm>
              <a:off x="4200525" y="3158142"/>
              <a:ext cx="11239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BENitride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BB0467-A189-8EBD-EAD8-12A6B1FBF578}"/>
                </a:ext>
              </a:extLst>
            </p:cNvPr>
            <p:cNvSpPr txBox="1"/>
            <p:nvPr/>
          </p:nvSpPr>
          <p:spPr>
            <a:xfrm>
              <a:off x="7415493" y="2501343"/>
              <a:ext cx="647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TOX1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DA1177-9F5F-5DAC-EAE5-AD8D4E840C8D}"/>
                </a:ext>
              </a:extLst>
            </p:cNvPr>
            <p:cNvSpPr txBox="1"/>
            <p:nvPr/>
          </p:nvSpPr>
          <p:spPr>
            <a:xfrm>
              <a:off x="7405218" y="3077796"/>
              <a:ext cx="12379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Filler + channel</a:t>
              </a:r>
              <a:endPara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452605-8776-8F15-B589-D3D52A42231B}"/>
                </a:ext>
              </a:extLst>
            </p:cNvPr>
            <p:cNvSpPr txBox="1"/>
            <p:nvPr/>
          </p:nvSpPr>
          <p:spPr>
            <a:xfrm>
              <a:off x="7415493" y="3605174"/>
              <a:ext cx="15492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TOX1-BENitride interface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C2762466-44CB-C077-9C71-607AAF880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6515" y="2195513"/>
              <a:ext cx="927735" cy="34210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B886A63-1ED9-B991-D85A-5BB997F76E4A}"/>
                </a:ext>
              </a:extLst>
            </p:cNvPr>
            <p:cNvSpPr txBox="1"/>
            <p:nvPr/>
          </p:nvSpPr>
          <p:spPr>
            <a:xfrm>
              <a:off x="7333252" y="2034841"/>
              <a:ext cx="15492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Retention Current</a:t>
              </a:r>
              <a:endParaRPr lang="ko-KR" altLang="en-US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aphicFrame>
        <p:nvGraphicFramePr>
          <p:cNvPr id="61" name="개체 60">
            <a:extLst>
              <a:ext uri="{FF2B5EF4-FFF2-40B4-BE49-F238E27FC236}">
                <a16:creationId xmlns:a16="http://schemas.microsoft.com/office/drawing/2014/main" id="{229EB23C-0883-3547-6A49-4C412E642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609486"/>
              </p:ext>
            </p:extLst>
          </p:nvPr>
        </p:nvGraphicFramePr>
        <p:xfrm>
          <a:off x="612784" y="1958397"/>
          <a:ext cx="3310359" cy="2313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61" name="개체 60">
                        <a:extLst>
                          <a:ext uri="{FF2B5EF4-FFF2-40B4-BE49-F238E27FC236}">
                            <a16:creationId xmlns:a16="http://schemas.microsoft.com/office/drawing/2014/main" id="{229EB23C-0883-3547-6A49-4C412E642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2784" y="1958397"/>
                        <a:ext cx="3310359" cy="2313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0F659B6-3723-114C-70E9-5744A146B804}"/>
              </a:ext>
            </a:extLst>
          </p:cNvPr>
          <p:cNvCxnSpPr>
            <a:cxnSpLocks/>
          </p:cNvCxnSpPr>
          <p:nvPr/>
        </p:nvCxnSpPr>
        <p:spPr>
          <a:xfrm>
            <a:off x="1946495" y="2274829"/>
            <a:ext cx="0" cy="149191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6F0AB41A-EAEB-E610-311B-D80C4B4F4BBF}"/>
              </a:ext>
            </a:extLst>
          </p:cNvPr>
          <p:cNvCxnSpPr/>
          <p:nvPr/>
        </p:nvCxnSpPr>
        <p:spPr>
          <a:xfrm flipV="1">
            <a:off x="1946495" y="2834245"/>
            <a:ext cx="3733889" cy="7418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96DF4C0-292E-0EB5-3185-D04B2A32CFDB}"/>
              </a:ext>
            </a:extLst>
          </p:cNvPr>
          <p:cNvSpPr txBox="1"/>
          <p:nvPr/>
        </p:nvSpPr>
        <p:spPr>
          <a:xfrm>
            <a:off x="1935025" y="3288456"/>
            <a:ext cx="1463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TOX1-BENitride interface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57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Remind) 24.4 </a:t>
            </a:r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TCAD Calibration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5/8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2FF1D5-49EE-0BFC-93A2-2A0ABE86E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78" y="1751224"/>
            <a:ext cx="4001552" cy="24374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D809DB-36EC-17C0-9236-788B3A47F0F4}"/>
              </a:ext>
            </a:extLst>
          </p:cNvPr>
          <p:cNvSpPr txBox="1"/>
          <p:nvPr/>
        </p:nvSpPr>
        <p:spPr>
          <a:xfrm>
            <a:off x="343753" y="1114425"/>
            <a:ext cx="8343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 result from 24.4 &gt;&gt;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ν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DT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550 : consistent with the modeling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7E740-81CD-DEC6-A552-614D62C5BCFB}"/>
              </a:ext>
            </a:extLst>
          </p:cNvPr>
          <p:cNvSpPr txBox="1"/>
          <p:nvPr/>
        </p:nvSpPr>
        <p:spPr>
          <a:xfrm>
            <a:off x="5575376" y="3470187"/>
            <a:ext cx="3097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 with </a:t>
            </a:r>
            <a:r>
              <a:rPr lang="el-GR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α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’</a:t>
            </a:r>
            <a:r>
              <a:rPr lang="en-US" altLang="ko-KR" sz="2000" b="1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DT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    is valid enough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F9F1123-7D7E-71CE-73E7-27593F1D6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05" y="4493613"/>
            <a:ext cx="5227334" cy="186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09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TCAD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Simulation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Method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A56B5-BAA0-032F-735A-1A7C89AA67D9}"/>
              </a:ext>
            </a:extLst>
          </p:cNvPr>
          <p:cNvSpPr txBox="1"/>
          <p:nvPr/>
        </p:nvSpPr>
        <p:spPr>
          <a:xfrm>
            <a:off x="278983" y="1019620"/>
            <a:ext cx="858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eXsection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hXsection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1e-15~1e-16 =&gt; 1e-30 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축소를 통한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off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5C5AC-B4B7-CE35-A592-DBEDFA991F4D}"/>
              </a:ext>
            </a:extLst>
          </p:cNvPr>
          <p:cNvSpPr txBox="1"/>
          <p:nvPr/>
        </p:nvSpPr>
        <p:spPr>
          <a:xfrm>
            <a:off x="456818" y="1621143"/>
            <a:ext cx="801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Times New Roman"/>
              </a:rPr>
              <a:t>∵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Times New Roman"/>
              </a:rPr>
              <a:t>ν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Times New Roman"/>
              </a:rPr>
              <a:t>PF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Times New Roman"/>
              </a:rPr>
              <a:t> =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=&gt;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의 변수 직접 조정으로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trapped electron lock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8014E0E-FF81-55DF-B704-047D11E97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83" y="2653580"/>
            <a:ext cx="3410112" cy="146772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A81F22F-4F84-5FB4-70BE-B5CDB3D82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60" y="2643731"/>
            <a:ext cx="3562746" cy="132870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ADDD37-8ADB-41FB-8B07-B614CFA2F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72" y="4853325"/>
            <a:ext cx="3410112" cy="140796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7351B71-49D4-762D-CE61-EDAC8E532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936" y="4798648"/>
            <a:ext cx="3227108" cy="14880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4878615-DE43-A42A-F3CD-22573E1C2A62}"/>
              </a:ext>
            </a:extLst>
          </p:cNvPr>
          <p:cNvSpPr txBox="1"/>
          <p:nvPr/>
        </p:nvSpPr>
        <p:spPr>
          <a:xfrm>
            <a:off x="233072" y="2154721"/>
            <a:ext cx="398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2x10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-15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,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1x10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-15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1A2A47-EFD2-B6A7-0CC8-50BEB6B71C55}"/>
              </a:ext>
            </a:extLst>
          </p:cNvPr>
          <p:cNvSpPr/>
          <p:nvPr/>
        </p:nvSpPr>
        <p:spPr>
          <a:xfrm>
            <a:off x="5332491" y="2926445"/>
            <a:ext cx="1167897" cy="53008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FA3ECD-A9F0-B523-A380-871861979E17}"/>
              </a:ext>
            </a:extLst>
          </p:cNvPr>
          <p:cNvSpPr/>
          <p:nvPr/>
        </p:nvSpPr>
        <p:spPr>
          <a:xfrm>
            <a:off x="7124329" y="2926445"/>
            <a:ext cx="1167897" cy="53008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E0239-14B0-3F76-89E3-759DB8DA8CDB}"/>
              </a:ext>
            </a:extLst>
          </p:cNvPr>
          <p:cNvSpPr txBox="1"/>
          <p:nvPr/>
        </p:nvSpPr>
        <p:spPr>
          <a:xfrm>
            <a:off x="233072" y="4377116"/>
            <a:ext cx="398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2x10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-30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,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1x10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-30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C965E3-F9CC-DF34-CDBC-1B6501C368CD}"/>
              </a:ext>
            </a:extLst>
          </p:cNvPr>
          <p:cNvSpPr txBox="1"/>
          <p:nvPr/>
        </p:nvSpPr>
        <p:spPr>
          <a:xfrm>
            <a:off x="3610894" y="2725838"/>
            <a:ext cx="1571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256s Retention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23DFDD-94F2-A46F-E9E6-AD6190A3843B}"/>
              </a:ext>
            </a:extLst>
          </p:cNvPr>
          <p:cNvSpPr txBox="1"/>
          <p:nvPr/>
        </p:nvSpPr>
        <p:spPr>
          <a:xfrm>
            <a:off x="5585989" y="4398538"/>
            <a:ext cx="2344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256s Retention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7B03ED-DAC3-7B41-017E-FD6D6FA344C9}"/>
              </a:ext>
            </a:extLst>
          </p:cNvPr>
          <p:cNvSpPr txBox="1"/>
          <p:nvPr/>
        </p:nvSpPr>
        <p:spPr>
          <a:xfrm>
            <a:off x="6678672" y="3539191"/>
            <a:ext cx="161355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LM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occured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B3D79B-7A0A-31F6-2245-74D68C740470}"/>
              </a:ext>
            </a:extLst>
          </p:cNvPr>
          <p:cNvSpPr txBox="1"/>
          <p:nvPr/>
        </p:nvSpPr>
        <p:spPr>
          <a:xfrm>
            <a:off x="6982529" y="5815925"/>
            <a:ext cx="10058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 LM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4532E91-11E7-C76B-F5D8-F8A299612CBE}"/>
              </a:ext>
            </a:extLst>
          </p:cNvPr>
          <p:cNvSpPr/>
          <p:nvPr/>
        </p:nvSpPr>
        <p:spPr>
          <a:xfrm>
            <a:off x="3815255" y="3108960"/>
            <a:ext cx="1204486" cy="400110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B629CC5-E62D-A533-7920-496DB5DCEBE6}"/>
              </a:ext>
            </a:extLst>
          </p:cNvPr>
          <p:cNvSpPr/>
          <p:nvPr/>
        </p:nvSpPr>
        <p:spPr>
          <a:xfrm>
            <a:off x="3815255" y="5445217"/>
            <a:ext cx="1204486" cy="400110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BFFE8-0E20-EE47-B4B1-F0A84770600E}"/>
              </a:ext>
            </a:extLst>
          </p:cNvPr>
          <p:cNvSpPr txBox="1"/>
          <p:nvPr/>
        </p:nvSpPr>
        <p:spPr>
          <a:xfrm>
            <a:off x="3610894" y="5067580"/>
            <a:ext cx="1571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256s Retention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493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TCAD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Simulation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Method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7/8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69209AD-A156-1F98-4048-DC536D34E9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709286"/>
              </p:ext>
            </p:extLst>
          </p:nvPr>
        </p:nvGraphicFramePr>
        <p:xfrm>
          <a:off x="1302409" y="948685"/>
          <a:ext cx="5705476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4878615-DE43-A42A-F3CD-22573E1C2A62}"/>
              </a:ext>
            </a:extLst>
          </p:cNvPr>
          <p:cNvSpPr txBox="1"/>
          <p:nvPr/>
        </p:nvSpPr>
        <p:spPr>
          <a:xfrm>
            <a:off x="6860895" y="1005781"/>
            <a:ext cx="1658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2x10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-15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,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1x10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-15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E0239-14B0-3F76-89E3-759DB8DA8CDB}"/>
              </a:ext>
            </a:extLst>
          </p:cNvPr>
          <p:cNvSpPr txBox="1"/>
          <p:nvPr/>
        </p:nvSpPr>
        <p:spPr>
          <a:xfrm>
            <a:off x="6804141" y="2528942"/>
            <a:ext cx="1784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2x10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-30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,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c,h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= 1x10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-30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 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-2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 panose="020B0503020000020004" pitchFamily="50" charset="-127"/>
                <a:cs typeface="Times New Roman"/>
              </a:rPr>
              <a:t>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CFF660A-3F94-DC48-77E3-229C48F4B9C3}"/>
              </a:ext>
            </a:extLst>
          </p:cNvPr>
          <p:cNvSpPr/>
          <p:nvPr/>
        </p:nvSpPr>
        <p:spPr>
          <a:xfrm rot="19693828">
            <a:off x="4907903" y="1550213"/>
            <a:ext cx="1658791" cy="706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B659216-2F7E-CB9B-25B0-6AA6377964D3}"/>
              </a:ext>
            </a:extLst>
          </p:cNvPr>
          <p:cNvSpPr/>
          <p:nvPr/>
        </p:nvSpPr>
        <p:spPr>
          <a:xfrm>
            <a:off x="5262465" y="2954694"/>
            <a:ext cx="1275184" cy="180392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7D87F-B5BE-2F33-155E-2C7F019CC6FA}"/>
              </a:ext>
            </a:extLst>
          </p:cNvPr>
          <p:cNvSpPr txBox="1"/>
          <p:nvPr/>
        </p:nvSpPr>
        <p:spPr>
          <a:xfrm>
            <a:off x="1290115" y="4855233"/>
            <a:ext cx="6535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Capture Cross Section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조절을 통하여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영역의 전자의 움직임을 최소화 할 수 있음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618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Future Works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8/8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9F673-7F5E-1D11-B2A2-F60EDD9271A8}"/>
              </a:ext>
            </a:extLst>
          </p:cNvPr>
          <p:cNvSpPr txBox="1"/>
          <p:nvPr/>
        </p:nvSpPr>
        <p:spPr>
          <a:xfrm>
            <a:off x="1302409" y="1845439"/>
            <a:ext cx="71086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Device spec : DRL BE-TOX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가장 최신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spec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활용 예정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profile : discrete level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활용 예정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(ex. 0.5eV, 0.6eV…)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Modified Poole-Frenkel Emission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α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’ Calibration</a:t>
            </a:r>
          </a:p>
        </p:txBody>
      </p:sp>
    </p:spTree>
    <p:extLst>
      <p:ext uri="{BB962C8B-B14F-4D97-AF65-F5344CB8AC3E}">
        <p14:creationId xmlns:p14="http://schemas.microsoft.com/office/powerpoint/2010/main" val="67481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9"/>
    </mc:Choice>
    <mc:Fallback xmlns="">
      <p:transition spd="slow" advTm="3349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</TotalTime>
  <Words>547</Words>
  <Application>Microsoft Office PowerPoint</Application>
  <PresentationFormat>화면 슬라이드 쇼(4:3)</PresentationFormat>
  <Paragraphs>94</Paragraphs>
  <Slides>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Cambria Math</vt:lpstr>
      <vt:lpstr>Symbol</vt:lpstr>
      <vt:lpstr>Times New Roman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2024-07-30T23:55:13Z</dcterms:modified>
  <cp:version/>
</cp:coreProperties>
</file>