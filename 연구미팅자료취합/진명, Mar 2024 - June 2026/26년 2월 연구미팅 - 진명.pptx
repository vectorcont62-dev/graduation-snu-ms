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5"/>
  </p:notesMasterIdLst>
  <p:sldIdLst>
    <p:sldId id="314" r:id="rId2"/>
    <p:sldId id="317" r:id="rId3"/>
    <p:sldId id="316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617F18-3E8F-46A3-A0B1-E522964F1F7F}" v="8" dt="2026-02-26T15:04:49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1" d="100"/>
          <a:sy n="151" d="100"/>
        </p:scale>
        <p:origin x="1962" y="108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53BFC8FB-F919-4A98-9A97-F1BAF11238D4}"/>
    <pc:docChg chg="custSel delSld modSld">
      <pc:chgData name="MYUNG JIN" userId="89f3fa32ababedc4" providerId="LiveId" clId="{53BFC8FB-F919-4A98-9A97-F1BAF11238D4}" dt="2026-02-25T10:11:52.746" v="18" actId="478"/>
      <pc:docMkLst>
        <pc:docMk/>
      </pc:docMkLst>
      <pc:sldChg chg="modSp mod">
        <pc:chgData name="MYUNG JIN" userId="89f3fa32ababedc4" providerId="LiveId" clId="{53BFC8FB-F919-4A98-9A97-F1BAF11238D4}" dt="2026-02-25T10:11:38.474" v="15" actId="20577"/>
        <pc:sldMkLst>
          <pc:docMk/>
          <pc:sldMk cId="2415824652" sldId="314"/>
        </pc:sldMkLst>
        <pc:spChg chg="mod">
          <ac:chgData name="MYUNG JIN" userId="89f3fa32ababedc4" providerId="LiveId" clId="{53BFC8FB-F919-4A98-9A97-F1BAF11238D4}" dt="2026-02-25T10:11:38.474" v="15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del">
        <pc:chgData name="MYUNG JIN" userId="89f3fa32ababedc4" providerId="LiveId" clId="{53BFC8FB-F919-4A98-9A97-F1BAF11238D4}" dt="2026-02-25T10:11:46.320" v="16" actId="47"/>
        <pc:sldMkLst>
          <pc:docMk/>
          <pc:sldMk cId="2899342611" sldId="315"/>
        </pc:sldMkLst>
      </pc:sldChg>
      <pc:sldChg chg="delSp mod">
        <pc:chgData name="MYUNG JIN" userId="89f3fa32ababedc4" providerId="LiveId" clId="{53BFC8FB-F919-4A98-9A97-F1BAF11238D4}" dt="2026-02-25T10:11:52.746" v="18" actId="478"/>
        <pc:sldMkLst>
          <pc:docMk/>
          <pc:sldMk cId="1624971276" sldId="316"/>
        </pc:sldMkLst>
        <pc:picChg chg="del">
          <ac:chgData name="MYUNG JIN" userId="89f3fa32ababedc4" providerId="LiveId" clId="{53BFC8FB-F919-4A98-9A97-F1BAF11238D4}" dt="2026-02-25T10:11:52.746" v="18" actId="478"/>
          <ac:picMkLst>
            <pc:docMk/>
            <pc:sldMk cId="1624971276" sldId="316"/>
            <ac:picMk id="49" creationId="{56FBEACC-873D-44D5-DB31-CBD7DA0E059E}"/>
          </ac:picMkLst>
        </pc:picChg>
      </pc:sldChg>
      <pc:sldChg chg="del">
        <pc:chgData name="MYUNG JIN" userId="89f3fa32ababedc4" providerId="LiveId" clId="{53BFC8FB-F919-4A98-9A97-F1BAF11238D4}" dt="2026-02-25T10:11:48.040" v="17" actId="47"/>
        <pc:sldMkLst>
          <pc:docMk/>
          <pc:sldMk cId="3807241808" sldId="320"/>
        </pc:sldMkLst>
      </pc:sldChg>
    </pc:docChg>
  </pc:docChgLst>
  <pc:docChgLst>
    <pc:chgData name="MYUNG JIN" userId="89f3fa32ababedc4" providerId="LiveId" clId="{1442CAFF-C376-405E-80FE-32277BA9AD5E}"/>
    <pc:docChg chg="undo custSel addSld delSld modSld modMainMaster">
      <pc:chgData name="MYUNG JIN" userId="89f3fa32ababedc4" providerId="LiveId" clId="{1442CAFF-C376-405E-80FE-32277BA9AD5E}" dt="2026-02-26T15:06:25.440" v="965" actId="58"/>
      <pc:docMkLst>
        <pc:docMk/>
      </pc:docMkLst>
      <pc:sldChg chg="modSp mod">
        <pc:chgData name="MYUNG JIN" userId="89f3fa32ababedc4" providerId="LiveId" clId="{1442CAFF-C376-405E-80FE-32277BA9AD5E}" dt="2026-02-26T15:04:25.779" v="825" actId="20577"/>
        <pc:sldMkLst>
          <pc:docMk/>
          <pc:sldMk cId="2415824652" sldId="314"/>
        </pc:sldMkLst>
        <pc:spChg chg="mod">
          <ac:chgData name="MYUNG JIN" userId="89f3fa32ababedc4" providerId="LiveId" clId="{1442CAFF-C376-405E-80FE-32277BA9AD5E}" dt="2026-02-26T15:04:25.779" v="825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1442CAFF-C376-405E-80FE-32277BA9AD5E}" dt="2026-02-26T15:06:25.440" v="965" actId="58"/>
        <pc:sldMkLst>
          <pc:docMk/>
          <pc:sldMk cId="1624971276" sldId="316"/>
        </pc:sldMkLst>
        <pc:spChg chg="mod">
          <ac:chgData name="MYUNG JIN" userId="89f3fa32ababedc4" providerId="LiveId" clId="{1442CAFF-C376-405E-80FE-32277BA9AD5E}" dt="2026-01-29T17:56:16.352" v="593" actId="20577"/>
          <ac:spMkLst>
            <pc:docMk/>
            <pc:sldMk cId="1624971276" sldId="316"/>
            <ac:spMk id="2" creationId="{A7642C85-FA90-1B7C-C966-29DDDE759A69}"/>
          </ac:spMkLst>
        </pc:spChg>
        <pc:spChg chg="mod">
          <ac:chgData name="MYUNG JIN" userId="89f3fa32ababedc4" providerId="LiveId" clId="{1442CAFF-C376-405E-80FE-32277BA9AD5E}" dt="2026-02-26T15:02:44.120" v="691"/>
          <ac:spMkLst>
            <pc:docMk/>
            <pc:sldMk cId="1624971276" sldId="316"/>
            <ac:spMk id="4" creationId="{9F5B7FAE-36FF-4DCC-F8F5-2E3401067A42}"/>
          </ac:spMkLst>
        </pc:spChg>
        <pc:spChg chg="mod">
          <ac:chgData name="MYUNG JIN" userId="89f3fa32ababedc4" providerId="LiveId" clId="{1442CAFF-C376-405E-80FE-32277BA9AD5E}" dt="2026-02-26T15:02:44.120" v="691"/>
          <ac:spMkLst>
            <pc:docMk/>
            <pc:sldMk cId="1624971276" sldId="316"/>
            <ac:spMk id="5" creationId="{EAD9FB21-40F0-DF0A-4CF3-2BA8BC38858F}"/>
          </ac:spMkLst>
        </pc:spChg>
        <pc:spChg chg="add mod">
          <ac:chgData name="MYUNG JIN" userId="89f3fa32ababedc4" providerId="LiveId" clId="{1442CAFF-C376-405E-80FE-32277BA9AD5E}" dt="2026-02-26T15:06:25.440" v="965" actId="58"/>
          <ac:spMkLst>
            <pc:docMk/>
            <pc:sldMk cId="1624971276" sldId="316"/>
            <ac:spMk id="9" creationId="{AB8C4050-68E2-6A86-7218-7D2D60ABF702}"/>
          </ac:spMkLst>
        </pc:spChg>
        <pc:spChg chg="add mod">
          <ac:chgData name="MYUNG JIN" userId="89f3fa32ababedc4" providerId="LiveId" clId="{1442CAFF-C376-405E-80FE-32277BA9AD5E}" dt="2026-02-26T15:05:12.779" v="921" actId="1076"/>
          <ac:spMkLst>
            <pc:docMk/>
            <pc:sldMk cId="1624971276" sldId="316"/>
            <ac:spMk id="10" creationId="{3163A2F7-B795-DC79-12FA-5A58D6A7AD05}"/>
          </ac:spMkLst>
        </pc:spChg>
        <pc:spChg chg="add mod">
          <ac:chgData name="MYUNG JIN" userId="89f3fa32ababedc4" providerId="LiveId" clId="{1442CAFF-C376-405E-80FE-32277BA9AD5E}" dt="2026-01-29T17:51:15.546" v="256" actId="20577"/>
          <ac:spMkLst>
            <pc:docMk/>
            <pc:sldMk cId="1624971276" sldId="316"/>
            <ac:spMk id="18" creationId="{841C1A8C-1171-49F9-4C21-338354B6FC54}"/>
          </ac:spMkLst>
        </pc:spChg>
        <pc:spChg chg="add mod">
          <ac:chgData name="MYUNG JIN" userId="89f3fa32ababedc4" providerId="LiveId" clId="{1442CAFF-C376-405E-80FE-32277BA9AD5E}" dt="2026-02-26T15:04:13.484" v="816" actId="1076"/>
          <ac:spMkLst>
            <pc:docMk/>
            <pc:sldMk cId="1624971276" sldId="316"/>
            <ac:spMk id="50" creationId="{83F10DBE-1D15-2A8D-C106-210900E457DE}"/>
          </ac:spMkLst>
        </pc:spChg>
        <pc:grpChg chg="add mod">
          <ac:chgData name="MYUNG JIN" userId="89f3fa32ababedc4" providerId="LiveId" clId="{1442CAFF-C376-405E-80FE-32277BA9AD5E}" dt="2026-02-26T15:02:44.120" v="691"/>
          <ac:grpSpMkLst>
            <pc:docMk/>
            <pc:sldMk cId="1624971276" sldId="316"/>
            <ac:grpSpMk id="3" creationId="{CB5A1D54-DA26-EF87-36C2-8B35B1C1F6AA}"/>
          </ac:grpSpMkLst>
        </pc:grpChg>
        <pc:graphicFrameChg chg="mod">
          <ac:chgData name="MYUNG JIN" userId="89f3fa32ababedc4" providerId="LiveId" clId="{1442CAFF-C376-405E-80FE-32277BA9AD5E}" dt="2026-02-26T15:02:44.120" v="691"/>
          <ac:graphicFrameMkLst>
            <pc:docMk/>
            <pc:sldMk cId="1624971276" sldId="316"/>
            <ac:graphicFrameMk id="6" creationId="{6B2B55F5-DC9D-1BFB-2922-3544FE34B162}"/>
          </ac:graphicFrameMkLst>
        </pc:graphicFrameChg>
        <pc:graphicFrameChg chg="mod">
          <ac:chgData name="MYUNG JIN" userId="89f3fa32ababedc4" providerId="LiveId" clId="{1442CAFF-C376-405E-80FE-32277BA9AD5E}" dt="2026-02-26T15:02:44.120" v="691"/>
          <ac:graphicFrameMkLst>
            <pc:docMk/>
            <pc:sldMk cId="1624971276" sldId="316"/>
            <ac:graphicFrameMk id="7" creationId="{B1AED1C1-E7C7-2AFD-0902-CF8D6CC9EFF9}"/>
          </ac:graphicFrameMkLst>
        </pc:graphicFrameChg>
        <pc:picChg chg="add mod">
          <ac:chgData name="MYUNG JIN" userId="89f3fa32ababedc4" providerId="LiveId" clId="{1442CAFF-C376-405E-80FE-32277BA9AD5E}" dt="2026-02-26T15:03:25.887" v="798" actId="1076"/>
          <ac:picMkLst>
            <pc:docMk/>
            <pc:sldMk cId="1624971276" sldId="316"/>
            <ac:picMk id="8" creationId="{C2347EB7-7072-1605-875D-920610697D1C}"/>
          </ac:picMkLst>
        </pc:picChg>
      </pc:sldChg>
      <pc:sldChg chg="addSp delSp modSp mod">
        <pc:chgData name="MYUNG JIN" userId="89f3fa32ababedc4" providerId="LiveId" clId="{1442CAFF-C376-405E-80FE-32277BA9AD5E}" dt="2026-02-26T15:02:34.270" v="690" actId="14100"/>
        <pc:sldMkLst>
          <pc:docMk/>
          <pc:sldMk cId="3591593916" sldId="317"/>
        </pc:sldMkLst>
        <pc:spChg chg="mod">
          <ac:chgData name="MYUNG JIN" userId="89f3fa32ababedc4" providerId="LiveId" clId="{1442CAFF-C376-405E-80FE-32277BA9AD5E}" dt="2026-01-29T17:46:34.938" v="57"/>
          <ac:spMkLst>
            <pc:docMk/>
            <pc:sldMk cId="3591593916" sldId="317"/>
            <ac:spMk id="2" creationId="{947BE312-6386-465A-D1AE-E5EAF428450C}"/>
          </ac:spMkLst>
        </pc:spChg>
        <pc:spChg chg="mod">
          <ac:chgData name="MYUNG JIN" userId="89f3fa32ababedc4" providerId="LiveId" clId="{1442CAFF-C376-405E-80FE-32277BA9AD5E}" dt="2026-01-29T17:46:56.283" v="66" actId="1076"/>
          <ac:spMkLst>
            <pc:docMk/>
            <pc:sldMk cId="3591593916" sldId="317"/>
            <ac:spMk id="3" creationId="{C092DA78-4783-E785-5DB5-EAB4D6267B85}"/>
          </ac:spMkLst>
        </pc:spChg>
        <pc:spChg chg="add mod">
          <ac:chgData name="MYUNG JIN" userId="89f3fa32ababedc4" providerId="LiveId" clId="{1442CAFF-C376-405E-80FE-32277BA9AD5E}" dt="2026-01-29T17:49:15.151" v="214" actId="1076"/>
          <ac:spMkLst>
            <pc:docMk/>
            <pc:sldMk cId="3591593916" sldId="317"/>
            <ac:spMk id="8" creationId="{6664C935-86B6-CF81-2414-2841B66374B7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13" creationId="{1D06FDFC-01C3-4C4A-D70D-5FA83CB17B30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69" creationId="{D5DB4135-32F1-D717-9914-243F99CFA6AA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81" creationId="{84CC282B-7C4C-1D51-5AAF-40C55F5E0AAE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109" creationId="{88228DC0-BA13-48EB-4B76-8EEFFAC36414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137" creationId="{476AD9C2-714E-DCBB-71FE-3528ADA42C03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148" creationId="{A2548A6B-247F-4B14-8D94-C1E20D591330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151" creationId="{09F7BF65-F310-5C9D-D3B9-95F327249988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156" creationId="{85242209-614D-2367-399A-031E1F8282EF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162" creationId="{BD7D44B2-F68A-2013-89A3-8C3FF73E9939}"/>
          </ac:spMkLst>
        </pc:spChg>
        <pc:spChg chg="mod">
          <ac:chgData name="MYUNG JIN" userId="89f3fa32ababedc4" providerId="LiveId" clId="{1442CAFF-C376-405E-80FE-32277BA9AD5E}" dt="2026-02-26T15:02:25.923" v="686"/>
          <ac:spMkLst>
            <pc:docMk/>
            <pc:sldMk cId="3591593916" sldId="317"/>
            <ac:spMk id="169" creationId="{E82E9306-BC3C-953F-8C23-4707C0A763A9}"/>
          </ac:spMkLst>
        </pc:spChg>
        <pc:picChg chg="add del mod">
          <ac:chgData name="MYUNG JIN" userId="89f3fa32ababedc4" providerId="LiveId" clId="{1442CAFF-C376-405E-80FE-32277BA9AD5E}" dt="2026-02-26T15:02:30.817" v="688" actId="478"/>
          <ac:picMkLst>
            <pc:docMk/>
            <pc:sldMk cId="3591593916" sldId="317"/>
            <ac:picMk id="7" creationId="{12C39145-6581-8C94-89C4-1B18C8DCFA7B}"/>
          </ac:picMkLst>
        </pc:picChg>
        <pc:picChg chg="add mod">
          <ac:chgData name="MYUNG JIN" userId="89f3fa32ababedc4" providerId="LiveId" clId="{1442CAFF-C376-405E-80FE-32277BA9AD5E}" dt="2026-02-26T15:02:34.270" v="690" actId="14100"/>
          <ac:picMkLst>
            <pc:docMk/>
            <pc:sldMk cId="3591593916" sldId="317"/>
            <ac:picMk id="175" creationId="{0B52860E-7996-5240-4C33-01B91954DEBF}"/>
          </ac:picMkLst>
        </pc:picChg>
      </pc:sldChg>
      <pc:sldMasterChg chg="modSldLayout">
        <pc:chgData name="MYUNG JIN" userId="89f3fa32ababedc4" providerId="LiveId" clId="{1442CAFF-C376-405E-80FE-32277BA9AD5E}" dt="2026-02-26T15:03:43.434" v="799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1442CAFF-C376-405E-80FE-32277BA9AD5E}" dt="2026-02-26T15:03:43.434" v="799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1442CAFF-C376-405E-80FE-32277BA9AD5E}" dt="2026-02-26T15:03:43.434" v="799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  <pc:docChgLst>
    <pc:chgData name="MYUNG JIN" userId="89f3fa32ababedc4" providerId="LiveId" clId="{257976FD-A396-44BB-8996-B76C1F246971}"/>
    <pc:docChg chg="addSld delSld modSld sldOrd">
      <pc:chgData name="MYUNG JIN" userId="89f3fa32ababedc4" providerId="LiveId" clId="{257976FD-A396-44BB-8996-B76C1F246971}" dt="2026-01-29T13:30:04.375" v="268" actId="20577"/>
      <pc:docMkLst>
        <pc:docMk/>
      </pc:docMkLst>
      <pc:sldChg chg="modSp mod">
        <pc:chgData name="MYUNG JIN" userId="89f3fa32ababedc4" providerId="LiveId" clId="{257976FD-A396-44BB-8996-B76C1F246971}" dt="2026-01-29T13:23:52.780" v="94" actId="20577"/>
        <pc:sldMkLst>
          <pc:docMk/>
          <pc:sldMk cId="2415824652" sldId="314"/>
        </pc:sldMkLst>
        <pc:spChg chg="mod">
          <ac:chgData name="MYUNG JIN" userId="89f3fa32ababedc4" providerId="LiveId" clId="{257976FD-A396-44BB-8996-B76C1F246971}" dt="2026-01-29T13:23:52.780" v="94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modSp new mod">
        <pc:chgData name="MYUNG JIN" userId="89f3fa32ababedc4" providerId="LiveId" clId="{257976FD-A396-44BB-8996-B76C1F246971}" dt="2026-01-29T13:29:27.634" v="189" actId="20577"/>
        <pc:sldMkLst>
          <pc:docMk/>
          <pc:sldMk cId="1624971276" sldId="316"/>
        </pc:sldMkLst>
        <pc:spChg chg="mod">
          <ac:chgData name="MYUNG JIN" userId="89f3fa32ababedc4" providerId="LiveId" clId="{257976FD-A396-44BB-8996-B76C1F246971}" dt="2026-01-29T13:29:27.634" v="189" actId="20577"/>
          <ac:spMkLst>
            <pc:docMk/>
            <pc:sldMk cId="1624971276" sldId="316"/>
            <ac:spMk id="2" creationId="{A7642C85-FA90-1B7C-C966-29DDDE759A69}"/>
          </ac:spMkLst>
        </pc:spChg>
      </pc:sldChg>
      <pc:sldChg chg="addSp modSp new mod ord">
        <pc:chgData name="MYUNG JIN" userId="89f3fa32ababedc4" providerId="LiveId" clId="{257976FD-A396-44BB-8996-B76C1F246971}" dt="2026-01-29T13:29:22.078" v="159"/>
        <pc:sldMkLst>
          <pc:docMk/>
          <pc:sldMk cId="3591593916" sldId="317"/>
        </pc:sldMkLst>
        <pc:spChg chg="mod">
          <ac:chgData name="MYUNG JIN" userId="89f3fa32ababedc4" providerId="LiveId" clId="{257976FD-A396-44BB-8996-B76C1F246971}" dt="2026-01-29T13:29:14.474" v="155" actId="58"/>
          <ac:spMkLst>
            <pc:docMk/>
            <pc:sldMk cId="3591593916" sldId="317"/>
            <ac:spMk id="2" creationId="{947BE312-6386-465A-D1AE-E5EAF428450C}"/>
          </ac:spMkLst>
        </pc:spChg>
        <pc:spChg chg="add mod">
          <ac:chgData name="MYUNG JIN" userId="89f3fa32ababedc4" providerId="LiveId" clId="{257976FD-A396-44BB-8996-B76C1F246971}" dt="2026-01-29T13:28:52.513" v="136" actId="20577"/>
          <ac:spMkLst>
            <pc:docMk/>
            <pc:sldMk cId="3591593916" sldId="317"/>
            <ac:spMk id="3" creationId="{C092DA78-4783-E785-5DB5-EAB4D6267B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2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6231"/>
            <a:ext cx="7886700" cy="3485538"/>
          </a:xfrm>
        </p:spPr>
        <p:txBody>
          <a:bodyPr/>
          <a:lstStyle/>
          <a:p>
            <a:r>
              <a:rPr lang="en-US" altLang="ko-KR" dirty="0"/>
              <a:t>Autonomous Physics-Based Modeling of Retention Loss in 3-D NAND Flash Memory in</a:t>
            </a:r>
            <a:r>
              <a:rPr lang="ko-KR" altLang="en-US" dirty="0"/>
              <a:t> </a:t>
            </a:r>
            <a:r>
              <a:rPr lang="en-US" altLang="ko-KR" dirty="0"/>
              <a:t>Cryogenic condition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EDL Manuscript Figure Change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Myung Jin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BE312-6386-465A-D1AE-E5EAF428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2DA78-4783-E785-5DB5-EAB4D6267B85}"/>
              </a:ext>
            </a:extLst>
          </p:cNvPr>
          <p:cNvSpPr txBox="1"/>
          <p:nvPr/>
        </p:nvSpPr>
        <p:spPr>
          <a:xfrm>
            <a:off x="516294" y="1128903"/>
            <a:ext cx="309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Fig. 1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4C935-86B6-CF81-2414-2841B66374B7}"/>
              </a:ext>
            </a:extLst>
          </p:cNvPr>
          <p:cNvSpPr txBox="1"/>
          <p:nvPr/>
        </p:nvSpPr>
        <p:spPr>
          <a:xfrm>
            <a:off x="5673213" y="2793810"/>
            <a:ext cx="32151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Radial Slice</a:t>
            </a:r>
          </a:p>
          <a:p>
            <a:pPr marL="457200" indent="-457200">
              <a:buAutoNum type="alphaLcParenBoth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pgm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charge</a:t>
            </a: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cylinder capacitance</a:t>
            </a: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 component</a:t>
            </a: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Compatibility to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0B52860E-7996-5240-4C33-01B91954D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394" y="1008450"/>
            <a:ext cx="4199136" cy="534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3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42C85-FA90-1B7C-C966-29DDDE75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Autonomous Modeling &amp; Result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1C1A8C-1171-49F9-4C21-338354B6FC54}"/>
              </a:ext>
            </a:extLst>
          </p:cNvPr>
          <p:cNvSpPr txBox="1"/>
          <p:nvPr/>
        </p:nvSpPr>
        <p:spPr>
          <a:xfrm>
            <a:off x="516294" y="1128903"/>
            <a:ext cx="309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Fig. 2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F10DBE-1D15-2A8D-C106-210900E457DE}"/>
              </a:ext>
            </a:extLst>
          </p:cNvPr>
          <p:cNvSpPr txBox="1"/>
          <p:nvPr/>
        </p:nvSpPr>
        <p:spPr>
          <a:xfrm>
            <a:off x="5279923" y="2803146"/>
            <a:ext cx="32053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(σ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0)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simulation TCAD compatibility</a:t>
            </a: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model-TCAD match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(on-going simulation!)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2347EB7-7072-1605-875D-920610697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69" y="1901429"/>
            <a:ext cx="3782730" cy="32673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8C4050-68E2-6A86-7218-7D2D60ABF702}"/>
              </a:ext>
            </a:extLst>
          </p:cNvPr>
          <p:cNvSpPr txBox="1"/>
          <p:nvPr/>
        </p:nvSpPr>
        <p:spPr>
          <a:xfrm>
            <a:off x="744663" y="5384800"/>
            <a:ext cx="7551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simulation &amp; modeling matching for t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– 5 [nm] ongoing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3A2F7-B795-DC79-12FA-5A58D6A7AD05}"/>
              </a:ext>
            </a:extLst>
          </p:cNvPr>
          <p:cNvSpPr txBox="1"/>
          <p:nvPr/>
        </p:nvSpPr>
        <p:spPr>
          <a:xfrm>
            <a:off x="2128157" y="4600400"/>
            <a:ext cx="14859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1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ox</a:t>
            </a:r>
            <a:r>
              <a:rPr lang="en-US" altLang="ko-KR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4.5 nm (on-going)</a:t>
            </a:r>
            <a:endParaRPr lang="ko-KR" altLang="en-US" sz="1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4971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86</Words>
  <Application>Microsoft Office PowerPoint</Application>
  <PresentationFormat>화면 슬라이드 쇼(4:3)</PresentationFormat>
  <Paragraphs>14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Times New Roman</vt:lpstr>
      <vt:lpstr>Office 테마</vt:lpstr>
      <vt:lpstr>Autonomous Physics-Based Modeling of Retention Loss in 3-D NAND Flash Memory in Cryogenic condition  EDL Manuscript Figure Change  Myung Jin</vt:lpstr>
      <vt:lpstr>Detailed Poisson Solution</vt:lpstr>
      <vt:lpstr>Autonomous Modeling &amp; Result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2026-02-26T15:06:34Z</dcterms:modified>
  <cp:version/>
</cp:coreProperties>
</file>