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7"/>
  </p:notesMasterIdLst>
  <p:sldIdLst>
    <p:sldId id="314" r:id="rId2"/>
    <p:sldId id="315" r:id="rId3"/>
    <p:sldId id="316" r:id="rId4"/>
    <p:sldId id="317" r:id="rId5"/>
    <p:sldId id="318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14E0D-3E07-4B12-B37B-898F14F2E0C8}" v="384" dt="2025-02-27T15:13:54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0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8DBFBA-987E-413E-A244-32F483B5D1B1}"/>
    <pc:docChg chg="addSld delSld modSld">
      <pc:chgData name="MYUNG JIN" userId="89f3fa32ababedc4" providerId="LiveId" clId="{148DBFBA-987E-413E-A244-32F483B5D1B1}" dt="2025-02-25T10:29:21.584" v="569" actId="404"/>
      <pc:docMkLst>
        <pc:docMk/>
      </pc:docMkLst>
      <pc:sldChg chg="modSp mod">
        <pc:chgData name="MYUNG JIN" userId="89f3fa32ababedc4" providerId="LiveId" clId="{148DBFBA-987E-413E-A244-32F483B5D1B1}" dt="2025-02-25T10:28:51.959" v="488" actId="20577"/>
        <pc:sldMkLst>
          <pc:docMk/>
          <pc:sldMk cId="2415824652" sldId="314"/>
        </pc:sldMkLst>
        <pc:spChg chg="mod">
          <ac:chgData name="MYUNG JIN" userId="89f3fa32ababedc4" providerId="LiveId" clId="{148DBFBA-987E-413E-A244-32F483B5D1B1}" dt="2025-02-25T10:28:51.959" v="488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148DBFBA-987E-413E-A244-32F483B5D1B1}" dt="2025-02-25T10:27:54.521" v="358" actId="948"/>
        <pc:sldMkLst>
          <pc:docMk/>
          <pc:sldMk cId="2899342611" sldId="315"/>
        </pc:sldMkLst>
        <pc:spChg chg="mod">
          <ac:chgData name="MYUNG JIN" userId="89f3fa32ababedc4" providerId="LiveId" clId="{148DBFBA-987E-413E-A244-32F483B5D1B1}" dt="2025-02-25T10:23:41.806" v="55" actId="20577"/>
          <ac:spMkLst>
            <pc:docMk/>
            <pc:sldMk cId="2899342611" sldId="315"/>
            <ac:spMk id="2" creationId="{6B80B26E-D7EF-B0B7-2CB8-5143E660972A}"/>
          </ac:spMkLst>
        </pc:spChg>
        <pc:spChg chg="add mod">
          <ac:chgData name="MYUNG JIN" userId="89f3fa32ababedc4" providerId="LiveId" clId="{148DBFBA-987E-413E-A244-32F483B5D1B1}" dt="2025-02-25T10:27:54.521" v="358" actId="948"/>
          <ac:spMkLst>
            <pc:docMk/>
            <pc:sldMk cId="2899342611" sldId="315"/>
            <ac:spMk id="3" creationId="{256985BD-DD81-7682-B1E6-F2F5D7E66577}"/>
          </ac:spMkLst>
        </pc:spChg>
      </pc:sldChg>
      <pc:sldChg chg="modSp new mod">
        <pc:chgData name="MYUNG JIN" userId="89f3fa32ababedc4" providerId="LiveId" clId="{148DBFBA-987E-413E-A244-32F483B5D1B1}" dt="2025-02-25T10:29:21.584" v="569" actId="404"/>
        <pc:sldMkLst>
          <pc:docMk/>
          <pc:sldMk cId="742597806" sldId="316"/>
        </pc:sldMkLst>
        <pc:spChg chg="mod">
          <ac:chgData name="MYUNG JIN" userId="89f3fa32ababedc4" providerId="LiveId" clId="{148DBFBA-987E-413E-A244-32F483B5D1B1}" dt="2025-02-25T10:29:21.584" v="569" actId="404"/>
          <ac:spMkLst>
            <pc:docMk/>
            <pc:sldMk cId="742597806" sldId="316"/>
            <ac:spMk id="2" creationId="{39E61C36-A151-DF2F-4C72-D76542249E9D}"/>
          </ac:spMkLst>
        </pc:spChg>
      </pc:sldChg>
      <pc:sldChg chg="del">
        <pc:chgData name="MYUNG JIN" userId="89f3fa32ababedc4" providerId="LiveId" clId="{148DBFBA-987E-413E-A244-32F483B5D1B1}" dt="2025-02-25T10:23:16.589" v="0" actId="47"/>
        <pc:sldMkLst>
          <pc:docMk/>
          <pc:sldMk cId="3739363777" sldId="316"/>
        </pc:sldMkLst>
      </pc:sldChg>
      <pc:sldChg chg="del">
        <pc:chgData name="MYUNG JIN" userId="89f3fa32ababedc4" providerId="LiveId" clId="{148DBFBA-987E-413E-A244-32F483B5D1B1}" dt="2025-02-25T10:23:16.762" v="1" actId="47"/>
        <pc:sldMkLst>
          <pc:docMk/>
          <pc:sldMk cId="2174781645" sldId="317"/>
        </pc:sldMkLst>
      </pc:sldChg>
    </pc:docChg>
  </pc:docChgLst>
  <pc:docChgLst>
    <pc:chgData name="MYUNG JIN" userId="89f3fa32ababedc4" providerId="LiveId" clId="{3A314E0D-3E07-4B12-B37B-898F14F2E0C8}"/>
    <pc:docChg chg="undo custSel addSld modSld modMainMaster">
      <pc:chgData name="MYUNG JIN" userId="89f3fa32ababedc4" providerId="LiveId" clId="{3A314E0D-3E07-4B12-B37B-898F14F2E0C8}" dt="2025-02-27T15:14:39.559" v="1168" actId="20577"/>
      <pc:docMkLst>
        <pc:docMk/>
      </pc:docMkLst>
      <pc:sldChg chg="addSp modSp mod">
        <pc:chgData name="MYUNG JIN" userId="89f3fa32ababedc4" providerId="LiveId" clId="{3A314E0D-3E07-4B12-B37B-898F14F2E0C8}" dt="2025-02-27T15:08:59.646" v="1051" actId="1076"/>
        <pc:sldMkLst>
          <pc:docMk/>
          <pc:sldMk cId="2899342611" sldId="315"/>
        </pc:sldMkLst>
        <pc:spChg chg="mod">
          <ac:chgData name="MYUNG JIN" userId="89f3fa32ababedc4" providerId="LiveId" clId="{3A314E0D-3E07-4B12-B37B-898F14F2E0C8}" dt="2025-02-27T15:07:00.028" v="916" actId="1076"/>
          <ac:spMkLst>
            <pc:docMk/>
            <pc:sldMk cId="2899342611" sldId="315"/>
            <ac:spMk id="3" creationId="{256985BD-DD81-7682-B1E6-F2F5D7E66577}"/>
          </ac:spMkLst>
        </pc:spChg>
        <pc:spChg chg="add mod">
          <ac:chgData name="MYUNG JIN" userId="89f3fa32ababedc4" providerId="LiveId" clId="{3A314E0D-3E07-4B12-B37B-898F14F2E0C8}" dt="2025-02-27T15:07:59.537" v="975" actId="1076"/>
          <ac:spMkLst>
            <pc:docMk/>
            <pc:sldMk cId="2899342611" sldId="315"/>
            <ac:spMk id="4" creationId="{1E58671C-3438-7631-C857-BDC8F8E917F1}"/>
          </ac:spMkLst>
        </pc:spChg>
        <pc:spChg chg="add mod">
          <ac:chgData name="MYUNG JIN" userId="89f3fa32ababedc4" providerId="LiveId" clId="{3A314E0D-3E07-4B12-B37B-898F14F2E0C8}" dt="2025-02-27T15:08:59.646" v="1051" actId="1076"/>
          <ac:spMkLst>
            <pc:docMk/>
            <pc:sldMk cId="2899342611" sldId="315"/>
            <ac:spMk id="7" creationId="{54E0ECF0-EECC-4639-8050-B372DAB56E86}"/>
          </ac:spMkLst>
        </pc:spChg>
        <pc:picChg chg="add mod">
          <ac:chgData name="MYUNG JIN" userId="89f3fa32ababedc4" providerId="LiveId" clId="{3A314E0D-3E07-4B12-B37B-898F14F2E0C8}" dt="2025-02-27T15:08:02.706" v="978" actId="1076"/>
          <ac:picMkLst>
            <pc:docMk/>
            <pc:sldMk cId="2899342611" sldId="315"/>
            <ac:picMk id="6" creationId="{C4332616-432D-E492-4C15-50D2C6FB8244}"/>
          </ac:picMkLst>
        </pc:picChg>
      </pc:sldChg>
      <pc:sldChg chg="addSp delSp modSp mod">
        <pc:chgData name="MYUNG JIN" userId="89f3fa32ababedc4" providerId="LiveId" clId="{3A314E0D-3E07-4B12-B37B-898F14F2E0C8}" dt="2025-02-27T15:13:47.031" v="1119" actId="20577"/>
        <pc:sldMkLst>
          <pc:docMk/>
          <pc:sldMk cId="742597806" sldId="316"/>
        </pc:sldMkLst>
        <pc:spChg chg="add mod">
          <ac:chgData name="MYUNG JIN" userId="89f3fa32ababedc4" providerId="LiveId" clId="{3A314E0D-3E07-4B12-B37B-898F14F2E0C8}" dt="2025-02-27T14:52:14.964" v="364" actId="1076"/>
          <ac:spMkLst>
            <pc:docMk/>
            <pc:sldMk cId="742597806" sldId="316"/>
            <ac:spMk id="3" creationId="{2D46371B-0C59-52D3-7FCE-0BA5DC38CA79}"/>
          </ac:spMkLst>
        </pc:spChg>
        <pc:spChg chg="add mod">
          <ac:chgData name="MYUNG JIN" userId="89f3fa32ababedc4" providerId="LiveId" clId="{3A314E0D-3E07-4B12-B37B-898F14F2E0C8}" dt="2025-02-27T15:12:39.522" v="1097" actId="20577"/>
          <ac:spMkLst>
            <pc:docMk/>
            <pc:sldMk cId="742597806" sldId="316"/>
            <ac:spMk id="4" creationId="{CBA80A39-2165-CA6B-0DBB-C8219D2963A7}"/>
          </ac:spMkLst>
        </pc:spChg>
        <pc:spChg chg="add mod">
          <ac:chgData name="MYUNG JIN" userId="89f3fa32ababedc4" providerId="LiveId" clId="{3A314E0D-3E07-4B12-B37B-898F14F2E0C8}" dt="2025-02-27T14:52:26.772" v="368" actId="1076"/>
          <ac:spMkLst>
            <pc:docMk/>
            <pc:sldMk cId="742597806" sldId="316"/>
            <ac:spMk id="11" creationId="{FC6E345A-3597-D922-748B-216D80C7CF26}"/>
          </ac:spMkLst>
        </pc:spChg>
        <pc:spChg chg="add mod">
          <ac:chgData name="MYUNG JIN" userId="89f3fa32ababedc4" providerId="LiveId" clId="{3A314E0D-3E07-4B12-B37B-898F14F2E0C8}" dt="2025-02-27T14:52:31.684" v="373" actId="20577"/>
          <ac:spMkLst>
            <pc:docMk/>
            <pc:sldMk cId="742597806" sldId="316"/>
            <ac:spMk id="12" creationId="{398908C6-0E88-E9CC-8F1B-C386B0E5BEB4}"/>
          </ac:spMkLst>
        </pc:spChg>
        <pc:spChg chg="add mod">
          <ac:chgData name="MYUNG JIN" userId="89f3fa32ababedc4" providerId="LiveId" clId="{3A314E0D-3E07-4B12-B37B-898F14F2E0C8}" dt="2025-02-27T15:12:41.302" v="1098" actId="20577"/>
          <ac:spMkLst>
            <pc:docMk/>
            <pc:sldMk cId="742597806" sldId="316"/>
            <ac:spMk id="13" creationId="{D5D24728-747F-671E-9A12-3AA4DA8DF46E}"/>
          </ac:spMkLst>
        </pc:spChg>
        <pc:spChg chg="add mod">
          <ac:chgData name="MYUNG JIN" userId="89f3fa32ababedc4" providerId="LiveId" clId="{3A314E0D-3E07-4B12-B37B-898F14F2E0C8}" dt="2025-02-27T14:54:26.908" v="473" actId="208"/>
          <ac:spMkLst>
            <pc:docMk/>
            <pc:sldMk cId="742597806" sldId="316"/>
            <ac:spMk id="14" creationId="{49C98106-64B6-5A4B-37E0-8FC3C995CF48}"/>
          </ac:spMkLst>
        </pc:spChg>
        <pc:spChg chg="add mod">
          <ac:chgData name="MYUNG JIN" userId="89f3fa32ababedc4" providerId="LiveId" clId="{3A314E0D-3E07-4B12-B37B-898F14F2E0C8}" dt="2025-02-27T14:54:18.816" v="471" actId="1076"/>
          <ac:spMkLst>
            <pc:docMk/>
            <pc:sldMk cId="742597806" sldId="316"/>
            <ac:spMk id="20" creationId="{96E04F6C-FCFC-98B4-C4D8-B1C07E15AF28}"/>
          </ac:spMkLst>
        </pc:spChg>
        <pc:spChg chg="add del mod">
          <ac:chgData name="MYUNG JIN" userId="89f3fa32ababedc4" providerId="LiveId" clId="{3A314E0D-3E07-4B12-B37B-898F14F2E0C8}" dt="2025-02-27T14:54:40.497" v="476" actId="478"/>
          <ac:spMkLst>
            <pc:docMk/>
            <pc:sldMk cId="742597806" sldId="316"/>
            <ac:spMk id="21" creationId="{DB2B2876-3500-2519-39D3-79A8553DBBAD}"/>
          </ac:spMkLst>
        </pc:spChg>
        <pc:spChg chg="add mod">
          <ac:chgData name="MYUNG JIN" userId="89f3fa32ababedc4" providerId="LiveId" clId="{3A314E0D-3E07-4B12-B37B-898F14F2E0C8}" dt="2025-02-27T14:54:44.120" v="478" actId="1076"/>
          <ac:spMkLst>
            <pc:docMk/>
            <pc:sldMk cId="742597806" sldId="316"/>
            <ac:spMk id="22" creationId="{DC06B858-4A07-49F8-E186-92D5C1CFA5F4}"/>
          </ac:spMkLst>
        </pc:spChg>
        <pc:spChg chg="add mod">
          <ac:chgData name="MYUNG JIN" userId="89f3fa32ababedc4" providerId="LiveId" clId="{3A314E0D-3E07-4B12-B37B-898F14F2E0C8}" dt="2025-02-27T15:09:24.044" v="1056" actId="208"/>
          <ac:spMkLst>
            <pc:docMk/>
            <pc:sldMk cId="742597806" sldId="316"/>
            <ac:spMk id="23" creationId="{C6496B3F-385B-13AD-15EA-2C02E03CC87D}"/>
          </ac:spMkLst>
        </pc:spChg>
        <pc:spChg chg="add del">
          <ac:chgData name="MYUNG JIN" userId="89f3fa32ababedc4" providerId="LiveId" clId="{3A314E0D-3E07-4B12-B37B-898F14F2E0C8}" dt="2025-02-27T15:10:05.092" v="1065" actId="478"/>
          <ac:spMkLst>
            <pc:docMk/>
            <pc:sldMk cId="742597806" sldId="316"/>
            <ac:spMk id="25" creationId="{3C0ABC59-1C7A-7FD1-0F53-F77AFC08891C}"/>
          </ac:spMkLst>
        </pc:spChg>
        <pc:spChg chg="add del">
          <ac:chgData name="MYUNG JIN" userId="89f3fa32ababedc4" providerId="LiveId" clId="{3A314E0D-3E07-4B12-B37B-898F14F2E0C8}" dt="2025-02-27T15:10:11.511" v="1067" actId="478"/>
          <ac:spMkLst>
            <pc:docMk/>
            <pc:sldMk cId="742597806" sldId="316"/>
            <ac:spMk id="26" creationId="{E3A65F39-9CF5-6721-24B0-2B9676F9BF90}"/>
          </ac:spMkLst>
        </pc:spChg>
        <pc:spChg chg="add del">
          <ac:chgData name="MYUNG JIN" userId="89f3fa32ababedc4" providerId="LiveId" clId="{3A314E0D-3E07-4B12-B37B-898F14F2E0C8}" dt="2025-02-27T15:10:28.216" v="1069" actId="478"/>
          <ac:spMkLst>
            <pc:docMk/>
            <pc:sldMk cId="742597806" sldId="316"/>
            <ac:spMk id="27" creationId="{C29384B6-1CD2-B17A-AC63-C00A59788228}"/>
          </ac:spMkLst>
        </pc:spChg>
        <pc:spChg chg="add mod">
          <ac:chgData name="MYUNG JIN" userId="89f3fa32ababedc4" providerId="LiveId" clId="{3A314E0D-3E07-4B12-B37B-898F14F2E0C8}" dt="2025-02-27T15:12:14.012" v="1088" actId="1076"/>
          <ac:spMkLst>
            <pc:docMk/>
            <pc:sldMk cId="742597806" sldId="316"/>
            <ac:spMk id="28" creationId="{977C6DEB-DB9C-CC9D-05ED-99CF24ABEB71}"/>
          </ac:spMkLst>
        </pc:spChg>
        <pc:spChg chg="add del">
          <ac:chgData name="MYUNG JIN" userId="89f3fa32ababedc4" providerId="LiveId" clId="{3A314E0D-3E07-4B12-B37B-898F14F2E0C8}" dt="2025-02-27T15:12:36.731" v="1095" actId="478"/>
          <ac:spMkLst>
            <pc:docMk/>
            <pc:sldMk cId="742597806" sldId="316"/>
            <ac:spMk id="30" creationId="{749B58FA-1562-1E6F-E716-0ED06F399ED3}"/>
          </ac:spMkLst>
        </pc:spChg>
        <pc:spChg chg="add mod">
          <ac:chgData name="MYUNG JIN" userId="89f3fa32ababedc4" providerId="LiveId" clId="{3A314E0D-3E07-4B12-B37B-898F14F2E0C8}" dt="2025-02-27T15:13:47.031" v="1119" actId="20577"/>
          <ac:spMkLst>
            <pc:docMk/>
            <pc:sldMk cId="742597806" sldId="316"/>
            <ac:spMk id="31" creationId="{CDDAF7E5-8C38-B98C-398F-6AA445293BFF}"/>
          </ac:spMkLst>
        </pc:spChg>
        <pc:grpChg chg="add mod">
          <ac:chgData name="MYUNG JIN" userId="89f3fa32ababedc4" providerId="LiveId" clId="{3A314E0D-3E07-4B12-B37B-898F14F2E0C8}" dt="2025-02-27T15:12:14.012" v="1088" actId="1076"/>
          <ac:grpSpMkLst>
            <pc:docMk/>
            <pc:sldMk cId="742597806" sldId="316"/>
            <ac:grpSpMk id="29" creationId="{8D379943-D22F-E8B9-1D45-E570DCDCB9E0}"/>
          </ac:grpSpMkLst>
        </pc:grpChg>
        <pc:picChg chg="add mod">
          <ac:chgData name="MYUNG JIN" userId="89f3fa32ababedc4" providerId="LiveId" clId="{3A314E0D-3E07-4B12-B37B-898F14F2E0C8}" dt="2025-02-27T14:52:20.179" v="365" actId="1076"/>
          <ac:picMkLst>
            <pc:docMk/>
            <pc:sldMk cId="742597806" sldId="316"/>
            <ac:picMk id="5" creationId="{22505E42-B765-3085-17C7-E4E8FF08FDA3}"/>
          </ac:picMkLst>
        </pc:picChg>
        <pc:picChg chg="add del mod">
          <ac:chgData name="MYUNG JIN" userId="89f3fa32ababedc4" providerId="LiveId" clId="{3A314E0D-3E07-4B12-B37B-898F14F2E0C8}" dt="2025-02-27T15:09:53.163" v="1063" actId="478"/>
          <ac:picMkLst>
            <pc:docMk/>
            <pc:sldMk cId="742597806" sldId="316"/>
            <ac:picMk id="24" creationId="{3028119D-1136-0E0D-7420-DC7D8B0CC72B}"/>
          </ac:picMkLst>
        </pc:picChg>
        <pc:picChg chg="add mod">
          <ac:chgData name="MYUNG JIN" userId="89f3fa32ababedc4" providerId="LiveId" clId="{3A314E0D-3E07-4B12-B37B-898F14F2E0C8}" dt="2025-02-27T15:12:14.012" v="1088" actId="1076"/>
          <ac:picMkLst>
            <pc:docMk/>
            <pc:sldMk cId="742597806" sldId="316"/>
            <ac:picMk id="1026" creationId="{BDEC9D0C-B0A7-84C8-F568-70F99073319E}"/>
          </ac:picMkLst>
        </pc:picChg>
        <pc:cxnChg chg="add mod">
          <ac:chgData name="MYUNG JIN" userId="89f3fa32ababedc4" providerId="LiveId" clId="{3A314E0D-3E07-4B12-B37B-898F14F2E0C8}" dt="2025-02-27T14:52:20.179" v="365" actId="1076"/>
          <ac:cxnSpMkLst>
            <pc:docMk/>
            <pc:sldMk cId="742597806" sldId="316"/>
            <ac:cxnSpMk id="7" creationId="{2FE488F1-893E-1322-1D63-34732F1DDA26}"/>
          </ac:cxnSpMkLst>
        </pc:cxnChg>
        <pc:cxnChg chg="add mod">
          <ac:chgData name="MYUNG JIN" userId="89f3fa32ababedc4" providerId="LiveId" clId="{3A314E0D-3E07-4B12-B37B-898F14F2E0C8}" dt="2025-02-27T14:52:20.179" v="365" actId="1076"/>
          <ac:cxnSpMkLst>
            <pc:docMk/>
            <pc:sldMk cId="742597806" sldId="316"/>
            <ac:cxnSpMk id="8" creationId="{BD3DDAA3-53EF-956B-D6CE-CD03ABE38E75}"/>
          </ac:cxnSpMkLst>
        </pc:cxnChg>
        <pc:cxnChg chg="add mod">
          <ac:chgData name="MYUNG JIN" userId="89f3fa32ababedc4" providerId="LiveId" clId="{3A314E0D-3E07-4B12-B37B-898F14F2E0C8}" dt="2025-02-27T14:54:02.433" v="460" actId="1076"/>
          <ac:cxnSpMkLst>
            <pc:docMk/>
            <pc:sldMk cId="742597806" sldId="316"/>
            <ac:cxnSpMk id="16" creationId="{B127CC94-32C8-90CB-F924-439E4CDFC654}"/>
          </ac:cxnSpMkLst>
        </pc:cxnChg>
        <pc:cxnChg chg="add mod">
          <ac:chgData name="MYUNG JIN" userId="89f3fa32ababedc4" providerId="LiveId" clId="{3A314E0D-3E07-4B12-B37B-898F14F2E0C8}" dt="2025-02-27T14:54:22.816" v="472" actId="208"/>
          <ac:cxnSpMkLst>
            <pc:docMk/>
            <pc:sldMk cId="742597806" sldId="316"/>
            <ac:cxnSpMk id="18" creationId="{D8BE155A-01E1-D021-15D1-BBE03B1A6903}"/>
          </ac:cxnSpMkLst>
        </pc:cxnChg>
      </pc:sldChg>
      <pc:sldChg chg="addSp delSp modSp new mod">
        <pc:chgData name="MYUNG JIN" userId="89f3fa32ababedc4" providerId="LiveId" clId="{3A314E0D-3E07-4B12-B37B-898F14F2E0C8}" dt="2025-02-27T15:13:54.639" v="1128" actId="20577"/>
        <pc:sldMkLst>
          <pc:docMk/>
          <pc:sldMk cId="2459690371" sldId="317"/>
        </pc:sldMkLst>
        <pc:spChg chg="mod">
          <ac:chgData name="MYUNG JIN" userId="89f3fa32ababedc4" providerId="LiveId" clId="{3A314E0D-3E07-4B12-B37B-898F14F2E0C8}" dt="2025-02-27T12:39:05.005" v="71" actId="404"/>
          <ac:spMkLst>
            <pc:docMk/>
            <pc:sldMk cId="2459690371" sldId="317"/>
            <ac:spMk id="2" creationId="{1701E1EE-D315-B892-F006-FC39D4AAE097}"/>
          </ac:spMkLst>
        </pc:spChg>
        <pc:spChg chg="add mod">
          <ac:chgData name="MYUNG JIN" userId="89f3fa32ababedc4" providerId="LiveId" clId="{3A314E0D-3E07-4B12-B37B-898F14F2E0C8}" dt="2025-02-27T15:13:15.871" v="1102" actId="1076"/>
          <ac:spMkLst>
            <pc:docMk/>
            <pc:sldMk cId="2459690371" sldId="317"/>
            <ac:spMk id="4" creationId="{1619247E-2DBD-7ABB-1994-BFBE496E24EB}"/>
          </ac:spMkLst>
        </pc:spChg>
        <pc:spChg chg="add mod">
          <ac:chgData name="MYUNG JIN" userId="89f3fa32ababedc4" providerId="LiveId" clId="{3A314E0D-3E07-4B12-B37B-898F14F2E0C8}" dt="2025-02-27T15:13:15.871" v="1102" actId="1076"/>
          <ac:spMkLst>
            <pc:docMk/>
            <pc:sldMk cId="2459690371" sldId="317"/>
            <ac:spMk id="5" creationId="{D357EE9C-7146-E5A0-8138-2EEF3ED69A74}"/>
          </ac:spMkLst>
        </pc:spChg>
        <pc:spChg chg="add mod">
          <ac:chgData name="MYUNG JIN" userId="89f3fa32ababedc4" providerId="LiveId" clId="{3A314E0D-3E07-4B12-B37B-898F14F2E0C8}" dt="2025-02-27T15:13:15.871" v="1102" actId="1076"/>
          <ac:spMkLst>
            <pc:docMk/>
            <pc:sldMk cId="2459690371" sldId="317"/>
            <ac:spMk id="6" creationId="{2FCEB573-75F1-7F48-146B-F210C3206876}"/>
          </ac:spMkLst>
        </pc:spChg>
        <pc:spChg chg="add del mod">
          <ac:chgData name="MYUNG JIN" userId="89f3fa32ababedc4" providerId="LiveId" clId="{3A314E0D-3E07-4B12-B37B-898F14F2E0C8}" dt="2025-02-27T14:57:59.639" v="701" actId="478"/>
          <ac:spMkLst>
            <pc:docMk/>
            <pc:sldMk cId="2459690371" sldId="317"/>
            <ac:spMk id="7" creationId="{35FD0AF5-AAAF-0F21-B1AF-C1813694E548}"/>
          </ac:spMkLst>
        </pc:spChg>
        <pc:spChg chg="add mod">
          <ac:chgData name="MYUNG JIN" userId="89f3fa32ababedc4" providerId="LiveId" clId="{3A314E0D-3E07-4B12-B37B-898F14F2E0C8}" dt="2025-02-27T15:00:32.506" v="725" actId="1076"/>
          <ac:spMkLst>
            <pc:docMk/>
            <pc:sldMk cId="2459690371" sldId="317"/>
            <ac:spMk id="14" creationId="{4581403E-3819-1793-D238-E9FDA44AEE97}"/>
          </ac:spMkLst>
        </pc:spChg>
        <pc:spChg chg="add mod">
          <ac:chgData name="MYUNG JIN" userId="89f3fa32ababedc4" providerId="LiveId" clId="{3A314E0D-3E07-4B12-B37B-898F14F2E0C8}" dt="2025-02-27T15:00:32.506" v="725" actId="1076"/>
          <ac:spMkLst>
            <pc:docMk/>
            <pc:sldMk cId="2459690371" sldId="317"/>
            <ac:spMk id="15" creationId="{5ED0BBE0-8C87-32B6-569D-D22407D74B32}"/>
          </ac:spMkLst>
        </pc:spChg>
        <pc:spChg chg="add mod">
          <ac:chgData name="MYUNG JIN" userId="89f3fa32ababedc4" providerId="LiveId" clId="{3A314E0D-3E07-4B12-B37B-898F14F2E0C8}" dt="2025-02-27T15:01:16.289" v="800" actId="20577"/>
          <ac:spMkLst>
            <pc:docMk/>
            <pc:sldMk cId="2459690371" sldId="317"/>
            <ac:spMk id="16" creationId="{D8E33DD8-A2AF-96BB-D690-D3FBEBBC48D5}"/>
          </ac:spMkLst>
        </pc:spChg>
        <pc:spChg chg="add mod">
          <ac:chgData name="MYUNG JIN" userId="89f3fa32ababedc4" providerId="LiveId" clId="{3A314E0D-3E07-4B12-B37B-898F14F2E0C8}" dt="2025-02-27T15:13:15.871" v="1102" actId="1076"/>
          <ac:spMkLst>
            <pc:docMk/>
            <pc:sldMk cId="2459690371" sldId="317"/>
            <ac:spMk id="17" creationId="{DCE4E1F1-4035-5D5F-1F46-A040EA4828F7}"/>
          </ac:spMkLst>
        </pc:spChg>
        <pc:spChg chg="add mod">
          <ac:chgData name="MYUNG JIN" userId="89f3fa32ababedc4" providerId="LiveId" clId="{3A314E0D-3E07-4B12-B37B-898F14F2E0C8}" dt="2025-02-27T15:13:54.639" v="1128" actId="20577"/>
          <ac:spMkLst>
            <pc:docMk/>
            <pc:sldMk cId="2459690371" sldId="317"/>
            <ac:spMk id="18" creationId="{0DA656B3-5ED6-A42A-E821-A99F716496A4}"/>
          </ac:spMkLst>
        </pc:spChg>
        <pc:picChg chg="add del mod">
          <ac:chgData name="MYUNG JIN" userId="89f3fa32ababedc4" providerId="LiveId" clId="{3A314E0D-3E07-4B12-B37B-898F14F2E0C8}" dt="2025-02-27T14:49:58.540" v="263" actId="21"/>
          <ac:picMkLst>
            <pc:docMk/>
            <pc:sldMk cId="2459690371" sldId="317"/>
            <ac:picMk id="3" creationId="{22505E42-B765-3085-17C7-E4E8FF08FDA3}"/>
          </ac:picMkLst>
        </pc:picChg>
        <pc:picChg chg="add del mod">
          <ac:chgData name="MYUNG JIN" userId="89f3fa32ababedc4" providerId="LiveId" clId="{3A314E0D-3E07-4B12-B37B-898F14F2E0C8}" dt="2025-02-27T14:59:04.227" v="705" actId="478"/>
          <ac:picMkLst>
            <pc:docMk/>
            <pc:sldMk cId="2459690371" sldId="317"/>
            <ac:picMk id="9" creationId="{6792889C-191A-9076-4229-918625811064}"/>
          </ac:picMkLst>
        </pc:picChg>
        <pc:picChg chg="add del">
          <ac:chgData name="MYUNG JIN" userId="89f3fa32ababedc4" providerId="LiveId" clId="{3A314E0D-3E07-4B12-B37B-898F14F2E0C8}" dt="2025-02-27T15:00:03.336" v="707" actId="478"/>
          <ac:picMkLst>
            <pc:docMk/>
            <pc:sldMk cId="2459690371" sldId="317"/>
            <ac:picMk id="11" creationId="{69C991CC-AE35-06B7-C9F9-FA717F102090}"/>
          </ac:picMkLst>
        </pc:picChg>
        <pc:picChg chg="add mod">
          <ac:chgData name="MYUNG JIN" userId="89f3fa32ababedc4" providerId="LiveId" clId="{3A314E0D-3E07-4B12-B37B-898F14F2E0C8}" dt="2025-02-27T15:00:32.506" v="725" actId="1076"/>
          <ac:picMkLst>
            <pc:docMk/>
            <pc:sldMk cId="2459690371" sldId="317"/>
            <ac:picMk id="13" creationId="{1DB5D83E-361F-3A3D-7420-BFFAF92C8456}"/>
          </ac:picMkLst>
        </pc:picChg>
      </pc:sldChg>
      <pc:sldChg chg="addSp delSp modSp new mod">
        <pc:chgData name="MYUNG JIN" userId="89f3fa32ababedc4" providerId="LiveId" clId="{3A314E0D-3E07-4B12-B37B-898F14F2E0C8}" dt="2025-02-27T15:14:27.002" v="1167" actId="404"/>
        <pc:sldMkLst>
          <pc:docMk/>
          <pc:sldMk cId="1883965558" sldId="318"/>
        </pc:sldMkLst>
        <pc:spChg chg="mod">
          <ac:chgData name="MYUNG JIN" userId="89f3fa32ababedc4" providerId="LiveId" clId="{3A314E0D-3E07-4B12-B37B-898F14F2E0C8}" dt="2025-02-27T15:14:27.002" v="1167" actId="404"/>
          <ac:spMkLst>
            <pc:docMk/>
            <pc:sldMk cId="1883965558" sldId="318"/>
            <ac:spMk id="2" creationId="{91B5B999-9DCD-6AAD-5E9F-E27131B3D68A}"/>
          </ac:spMkLst>
        </pc:spChg>
        <pc:spChg chg="add mod">
          <ac:chgData name="MYUNG JIN" userId="89f3fa32ababedc4" providerId="LiveId" clId="{3A314E0D-3E07-4B12-B37B-898F14F2E0C8}" dt="2025-02-27T15:06:40.648" v="911" actId="1076"/>
          <ac:spMkLst>
            <pc:docMk/>
            <pc:sldMk cId="1883965558" sldId="318"/>
            <ac:spMk id="5" creationId="{951E8958-47FA-C695-88B7-02489AB71197}"/>
          </ac:spMkLst>
        </pc:spChg>
        <pc:spChg chg="add mod">
          <ac:chgData name="MYUNG JIN" userId="89f3fa32ababedc4" providerId="LiveId" clId="{3A314E0D-3E07-4B12-B37B-898F14F2E0C8}" dt="2025-02-27T15:06:44.297" v="913" actId="1076"/>
          <ac:spMkLst>
            <pc:docMk/>
            <pc:sldMk cId="1883965558" sldId="318"/>
            <ac:spMk id="8" creationId="{E2A8832A-6A19-5242-790C-6F9B18E56B0A}"/>
          </ac:spMkLst>
        </pc:spChg>
        <pc:spChg chg="add mod">
          <ac:chgData name="MYUNG JIN" userId="89f3fa32ababedc4" providerId="LiveId" clId="{3A314E0D-3E07-4B12-B37B-898F14F2E0C8}" dt="2025-02-27T15:14:20.981" v="1165" actId="1076"/>
          <ac:spMkLst>
            <pc:docMk/>
            <pc:sldMk cId="1883965558" sldId="318"/>
            <ac:spMk id="9" creationId="{F7E7820E-2DE2-94C8-D81D-55A1F304900B}"/>
          </ac:spMkLst>
        </pc:spChg>
        <pc:spChg chg="add mod">
          <ac:chgData name="MYUNG JIN" userId="89f3fa32ababedc4" providerId="LiveId" clId="{3A314E0D-3E07-4B12-B37B-898F14F2E0C8}" dt="2025-02-27T15:06:55.089" v="915"/>
          <ac:spMkLst>
            <pc:docMk/>
            <pc:sldMk cId="1883965558" sldId="318"/>
            <ac:spMk id="14" creationId="{C50F2161-28D4-6F12-8119-93137C71620F}"/>
          </ac:spMkLst>
        </pc:spChg>
        <pc:picChg chg="add mod">
          <ac:chgData name="MYUNG JIN" userId="89f3fa32ababedc4" providerId="LiveId" clId="{3A314E0D-3E07-4B12-B37B-898F14F2E0C8}" dt="2025-02-27T15:06:01.354" v="901" actId="1076"/>
          <ac:picMkLst>
            <pc:docMk/>
            <pc:sldMk cId="1883965558" sldId="318"/>
            <ac:picMk id="4" creationId="{D64E7E6D-2657-4116-D9A3-52A9FEF561C8}"/>
          </ac:picMkLst>
        </pc:picChg>
        <pc:picChg chg="add mod">
          <ac:chgData name="MYUNG JIN" userId="89f3fa32ababedc4" providerId="LiveId" clId="{3A314E0D-3E07-4B12-B37B-898F14F2E0C8}" dt="2025-02-27T15:06:02.751" v="902" actId="1076"/>
          <ac:picMkLst>
            <pc:docMk/>
            <pc:sldMk cId="1883965558" sldId="318"/>
            <ac:picMk id="7" creationId="{3E30AC2C-1308-E2CA-EAFD-46A682D5D479}"/>
          </ac:picMkLst>
        </pc:picChg>
        <pc:picChg chg="add del mod">
          <ac:chgData name="MYUNG JIN" userId="89f3fa32ababedc4" providerId="LiveId" clId="{3A314E0D-3E07-4B12-B37B-898F14F2E0C8}" dt="2025-02-27T15:06:29.321" v="905" actId="478"/>
          <ac:picMkLst>
            <pc:docMk/>
            <pc:sldMk cId="1883965558" sldId="318"/>
            <ac:picMk id="11" creationId="{A40B2EBE-EE0D-1EAB-1374-4599B8AD3D2B}"/>
          </ac:picMkLst>
        </pc:picChg>
        <pc:picChg chg="add mod">
          <ac:chgData name="MYUNG JIN" userId="89f3fa32ababedc4" providerId="LiveId" clId="{3A314E0D-3E07-4B12-B37B-898F14F2E0C8}" dt="2025-02-27T15:06:38.141" v="910" actId="14100"/>
          <ac:picMkLst>
            <pc:docMk/>
            <pc:sldMk cId="1883965558" sldId="318"/>
            <ac:picMk id="13" creationId="{56382D41-88BC-0FEF-FACB-873C6A12B742}"/>
          </ac:picMkLst>
        </pc:picChg>
      </pc:sldChg>
      <pc:sldMasterChg chg="modSldLayout">
        <pc:chgData name="MYUNG JIN" userId="89f3fa32ababedc4" providerId="LiveId" clId="{3A314E0D-3E07-4B12-B37B-898F14F2E0C8}" dt="2025-02-27T15:14:39.559" v="1168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3A314E0D-3E07-4B12-B37B-898F14F2E0C8}" dt="2025-02-27T15:14:39.559" v="1168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3A314E0D-3E07-4B12-B37B-898F14F2E0C8}" dt="2025-02-27T15:14:39.559" v="1168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4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Compact Modeling of τ and</a:t>
            </a:r>
            <a:r>
              <a:rPr lang="ko-KR" altLang="en-US"/>
              <a:t> </a:t>
            </a:r>
            <a:r>
              <a:rPr lang="en-US" altLang="ko-KR" sz="32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β </a:t>
            </a:r>
            <a:r>
              <a:rPr lang="en-US" altLang="ko-KR"/>
              <a:t>of Detrapping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20250228 </a:t>
            </a:r>
            <a:r>
              <a:rPr lang="ko-KR" altLang="en-US"/>
              <a:t>진명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** </a:t>
            </a:r>
            <a:r>
              <a:rPr lang="ko-KR" altLang="en-US"/>
              <a:t>정정사항 </a:t>
            </a:r>
            <a:r>
              <a:rPr lang="en-US" altLang="ko-KR"/>
              <a:t>** - β Value of Detrapping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985BD-DD81-7682-B1E6-F2F5D7E66577}"/>
              </a:ext>
            </a:extLst>
          </p:cNvPr>
          <p:cNvSpPr txBox="1"/>
          <p:nvPr/>
        </p:nvSpPr>
        <p:spPr>
          <a:xfrm>
            <a:off x="1455575" y="1275184"/>
            <a:ext cx="65500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일반적인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Single trap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경우에는 대략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β = 0.6-0.7</a:t>
            </a:r>
          </a:p>
          <a:p>
            <a:pPr>
              <a:spcBef>
                <a:spcPts val="1200"/>
              </a:spcBef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>
              <a:spcBef>
                <a:spcPts val="1200"/>
              </a:spcBef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하지만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sigma + t</a:t>
            </a:r>
            <a:r>
              <a:rPr lang="en-US" altLang="ko-KR" sz="2000" u="sng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변수 </a:t>
            </a:r>
            <a:r>
              <a:rPr lang="ko-KR" altLang="en-US" sz="2000" u="sng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도입시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β = </a:t>
            </a:r>
            <a:r>
              <a:rPr lang="en-US" altLang="ko-KR" sz="2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0.2-0.3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>
              <a:spcBef>
                <a:spcPts val="1200"/>
              </a:spcBef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예상보다 변수 도입 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β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감소 폭이 매우 컸음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58671C-3438-7631-C857-BDC8F8E917F1}"/>
              </a:ext>
            </a:extLst>
          </p:cNvPr>
          <p:cNvSpPr txBox="1"/>
          <p:nvPr/>
        </p:nvSpPr>
        <p:spPr>
          <a:xfrm>
            <a:off x="491412" y="3736158"/>
            <a:ext cx="5909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profile setting : only </a:t>
            </a:r>
            <a:r>
              <a:rPr lang="en-US" altLang="ko-KR" sz="28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One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Gaussian profile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332616-432D-E492-4C15-50D2C6FB8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31" y="4259378"/>
            <a:ext cx="3058010" cy="1951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E0ECF0-EECC-4639-8050-B372DAB56E86}"/>
              </a:ext>
            </a:extLst>
          </p:cNvPr>
          <p:cNvSpPr txBox="1"/>
          <p:nvPr/>
        </p:nvSpPr>
        <p:spPr>
          <a:xfrm>
            <a:off x="4781599" y="4789714"/>
            <a:ext cx="32384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Parameter of trap profile: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μ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61C36-A151-DF2F-4C72-D7654224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Fitting of Stretched Exponential to </a:t>
            </a:r>
            <a:r>
              <a:rPr lang="en-US" altLang="ko-KR" sz="3200" dirty="0" err="1"/>
              <a:t>Detrapping</a:t>
            </a:r>
            <a:endParaRPr lang="ko-KR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46371B-0C59-52D3-7FCE-0BA5DC38CA79}"/>
                  </a:ext>
                </a:extLst>
              </p:cNvPr>
              <p:cNvSpPr txBox="1"/>
              <p:nvPr/>
            </p:nvSpPr>
            <p:spPr>
              <a:xfrm>
                <a:off x="4572000" y="4106083"/>
                <a:ext cx="2758191" cy="536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𝜏</m:t>
                    </m:r>
                    <m:r>
                      <a:rPr lang="en-US" altLang="ko-KR" sz="2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min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max</m:t>
                            </m:r>
                          </m:sub>
                        </m:sSub>
                      </m:e>
                    </m:rad>
                  </m:oMath>
                </a14:m>
                <a:r>
                  <a:rPr lang="ko-KR" altLang="en-US" sz="2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46371B-0C59-52D3-7FCE-0BA5DC38C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106083"/>
                <a:ext cx="2758191" cy="536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BA80A39-2165-CA6B-0DBB-C8219D2963A7}"/>
              </a:ext>
            </a:extLst>
          </p:cNvPr>
          <p:cNvSpPr txBox="1"/>
          <p:nvPr/>
        </p:nvSpPr>
        <p:spPr>
          <a:xfrm>
            <a:off x="3971170" y="1716410"/>
            <a:ext cx="4478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min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close, shallow trap time constant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interface / E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μ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1.24σ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far, deep trap time constant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interface / E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μ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+ 1.24σ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  <a:p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505E42-B765-3085-17C7-E4E8FF08FD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43" b="20310"/>
          <a:stretch/>
        </p:blipFill>
        <p:spPr>
          <a:xfrm>
            <a:off x="694136" y="1649730"/>
            <a:ext cx="2758191" cy="306042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FE488F1-893E-1322-1D63-34732F1DDA26}"/>
              </a:ext>
            </a:extLst>
          </p:cNvPr>
          <p:cNvCxnSpPr/>
          <p:nvPr/>
        </p:nvCxnSpPr>
        <p:spPr>
          <a:xfrm>
            <a:off x="1803918" y="3564294"/>
            <a:ext cx="0" cy="373225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D3DDAA3-53EF-956B-D6CE-CD03ABE38E75}"/>
              </a:ext>
            </a:extLst>
          </p:cNvPr>
          <p:cNvCxnSpPr>
            <a:cxnSpLocks/>
          </p:cNvCxnSpPr>
          <p:nvPr/>
        </p:nvCxnSpPr>
        <p:spPr>
          <a:xfrm>
            <a:off x="2289110" y="3433666"/>
            <a:ext cx="0" cy="50385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6E345A-3597-D922-748B-216D80C7CF26}"/>
              </a:ext>
            </a:extLst>
          </p:cNvPr>
          <p:cNvSpPr txBox="1"/>
          <p:nvPr/>
        </p:nvSpPr>
        <p:spPr>
          <a:xfrm>
            <a:off x="1284794" y="3651128"/>
            <a:ext cx="788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en-US" altLang="ko-KR" sz="18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min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908C6-0E88-E9CC-8F1B-C386B0E5BEB4}"/>
              </a:ext>
            </a:extLst>
          </p:cNvPr>
          <p:cNvSpPr txBox="1"/>
          <p:nvPr/>
        </p:nvSpPr>
        <p:spPr>
          <a:xfrm>
            <a:off x="2322762" y="3651128"/>
            <a:ext cx="788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en-US" altLang="ko-KR" sz="18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max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D24728-747F-671E-9A12-3AA4DA8DF46E}"/>
              </a:ext>
            </a:extLst>
          </p:cNvPr>
          <p:cNvSpPr txBox="1"/>
          <p:nvPr/>
        </p:nvSpPr>
        <p:spPr>
          <a:xfrm>
            <a:off x="215319" y="4883824"/>
            <a:ext cx="5467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1.24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Gaussian Table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만 빠지는 지점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49C98106-64B6-5A4B-37E0-8FC3C995CF48}"/>
              </a:ext>
            </a:extLst>
          </p:cNvPr>
          <p:cNvSpPr/>
          <p:nvPr/>
        </p:nvSpPr>
        <p:spPr>
          <a:xfrm>
            <a:off x="5772539" y="4870580"/>
            <a:ext cx="2481943" cy="1468014"/>
          </a:xfrm>
          <a:custGeom>
            <a:avLst/>
            <a:gdLst>
              <a:gd name="connsiteX0" fmla="*/ 0 w 2481943"/>
              <a:gd name="connsiteY0" fmla="*/ 0 h 940007"/>
              <a:gd name="connsiteX1" fmla="*/ 982825 w 2481943"/>
              <a:gd name="connsiteY1" fmla="*/ 161731 h 940007"/>
              <a:gd name="connsiteX2" fmla="*/ 1480457 w 2481943"/>
              <a:gd name="connsiteY2" fmla="*/ 814874 h 940007"/>
              <a:gd name="connsiteX3" fmla="*/ 2481943 w 2481943"/>
              <a:gd name="connsiteY3" fmla="*/ 939282 h 94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943" h="940007">
                <a:moveTo>
                  <a:pt x="0" y="0"/>
                </a:moveTo>
                <a:cubicBezTo>
                  <a:pt x="368041" y="12959"/>
                  <a:pt x="736082" y="25919"/>
                  <a:pt x="982825" y="161731"/>
                </a:cubicBezTo>
                <a:cubicBezTo>
                  <a:pt x="1229568" y="297543"/>
                  <a:pt x="1230604" y="685282"/>
                  <a:pt x="1480457" y="814874"/>
                </a:cubicBezTo>
                <a:cubicBezTo>
                  <a:pt x="1730310" y="944466"/>
                  <a:pt x="2106126" y="941874"/>
                  <a:pt x="2481943" y="939282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127CC94-32C8-90CB-F924-439E4CDFC654}"/>
              </a:ext>
            </a:extLst>
          </p:cNvPr>
          <p:cNvCxnSpPr>
            <a:cxnSpLocks/>
          </p:cNvCxnSpPr>
          <p:nvPr/>
        </p:nvCxnSpPr>
        <p:spPr>
          <a:xfrm>
            <a:off x="5772539" y="4851920"/>
            <a:ext cx="1853682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8BE155A-01E1-D021-15D1-BBE03B1A6903}"/>
              </a:ext>
            </a:extLst>
          </p:cNvPr>
          <p:cNvCxnSpPr>
            <a:cxnSpLocks/>
          </p:cNvCxnSpPr>
          <p:nvPr/>
        </p:nvCxnSpPr>
        <p:spPr>
          <a:xfrm>
            <a:off x="6649617" y="4851920"/>
            <a:ext cx="0" cy="199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E04F6C-FCFC-98B4-C4D8-B1C07E15AF28}"/>
              </a:ext>
            </a:extLst>
          </p:cNvPr>
          <p:cNvSpPr txBox="1"/>
          <p:nvPr/>
        </p:nvSpPr>
        <p:spPr>
          <a:xfrm>
            <a:off x="6739100" y="4841209"/>
            <a:ext cx="1545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-10%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06B858-4A07-49F8-E186-92D5C1CFA5F4}"/>
              </a:ext>
            </a:extLst>
          </p:cNvPr>
          <p:cNvSpPr txBox="1"/>
          <p:nvPr/>
        </p:nvSpPr>
        <p:spPr>
          <a:xfrm>
            <a:off x="6255398" y="5051510"/>
            <a:ext cx="788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en-US" altLang="ko-KR" sz="18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min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6496B3F-385B-13AD-15EA-2C02E03CC87D}"/>
              </a:ext>
            </a:extLst>
          </p:cNvPr>
          <p:cNvSpPr/>
          <p:nvPr/>
        </p:nvSpPr>
        <p:spPr>
          <a:xfrm>
            <a:off x="4528457" y="4133758"/>
            <a:ext cx="2515378" cy="600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D379943-D22F-E8B9-1D45-E570DCDCB9E0}"/>
              </a:ext>
            </a:extLst>
          </p:cNvPr>
          <p:cNvGrpSpPr/>
          <p:nvPr/>
        </p:nvGrpSpPr>
        <p:grpSpPr>
          <a:xfrm>
            <a:off x="537054" y="5260258"/>
            <a:ext cx="1944344" cy="1317696"/>
            <a:chOff x="963137" y="5219759"/>
            <a:chExt cx="1944344" cy="1317696"/>
          </a:xfrm>
        </p:grpSpPr>
        <p:pic>
          <p:nvPicPr>
            <p:cNvPr id="1026" name="Picture 2" descr="5.2b Standard Normal Distribution Tables (Example 1) - SPM Additional  Mathematics">
              <a:extLst>
                <a:ext uri="{FF2B5EF4-FFF2-40B4-BE49-F238E27FC236}">
                  <a16:creationId xmlns:a16="http://schemas.microsoft.com/office/drawing/2014/main" id="{BDEC9D0C-B0A7-84C8-F568-70F9907331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479"/>
            <a:stretch/>
          </p:blipFill>
          <p:spPr bwMode="auto">
            <a:xfrm>
              <a:off x="963137" y="5219759"/>
              <a:ext cx="1882140" cy="1317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77C6DEB-DB9C-CC9D-05ED-99CF24ABEB71}"/>
                </a:ext>
              </a:extLst>
            </p:cNvPr>
            <p:cNvSpPr/>
            <p:nvPr/>
          </p:nvSpPr>
          <p:spPr>
            <a:xfrm>
              <a:off x="2743200" y="5878607"/>
              <a:ext cx="164281" cy="1432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DDAF7E5-8C38-B98C-398F-6AA445293BFF}"/>
              </a:ext>
            </a:extLst>
          </p:cNvPr>
          <p:cNvSpPr txBox="1"/>
          <p:nvPr/>
        </p:nvSpPr>
        <p:spPr>
          <a:xfrm>
            <a:off x="454090" y="1076131"/>
            <a:ext cx="5660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 τ Prediction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2597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1E1EE-D315-B892-F006-FC39D4AAE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Fitting of Stretched Exponential to </a:t>
            </a:r>
            <a:r>
              <a:rPr lang="en-US" altLang="ko-KR" sz="3200" dirty="0" err="1"/>
              <a:t>Detrapping</a:t>
            </a:r>
            <a:endParaRPr lang="ko-KR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19247E-2DBD-7ABB-1994-BFBE496E24EB}"/>
                  </a:ext>
                </a:extLst>
              </p:cNvPr>
              <p:cNvSpPr txBox="1"/>
              <p:nvPr/>
            </p:nvSpPr>
            <p:spPr>
              <a:xfrm>
                <a:off x="814873" y="1774975"/>
                <a:ext cx="3048000" cy="670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min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𝜏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𝛽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=0.9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19247E-2DBD-7ABB-1994-BFBE496E2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73" y="1774975"/>
                <a:ext cx="3048000" cy="6709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57EE9C-7146-E5A0-8138-2EEF3ED69A74}"/>
                  </a:ext>
                </a:extLst>
              </p:cNvPr>
              <p:cNvSpPr txBox="1"/>
              <p:nvPr/>
            </p:nvSpPr>
            <p:spPr>
              <a:xfrm>
                <a:off x="814873" y="2639612"/>
                <a:ext cx="2774302" cy="860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min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max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𝛽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0.9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57EE9C-7146-E5A0-8138-2EEF3ED69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73" y="2639612"/>
                <a:ext cx="2774302" cy="860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CEB573-75F1-7F48-146B-F210C3206876}"/>
                  </a:ext>
                </a:extLst>
              </p:cNvPr>
              <p:cNvSpPr txBox="1"/>
              <p:nvPr/>
            </p:nvSpPr>
            <p:spPr>
              <a:xfrm>
                <a:off x="1306284" y="3878142"/>
                <a:ext cx="2077617" cy="918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0.9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min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max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CEB573-75F1-7F48-146B-F210C3206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84" y="3878142"/>
                <a:ext cx="2077617" cy="918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1DB5D83E-361F-3A3D-7420-BFFAF92C8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126" y="1658511"/>
            <a:ext cx="3952001" cy="32266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81403E-3819-1793-D238-E9FDA44AEE97}"/>
                  </a:ext>
                </a:extLst>
              </p:cNvPr>
              <p:cNvSpPr txBox="1"/>
              <p:nvPr/>
            </p:nvSpPr>
            <p:spPr>
              <a:xfrm>
                <a:off x="6353126" y="2191185"/>
                <a:ext cx="1814269" cy="409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𝜏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min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max</m:t>
                            </m:r>
                          </m:sub>
                        </m:sSub>
                      </m:e>
                    </m:ra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81403E-3819-1793-D238-E9FDA44AE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26" y="2191185"/>
                <a:ext cx="1814269" cy="4098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D0BBE0-8C87-32B6-569D-D22407D74B32}"/>
                  </a:ext>
                </a:extLst>
              </p:cNvPr>
              <p:cNvSpPr txBox="1"/>
              <p:nvPr/>
            </p:nvSpPr>
            <p:spPr>
              <a:xfrm>
                <a:off x="6353126" y="2555737"/>
                <a:ext cx="1814269" cy="918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0.9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min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max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D0BBE0-8C87-32B6-569D-D22407D74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26" y="2555737"/>
                <a:ext cx="1814269" cy="9185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E33DD8-A2AF-96BB-D690-D3FBEBBC48D5}"/>
                  </a:ext>
                </a:extLst>
              </p:cNvPr>
              <p:cNvSpPr txBox="1"/>
              <p:nvPr/>
            </p:nvSpPr>
            <p:spPr>
              <a:xfrm>
                <a:off x="4758612" y="5287347"/>
                <a:ext cx="37135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Dotted : TBT model</a:t>
                </a:r>
                <a:b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</a:b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line 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𝜏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prediction model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E33DD8-A2AF-96BB-D690-D3FBEBBC4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612" y="5287347"/>
                <a:ext cx="3713584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E4E1F1-4035-5D5F-1F46-A040EA4828F7}"/>
              </a:ext>
            </a:extLst>
          </p:cNvPr>
          <p:cNvSpPr/>
          <p:nvPr/>
        </p:nvSpPr>
        <p:spPr>
          <a:xfrm>
            <a:off x="1225419" y="3878141"/>
            <a:ext cx="1760376" cy="10070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A656B3-5ED6-A42A-E821-A99F716496A4}"/>
                  </a:ext>
                </a:extLst>
              </p:cNvPr>
              <p:cNvSpPr txBox="1"/>
              <p:nvPr/>
            </p:nvSpPr>
            <p:spPr>
              <a:xfrm>
                <a:off x="454090" y="1076131"/>
                <a:ext cx="5660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Prediction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A656B3-5ED6-A42A-E821-A99F71649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90" y="1076131"/>
                <a:ext cx="566057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690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5B999-9DCD-6AAD-5E9F-E27131B3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Fitting of Stretched Exponential to </a:t>
            </a:r>
            <a:r>
              <a:rPr lang="en-US" altLang="ko-KR" sz="3200" dirty="0" err="1"/>
              <a:t>Detrapping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4E7E6D-2657-4116-D9A3-52A9FEF56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71" y="1890605"/>
            <a:ext cx="2492675" cy="2035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1E8958-47FA-C695-88B7-02489AB71197}"/>
              </a:ext>
            </a:extLst>
          </p:cNvPr>
          <p:cNvSpPr txBox="1"/>
          <p:nvPr/>
        </p:nvSpPr>
        <p:spPr>
          <a:xfrm>
            <a:off x="684246" y="1367488"/>
            <a:ext cx="2183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variation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30AC2C-1308-E2CA-EAFD-46A682D5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101" y="1890605"/>
            <a:ext cx="2492675" cy="20351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A8832A-6A19-5242-790C-6F9B18E56B0A}"/>
              </a:ext>
            </a:extLst>
          </p:cNvPr>
          <p:cNvSpPr txBox="1"/>
          <p:nvPr/>
        </p:nvSpPr>
        <p:spPr>
          <a:xfrm>
            <a:off x="3573756" y="1367488"/>
            <a:ext cx="2183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variation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7820E-2DE2-94C8-D81D-55A1F304900B}"/>
              </a:ext>
            </a:extLst>
          </p:cNvPr>
          <p:cNvSpPr txBox="1"/>
          <p:nvPr/>
        </p:nvSpPr>
        <p:spPr>
          <a:xfrm>
            <a:off x="1315616" y="5090402"/>
            <a:ext cx="6935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Well compensates with variations of device scale &amp; trap profiles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6382D41-88BC-0FEF-FACB-873C6A12B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432" y="1890605"/>
            <a:ext cx="2796440" cy="20351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0F2161-28D4-6F12-8119-93137C71620F}"/>
              </a:ext>
            </a:extLst>
          </p:cNvPr>
          <p:cNvSpPr txBox="1"/>
          <p:nvPr/>
        </p:nvSpPr>
        <p:spPr>
          <a:xfrm>
            <a:off x="6559970" y="1367488"/>
            <a:ext cx="2183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variation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396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191</Words>
  <Application>Microsoft Office PowerPoint</Application>
  <PresentationFormat>화면 슬라이드 쇼(4:3)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Calibri</vt:lpstr>
      <vt:lpstr>Cambria Math</vt:lpstr>
      <vt:lpstr>Times New Roman</vt:lpstr>
      <vt:lpstr>Office 테마</vt:lpstr>
      <vt:lpstr>Compact Modeling of τ and β of Detrapping  20250228 진명</vt:lpstr>
      <vt:lpstr>** 정정사항 ** - β Value of Detrapping</vt:lpstr>
      <vt:lpstr>Fitting of Stretched Exponential to Detrapping</vt:lpstr>
      <vt:lpstr>Fitting of Stretched Exponential to Detrapping</vt:lpstr>
      <vt:lpstr>Fitting of Stretched Exponential to Detrapping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2025-02-27T15:14:42Z</dcterms:modified>
  <cp:version/>
</cp:coreProperties>
</file>