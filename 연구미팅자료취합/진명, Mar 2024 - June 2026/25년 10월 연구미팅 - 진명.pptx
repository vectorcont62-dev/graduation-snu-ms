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10"/>
  </p:notesMasterIdLst>
  <p:sldIdLst>
    <p:sldId id="314" r:id="rId2"/>
    <p:sldId id="315" r:id="rId3"/>
    <p:sldId id="316" r:id="rId4"/>
    <p:sldId id="318" r:id="rId5"/>
    <p:sldId id="319" r:id="rId6"/>
    <p:sldId id="320" r:id="rId7"/>
    <p:sldId id="317" r:id="rId8"/>
    <p:sldId id="321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76ECEE-6CFC-4708-8094-ACA55B1F6FFB}" v="19" dt="2025-10-30T23:56:38.615"/>
    <p1510:client id="{E008601A-49F1-431D-855C-1125CBEC84B9}" v="528" dt="2025-10-30T16:53:58.9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 varScale="1">
        <p:scale>
          <a:sx n="104" d="100"/>
          <a:sy n="104" d="100"/>
        </p:scale>
        <p:origin x="1494" y="78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delSld modSld modMainMaster">
      <pc:chgData name="MYUNG JIN" userId="89f3fa32ababedc4" providerId="LiveId" clId="{1442CAFF-C376-405E-80FE-32277BA9AD5E}" dt="2025-10-30T16:54:43.907" v="1827" actId="20577"/>
      <pc:docMkLst>
        <pc:docMk/>
      </pc:docMkLst>
      <pc:sldChg chg="addSp modSp mod">
        <pc:chgData name="MYUNG JIN" userId="89f3fa32ababedc4" providerId="LiveId" clId="{1442CAFF-C376-405E-80FE-32277BA9AD5E}" dt="2025-10-30T15:31:22.515" v="148" actId="1076"/>
        <pc:sldMkLst>
          <pc:docMk/>
          <pc:sldMk cId="2899342611" sldId="315"/>
        </pc:sldMkLst>
        <pc:spChg chg="mod">
          <ac:chgData name="MYUNG JIN" userId="89f3fa32ababedc4" providerId="LiveId" clId="{1442CAFF-C376-405E-80FE-32277BA9AD5E}" dt="2025-10-30T15:30:13.223" v="48" actId="20577"/>
          <ac:spMkLst>
            <pc:docMk/>
            <pc:sldMk cId="2899342611" sldId="315"/>
            <ac:spMk id="2" creationId="{6B80B26E-D7EF-B0B7-2CB8-5143E660972A}"/>
          </ac:spMkLst>
        </pc:spChg>
        <pc:spChg chg="mod">
          <ac:chgData name="MYUNG JIN" userId="89f3fa32ababedc4" providerId="LiveId" clId="{1442CAFF-C376-405E-80FE-32277BA9AD5E}" dt="2025-10-30T15:30:38.832" v="49"/>
          <ac:spMkLst>
            <pc:docMk/>
            <pc:sldMk cId="2899342611" sldId="315"/>
            <ac:spMk id="4" creationId="{365A2E90-7ABE-A251-2B51-11788E9D0647}"/>
          </ac:spMkLst>
        </pc:spChg>
        <pc:spChg chg="mod">
          <ac:chgData name="MYUNG JIN" userId="89f3fa32ababedc4" providerId="LiveId" clId="{1442CAFF-C376-405E-80FE-32277BA9AD5E}" dt="2025-10-30T15:30:38.832" v="49"/>
          <ac:spMkLst>
            <pc:docMk/>
            <pc:sldMk cId="2899342611" sldId="315"/>
            <ac:spMk id="5" creationId="{08B58D43-39E1-9C14-14AE-B9D57815DEB1}"/>
          </ac:spMkLst>
        </pc:spChg>
        <pc:spChg chg="mod">
          <ac:chgData name="MYUNG JIN" userId="89f3fa32ababedc4" providerId="LiveId" clId="{1442CAFF-C376-405E-80FE-32277BA9AD5E}" dt="2025-10-30T15:30:38.832" v="49"/>
          <ac:spMkLst>
            <pc:docMk/>
            <pc:sldMk cId="2899342611" sldId="315"/>
            <ac:spMk id="6" creationId="{A278B631-E0D7-614C-15CF-5E2D4A353653}"/>
          </ac:spMkLst>
        </pc:spChg>
        <pc:spChg chg="mod">
          <ac:chgData name="MYUNG JIN" userId="89f3fa32ababedc4" providerId="LiveId" clId="{1442CAFF-C376-405E-80FE-32277BA9AD5E}" dt="2025-10-30T15:30:38.832" v="49"/>
          <ac:spMkLst>
            <pc:docMk/>
            <pc:sldMk cId="2899342611" sldId="315"/>
            <ac:spMk id="11" creationId="{0978DB87-DF98-5127-5BBB-60111910D0CD}"/>
          </ac:spMkLst>
        </pc:spChg>
        <pc:spChg chg="mod">
          <ac:chgData name="MYUNG JIN" userId="89f3fa32ababedc4" providerId="LiveId" clId="{1442CAFF-C376-405E-80FE-32277BA9AD5E}" dt="2025-10-30T15:30:38.832" v="49"/>
          <ac:spMkLst>
            <pc:docMk/>
            <pc:sldMk cId="2899342611" sldId="315"/>
            <ac:spMk id="12" creationId="{60494D29-3AD7-5F81-140B-6EBB7379B6EA}"/>
          </ac:spMkLst>
        </pc:spChg>
        <pc:spChg chg="mod">
          <ac:chgData name="MYUNG JIN" userId="89f3fa32ababedc4" providerId="LiveId" clId="{1442CAFF-C376-405E-80FE-32277BA9AD5E}" dt="2025-10-30T15:30:38.832" v="49"/>
          <ac:spMkLst>
            <pc:docMk/>
            <pc:sldMk cId="2899342611" sldId="315"/>
            <ac:spMk id="13" creationId="{D9794823-3A23-073F-B026-05CE5D94A4C3}"/>
          </ac:spMkLst>
        </pc:spChg>
        <pc:spChg chg="mod">
          <ac:chgData name="MYUNG JIN" userId="89f3fa32ababedc4" providerId="LiveId" clId="{1442CAFF-C376-405E-80FE-32277BA9AD5E}" dt="2025-10-30T15:30:38.832" v="49"/>
          <ac:spMkLst>
            <pc:docMk/>
            <pc:sldMk cId="2899342611" sldId="315"/>
            <ac:spMk id="15" creationId="{CA3B4B0B-FB5F-72DC-CA18-8D5CF4ACA7C2}"/>
          </ac:spMkLst>
        </pc:spChg>
        <pc:spChg chg="add mod">
          <ac:chgData name="MYUNG JIN" userId="89f3fa32ababedc4" providerId="LiveId" clId="{1442CAFF-C376-405E-80FE-32277BA9AD5E}" dt="2025-10-30T15:30:41.483" v="50" actId="1076"/>
          <ac:spMkLst>
            <pc:docMk/>
            <pc:sldMk cId="2899342611" sldId="315"/>
            <ac:spMk id="26" creationId="{ED0A8BE8-DF8D-F941-41B9-7F4A69EBC9D5}"/>
          </ac:spMkLst>
        </pc:spChg>
        <pc:spChg chg="add mod">
          <ac:chgData name="MYUNG JIN" userId="89f3fa32ababedc4" providerId="LiveId" clId="{1442CAFF-C376-405E-80FE-32277BA9AD5E}" dt="2025-10-30T15:31:22.515" v="148" actId="1076"/>
          <ac:spMkLst>
            <pc:docMk/>
            <pc:sldMk cId="2899342611" sldId="315"/>
            <ac:spMk id="27" creationId="{26A87202-A5FF-8DF9-0BB1-F1813767181A}"/>
          </ac:spMkLst>
        </pc:spChg>
        <pc:grpChg chg="mod">
          <ac:chgData name="MYUNG JIN" userId="89f3fa32ababedc4" providerId="LiveId" clId="{1442CAFF-C376-405E-80FE-32277BA9AD5E}" dt="2025-10-30T15:30:41.483" v="50" actId="1076"/>
          <ac:grpSpMkLst>
            <pc:docMk/>
            <pc:sldMk cId="2899342611" sldId="315"/>
            <ac:grpSpMk id="3" creationId="{718611B8-F603-8321-0B99-987C4A342DB4}"/>
          </ac:grpSpMkLst>
        </pc:grpChg>
        <pc:grpChg chg="mod">
          <ac:chgData name="MYUNG JIN" userId="89f3fa32ababedc4" providerId="LiveId" clId="{1442CAFF-C376-405E-80FE-32277BA9AD5E}" dt="2025-10-30T15:30:41.483" v="50" actId="1076"/>
          <ac:grpSpMkLst>
            <pc:docMk/>
            <pc:sldMk cId="2899342611" sldId="315"/>
            <ac:grpSpMk id="10" creationId="{918724E2-65FE-0142-A704-DD1CFBA0B2CD}"/>
          </ac:grpSpMkLst>
        </pc:grpChg>
        <pc:picChg chg="mod">
          <ac:chgData name="MYUNG JIN" userId="89f3fa32ababedc4" providerId="LiveId" clId="{1442CAFF-C376-405E-80FE-32277BA9AD5E}" dt="2025-10-30T15:30:38.832" v="49"/>
          <ac:picMkLst>
            <pc:docMk/>
            <pc:sldMk cId="2899342611" sldId="315"/>
            <ac:picMk id="7" creationId="{0DC16947-9C70-E78E-1B48-CFD07F8D176A}"/>
          </ac:picMkLst>
        </pc:picChg>
        <pc:picChg chg="mod">
          <ac:chgData name="MYUNG JIN" userId="89f3fa32ababedc4" providerId="LiveId" clId="{1442CAFF-C376-405E-80FE-32277BA9AD5E}" dt="2025-10-30T15:30:38.832" v="49"/>
          <ac:picMkLst>
            <pc:docMk/>
            <pc:sldMk cId="2899342611" sldId="315"/>
            <ac:picMk id="19" creationId="{397E7D7C-AA24-C324-304C-EC5C6FFBC450}"/>
          </ac:picMkLst>
        </pc:picChg>
        <pc:cxnChg chg="mod">
          <ac:chgData name="MYUNG JIN" userId="89f3fa32ababedc4" providerId="LiveId" clId="{1442CAFF-C376-405E-80FE-32277BA9AD5E}" dt="2025-10-30T15:30:41.483" v="50" actId="1076"/>
          <ac:cxnSpMkLst>
            <pc:docMk/>
            <pc:sldMk cId="2899342611" sldId="315"/>
            <ac:cxnSpMk id="8" creationId="{7FB94331-1B8D-09A2-7F99-CAB9AF40AAE6}"/>
          </ac:cxnSpMkLst>
        </pc:cxnChg>
        <pc:cxnChg chg="mod">
          <ac:chgData name="MYUNG JIN" userId="89f3fa32ababedc4" providerId="LiveId" clId="{1442CAFF-C376-405E-80FE-32277BA9AD5E}" dt="2025-10-30T15:30:41.483" v="50" actId="1076"/>
          <ac:cxnSpMkLst>
            <pc:docMk/>
            <pc:sldMk cId="2899342611" sldId="315"/>
            <ac:cxnSpMk id="9" creationId="{ACE8F5D1-EAA2-E183-2AC3-58F73EB05BAF}"/>
          </ac:cxnSpMkLst>
        </pc:cxnChg>
      </pc:sldChg>
      <pc:sldChg chg="del">
        <pc:chgData name="MYUNG JIN" userId="89f3fa32ababedc4" providerId="LiveId" clId="{1442CAFF-C376-405E-80FE-32277BA9AD5E}" dt="2025-10-30T15:29:53.726" v="0" actId="47"/>
        <pc:sldMkLst>
          <pc:docMk/>
          <pc:sldMk cId="3739363777" sldId="316"/>
        </pc:sldMkLst>
      </pc:sldChg>
      <pc:sldChg chg="addSp delSp modSp new mod">
        <pc:chgData name="MYUNG JIN" userId="89f3fa32ababedc4" providerId="LiveId" clId="{1442CAFF-C376-405E-80FE-32277BA9AD5E}" dt="2025-10-30T15:47:34.419" v="561" actId="166"/>
        <pc:sldMkLst>
          <pc:docMk/>
          <pc:sldMk cId="3988703596" sldId="316"/>
        </pc:sldMkLst>
        <pc:spChg chg="mod">
          <ac:chgData name="MYUNG JIN" userId="89f3fa32ababedc4" providerId="LiveId" clId="{1442CAFF-C376-405E-80FE-32277BA9AD5E}" dt="2025-10-30T15:36:41.426" v="367" actId="20577"/>
          <ac:spMkLst>
            <pc:docMk/>
            <pc:sldMk cId="3988703596" sldId="316"/>
            <ac:spMk id="2" creationId="{5DC2B192-9E6C-03E0-ED4F-5764B2F2E8FE}"/>
          </ac:spMkLst>
        </pc:spChg>
        <pc:spChg chg="add mod">
          <ac:chgData name="MYUNG JIN" userId="89f3fa32ababedc4" providerId="LiveId" clId="{1442CAFF-C376-405E-80FE-32277BA9AD5E}" dt="2025-10-30T15:36:50.531" v="377" actId="20577"/>
          <ac:spMkLst>
            <pc:docMk/>
            <pc:sldMk cId="3988703596" sldId="316"/>
            <ac:spMk id="3" creationId="{F2C9A957-A1E2-3141-C21E-A69E3F39936E}"/>
          </ac:spMkLst>
        </pc:spChg>
        <pc:spChg chg="add mod ord">
          <ac:chgData name="MYUNG JIN" userId="89f3fa32ababedc4" providerId="LiveId" clId="{1442CAFF-C376-405E-80FE-32277BA9AD5E}" dt="2025-10-30T15:47:34.419" v="561" actId="166"/>
          <ac:spMkLst>
            <pc:docMk/>
            <pc:sldMk cId="3988703596" sldId="316"/>
            <ac:spMk id="4" creationId="{30B9EE19-CD35-1A09-E55A-AEB1D13CA27D}"/>
          </ac:spMkLst>
        </pc:spChg>
        <pc:spChg chg="add del">
          <ac:chgData name="MYUNG JIN" userId="89f3fa32ababedc4" providerId="LiveId" clId="{1442CAFF-C376-405E-80FE-32277BA9AD5E}" dt="2025-10-30T15:39:30.010" v="425" actId="478"/>
          <ac:spMkLst>
            <pc:docMk/>
            <pc:sldMk cId="3988703596" sldId="316"/>
            <ac:spMk id="9" creationId="{5045F62F-2ACD-3565-B9EC-2071F3331AD9}"/>
          </ac:spMkLst>
        </pc:spChg>
        <pc:spChg chg="add mod">
          <ac:chgData name="MYUNG JIN" userId="89f3fa32ababedc4" providerId="LiveId" clId="{1442CAFF-C376-405E-80FE-32277BA9AD5E}" dt="2025-10-30T15:39:54.497" v="428" actId="2085"/>
          <ac:spMkLst>
            <pc:docMk/>
            <pc:sldMk cId="3988703596" sldId="316"/>
            <ac:spMk id="10" creationId="{FA2274E7-CAB3-BEFF-0054-5A31E0527078}"/>
          </ac:spMkLst>
        </pc:spChg>
        <pc:spChg chg="add del mod">
          <ac:chgData name="MYUNG JIN" userId="89f3fa32ababedc4" providerId="LiveId" clId="{1442CAFF-C376-405E-80FE-32277BA9AD5E}" dt="2025-10-30T15:40:13.481" v="438" actId="478"/>
          <ac:spMkLst>
            <pc:docMk/>
            <pc:sldMk cId="3988703596" sldId="316"/>
            <ac:spMk id="11" creationId="{AE3A1F37-1DAB-CEB1-D7D4-4CE404937FE1}"/>
          </ac:spMkLst>
        </pc:spChg>
        <pc:spChg chg="add mod">
          <ac:chgData name="MYUNG JIN" userId="89f3fa32ababedc4" providerId="LiveId" clId="{1442CAFF-C376-405E-80FE-32277BA9AD5E}" dt="2025-10-30T15:40:32.374" v="441" actId="1076"/>
          <ac:spMkLst>
            <pc:docMk/>
            <pc:sldMk cId="3988703596" sldId="316"/>
            <ac:spMk id="12" creationId="{AADAA9E0-C648-DE52-FCA5-F17CB55206EB}"/>
          </ac:spMkLst>
        </pc:spChg>
        <pc:spChg chg="add mod">
          <ac:chgData name="MYUNG JIN" userId="89f3fa32ababedc4" providerId="LiveId" clId="{1442CAFF-C376-405E-80FE-32277BA9AD5E}" dt="2025-10-30T15:41:07.153" v="444" actId="207"/>
          <ac:spMkLst>
            <pc:docMk/>
            <pc:sldMk cId="3988703596" sldId="316"/>
            <ac:spMk id="13" creationId="{EDCEABBC-60F8-1A0F-8769-8EF32726BCA4}"/>
          </ac:spMkLst>
        </pc:spChg>
        <pc:spChg chg="add mod">
          <ac:chgData name="MYUNG JIN" userId="89f3fa32ababedc4" providerId="LiveId" clId="{1442CAFF-C376-405E-80FE-32277BA9AD5E}" dt="2025-10-30T15:41:52.705" v="448" actId="1036"/>
          <ac:spMkLst>
            <pc:docMk/>
            <pc:sldMk cId="3988703596" sldId="316"/>
            <ac:spMk id="14" creationId="{DFAC49A4-0FB3-9FC7-F038-CB4872026E1C}"/>
          </ac:spMkLst>
        </pc:spChg>
        <pc:spChg chg="add del">
          <ac:chgData name="MYUNG JIN" userId="89f3fa32ababedc4" providerId="LiveId" clId="{1442CAFF-C376-405E-80FE-32277BA9AD5E}" dt="2025-10-30T15:42:10.026" v="450" actId="478"/>
          <ac:spMkLst>
            <pc:docMk/>
            <pc:sldMk cId="3988703596" sldId="316"/>
            <ac:spMk id="15" creationId="{E2B70D3C-8273-790A-643B-399D68E2AB44}"/>
          </ac:spMkLst>
        </pc:spChg>
        <pc:spChg chg="add mod">
          <ac:chgData name="MYUNG JIN" userId="89f3fa32ababedc4" providerId="LiveId" clId="{1442CAFF-C376-405E-80FE-32277BA9AD5E}" dt="2025-10-30T15:42:45.450" v="461" actId="14100"/>
          <ac:spMkLst>
            <pc:docMk/>
            <pc:sldMk cId="3988703596" sldId="316"/>
            <ac:spMk id="16" creationId="{DF8C968C-6F38-AA62-2BEE-27C09D524BE1}"/>
          </ac:spMkLst>
        </pc:spChg>
        <pc:spChg chg="add mod">
          <ac:chgData name="MYUNG JIN" userId="89f3fa32ababedc4" providerId="LiveId" clId="{1442CAFF-C376-405E-80FE-32277BA9AD5E}" dt="2025-10-30T15:42:51.898" v="462" actId="571"/>
          <ac:spMkLst>
            <pc:docMk/>
            <pc:sldMk cId="3988703596" sldId="316"/>
            <ac:spMk id="18" creationId="{191C11A0-A57B-A834-AF44-6E41A35BC85B}"/>
          </ac:spMkLst>
        </pc:spChg>
        <pc:spChg chg="add mod">
          <ac:chgData name="MYUNG JIN" userId="89f3fa32ababedc4" providerId="LiveId" clId="{1442CAFF-C376-405E-80FE-32277BA9AD5E}" dt="2025-10-30T15:42:51.898" v="462" actId="571"/>
          <ac:spMkLst>
            <pc:docMk/>
            <pc:sldMk cId="3988703596" sldId="316"/>
            <ac:spMk id="19" creationId="{2BADDE1F-8415-9CDF-42DF-CDC9617CA76F}"/>
          </ac:spMkLst>
        </pc:spChg>
        <pc:spChg chg="add mod">
          <ac:chgData name="MYUNG JIN" userId="89f3fa32ababedc4" providerId="LiveId" clId="{1442CAFF-C376-405E-80FE-32277BA9AD5E}" dt="2025-10-30T15:42:51.898" v="462" actId="571"/>
          <ac:spMkLst>
            <pc:docMk/>
            <pc:sldMk cId="3988703596" sldId="316"/>
            <ac:spMk id="20" creationId="{2B4F0E9C-8DA6-E9B7-20BC-B9D55EF70EB6}"/>
          </ac:spMkLst>
        </pc:spChg>
        <pc:spChg chg="add del mod">
          <ac:chgData name="MYUNG JIN" userId="89f3fa32ababedc4" providerId="LiveId" clId="{1442CAFF-C376-405E-80FE-32277BA9AD5E}" dt="2025-10-30T15:42:54.329" v="463" actId="478"/>
          <ac:spMkLst>
            <pc:docMk/>
            <pc:sldMk cId="3988703596" sldId="316"/>
            <ac:spMk id="21" creationId="{7D13CC99-072D-BE59-6283-756EC9888820}"/>
          </ac:spMkLst>
        </pc:spChg>
        <pc:spChg chg="add mod">
          <ac:chgData name="MYUNG JIN" userId="89f3fa32ababedc4" providerId="LiveId" clId="{1442CAFF-C376-405E-80FE-32277BA9AD5E}" dt="2025-10-30T15:47:12.560" v="557" actId="1076"/>
          <ac:spMkLst>
            <pc:docMk/>
            <pc:sldMk cId="3988703596" sldId="316"/>
            <ac:spMk id="22" creationId="{BC7EEBFD-25E2-7D62-F2D4-6EF463869005}"/>
          </ac:spMkLst>
        </pc:spChg>
        <pc:spChg chg="add mod">
          <ac:chgData name="MYUNG JIN" userId="89f3fa32ababedc4" providerId="LiveId" clId="{1442CAFF-C376-405E-80FE-32277BA9AD5E}" dt="2025-10-30T15:43:22.768" v="513" actId="1076"/>
          <ac:spMkLst>
            <pc:docMk/>
            <pc:sldMk cId="3988703596" sldId="316"/>
            <ac:spMk id="23" creationId="{9F577F6E-41C2-D417-B5A8-86A5BE787AF7}"/>
          </ac:spMkLst>
        </pc:spChg>
        <pc:spChg chg="add mod">
          <ac:chgData name="MYUNG JIN" userId="89f3fa32ababedc4" providerId="LiveId" clId="{1442CAFF-C376-405E-80FE-32277BA9AD5E}" dt="2025-10-30T15:43:55.509" v="527" actId="1037"/>
          <ac:spMkLst>
            <pc:docMk/>
            <pc:sldMk cId="3988703596" sldId="316"/>
            <ac:spMk id="24" creationId="{D8BC61DB-B274-EE75-4336-7E1CBEFC4B62}"/>
          </ac:spMkLst>
        </pc:spChg>
        <pc:spChg chg="add mod">
          <ac:chgData name="MYUNG JIN" userId="89f3fa32ababedc4" providerId="LiveId" clId="{1442CAFF-C376-405E-80FE-32277BA9AD5E}" dt="2025-10-30T15:44:13.426" v="529" actId="2085"/>
          <ac:spMkLst>
            <pc:docMk/>
            <pc:sldMk cId="3988703596" sldId="316"/>
            <ac:spMk id="25" creationId="{61ADD2E5-9754-E257-D0F2-3FE038BFBF44}"/>
          </ac:spMkLst>
        </pc:spChg>
        <pc:spChg chg="add mod">
          <ac:chgData name="MYUNG JIN" userId="89f3fa32ababedc4" providerId="LiveId" clId="{1442CAFF-C376-405E-80FE-32277BA9AD5E}" dt="2025-10-30T15:44:30.795" v="532" actId="207"/>
          <ac:spMkLst>
            <pc:docMk/>
            <pc:sldMk cId="3988703596" sldId="316"/>
            <ac:spMk id="26" creationId="{059C3B35-F965-D06C-378B-1CBF629A008A}"/>
          </ac:spMkLst>
        </pc:spChg>
        <pc:spChg chg="add mod">
          <ac:chgData name="MYUNG JIN" userId="89f3fa32ababedc4" providerId="LiveId" clId="{1442CAFF-C376-405E-80FE-32277BA9AD5E}" dt="2025-10-30T15:44:59.038" v="536" actId="1037"/>
          <ac:spMkLst>
            <pc:docMk/>
            <pc:sldMk cId="3988703596" sldId="316"/>
            <ac:spMk id="27" creationId="{AB31C3BA-C494-C4E4-BE01-74DB506A5ABD}"/>
          </ac:spMkLst>
        </pc:spChg>
        <pc:spChg chg="add mod">
          <ac:chgData name="MYUNG JIN" userId="89f3fa32ababedc4" providerId="LiveId" clId="{1442CAFF-C376-405E-80FE-32277BA9AD5E}" dt="2025-10-30T15:45:21.611" v="539" actId="2085"/>
          <ac:spMkLst>
            <pc:docMk/>
            <pc:sldMk cId="3988703596" sldId="316"/>
            <ac:spMk id="28" creationId="{6C09D740-A3E3-7116-CD1B-7FEFC81886C7}"/>
          </ac:spMkLst>
        </pc:spChg>
        <pc:spChg chg="add del">
          <ac:chgData name="MYUNG JIN" userId="89f3fa32ababedc4" providerId="LiveId" clId="{1442CAFF-C376-405E-80FE-32277BA9AD5E}" dt="2025-10-30T15:45:35.775" v="541" actId="478"/>
          <ac:spMkLst>
            <pc:docMk/>
            <pc:sldMk cId="3988703596" sldId="316"/>
            <ac:spMk id="29" creationId="{22E3CB85-657F-4020-81CD-042237A01D60}"/>
          </ac:spMkLst>
        </pc:spChg>
        <pc:spChg chg="add mod">
          <ac:chgData name="MYUNG JIN" userId="89f3fa32ababedc4" providerId="LiveId" clId="{1442CAFF-C376-405E-80FE-32277BA9AD5E}" dt="2025-10-30T15:46:00.700" v="544" actId="207"/>
          <ac:spMkLst>
            <pc:docMk/>
            <pc:sldMk cId="3988703596" sldId="316"/>
            <ac:spMk id="30" creationId="{3F2E4899-E816-880D-94C5-3454E5F00FDE}"/>
          </ac:spMkLst>
        </pc:spChg>
        <pc:spChg chg="add mod">
          <ac:chgData name="MYUNG JIN" userId="89f3fa32ababedc4" providerId="LiveId" clId="{1442CAFF-C376-405E-80FE-32277BA9AD5E}" dt="2025-10-30T15:46:17.436" v="546" actId="2085"/>
          <ac:spMkLst>
            <pc:docMk/>
            <pc:sldMk cId="3988703596" sldId="316"/>
            <ac:spMk id="31" creationId="{34C78D84-1BDD-FE50-2F09-0D8E3EF4EDB2}"/>
          </ac:spMkLst>
        </pc:spChg>
        <pc:spChg chg="add mod">
          <ac:chgData name="MYUNG JIN" userId="89f3fa32ababedc4" providerId="LiveId" clId="{1442CAFF-C376-405E-80FE-32277BA9AD5E}" dt="2025-10-30T15:46:36.703" v="549" actId="207"/>
          <ac:spMkLst>
            <pc:docMk/>
            <pc:sldMk cId="3988703596" sldId="316"/>
            <ac:spMk id="32" creationId="{F433745B-677A-366C-C968-66437AD0FDD7}"/>
          </ac:spMkLst>
        </pc:spChg>
        <pc:spChg chg="add mod">
          <ac:chgData name="MYUNG JIN" userId="89f3fa32ababedc4" providerId="LiveId" clId="{1442CAFF-C376-405E-80FE-32277BA9AD5E}" dt="2025-10-30T15:47:16.480" v="559" actId="1076"/>
          <ac:spMkLst>
            <pc:docMk/>
            <pc:sldMk cId="3988703596" sldId="316"/>
            <ac:spMk id="33" creationId="{1DBBB6B3-8429-EEB3-3FBF-CCD09B4729BB}"/>
          </ac:spMkLst>
        </pc:spChg>
        <pc:picChg chg="add mod">
          <ac:chgData name="MYUNG JIN" userId="89f3fa32ababedc4" providerId="LiveId" clId="{1442CAFF-C376-405E-80FE-32277BA9AD5E}" dt="2025-10-30T15:39:09.816" v="423" actId="1076"/>
          <ac:picMkLst>
            <pc:docMk/>
            <pc:sldMk cId="3988703596" sldId="316"/>
            <ac:picMk id="6" creationId="{BCDFB986-2258-2DEF-4D1B-8EDBD55EF847}"/>
          </ac:picMkLst>
        </pc:picChg>
        <pc:picChg chg="add mod">
          <ac:chgData name="MYUNG JIN" userId="89f3fa32ababedc4" providerId="LiveId" clId="{1442CAFF-C376-405E-80FE-32277BA9AD5E}" dt="2025-10-30T15:39:07.358" v="422" actId="1076"/>
          <ac:picMkLst>
            <pc:docMk/>
            <pc:sldMk cId="3988703596" sldId="316"/>
            <ac:picMk id="8" creationId="{5FF20FB5-95F6-0BE1-0767-2281408EA8EA}"/>
          </ac:picMkLst>
        </pc:picChg>
        <pc:picChg chg="add mod">
          <ac:chgData name="MYUNG JIN" userId="89f3fa32ababedc4" providerId="LiveId" clId="{1442CAFF-C376-405E-80FE-32277BA9AD5E}" dt="2025-10-30T15:42:51.898" v="462" actId="571"/>
          <ac:picMkLst>
            <pc:docMk/>
            <pc:sldMk cId="3988703596" sldId="316"/>
            <ac:picMk id="17" creationId="{21F45FF9-A87F-51D4-8063-73193249AED2}"/>
          </ac:picMkLst>
        </pc:picChg>
        <pc:cxnChg chg="add">
          <ac:chgData name="MYUNG JIN" userId="89f3fa32ababedc4" providerId="LiveId" clId="{1442CAFF-C376-405E-80FE-32277BA9AD5E}" dt="2025-10-30T15:47:23.296" v="560" actId="11529"/>
          <ac:cxnSpMkLst>
            <pc:docMk/>
            <pc:sldMk cId="3988703596" sldId="316"/>
            <ac:cxnSpMk id="35" creationId="{7F30A406-8DE7-C95E-FBA6-75A03A8506C8}"/>
          </ac:cxnSpMkLst>
        </pc:cxnChg>
      </pc:sldChg>
      <pc:sldChg chg="addSp delSp modSp new mod">
        <pc:chgData name="MYUNG JIN" userId="89f3fa32ababedc4" providerId="LiveId" clId="{1442CAFF-C376-405E-80FE-32277BA9AD5E}" dt="2025-10-30T16:50:09.330" v="1633" actId="20577"/>
        <pc:sldMkLst>
          <pc:docMk/>
          <pc:sldMk cId="924026785" sldId="317"/>
        </pc:sldMkLst>
        <pc:spChg chg="mod">
          <ac:chgData name="MYUNG JIN" userId="89f3fa32ababedc4" providerId="LiveId" clId="{1442CAFF-C376-405E-80FE-32277BA9AD5E}" dt="2025-10-30T16:47:32.824" v="1516" actId="20577"/>
          <ac:spMkLst>
            <pc:docMk/>
            <pc:sldMk cId="924026785" sldId="317"/>
            <ac:spMk id="2" creationId="{CC2F7985-64BD-84D1-4486-A8B6E3B64EE7}"/>
          </ac:spMkLst>
        </pc:spChg>
        <pc:spChg chg="add del mod topLvl">
          <ac:chgData name="MYUNG JIN" userId="89f3fa32ababedc4" providerId="LiveId" clId="{1442CAFF-C376-405E-80FE-32277BA9AD5E}" dt="2025-10-30T16:49:08.785" v="1551" actId="478"/>
          <ac:spMkLst>
            <pc:docMk/>
            <pc:sldMk cId="924026785" sldId="317"/>
            <ac:spMk id="15" creationId="{70FC1FE7-2F95-79F2-541A-1D47705E3F7E}"/>
          </ac:spMkLst>
        </pc:spChg>
        <pc:spChg chg="mod">
          <ac:chgData name="MYUNG JIN" userId="89f3fa32ababedc4" providerId="LiveId" clId="{1442CAFF-C376-405E-80FE-32277BA9AD5E}" dt="2025-10-30T16:48:35.701" v="1527"/>
          <ac:spMkLst>
            <pc:docMk/>
            <pc:sldMk cId="924026785" sldId="317"/>
            <ac:spMk id="16" creationId="{8158D4A3-303C-D4D5-9F8D-B07A46428D86}"/>
          </ac:spMkLst>
        </pc:spChg>
        <pc:spChg chg="mod">
          <ac:chgData name="MYUNG JIN" userId="89f3fa32ababedc4" providerId="LiveId" clId="{1442CAFF-C376-405E-80FE-32277BA9AD5E}" dt="2025-10-30T16:49:22.366" v="1559" actId="14100"/>
          <ac:spMkLst>
            <pc:docMk/>
            <pc:sldMk cId="924026785" sldId="317"/>
            <ac:spMk id="18" creationId="{8CEAD76B-F397-1B2D-4868-F38911B1A993}"/>
          </ac:spMkLst>
        </pc:spChg>
        <pc:spChg chg="mod">
          <ac:chgData name="MYUNG JIN" userId="89f3fa32ababedc4" providerId="LiveId" clId="{1442CAFF-C376-405E-80FE-32277BA9AD5E}" dt="2025-10-30T16:48:35.701" v="1527"/>
          <ac:spMkLst>
            <pc:docMk/>
            <pc:sldMk cId="924026785" sldId="317"/>
            <ac:spMk id="29" creationId="{FC7F4A39-B00C-9244-3ADA-28EFF5676D7A}"/>
          </ac:spMkLst>
        </pc:spChg>
        <pc:spChg chg="mod">
          <ac:chgData name="MYUNG JIN" userId="89f3fa32ababedc4" providerId="LiveId" clId="{1442CAFF-C376-405E-80FE-32277BA9AD5E}" dt="2025-10-30T16:48:35.701" v="1527"/>
          <ac:spMkLst>
            <pc:docMk/>
            <pc:sldMk cId="924026785" sldId="317"/>
            <ac:spMk id="30" creationId="{D180CF81-181B-13D2-F2BE-1D3C1A60FAB5}"/>
          </ac:spMkLst>
        </pc:spChg>
        <pc:spChg chg="mod">
          <ac:chgData name="MYUNG JIN" userId="89f3fa32ababedc4" providerId="LiveId" clId="{1442CAFF-C376-405E-80FE-32277BA9AD5E}" dt="2025-10-30T16:48:35.701" v="1527"/>
          <ac:spMkLst>
            <pc:docMk/>
            <pc:sldMk cId="924026785" sldId="317"/>
            <ac:spMk id="35" creationId="{16E3651B-2714-DA6D-AE5A-A33409B9AD94}"/>
          </ac:spMkLst>
        </pc:spChg>
        <pc:spChg chg="mod">
          <ac:chgData name="MYUNG JIN" userId="89f3fa32ababedc4" providerId="LiveId" clId="{1442CAFF-C376-405E-80FE-32277BA9AD5E}" dt="2025-10-30T16:48:35.701" v="1527"/>
          <ac:spMkLst>
            <pc:docMk/>
            <pc:sldMk cId="924026785" sldId="317"/>
            <ac:spMk id="38" creationId="{55382503-5FBE-43A8-91F6-E2D8D4504DBF}"/>
          </ac:spMkLst>
        </pc:spChg>
        <pc:spChg chg="mod">
          <ac:chgData name="MYUNG JIN" userId="89f3fa32ababedc4" providerId="LiveId" clId="{1442CAFF-C376-405E-80FE-32277BA9AD5E}" dt="2025-10-30T16:48:35.701" v="1527"/>
          <ac:spMkLst>
            <pc:docMk/>
            <pc:sldMk cId="924026785" sldId="317"/>
            <ac:spMk id="46" creationId="{0E54B937-F30A-9B8C-741E-8481CB4B5C2C}"/>
          </ac:spMkLst>
        </pc:spChg>
        <pc:spChg chg="mod">
          <ac:chgData name="MYUNG JIN" userId="89f3fa32ababedc4" providerId="LiveId" clId="{1442CAFF-C376-405E-80FE-32277BA9AD5E}" dt="2025-10-30T16:48:35.701" v="1527"/>
          <ac:spMkLst>
            <pc:docMk/>
            <pc:sldMk cId="924026785" sldId="317"/>
            <ac:spMk id="47" creationId="{CC791D68-A18B-EF85-368B-A670BE822466}"/>
          </ac:spMkLst>
        </pc:spChg>
        <pc:spChg chg="mod">
          <ac:chgData name="MYUNG JIN" userId="89f3fa32ababedc4" providerId="LiveId" clId="{1442CAFF-C376-405E-80FE-32277BA9AD5E}" dt="2025-10-30T16:48:35.701" v="1527"/>
          <ac:spMkLst>
            <pc:docMk/>
            <pc:sldMk cId="924026785" sldId="317"/>
            <ac:spMk id="48" creationId="{3DCA1BCA-158C-DB23-82F2-C9B59E5F7982}"/>
          </ac:spMkLst>
        </pc:spChg>
        <pc:spChg chg="mod">
          <ac:chgData name="MYUNG JIN" userId="89f3fa32ababedc4" providerId="LiveId" clId="{1442CAFF-C376-405E-80FE-32277BA9AD5E}" dt="2025-10-30T16:49:26.439" v="1561" actId="571"/>
          <ac:spMkLst>
            <pc:docMk/>
            <pc:sldMk cId="924026785" sldId="317"/>
            <ac:spMk id="54" creationId="{F5907A7B-ECE6-1067-6877-31F06FE083F7}"/>
          </ac:spMkLst>
        </pc:spChg>
        <pc:spChg chg="mod">
          <ac:chgData name="MYUNG JIN" userId="89f3fa32ababedc4" providerId="LiveId" clId="{1442CAFF-C376-405E-80FE-32277BA9AD5E}" dt="2025-10-30T16:49:33.755" v="1563" actId="1076"/>
          <ac:spMkLst>
            <pc:docMk/>
            <pc:sldMk cId="924026785" sldId="317"/>
            <ac:spMk id="56" creationId="{11981A5F-6D4A-5A97-B821-841CBB144FF3}"/>
          </ac:spMkLst>
        </pc:spChg>
        <pc:spChg chg="mod">
          <ac:chgData name="MYUNG JIN" userId="89f3fa32ababedc4" providerId="LiveId" clId="{1442CAFF-C376-405E-80FE-32277BA9AD5E}" dt="2025-10-30T16:49:26.439" v="1561" actId="571"/>
          <ac:spMkLst>
            <pc:docMk/>
            <pc:sldMk cId="924026785" sldId="317"/>
            <ac:spMk id="64" creationId="{5C81D05C-A09A-E0EE-5307-4A107E047564}"/>
          </ac:spMkLst>
        </pc:spChg>
        <pc:spChg chg="mod">
          <ac:chgData name="MYUNG JIN" userId="89f3fa32ababedc4" providerId="LiveId" clId="{1442CAFF-C376-405E-80FE-32277BA9AD5E}" dt="2025-10-30T16:49:26.439" v="1561" actId="571"/>
          <ac:spMkLst>
            <pc:docMk/>
            <pc:sldMk cId="924026785" sldId="317"/>
            <ac:spMk id="66" creationId="{E9F074E5-0131-1E27-07EA-EE73A41EE22C}"/>
          </ac:spMkLst>
        </pc:spChg>
        <pc:spChg chg="mod">
          <ac:chgData name="MYUNG JIN" userId="89f3fa32ababedc4" providerId="LiveId" clId="{1442CAFF-C376-405E-80FE-32277BA9AD5E}" dt="2025-10-30T16:49:26.439" v="1561" actId="571"/>
          <ac:spMkLst>
            <pc:docMk/>
            <pc:sldMk cId="924026785" sldId="317"/>
            <ac:spMk id="70" creationId="{3D4C8085-21EA-D8CE-9F92-065975146E3A}"/>
          </ac:spMkLst>
        </pc:spChg>
        <pc:spChg chg="mod">
          <ac:chgData name="MYUNG JIN" userId="89f3fa32ababedc4" providerId="LiveId" clId="{1442CAFF-C376-405E-80FE-32277BA9AD5E}" dt="2025-10-30T16:49:26.439" v="1561" actId="571"/>
          <ac:spMkLst>
            <pc:docMk/>
            <pc:sldMk cId="924026785" sldId="317"/>
            <ac:spMk id="71" creationId="{766DB7FF-5DAB-828C-371D-F9A31D348F92}"/>
          </ac:spMkLst>
        </pc:spChg>
        <pc:spChg chg="mod">
          <ac:chgData name="MYUNG JIN" userId="89f3fa32ababedc4" providerId="LiveId" clId="{1442CAFF-C376-405E-80FE-32277BA9AD5E}" dt="2025-10-30T16:49:26.439" v="1561" actId="571"/>
          <ac:spMkLst>
            <pc:docMk/>
            <pc:sldMk cId="924026785" sldId="317"/>
            <ac:spMk id="75" creationId="{B4C9531B-ACF5-C0B5-2C4F-81B2E4127FB2}"/>
          </ac:spMkLst>
        </pc:spChg>
        <pc:spChg chg="mod">
          <ac:chgData name="MYUNG JIN" userId="89f3fa32ababedc4" providerId="LiveId" clId="{1442CAFF-C376-405E-80FE-32277BA9AD5E}" dt="2025-10-30T16:49:26.439" v="1561" actId="571"/>
          <ac:spMkLst>
            <pc:docMk/>
            <pc:sldMk cId="924026785" sldId="317"/>
            <ac:spMk id="82" creationId="{8AB49EAD-68D6-1974-C6E0-42ABCD7B3F9F}"/>
          </ac:spMkLst>
        </pc:spChg>
        <pc:spChg chg="mod">
          <ac:chgData name="MYUNG JIN" userId="89f3fa32ababedc4" providerId="LiveId" clId="{1442CAFF-C376-405E-80FE-32277BA9AD5E}" dt="2025-10-30T16:49:26.439" v="1561" actId="571"/>
          <ac:spMkLst>
            <pc:docMk/>
            <pc:sldMk cId="924026785" sldId="317"/>
            <ac:spMk id="85" creationId="{2ACB7C26-0CB9-3D95-ADE7-DCDA2A181023}"/>
          </ac:spMkLst>
        </pc:spChg>
        <pc:spChg chg="mod">
          <ac:chgData name="MYUNG JIN" userId="89f3fa32ababedc4" providerId="LiveId" clId="{1442CAFF-C376-405E-80FE-32277BA9AD5E}" dt="2025-10-30T16:49:26.439" v="1561" actId="571"/>
          <ac:spMkLst>
            <pc:docMk/>
            <pc:sldMk cId="924026785" sldId="317"/>
            <ac:spMk id="88" creationId="{151A65EB-C6F2-43D0-CFF5-43A719FB8B2F}"/>
          </ac:spMkLst>
        </pc:spChg>
        <pc:spChg chg="mod">
          <ac:chgData name="MYUNG JIN" userId="89f3fa32ababedc4" providerId="LiveId" clId="{1442CAFF-C376-405E-80FE-32277BA9AD5E}" dt="2025-10-30T16:49:44.974" v="1565" actId="571"/>
          <ac:spMkLst>
            <pc:docMk/>
            <pc:sldMk cId="924026785" sldId="317"/>
            <ac:spMk id="92" creationId="{9963587F-A4FF-8584-68F2-0DE3E925980F}"/>
          </ac:spMkLst>
        </pc:spChg>
        <pc:spChg chg="mod">
          <ac:chgData name="MYUNG JIN" userId="89f3fa32ababedc4" providerId="LiveId" clId="{1442CAFF-C376-405E-80FE-32277BA9AD5E}" dt="2025-10-30T16:49:52.171" v="1568" actId="1038"/>
          <ac:spMkLst>
            <pc:docMk/>
            <pc:sldMk cId="924026785" sldId="317"/>
            <ac:spMk id="93" creationId="{164FD377-979B-AC3D-FDB3-F2A4A94C3C2D}"/>
          </ac:spMkLst>
        </pc:spChg>
        <pc:spChg chg="mod">
          <ac:chgData name="MYUNG JIN" userId="89f3fa32ababedc4" providerId="LiveId" clId="{1442CAFF-C376-405E-80FE-32277BA9AD5E}" dt="2025-10-30T16:49:44.974" v="1565" actId="571"/>
          <ac:spMkLst>
            <pc:docMk/>
            <pc:sldMk cId="924026785" sldId="317"/>
            <ac:spMk id="101" creationId="{629F58B5-78D1-96B1-82F6-DABD1BC10769}"/>
          </ac:spMkLst>
        </pc:spChg>
        <pc:spChg chg="mod">
          <ac:chgData name="MYUNG JIN" userId="89f3fa32ababedc4" providerId="LiveId" clId="{1442CAFF-C376-405E-80FE-32277BA9AD5E}" dt="2025-10-30T16:49:44.974" v="1565" actId="571"/>
          <ac:spMkLst>
            <pc:docMk/>
            <pc:sldMk cId="924026785" sldId="317"/>
            <ac:spMk id="105" creationId="{39788A87-24A8-051A-CEC0-ECEEF5D79318}"/>
          </ac:spMkLst>
        </pc:spChg>
        <pc:spChg chg="mod">
          <ac:chgData name="MYUNG JIN" userId="89f3fa32ababedc4" providerId="LiveId" clId="{1442CAFF-C376-405E-80FE-32277BA9AD5E}" dt="2025-10-30T16:49:44.974" v="1565" actId="571"/>
          <ac:spMkLst>
            <pc:docMk/>
            <pc:sldMk cId="924026785" sldId="317"/>
            <ac:spMk id="108" creationId="{80BF2236-ED3F-E1D7-CF26-A91DA2169353}"/>
          </ac:spMkLst>
        </pc:spChg>
        <pc:spChg chg="mod">
          <ac:chgData name="MYUNG JIN" userId="89f3fa32ababedc4" providerId="LiveId" clId="{1442CAFF-C376-405E-80FE-32277BA9AD5E}" dt="2025-10-30T16:49:44.974" v="1565" actId="571"/>
          <ac:spMkLst>
            <pc:docMk/>
            <pc:sldMk cId="924026785" sldId="317"/>
            <ac:spMk id="109" creationId="{2287672C-BDA6-53D2-5E8A-E8A7F4C2527F}"/>
          </ac:spMkLst>
        </pc:spChg>
        <pc:spChg chg="mod">
          <ac:chgData name="MYUNG JIN" userId="89f3fa32ababedc4" providerId="LiveId" clId="{1442CAFF-C376-405E-80FE-32277BA9AD5E}" dt="2025-10-30T16:49:44.974" v="1565" actId="571"/>
          <ac:spMkLst>
            <pc:docMk/>
            <pc:sldMk cId="924026785" sldId="317"/>
            <ac:spMk id="111" creationId="{64E1CF72-2F9C-9F1C-4896-067999FBE241}"/>
          </ac:spMkLst>
        </pc:spChg>
        <pc:spChg chg="mod">
          <ac:chgData name="MYUNG JIN" userId="89f3fa32ababedc4" providerId="LiveId" clId="{1442CAFF-C376-405E-80FE-32277BA9AD5E}" dt="2025-10-30T16:49:44.974" v="1565" actId="571"/>
          <ac:spMkLst>
            <pc:docMk/>
            <pc:sldMk cId="924026785" sldId="317"/>
            <ac:spMk id="113" creationId="{0C408A61-2BFC-EB4C-835E-AE3D7A43E557}"/>
          </ac:spMkLst>
        </pc:spChg>
        <pc:spChg chg="mod">
          <ac:chgData name="MYUNG JIN" userId="89f3fa32ababedc4" providerId="LiveId" clId="{1442CAFF-C376-405E-80FE-32277BA9AD5E}" dt="2025-10-30T16:49:44.974" v="1565" actId="571"/>
          <ac:spMkLst>
            <pc:docMk/>
            <pc:sldMk cId="924026785" sldId="317"/>
            <ac:spMk id="121" creationId="{AB2F84A7-06F6-D524-4FD2-376484ED0802}"/>
          </ac:spMkLst>
        </pc:spChg>
        <pc:spChg chg="mod">
          <ac:chgData name="MYUNG JIN" userId="89f3fa32ababedc4" providerId="LiveId" clId="{1442CAFF-C376-405E-80FE-32277BA9AD5E}" dt="2025-10-30T16:49:44.974" v="1565" actId="571"/>
          <ac:spMkLst>
            <pc:docMk/>
            <pc:sldMk cId="924026785" sldId="317"/>
            <ac:spMk id="122" creationId="{23D4589A-CF0E-1C8D-3DF1-E0ECFD6BCB94}"/>
          </ac:spMkLst>
        </pc:spChg>
        <pc:spChg chg="mod">
          <ac:chgData name="MYUNG JIN" userId="89f3fa32ababedc4" providerId="LiveId" clId="{1442CAFF-C376-405E-80FE-32277BA9AD5E}" dt="2025-10-30T16:49:44.974" v="1565" actId="571"/>
          <ac:spMkLst>
            <pc:docMk/>
            <pc:sldMk cId="924026785" sldId="317"/>
            <ac:spMk id="125" creationId="{8595B15C-81A4-7733-7C1F-CE941FA51846}"/>
          </ac:spMkLst>
        </pc:spChg>
        <pc:spChg chg="add mod">
          <ac:chgData name="MYUNG JIN" userId="89f3fa32ababedc4" providerId="LiveId" clId="{1442CAFF-C376-405E-80FE-32277BA9AD5E}" dt="2025-10-30T16:50:09.330" v="1633" actId="20577"/>
          <ac:spMkLst>
            <pc:docMk/>
            <pc:sldMk cId="924026785" sldId="317"/>
            <ac:spMk id="128" creationId="{E79F5B66-CE5E-3EB0-EC8E-8637B549BE3A}"/>
          </ac:spMkLst>
        </pc:spChg>
        <pc:grpChg chg="add del mod">
          <ac:chgData name="MYUNG JIN" userId="89f3fa32ababedc4" providerId="LiveId" clId="{1442CAFF-C376-405E-80FE-32277BA9AD5E}" dt="2025-10-30T16:49:08.785" v="1551" actId="478"/>
          <ac:grpSpMkLst>
            <pc:docMk/>
            <pc:sldMk cId="924026785" sldId="317"/>
            <ac:grpSpMk id="13" creationId="{C89BFE58-C0DB-5971-A051-B48CA618F039}"/>
          </ac:grpSpMkLst>
        </pc:grpChg>
        <pc:grpChg chg="mod topLvl">
          <ac:chgData name="MYUNG JIN" userId="89f3fa32ababedc4" providerId="LiveId" clId="{1442CAFF-C376-405E-80FE-32277BA9AD5E}" dt="2025-10-30T16:49:24.804" v="1560" actId="1076"/>
          <ac:grpSpMkLst>
            <pc:docMk/>
            <pc:sldMk cId="924026785" sldId="317"/>
            <ac:grpSpMk id="14" creationId="{BFBBE87A-76C3-6856-328E-3AED77C41E75}"/>
          </ac:grpSpMkLst>
        </pc:grpChg>
        <pc:grpChg chg="mod">
          <ac:chgData name="MYUNG JIN" userId="89f3fa32ababedc4" providerId="LiveId" clId="{1442CAFF-C376-405E-80FE-32277BA9AD5E}" dt="2025-10-30T16:49:38.238" v="1564" actId="1076"/>
          <ac:grpSpMkLst>
            <pc:docMk/>
            <pc:sldMk cId="924026785" sldId="317"/>
            <ac:grpSpMk id="53" creationId="{8B9F0E0B-8A07-1151-8083-E7BD4998FB76}"/>
          </ac:grpSpMkLst>
        </pc:grpChg>
        <pc:picChg chg="add mod">
          <ac:chgData name="MYUNG JIN" userId="89f3fa32ababedc4" providerId="LiveId" clId="{1442CAFF-C376-405E-80FE-32277BA9AD5E}" dt="2025-10-30T16:47:38.414" v="1517" actId="1076"/>
          <ac:picMkLst>
            <pc:docMk/>
            <pc:sldMk cId="924026785" sldId="317"/>
            <ac:picMk id="4" creationId="{F98617BC-D16A-75FB-550C-DEA3C179F9E4}"/>
          </ac:picMkLst>
        </pc:picChg>
        <pc:picChg chg="del">
          <ac:chgData name="MYUNG JIN" userId="89f3fa32ababedc4" providerId="LiveId" clId="{1442CAFF-C376-405E-80FE-32277BA9AD5E}" dt="2025-10-30T16:49:28.313" v="1562" actId="478"/>
          <ac:picMkLst>
            <pc:docMk/>
            <pc:sldMk cId="924026785" sldId="317"/>
            <ac:picMk id="52" creationId="{3A3ACDFB-3BED-DA06-F8A2-D4500ACC21FF}"/>
          </ac:picMkLst>
        </pc:picChg>
        <pc:cxnChg chg="add">
          <ac:chgData name="MYUNG JIN" userId="89f3fa32ababedc4" providerId="LiveId" clId="{1442CAFF-C376-405E-80FE-32277BA9AD5E}" dt="2025-10-30T16:47:54.329" v="1518" actId="11529"/>
          <ac:cxnSpMkLst>
            <pc:docMk/>
            <pc:sldMk cId="924026785" sldId="317"/>
            <ac:cxnSpMk id="6" creationId="{806AFA25-8A48-4289-EBD1-0FEFCBF3A10F}"/>
          </ac:cxnSpMkLst>
        </pc:cxnChg>
        <pc:cxnChg chg="add mod">
          <ac:chgData name="MYUNG JIN" userId="89f3fa32ababedc4" providerId="LiveId" clId="{1442CAFF-C376-405E-80FE-32277BA9AD5E}" dt="2025-10-30T16:48:04.510" v="1522" actId="1076"/>
          <ac:cxnSpMkLst>
            <pc:docMk/>
            <pc:sldMk cId="924026785" sldId="317"/>
            <ac:cxnSpMk id="7" creationId="{47EEB2C8-BA36-687E-58F6-CDFB350D866E}"/>
          </ac:cxnSpMkLst>
        </pc:cxnChg>
        <pc:cxnChg chg="add mod">
          <ac:chgData name="MYUNG JIN" userId="89f3fa32ababedc4" providerId="LiveId" clId="{1442CAFF-C376-405E-80FE-32277BA9AD5E}" dt="2025-10-30T16:49:47.173" v="1566" actId="14100"/>
          <ac:cxnSpMkLst>
            <pc:docMk/>
            <pc:sldMk cId="924026785" sldId="317"/>
            <ac:cxnSpMk id="9" creationId="{50B9B6C8-8F32-7C69-BC69-52AFB067627D}"/>
          </ac:cxnSpMkLst>
        </pc:cxnChg>
        <pc:cxnChg chg="add del mod">
          <ac:chgData name="MYUNG JIN" userId="89f3fa32ababedc4" providerId="LiveId" clId="{1442CAFF-C376-405E-80FE-32277BA9AD5E}" dt="2025-10-30T16:48:08.603" v="1524" actId="478"/>
          <ac:cxnSpMkLst>
            <pc:docMk/>
            <pc:sldMk cId="924026785" sldId="317"/>
            <ac:cxnSpMk id="10" creationId="{AB5111DF-C126-CDC1-340A-DF83EBE3A097}"/>
          </ac:cxnSpMkLst>
        </pc:cxnChg>
      </pc:sldChg>
      <pc:sldChg chg="del">
        <pc:chgData name="MYUNG JIN" userId="89f3fa32ababedc4" providerId="LiveId" clId="{1442CAFF-C376-405E-80FE-32277BA9AD5E}" dt="2025-10-30T15:29:54.162" v="1" actId="47"/>
        <pc:sldMkLst>
          <pc:docMk/>
          <pc:sldMk cId="2174781645" sldId="317"/>
        </pc:sldMkLst>
      </pc:sldChg>
      <pc:sldChg chg="addSp delSp modSp new mod">
        <pc:chgData name="MYUNG JIN" userId="89f3fa32ababedc4" providerId="LiveId" clId="{1442CAFF-C376-405E-80FE-32277BA9AD5E}" dt="2025-10-30T16:00:34.659" v="818" actId="20577"/>
        <pc:sldMkLst>
          <pc:docMk/>
          <pc:sldMk cId="1430951101" sldId="318"/>
        </pc:sldMkLst>
        <pc:spChg chg="mod">
          <ac:chgData name="MYUNG JIN" userId="89f3fa32ababedc4" providerId="LiveId" clId="{1442CAFF-C376-405E-80FE-32277BA9AD5E}" dt="2025-10-30T15:34:37.524" v="289"/>
          <ac:spMkLst>
            <pc:docMk/>
            <pc:sldMk cId="1430951101" sldId="318"/>
            <ac:spMk id="2" creationId="{1FBBE7BD-D87D-13CC-CE1A-6B40550E1B61}"/>
          </ac:spMkLst>
        </pc:spChg>
        <pc:spChg chg="add mod">
          <ac:chgData name="MYUNG JIN" userId="89f3fa32ababedc4" providerId="LiveId" clId="{1442CAFF-C376-405E-80FE-32277BA9AD5E}" dt="2025-10-30T15:54:34.924" v="563" actId="1076"/>
          <ac:spMkLst>
            <pc:docMk/>
            <pc:sldMk cId="1430951101" sldId="318"/>
            <ac:spMk id="3" creationId="{2AA5BD57-66A9-CD51-ABF2-E48C0AE6458B}"/>
          </ac:spMkLst>
        </pc:spChg>
        <pc:spChg chg="add mod">
          <ac:chgData name="MYUNG JIN" userId="89f3fa32ababedc4" providerId="LiveId" clId="{1442CAFF-C376-405E-80FE-32277BA9AD5E}" dt="2025-10-30T16:00:34.659" v="818" actId="20577"/>
          <ac:spMkLst>
            <pc:docMk/>
            <pc:sldMk cId="1430951101" sldId="318"/>
            <ac:spMk id="4" creationId="{EC8A527F-15BA-5072-C662-D1C90FB36E69}"/>
          </ac:spMkLst>
        </pc:spChg>
        <pc:spChg chg="add del mod">
          <ac:chgData name="MYUNG JIN" userId="89f3fa32ababedc4" providerId="LiveId" clId="{1442CAFF-C376-405E-80FE-32277BA9AD5E}" dt="2025-10-30T15:59:48.458" v="767" actId="478"/>
          <ac:spMkLst>
            <pc:docMk/>
            <pc:sldMk cId="1430951101" sldId="318"/>
            <ac:spMk id="5" creationId="{08DEEF0D-A266-DA44-28DB-D561E3AD1F07}"/>
          </ac:spMkLst>
        </pc:spChg>
        <pc:spChg chg="add mod">
          <ac:chgData name="MYUNG JIN" userId="89f3fa32ababedc4" providerId="LiveId" clId="{1442CAFF-C376-405E-80FE-32277BA9AD5E}" dt="2025-10-30T15:59:45.670" v="766" actId="207"/>
          <ac:spMkLst>
            <pc:docMk/>
            <pc:sldMk cId="1430951101" sldId="318"/>
            <ac:spMk id="6" creationId="{3FEDB433-306E-A0D2-A09F-BF1456F8D136}"/>
          </ac:spMkLst>
        </pc:spChg>
        <pc:spChg chg="add mod">
          <ac:chgData name="MYUNG JIN" userId="89f3fa32ababedc4" providerId="LiveId" clId="{1442CAFF-C376-405E-80FE-32277BA9AD5E}" dt="2025-10-30T15:59:59.558" v="787" actId="1076"/>
          <ac:spMkLst>
            <pc:docMk/>
            <pc:sldMk cId="1430951101" sldId="318"/>
            <ac:spMk id="7" creationId="{181B2740-D3E9-44EA-6233-1B70E33F71D2}"/>
          </ac:spMkLst>
        </pc:spChg>
      </pc:sldChg>
      <pc:sldChg chg="addSp delSp modSp new mod">
        <pc:chgData name="MYUNG JIN" userId="89f3fa32ababedc4" providerId="LiveId" clId="{1442CAFF-C376-405E-80FE-32277BA9AD5E}" dt="2025-10-30T16:10:04.997" v="1220" actId="1076"/>
        <pc:sldMkLst>
          <pc:docMk/>
          <pc:sldMk cId="3870974678" sldId="319"/>
        </pc:sldMkLst>
        <pc:spChg chg="mod">
          <ac:chgData name="MYUNG JIN" userId="89f3fa32ababedc4" providerId="LiveId" clId="{1442CAFF-C376-405E-80FE-32277BA9AD5E}" dt="2025-10-30T16:00:47.373" v="820"/>
          <ac:spMkLst>
            <pc:docMk/>
            <pc:sldMk cId="3870974678" sldId="319"/>
            <ac:spMk id="2" creationId="{97E7BEA6-B691-C040-B1BA-CF692CAACFAC}"/>
          </ac:spMkLst>
        </pc:spChg>
        <pc:spChg chg="add mod">
          <ac:chgData name="MYUNG JIN" userId="89f3fa32ababedc4" providerId="LiveId" clId="{1442CAFF-C376-405E-80FE-32277BA9AD5E}" dt="2025-10-30T16:00:57.161" v="842" actId="20577"/>
          <ac:spMkLst>
            <pc:docMk/>
            <pc:sldMk cId="3870974678" sldId="319"/>
            <ac:spMk id="3" creationId="{51230603-1C4B-40A7-263F-FC4924BC9C71}"/>
          </ac:spMkLst>
        </pc:spChg>
        <pc:spChg chg="add mod">
          <ac:chgData name="MYUNG JIN" userId="89f3fa32ababedc4" providerId="LiveId" clId="{1442CAFF-C376-405E-80FE-32277BA9AD5E}" dt="2025-10-30T16:02:50.538" v="857" actId="58"/>
          <ac:spMkLst>
            <pc:docMk/>
            <pc:sldMk cId="3870974678" sldId="319"/>
            <ac:spMk id="4" creationId="{52B929E4-3CBF-8DE1-3EBB-33CC6047F77D}"/>
          </ac:spMkLst>
        </pc:spChg>
        <pc:spChg chg="add mod">
          <ac:chgData name="MYUNG JIN" userId="89f3fa32ababedc4" providerId="LiveId" clId="{1442CAFF-C376-405E-80FE-32277BA9AD5E}" dt="2025-10-30T16:02:56.039" v="860" actId="20577"/>
          <ac:spMkLst>
            <pc:docMk/>
            <pc:sldMk cId="3870974678" sldId="319"/>
            <ac:spMk id="5" creationId="{01E1EDF3-B114-820A-8C69-471B40E363EB}"/>
          </ac:spMkLst>
        </pc:spChg>
        <pc:spChg chg="add mod">
          <ac:chgData name="MYUNG JIN" userId="89f3fa32ababedc4" providerId="LiveId" clId="{1442CAFF-C376-405E-80FE-32277BA9AD5E}" dt="2025-10-30T16:03:03.111" v="865" actId="20577"/>
          <ac:spMkLst>
            <pc:docMk/>
            <pc:sldMk cId="3870974678" sldId="319"/>
            <ac:spMk id="6" creationId="{C72FE282-7E45-CD93-1B92-9377E66ACE36}"/>
          </ac:spMkLst>
        </pc:spChg>
        <pc:spChg chg="add del mod">
          <ac:chgData name="MYUNG JIN" userId="89f3fa32ababedc4" providerId="LiveId" clId="{1442CAFF-C376-405E-80FE-32277BA9AD5E}" dt="2025-10-30T16:07:16.595" v="1040" actId="478"/>
          <ac:spMkLst>
            <pc:docMk/>
            <pc:sldMk cId="3870974678" sldId="319"/>
            <ac:spMk id="7" creationId="{E3FD712E-A71C-0B70-AB8C-243D092963D0}"/>
          </ac:spMkLst>
        </pc:spChg>
        <pc:spChg chg="add mod">
          <ac:chgData name="MYUNG JIN" userId="89f3fa32ababedc4" providerId="LiveId" clId="{1442CAFF-C376-405E-80FE-32277BA9AD5E}" dt="2025-10-30T16:08:03.955" v="1055" actId="1076"/>
          <ac:spMkLst>
            <pc:docMk/>
            <pc:sldMk cId="3870974678" sldId="319"/>
            <ac:spMk id="8" creationId="{BD9C0F57-94EA-3580-BF1B-6EC8BE0D99B2}"/>
          </ac:spMkLst>
        </pc:spChg>
        <pc:spChg chg="add mod">
          <ac:chgData name="MYUNG JIN" userId="89f3fa32ababedc4" providerId="LiveId" clId="{1442CAFF-C376-405E-80FE-32277BA9AD5E}" dt="2025-10-30T16:07:22.264" v="1042" actId="1076"/>
          <ac:spMkLst>
            <pc:docMk/>
            <pc:sldMk cId="3870974678" sldId="319"/>
            <ac:spMk id="9" creationId="{3F533109-B44C-5950-B4E1-227FB3C1A80C}"/>
          </ac:spMkLst>
        </pc:spChg>
        <pc:spChg chg="add del mod">
          <ac:chgData name="MYUNG JIN" userId="89f3fa32ababedc4" providerId="LiveId" clId="{1442CAFF-C376-405E-80FE-32277BA9AD5E}" dt="2025-10-30T16:03:30.969" v="881" actId="478"/>
          <ac:spMkLst>
            <pc:docMk/>
            <pc:sldMk cId="3870974678" sldId="319"/>
            <ac:spMk id="10" creationId="{84300F72-05CA-1D4C-DC63-5FCFB0291AEA}"/>
          </ac:spMkLst>
        </pc:spChg>
        <pc:spChg chg="add del mod">
          <ac:chgData name="MYUNG JIN" userId="89f3fa32ababedc4" providerId="LiveId" clId="{1442CAFF-C376-405E-80FE-32277BA9AD5E}" dt="2025-10-30T16:03:30.969" v="881" actId="478"/>
          <ac:spMkLst>
            <pc:docMk/>
            <pc:sldMk cId="3870974678" sldId="319"/>
            <ac:spMk id="11" creationId="{F59E7259-0A9B-FE5B-252E-6BDC1BC7F102}"/>
          </ac:spMkLst>
        </pc:spChg>
        <pc:spChg chg="add mod">
          <ac:chgData name="MYUNG JIN" userId="89f3fa32ababedc4" providerId="LiveId" clId="{1442CAFF-C376-405E-80FE-32277BA9AD5E}" dt="2025-10-30T16:06:07.220" v="997" actId="1038"/>
          <ac:spMkLst>
            <pc:docMk/>
            <pc:sldMk cId="3870974678" sldId="319"/>
            <ac:spMk id="12" creationId="{8FCD7740-AC01-8846-8FD0-19A3FDDDDBDE}"/>
          </ac:spMkLst>
        </pc:spChg>
        <pc:spChg chg="add del mod">
          <ac:chgData name="MYUNG JIN" userId="89f3fa32ababedc4" providerId="LiveId" clId="{1442CAFF-C376-405E-80FE-32277BA9AD5E}" dt="2025-10-30T16:04:23.905" v="925" actId="478"/>
          <ac:spMkLst>
            <pc:docMk/>
            <pc:sldMk cId="3870974678" sldId="319"/>
            <ac:spMk id="13" creationId="{37AE1FFB-AB11-887D-FA92-B5E7AFC62E74}"/>
          </ac:spMkLst>
        </pc:spChg>
        <pc:spChg chg="add del mod">
          <ac:chgData name="MYUNG JIN" userId="89f3fa32ababedc4" providerId="LiveId" clId="{1442CAFF-C376-405E-80FE-32277BA9AD5E}" dt="2025-10-30T16:04:23.905" v="925" actId="478"/>
          <ac:spMkLst>
            <pc:docMk/>
            <pc:sldMk cId="3870974678" sldId="319"/>
            <ac:spMk id="14" creationId="{8A43FF08-E385-07C8-77F2-AF71BA7FFECB}"/>
          </ac:spMkLst>
        </pc:spChg>
        <pc:spChg chg="add del mod">
          <ac:chgData name="MYUNG JIN" userId="89f3fa32ababedc4" providerId="LiveId" clId="{1442CAFF-C376-405E-80FE-32277BA9AD5E}" dt="2025-10-30T16:04:23.905" v="925" actId="478"/>
          <ac:spMkLst>
            <pc:docMk/>
            <pc:sldMk cId="3870974678" sldId="319"/>
            <ac:spMk id="15" creationId="{36C901E6-A1C7-543D-E55C-955B347839AF}"/>
          </ac:spMkLst>
        </pc:spChg>
        <pc:spChg chg="add del mod">
          <ac:chgData name="MYUNG JIN" userId="89f3fa32ababedc4" providerId="LiveId" clId="{1442CAFF-C376-405E-80FE-32277BA9AD5E}" dt="2025-10-30T16:04:23.905" v="925" actId="478"/>
          <ac:spMkLst>
            <pc:docMk/>
            <pc:sldMk cId="3870974678" sldId="319"/>
            <ac:spMk id="16" creationId="{F14D4E42-FCBE-6435-FA0B-486B669691DC}"/>
          </ac:spMkLst>
        </pc:spChg>
        <pc:spChg chg="add del mod">
          <ac:chgData name="MYUNG JIN" userId="89f3fa32ababedc4" providerId="LiveId" clId="{1442CAFF-C376-405E-80FE-32277BA9AD5E}" dt="2025-10-30T16:04:23.905" v="925" actId="478"/>
          <ac:spMkLst>
            <pc:docMk/>
            <pc:sldMk cId="3870974678" sldId="319"/>
            <ac:spMk id="17" creationId="{66C3D9CC-D254-259B-6F32-883577BF8465}"/>
          </ac:spMkLst>
        </pc:spChg>
        <pc:spChg chg="add mod">
          <ac:chgData name="MYUNG JIN" userId="89f3fa32ababedc4" providerId="LiveId" clId="{1442CAFF-C376-405E-80FE-32277BA9AD5E}" dt="2025-10-30T16:06:07.220" v="997" actId="1038"/>
          <ac:spMkLst>
            <pc:docMk/>
            <pc:sldMk cId="3870974678" sldId="319"/>
            <ac:spMk id="18" creationId="{62EF785A-BEC3-F642-BFC0-47E720CA4D53}"/>
          </ac:spMkLst>
        </pc:spChg>
        <pc:spChg chg="add mod">
          <ac:chgData name="MYUNG JIN" userId="89f3fa32ababedc4" providerId="LiveId" clId="{1442CAFF-C376-405E-80FE-32277BA9AD5E}" dt="2025-10-30T16:06:07.220" v="997" actId="1038"/>
          <ac:spMkLst>
            <pc:docMk/>
            <pc:sldMk cId="3870974678" sldId="319"/>
            <ac:spMk id="19" creationId="{5940969D-79FB-09D0-3B95-42AB16F0610D}"/>
          </ac:spMkLst>
        </pc:spChg>
        <pc:spChg chg="add del mod">
          <ac:chgData name="MYUNG JIN" userId="89f3fa32ababedc4" providerId="LiveId" clId="{1442CAFF-C376-405E-80FE-32277BA9AD5E}" dt="2025-10-30T16:07:18.126" v="1041" actId="478"/>
          <ac:spMkLst>
            <pc:docMk/>
            <pc:sldMk cId="3870974678" sldId="319"/>
            <ac:spMk id="20" creationId="{163960CA-202C-3CE8-E072-B8B4308221EE}"/>
          </ac:spMkLst>
        </pc:spChg>
        <pc:spChg chg="add mod">
          <ac:chgData name="MYUNG JIN" userId="89f3fa32ababedc4" providerId="LiveId" clId="{1442CAFF-C376-405E-80FE-32277BA9AD5E}" dt="2025-10-30T16:07:22.264" v="1042" actId="1076"/>
          <ac:spMkLst>
            <pc:docMk/>
            <pc:sldMk cId="3870974678" sldId="319"/>
            <ac:spMk id="21" creationId="{D2A41E5B-F752-312D-CCA3-0288D946828B}"/>
          </ac:spMkLst>
        </pc:spChg>
        <pc:spChg chg="add mod">
          <ac:chgData name="MYUNG JIN" userId="89f3fa32ababedc4" providerId="LiveId" clId="{1442CAFF-C376-405E-80FE-32277BA9AD5E}" dt="2025-10-30T16:07:43.086" v="1051" actId="20577"/>
          <ac:spMkLst>
            <pc:docMk/>
            <pc:sldMk cId="3870974678" sldId="319"/>
            <ac:spMk id="22" creationId="{DE40E026-5D8B-E826-5AA6-4DC66B4143C7}"/>
          </ac:spMkLst>
        </pc:spChg>
        <pc:spChg chg="add mod">
          <ac:chgData name="MYUNG JIN" userId="89f3fa32ababedc4" providerId="LiveId" clId="{1442CAFF-C376-405E-80FE-32277BA9AD5E}" dt="2025-10-30T16:09:51.956" v="1198" actId="14100"/>
          <ac:spMkLst>
            <pc:docMk/>
            <pc:sldMk cId="3870974678" sldId="319"/>
            <ac:spMk id="23" creationId="{9D1372CD-0B93-3455-753C-91FA75AC628F}"/>
          </ac:spMkLst>
        </pc:spChg>
        <pc:spChg chg="add mod">
          <ac:chgData name="MYUNG JIN" userId="89f3fa32ababedc4" providerId="LiveId" clId="{1442CAFF-C376-405E-80FE-32277BA9AD5E}" dt="2025-10-30T16:10:04.997" v="1220" actId="1076"/>
          <ac:spMkLst>
            <pc:docMk/>
            <pc:sldMk cId="3870974678" sldId="319"/>
            <ac:spMk id="24" creationId="{97A543AB-0351-62A6-429E-8F414BD1B416}"/>
          </ac:spMkLst>
        </pc:spChg>
      </pc:sldChg>
      <pc:sldChg chg="addSp modSp new add del mod">
        <pc:chgData name="MYUNG JIN" userId="89f3fa32ababedc4" providerId="LiveId" clId="{1442CAFF-C376-405E-80FE-32277BA9AD5E}" dt="2025-10-30T16:47:11.868" v="1473" actId="6549"/>
        <pc:sldMkLst>
          <pc:docMk/>
          <pc:sldMk cId="3081958862" sldId="320"/>
        </pc:sldMkLst>
        <pc:spChg chg="mod">
          <ac:chgData name="MYUNG JIN" userId="89f3fa32ababedc4" providerId="LiveId" clId="{1442CAFF-C376-405E-80FE-32277BA9AD5E}" dt="2025-10-30T16:10:11.474" v="1222"/>
          <ac:spMkLst>
            <pc:docMk/>
            <pc:sldMk cId="3081958862" sldId="320"/>
            <ac:spMk id="2" creationId="{7AF7A0A8-997A-9447-CBAB-DCFB399B98D6}"/>
          </ac:spMkLst>
        </pc:spChg>
        <pc:spChg chg="add mod">
          <ac:chgData name="MYUNG JIN" userId="89f3fa32ababedc4" providerId="LiveId" clId="{1442CAFF-C376-405E-80FE-32277BA9AD5E}" dt="2025-10-30T16:10:55.990" v="1254" actId="20577"/>
          <ac:spMkLst>
            <pc:docMk/>
            <pc:sldMk cId="3081958862" sldId="320"/>
            <ac:spMk id="3" creationId="{98225164-1E83-5C83-933A-98C7CADBB5C1}"/>
          </ac:spMkLst>
        </pc:spChg>
        <pc:spChg chg="add mod">
          <ac:chgData name="MYUNG JIN" userId="89f3fa32ababedc4" providerId="LiveId" clId="{1442CAFF-C376-405E-80FE-32277BA9AD5E}" dt="2025-10-30T16:11:15.984" v="1257" actId="14100"/>
          <ac:spMkLst>
            <pc:docMk/>
            <pc:sldMk cId="3081958862" sldId="320"/>
            <ac:spMk id="5" creationId="{62B14754-A3B6-010F-279B-7748D263820A}"/>
          </ac:spMkLst>
        </pc:spChg>
        <pc:spChg chg="add mod">
          <ac:chgData name="MYUNG JIN" userId="89f3fa32ababedc4" providerId="LiveId" clId="{1442CAFF-C376-405E-80FE-32277BA9AD5E}" dt="2025-10-30T16:11:40.425" v="1278" actId="1076"/>
          <ac:spMkLst>
            <pc:docMk/>
            <pc:sldMk cId="3081958862" sldId="320"/>
            <ac:spMk id="6" creationId="{64DB6D90-F2F3-A785-6E50-7089734D9A7B}"/>
          </ac:spMkLst>
        </pc:spChg>
        <pc:spChg chg="add mod">
          <ac:chgData name="MYUNG JIN" userId="89f3fa32ababedc4" providerId="LiveId" clId="{1442CAFF-C376-405E-80FE-32277BA9AD5E}" dt="2025-10-30T16:11:53.211" v="1280" actId="1076"/>
          <ac:spMkLst>
            <pc:docMk/>
            <pc:sldMk cId="3081958862" sldId="320"/>
            <ac:spMk id="7" creationId="{EBC85AAC-1ED9-1529-0DE6-0F601C41E7DF}"/>
          </ac:spMkLst>
        </pc:spChg>
        <pc:spChg chg="add mod">
          <ac:chgData name="MYUNG JIN" userId="89f3fa32ababedc4" providerId="LiveId" clId="{1442CAFF-C376-405E-80FE-32277BA9AD5E}" dt="2025-10-30T16:12:06.184" v="1295" actId="20577"/>
          <ac:spMkLst>
            <pc:docMk/>
            <pc:sldMk cId="3081958862" sldId="320"/>
            <ac:spMk id="9" creationId="{FE9B4C2E-76F7-57A7-5AD2-A55C7495A50C}"/>
          </ac:spMkLst>
        </pc:spChg>
        <pc:spChg chg="add mod">
          <ac:chgData name="MYUNG JIN" userId="89f3fa32ababedc4" providerId="LiveId" clId="{1442CAFF-C376-405E-80FE-32277BA9AD5E}" dt="2025-10-30T16:12:56.426" v="1312" actId="1076"/>
          <ac:spMkLst>
            <pc:docMk/>
            <pc:sldMk cId="3081958862" sldId="320"/>
            <ac:spMk id="10" creationId="{AEA15F6C-EA8D-37E1-1F5A-16D3EC7F8FE9}"/>
          </ac:spMkLst>
        </pc:spChg>
        <pc:spChg chg="add mod">
          <ac:chgData name="MYUNG JIN" userId="89f3fa32ababedc4" providerId="LiveId" clId="{1442CAFF-C376-405E-80FE-32277BA9AD5E}" dt="2025-10-30T16:46:38.718" v="1437" actId="20577"/>
          <ac:spMkLst>
            <pc:docMk/>
            <pc:sldMk cId="3081958862" sldId="320"/>
            <ac:spMk id="11" creationId="{C66B1B84-327C-D5A2-8DF6-AC4FB331062B}"/>
          </ac:spMkLst>
        </pc:spChg>
        <pc:spChg chg="add mod">
          <ac:chgData name="MYUNG JIN" userId="89f3fa32ababedc4" providerId="LiveId" clId="{1442CAFF-C376-405E-80FE-32277BA9AD5E}" dt="2025-10-30T16:47:11.868" v="1473" actId="6549"/>
          <ac:spMkLst>
            <pc:docMk/>
            <pc:sldMk cId="3081958862" sldId="320"/>
            <ac:spMk id="12" creationId="{6CC572DA-B907-7F8D-609D-794D833732DA}"/>
          </ac:spMkLst>
        </pc:spChg>
      </pc:sldChg>
      <pc:sldChg chg="addSp delSp modSp new mod">
        <pc:chgData name="MYUNG JIN" userId="89f3fa32ababedc4" providerId="LiveId" clId="{1442CAFF-C376-405E-80FE-32277BA9AD5E}" dt="2025-10-30T16:54:36.758" v="1826" actId="1076"/>
        <pc:sldMkLst>
          <pc:docMk/>
          <pc:sldMk cId="1687887757" sldId="321"/>
        </pc:sldMkLst>
        <pc:spChg chg="mod">
          <ac:chgData name="MYUNG JIN" userId="89f3fa32ababedc4" providerId="LiveId" clId="{1442CAFF-C376-405E-80FE-32277BA9AD5E}" dt="2025-10-30T16:50:17.624" v="1654" actId="20577"/>
          <ac:spMkLst>
            <pc:docMk/>
            <pc:sldMk cId="1687887757" sldId="321"/>
            <ac:spMk id="2" creationId="{4FF7BC70-0241-E865-7C5C-8DD206AC19BA}"/>
          </ac:spMkLst>
        </pc:spChg>
        <pc:spChg chg="del topLvl">
          <ac:chgData name="MYUNG JIN" userId="89f3fa32ababedc4" providerId="LiveId" clId="{1442CAFF-C376-405E-80FE-32277BA9AD5E}" dt="2025-10-30T16:50:54.024" v="1657" actId="478"/>
          <ac:spMkLst>
            <pc:docMk/>
            <pc:sldMk cId="1687887757" sldId="321"/>
            <ac:spMk id="4" creationId="{208C2475-B043-631C-6406-267D1396D0BF}"/>
          </ac:spMkLst>
        </pc:spChg>
        <pc:spChg chg="mod">
          <ac:chgData name="MYUNG JIN" userId="89f3fa32ababedc4" providerId="LiveId" clId="{1442CAFF-C376-405E-80FE-32277BA9AD5E}" dt="2025-10-30T16:50:48.941" v="1655"/>
          <ac:spMkLst>
            <pc:docMk/>
            <pc:sldMk cId="1687887757" sldId="321"/>
            <ac:spMk id="10" creationId="{C8D9360A-2E66-6684-406D-788DECD88802}"/>
          </ac:spMkLst>
        </pc:spChg>
        <pc:spChg chg="mod">
          <ac:chgData name="MYUNG JIN" userId="89f3fa32ababedc4" providerId="LiveId" clId="{1442CAFF-C376-405E-80FE-32277BA9AD5E}" dt="2025-10-30T16:50:48.941" v="1655"/>
          <ac:spMkLst>
            <pc:docMk/>
            <pc:sldMk cId="1687887757" sldId="321"/>
            <ac:spMk id="11" creationId="{51C2D36C-394D-EDE9-3232-9FF0C594CDC1}"/>
          </ac:spMkLst>
        </pc:spChg>
        <pc:spChg chg="mod">
          <ac:chgData name="MYUNG JIN" userId="89f3fa32ababedc4" providerId="LiveId" clId="{1442CAFF-C376-405E-80FE-32277BA9AD5E}" dt="2025-10-30T16:50:48.941" v="1655"/>
          <ac:spMkLst>
            <pc:docMk/>
            <pc:sldMk cId="1687887757" sldId="321"/>
            <ac:spMk id="12" creationId="{E213EB93-B6DB-283B-7B94-4884EACAFF86}"/>
          </ac:spMkLst>
        </pc:spChg>
        <pc:spChg chg="mod">
          <ac:chgData name="MYUNG JIN" userId="89f3fa32ababedc4" providerId="LiveId" clId="{1442CAFF-C376-405E-80FE-32277BA9AD5E}" dt="2025-10-30T16:50:48.941" v="1655"/>
          <ac:spMkLst>
            <pc:docMk/>
            <pc:sldMk cId="1687887757" sldId="321"/>
            <ac:spMk id="15" creationId="{966F6007-AA74-3135-5CAC-14BC2CBB74D2}"/>
          </ac:spMkLst>
        </pc:spChg>
        <pc:spChg chg="mod">
          <ac:chgData name="MYUNG JIN" userId="89f3fa32ababedc4" providerId="LiveId" clId="{1442CAFF-C376-405E-80FE-32277BA9AD5E}" dt="2025-10-30T16:50:48.941" v="1655"/>
          <ac:spMkLst>
            <pc:docMk/>
            <pc:sldMk cId="1687887757" sldId="321"/>
            <ac:spMk id="17" creationId="{3C125AA2-CF30-0792-B49C-E466FFD5B246}"/>
          </ac:spMkLst>
        </pc:spChg>
        <pc:spChg chg="mod">
          <ac:chgData name="MYUNG JIN" userId="89f3fa32ababedc4" providerId="LiveId" clId="{1442CAFF-C376-405E-80FE-32277BA9AD5E}" dt="2025-10-30T16:50:48.941" v="1655"/>
          <ac:spMkLst>
            <pc:docMk/>
            <pc:sldMk cId="1687887757" sldId="321"/>
            <ac:spMk id="20" creationId="{05DAF478-EE95-862A-B0B7-D02449311D87}"/>
          </ac:spMkLst>
        </pc:spChg>
        <pc:spChg chg="mod">
          <ac:chgData name="MYUNG JIN" userId="89f3fa32ababedc4" providerId="LiveId" clId="{1442CAFF-C376-405E-80FE-32277BA9AD5E}" dt="2025-10-30T16:50:48.941" v="1655"/>
          <ac:spMkLst>
            <pc:docMk/>
            <pc:sldMk cId="1687887757" sldId="321"/>
            <ac:spMk id="24" creationId="{6EAF39E9-B46D-7DDF-EC0E-6705430F6586}"/>
          </ac:spMkLst>
        </pc:spChg>
        <pc:spChg chg="mod">
          <ac:chgData name="MYUNG JIN" userId="89f3fa32ababedc4" providerId="LiveId" clId="{1442CAFF-C376-405E-80FE-32277BA9AD5E}" dt="2025-10-30T16:50:48.941" v="1655"/>
          <ac:spMkLst>
            <pc:docMk/>
            <pc:sldMk cId="1687887757" sldId="321"/>
            <ac:spMk id="25" creationId="{E2294DE9-82C0-2A7C-43B6-4C4EBB6CE755}"/>
          </ac:spMkLst>
        </pc:spChg>
        <pc:spChg chg="mod">
          <ac:chgData name="MYUNG JIN" userId="89f3fa32ababedc4" providerId="LiveId" clId="{1442CAFF-C376-405E-80FE-32277BA9AD5E}" dt="2025-10-30T16:50:48.941" v="1655"/>
          <ac:spMkLst>
            <pc:docMk/>
            <pc:sldMk cId="1687887757" sldId="321"/>
            <ac:spMk id="26" creationId="{23A92349-DF81-CE0F-8495-F16C99FA2E57}"/>
          </ac:spMkLst>
        </pc:spChg>
        <pc:spChg chg="mod">
          <ac:chgData name="MYUNG JIN" userId="89f3fa32ababedc4" providerId="LiveId" clId="{1442CAFF-C376-405E-80FE-32277BA9AD5E}" dt="2025-10-30T16:50:48.941" v="1655"/>
          <ac:spMkLst>
            <pc:docMk/>
            <pc:sldMk cId="1687887757" sldId="321"/>
            <ac:spMk id="27" creationId="{AA515A09-D28A-CC86-FD18-C5E69845428A}"/>
          </ac:spMkLst>
        </pc:spChg>
        <pc:spChg chg="mod">
          <ac:chgData name="MYUNG JIN" userId="89f3fa32ababedc4" providerId="LiveId" clId="{1442CAFF-C376-405E-80FE-32277BA9AD5E}" dt="2025-10-30T16:51:06.288" v="1659"/>
          <ac:spMkLst>
            <pc:docMk/>
            <pc:sldMk cId="1687887757" sldId="321"/>
            <ac:spMk id="30" creationId="{D2A3F1B0-F337-930F-708A-DC34AB15C4DD}"/>
          </ac:spMkLst>
        </pc:spChg>
        <pc:spChg chg="mod">
          <ac:chgData name="MYUNG JIN" userId="89f3fa32ababedc4" providerId="LiveId" clId="{1442CAFF-C376-405E-80FE-32277BA9AD5E}" dt="2025-10-30T16:51:06.288" v="1659"/>
          <ac:spMkLst>
            <pc:docMk/>
            <pc:sldMk cId="1687887757" sldId="321"/>
            <ac:spMk id="31" creationId="{436ADBDD-6F9F-3865-5C56-FA684D72B40A}"/>
          </ac:spMkLst>
        </pc:spChg>
        <pc:spChg chg="mod">
          <ac:chgData name="MYUNG JIN" userId="89f3fa32ababedc4" providerId="LiveId" clId="{1442CAFF-C376-405E-80FE-32277BA9AD5E}" dt="2025-10-30T16:51:06.288" v="1659"/>
          <ac:spMkLst>
            <pc:docMk/>
            <pc:sldMk cId="1687887757" sldId="321"/>
            <ac:spMk id="32" creationId="{279198B8-AC7C-6388-8845-1F7162B69832}"/>
          </ac:spMkLst>
        </pc:spChg>
        <pc:spChg chg="mod">
          <ac:chgData name="MYUNG JIN" userId="89f3fa32ababedc4" providerId="LiveId" clId="{1442CAFF-C376-405E-80FE-32277BA9AD5E}" dt="2025-10-30T16:51:06.288" v="1659"/>
          <ac:spMkLst>
            <pc:docMk/>
            <pc:sldMk cId="1687887757" sldId="321"/>
            <ac:spMk id="37" creationId="{D1A5EBC7-EA10-B4E0-FB0D-BA56BAF3AC10}"/>
          </ac:spMkLst>
        </pc:spChg>
        <pc:spChg chg="mod">
          <ac:chgData name="MYUNG JIN" userId="89f3fa32ababedc4" providerId="LiveId" clId="{1442CAFF-C376-405E-80FE-32277BA9AD5E}" dt="2025-10-30T16:51:06.288" v="1659"/>
          <ac:spMkLst>
            <pc:docMk/>
            <pc:sldMk cId="1687887757" sldId="321"/>
            <ac:spMk id="38" creationId="{145D14B5-8624-C3E7-E195-F069423519A3}"/>
          </ac:spMkLst>
        </pc:spChg>
        <pc:spChg chg="mod">
          <ac:chgData name="MYUNG JIN" userId="89f3fa32ababedc4" providerId="LiveId" clId="{1442CAFF-C376-405E-80FE-32277BA9AD5E}" dt="2025-10-30T16:51:06.288" v="1659"/>
          <ac:spMkLst>
            <pc:docMk/>
            <pc:sldMk cId="1687887757" sldId="321"/>
            <ac:spMk id="39" creationId="{96AB17C6-548E-88B1-250C-9029BA22186C}"/>
          </ac:spMkLst>
        </pc:spChg>
        <pc:spChg chg="mod">
          <ac:chgData name="MYUNG JIN" userId="89f3fa32ababedc4" providerId="LiveId" clId="{1442CAFF-C376-405E-80FE-32277BA9AD5E}" dt="2025-10-30T16:51:06.288" v="1659"/>
          <ac:spMkLst>
            <pc:docMk/>
            <pc:sldMk cId="1687887757" sldId="321"/>
            <ac:spMk id="41" creationId="{DC5E9F8B-D8E6-CF14-4BFF-6C5D7239181D}"/>
          </ac:spMkLst>
        </pc:spChg>
        <pc:spChg chg="add mod">
          <ac:chgData name="MYUNG JIN" userId="89f3fa32ababedc4" providerId="LiveId" clId="{1442CAFF-C376-405E-80FE-32277BA9AD5E}" dt="2025-10-30T16:53:47.132" v="1697" actId="1076"/>
          <ac:spMkLst>
            <pc:docMk/>
            <pc:sldMk cId="1687887757" sldId="321"/>
            <ac:spMk id="52" creationId="{CBA2DAC1-F93F-71A4-1C1E-6725CC9F7DF7}"/>
          </ac:spMkLst>
        </pc:spChg>
        <pc:spChg chg="add mod">
          <ac:chgData name="MYUNG JIN" userId="89f3fa32ababedc4" providerId="LiveId" clId="{1442CAFF-C376-405E-80FE-32277BA9AD5E}" dt="2025-10-30T16:52:18.503" v="1665"/>
          <ac:spMkLst>
            <pc:docMk/>
            <pc:sldMk cId="1687887757" sldId="321"/>
            <ac:spMk id="60" creationId="{524905CE-3063-9928-24D0-D4CA88F810CF}"/>
          </ac:spMkLst>
        </pc:spChg>
        <pc:spChg chg="add mod">
          <ac:chgData name="MYUNG JIN" userId="89f3fa32ababedc4" providerId="LiveId" clId="{1442CAFF-C376-405E-80FE-32277BA9AD5E}" dt="2025-10-30T16:52:18.503" v="1665"/>
          <ac:spMkLst>
            <pc:docMk/>
            <pc:sldMk cId="1687887757" sldId="321"/>
            <ac:spMk id="61" creationId="{F6F1070C-2F21-D82F-48D6-4BCC1340B41A}"/>
          </ac:spMkLst>
        </pc:spChg>
        <pc:spChg chg="add mod">
          <ac:chgData name="MYUNG JIN" userId="89f3fa32ababedc4" providerId="LiveId" clId="{1442CAFF-C376-405E-80FE-32277BA9AD5E}" dt="2025-10-30T16:52:18.503" v="1665"/>
          <ac:spMkLst>
            <pc:docMk/>
            <pc:sldMk cId="1687887757" sldId="321"/>
            <ac:spMk id="62" creationId="{47AFD30B-BFCC-C13C-D561-30DD576F3DB0}"/>
          </ac:spMkLst>
        </pc:spChg>
        <pc:spChg chg="add mod">
          <ac:chgData name="MYUNG JIN" userId="89f3fa32ababedc4" providerId="LiveId" clId="{1442CAFF-C376-405E-80FE-32277BA9AD5E}" dt="2025-10-30T16:52:18.503" v="1665"/>
          <ac:spMkLst>
            <pc:docMk/>
            <pc:sldMk cId="1687887757" sldId="321"/>
            <ac:spMk id="63" creationId="{510ECBB8-9D1F-1ACF-43F6-6AF5BAFA1E18}"/>
          </ac:spMkLst>
        </pc:spChg>
        <pc:spChg chg="add mod">
          <ac:chgData name="MYUNG JIN" userId="89f3fa32ababedc4" providerId="LiveId" clId="{1442CAFF-C376-405E-80FE-32277BA9AD5E}" dt="2025-10-30T16:52:18.503" v="1665"/>
          <ac:spMkLst>
            <pc:docMk/>
            <pc:sldMk cId="1687887757" sldId="321"/>
            <ac:spMk id="64" creationId="{822C0EAA-3843-C346-FEE0-176565C677EC}"/>
          </ac:spMkLst>
        </pc:spChg>
        <pc:spChg chg="add mod">
          <ac:chgData name="MYUNG JIN" userId="89f3fa32ababedc4" providerId="LiveId" clId="{1442CAFF-C376-405E-80FE-32277BA9AD5E}" dt="2025-10-30T16:52:18.503" v="1665"/>
          <ac:spMkLst>
            <pc:docMk/>
            <pc:sldMk cId="1687887757" sldId="321"/>
            <ac:spMk id="65" creationId="{8E7E91BE-9676-1419-2CA7-92BF4C63F591}"/>
          </ac:spMkLst>
        </pc:spChg>
        <pc:spChg chg="add mod">
          <ac:chgData name="MYUNG JIN" userId="89f3fa32ababedc4" providerId="LiveId" clId="{1442CAFF-C376-405E-80FE-32277BA9AD5E}" dt="2025-10-30T16:52:18.503" v="1665"/>
          <ac:spMkLst>
            <pc:docMk/>
            <pc:sldMk cId="1687887757" sldId="321"/>
            <ac:spMk id="66" creationId="{9C976449-87B8-AD4C-3EB6-C3132B1A5928}"/>
          </ac:spMkLst>
        </pc:spChg>
        <pc:spChg chg="mod">
          <ac:chgData name="MYUNG JIN" userId="89f3fa32ababedc4" providerId="LiveId" clId="{1442CAFF-C376-405E-80FE-32277BA9AD5E}" dt="2025-10-30T16:53:07.975" v="1683"/>
          <ac:spMkLst>
            <pc:docMk/>
            <pc:sldMk cId="1687887757" sldId="321"/>
            <ac:spMk id="69" creationId="{E55F1CD3-117F-1CAC-F66E-850618BC7E44}"/>
          </ac:spMkLst>
        </pc:spChg>
        <pc:spChg chg="mod">
          <ac:chgData name="MYUNG JIN" userId="89f3fa32ababedc4" providerId="LiveId" clId="{1442CAFF-C376-405E-80FE-32277BA9AD5E}" dt="2025-10-30T16:53:07.975" v="1683"/>
          <ac:spMkLst>
            <pc:docMk/>
            <pc:sldMk cId="1687887757" sldId="321"/>
            <ac:spMk id="70" creationId="{64A6419C-42D7-15CA-276B-E8769B401590}"/>
          </ac:spMkLst>
        </pc:spChg>
        <pc:spChg chg="mod">
          <ac:chgData name="MYUNG JIN" userId="89f3fa32ababedc4" providerId="LiveId" clId="{1442CAFF-C376-405E-80FE-32277BA9AD5E}" dt="2025-10-30T16:53:07.975" v="1683"/>
          <ac:spMkLst>
            <pc:docMk/>
            <pc:sldMk cId="1687887757" sldId="321"/>
            <ac:spMk id="71" creationId="{997AB816-E514-91B4-1140-F73717E1C8E8}"/>
          </ac:spMkLst>
        </pc:spChg>
        <pc:spChg chg="mod">
          <ac:chgData name="MYUNG JIN" userId="89f3fa32ababedc4" providerId="LiveId" clId="{1442CAFF-C376-405E-80FE-32277BA9AD5E}" dt="2025-10-30T16:53:07.975" v="1683"/>
          <ac:spMkLst>
            <pc:docMk/>
            <pc:sldMk cId="1687887757" sldId="321"/>
            <ac:spMk id="76" creationId="{8D55BD99-5942-FA9A-9943-B60EDA9AE69E}"/>
          </ac:spMkLst>
        </pc:spChg>
        <pc:spChg chg="mod">
          <ac:chgData name="MYUNG JIN" userId="89f3fa32ababedc4" providerId="LiveId" clId="{1442CAFF-C376-405E-80FE-32277BA9AD5E}" dt="2025-10-30T16:53:07.975" v="1683"/>
          <ac:spMkLst>
            <pc:docMk/>
            <pc:sldMk cId="1687887757" sldId="321"/>
            <ac:spMk id="77" creationId="{27519ADD-8F01-15B6-5933-C742A14B2095}"/>
          </ac:spMkLst>
        </pc:spChg>
        <pc:spChg chg="mod">
          <ac:chgData name="MYUNG JIN" userId="89f3fa32ababedc4" providerId="LiveId" clId="{1442CAFF-C376-405E-80FE-32277BA9AD5E}" dt="2025-10-30T16:53:07.975" v="1683"/>
          <ac:spMkLst>
            <pc:docMk/>
            <pc:sldMk cId="1687887757" sldId="321"/>
            <ac:spMk id="78" creationId="{E2328DCB-7784-EFCD-CAE3-897C19E5EC33}"/>
          </ac:spMkLst>
        </pc:spChg>
        <pc:spChg chg="mod">
          <ac:chgData name="MYUNG JIN" userId="89f3fa32ababedc4" providerId="LiveId" clId="{1442CAFF-C376-405E-80FE-32277BA9AD5E}" dt="2025-10-30T16:53:07.975" v="1683"/>
          <ac:spMkLst>
            <pc:docMk/>
            <pc:sldMk cId="1687887757" sldId="321"/>
            <ac:spMk id="80" creationId="{CE3E96F1-C3E5-1177-5DCE-2EEB0C098C59}"/>
          </ac:spMkLst>
        </pc:spChg>
        <pc:spChg chg="add mod">
          <ac:chgData name="MYUNG JIN" userId="89f3fa32ababedc4" providerId="LiveId" clId="{1442CAFF-C376-405E-80FE-32277BA9AD5E}" dt="2025-10-30T16:53:38.722" v="1694" actId="14100"/>
          <ac:spMkLst>
            <pc:docMk/>
            <pc:sldMk cId="1687887757" sldId="321"/>
            <ac:spMk id="92" creationId="{A461621B-BE81-0140-3EDB-E41F26D3D27C}"/>
          </ac:spMkLst>
        </pc:spChg>
        <pc:spChg chg="add mod">
          <ac:chgData name="MYUNG JIN" userId="89f3fa32ababedc4" providerId="LiveId" clId="{1442CAFF-C376-405E-80FE-32277BA9AD5E}" dt="2025-10-30T16:53:57.516" v="1725" actId="14100"/>
          <ac:spMkLst>
            <pc:docMk/>
            <pc:sldMk cId="1687887757" sldId="321"/>
            <ac:spMk id="93" creationId="{BAAE2321-0F5E-DFE4-0C18-DD8874C01729}"/>
          </ac:spMkLst>
        </pc:spChg>
        <pc:spChg chg="add mod">
          <ac:chgData name="MYUNG JIN" userId="89f3fa32ababedc4" providerId="LiveId" clId="{1442CAFF-C376-405E-80FE-32277BA9AD5E}" dt="2025-10-30T16:54:30.287" v="1825" actId="14100"/>
          <ac:spMkLst>
            <pc:docMk/>
            <pc:sldMk cId="1687887757" sldId="321"/>
            <ac:spMk id="94" creationId="{0AC46CB7-CE76-10E8-1F64-0C34F6C5CC18}"/>
          </ac:spMkLst>
        </pc:spChg>
        <pc:grpChg chg="del mod">
          <ac:chgData name="MYUNG JIN" userId="89f3fa32ababedc4" providerId="LiveId" clId="{1442CAFF-C376-405E-80FE-32277BA9AD5E}" dt="2025-10-30T16:50:54.024" v="1657" actId="478"/>
          <ac:grpSpMkLst>
            <pc:docMk/>
            <pc:sldMk cId="1687887757" sldId="321"/>
            <ac:grpSpMk id="3" creationId="{CADC364F-A958-5536-2BB9-32D852F3367A}"/>
          </ac:grpSpMkLst>
        </pc:grpChg>
        <pc:grpChg chg="mod topLvl">
          <ac:chgData name="MYUNG JIN" userId="89f3fa32ababedc4" providerId="LiveId" clId="{1442CAFF-C376-405E-80FE-32277BA9AD5E}" dt="2025-10-30T16:53:25.819" v="1691" actId="1076"/>
          <ac:grpSpMkLst>
            <pc:docMk/>
            <pc:sldMk cId="1687887757" sldId="321"/>
            <ac:grpSpMk id="5" creationId="{78F8ABD2-D5C2-2BE9-F407-F0E5CE423AA1}"/>
          </ac:grpSpMkLst>
        </pc:grpChg>
        <pc:grpChg chg="del mod">
          <ac:chgData name="MYUNG JIN" userId="89f3fa32ababedc4" providerId="LiveId" clId="{1442CAFF-C376-405E-80FE-32277BA9AD5E}" dt="2025-10-30T16:53:15.802" v="1686" actId="478"/>
          <ac:grpSpMkLst>
            <pc:docMk/>
            <pc:sldMk cId="1687887757" sldId="321"/>
            <ac:grpSpMk id="29" creationId="{FFCD6259-9505-C52F-43B5-49DAA8E7A3A9}"/>
          </ac:grpSpMkLst>
        </pc:grpChg>
        <pc:grpChg chg="del mod">
          <ac:chgData name="MYUNG JIN" userId="89f3fa32ababedc4" providerId="LiveId" clId="{1442CAFF-C376-405E-80FE-32277BA9AD5E}" dt="2025-10-30T16:53:15.802" v="1686" actId="478"/>
          <ac:grpSpMkLst>
            <pc:docMk/>
            <pc:sldMk cId="1687887757" sldId="321"/>
            <ac:grpSpMk id="36" creationId="{90B22850-24CF-9204-94C0-61CB69E536FF}"/>
          </ac:grpSpMkLst>
        </pc:grpChg>
        <pc:picChg chg="mod">
          <ac:chgData name="MYUNG JIN" userId="89f3fa32ababedc4" providerId="LiveId" clId="{1442CAFF-C376-405E-80FE-32277BA9AD5E}" dt="2025-10-30T16:51:06.288" v="1659"/>
          <ac:picMkLst>
            <pc:docMk/>
            <pc:sldMk cId="1687887757" sldId="321"/>
            <ac:picMk id="33" creationId="{2E376A75-9F1F-76E6-AC57-D405651409B0}"/>
          </ac:picMkLst>
        </pc:picChg>
        <pc:picChg chg="mod">
          <ac:chgData name="MYUNG JIN" userId="89f3fa32ababedc4" providerId="LiveId" clId="{1442CAFF-C376-405E-80FE-32277BA9AD5E}" dt="2025-10-30T16:51:06.288" v="1659"/>
          <ac:picMkLst>
            <pc:docMk/>
            <pc:sldMk cId="1687887757" sldId="321"/>
            <ac:picMk id="43" creationId="{0BA17DB7-AC5D-5FE8-CAF8-B4ED44083E5D}"/>
          </ac:picMkLst>
        </pc:picChg>
        <pc:picChg chg="mod">
          <ac:chgData name="MYUNG JIN" userId="89f3fa32ababedc4" providerId="LiveId" clId="{1442CAFF-C376-405E-80FE-32277BA9AD5E}" dt="2025-10-30T16:51:06.288" v="1659"/>
          <ac:picMkLst>
            <pc:docMk/>
            <pc:sldMk cId="1687887757" sldId="321"/>
            <ac:picMk id="44" creationId="{ED5DDFBE-DDB5-70D7-25DB-912861E9E6C0}"/>
          </ac:picMkLst>
        </pc:picChg>
        <pc:picChg chg="add mod">
          <ac:chgData name="MYUNG JIN" userId="89f3fa32ababedc4" providerId="LiveId" clId="{1442CAFF-C376-405E-80FE-32277BA9AD5E}" dt="2025-10-30T16:52:18.503" v="1665"/>
          <ac:picMkLst>
            <pc:docMk/>
            <pc:sldMk cId="1687887757" sldId="321"/>
            <ac:picMk id="53" creationId="{A90F8062-FE0B-A232-5CD4-B77A315F995E}"/>
          </ac:picMkLst>
        </pc:picChg>
        <pc:picChg chg="add mod">
          <ac:chgData name="MYUNG JIN" userId="89f3fa32ababedc4" providerId="LiveId" clId="{1442CAFF-C376-405E-80FE-32277BA9AD5E}" dt="2025-10-30T16:52:18.503" v="1665"/>
          <ac:picMkLst>
            <pc:docMk/>
            <pc:sldMk cId="1687887757" sldId="321"/>
            <ac:picMk id="55" creationId="{AF74B44C-A599-97C5-3BC2-1FE402D9BFDA}"/>
          </ac:picMkLst>
        </pc:picChg>
        <pc:picChg chg="add mod">
          <ac:chgData name="MYUNG JIN" userId="89f3fa32ababedc4" providerId="LiveId" clId="{1442CAFF-C376-405E-80FE-32277BA9AD5E}" dt="2025-10-30T16:52:18.503" v="1665"/>
          <ac:picMkLst>
            <pc:docMk/>
            <pc:sldMk cId="1687887757" sldId="321"/>
            <ac:picMk id="56" creationId="{65CF8C6B-9003-75A0-5D79-7FBCE8DACA7F}"/>
          </ac:picMkLst>
        </pc:picChg>
        <pc:picChg chg="add mod">
          <ac:chgData name="MYUNG JIN" userId="89f3fa32ababedc4" providerId="LiveId" clId="{1442CAFF-C376-405E-80FE-32277BA9AD5E}" dt="2025-10-30T16:52:48.718" v="1678" actId="1076"/>
          <ac:picMkLst>
            <pc:docMk/>
            <pc:sldMk cId="1687887757" sldId="321"/>
            <ac:picMk id="67" creationId="{7EA6F707-0427-49A6-9268-DFACA3E6AF9E}"/>
          </ac:picMkLst>
        </pc:picChg>
        <pc:picChg chg="mod">
          <ac:chgData name="MYUNG JIN" userId="89f3fa32ababedc4" providerId="LiveId" clId="{1442CAFF-C376-405E-80FE-32277BA9AD5E}" dt="2025-10-30T16:53:07.975" v="1683"/>
          <ac:picMkLst>
            <pc:docMk/>
            <pc:sldMk cId="1687887757" sldId="321"/>
            <ac:picMk id="72" creationId="{D1801EFE-F6D5-A2FB-792F-60928BF15DED}"/>
          </ac:picMkLst>
        </pc:picChg>
        <pc:picChg chg="mod">
          <ac:chgData name="MYUNG JIN" userId="89f3fa32ababedc4" providerId="LiveId" clId="{1442CAFF-C376-405E-80FE-32277BA9AD5E}" dt="2025-10-30T16:53:07.975" v="1683"/>
          <ac:picMkLst>
            <pc:docMk/>
            <pc:sldMk cId="1687887757" sldId="321"/>
            <ac:picMk id="83" creationId="{07DCDFFC-290C-82EC-8F21-3294ECFD7910}"/>
          </ac:picMkLst>
        </pc:picChg>
        <pc:picChg chg="mod">
          <ac:chgData name="MYUNG JIN" userId="89f3fa32ababedc4" providerId="LiveId" clId="{1442CAFF-C376-405E-80FE-32277BA9AD5E}" dt="2025-10-30T16:53:07.975" v="1683"/>
          <ac:picMkLst>
            <pc:docMk/>
            <pc:sldMk cId="1687887757" sldId="321"/>
            <ac:picMk id="84" creationId="{C5A861B8-C547-BD9E-F7D2-28EA3AB286F1}"/>
          </ac:picMkLst>
        </pc:picChg>
        <pc:picChg chg="add mod">
          <ac:chgData name="MYUNG JIN" userId="89f3fa32ababedc4" providerId="LiveId" clId="{1442CAFF-C376-405E-80FE-32277BA9AD5E}" dt="2025-10-30T16:54:36.758" v="1826" actId="1076"/>
          <ac:picMkLst>
            <pc:docMk/>
            <pc:sldMk cId="1687887757" sldId="321"/>
            <ac:picMk id="91" creationId="{438C8246-5005-CE89-DEF3-24FE000795A6}"/>
          </ac:picMkLst>
        </pc:picChg>
        <pc:cxnChg chg="del mod">
          <ac:chgData name="MYUNG JIN" userId="89f3fa32ababedc4" providerId="LiveId" clId="{1442CAFF-C376-405E-80FE-32277BA9AD5E}" dt="2025-10-30T16:53:15.802" v="1686" actId="478"/>
          <ac:cxnSpMkLst>
            <pc:docMk/>
            <pc:sldMk cId="1687887757" sldId="321"/>
            <ac:cxnSpMk id="34" creationId="{C514C5F1-407C-9990-BFCA-63344EF232B9}"/>
          </ac:cxnSpMkLst>
        </pc:cxnChg>
        <pc:cxnChg chg="del mod">
          <ac:chgData name="MYUNG JIN" userId="89f3fa32ababedc4" providerId="LiveId" clId="{1442CAFF-C376-405E-80FE-32277BA9AD5E}" dt="2025-10-30T16:53:15.802" v="1686" actId="478"/>
          <ac:cxnSpMkLst>
            <pc:docMk/>
            <pc:sldMk cId="1687887757" sldId="321"/>
            <ac:cxnSpMk id="35" creationId="{F5A5BCD7-27C2-BE84-AE9D-768410BEA4F1}"/>
          </ac:cxnSpMkLst>
        </pc:cxnChg>
      </pc:sldChg>
      <pc:sldMasterChg chg="modSldLayout">
        <pc:chgData name="MYUNG JIN" userId="89f3fa32ababedc4" providerId="LiveId" clId="{1442CAFF-C376-405E-80FE-32277BA9AD5E}" dt="2025-10-30T16:54:43.907" v="1827" actId="20577"/>
        <pc:sldMasterMkLst>
          <pc:docMk/>
          <pc:sldMasterMk cId="865822706" sldId="2147483672"/>
        </pc:sldMasterMkLst>
        <pc:sldLayoutChg chg="modSp mod">
          <pc:chgData name="MYUNG JIN" userId="89f3fa32ababedc4" providerId="LiveId" clId="{1442CAFF-C376-405E-80FE-32277BA9AD5E}" dt="2025-10-30T16:54:43.907" v="1827" actId="20577"/>
          <pc:sldLayoutMkLst>
            <pc:docMk/>
            <pc:sldMasterMk cId="865822706" sldId="2147483672"/>
            <pc:sldLayoutMk cId="1527371085" sldId="2147483662"/>
          </pc:sldLayoutMkLst>
          <pc:spChg chg="mod">
            <ac:chgData name="MYUNG JIN" userId="89f3fa32ababedc4" providerId="LiveId" clId="{1442CAFF-C376-405E-80FE-32277BA9AD5E}" dt="2025-10-30T16:54:43.907" v="1827" actId="20577"/>
            <ac:spMkLst>
              <pc:docMk/>
              <pc:sldMasterMk cId="865822706" sldId="2147483672"/>
              <pc:sldLayoutMk cId="1527371085" sldId="2147483662"/>
              <ac:spMk id="2" creationId="{A7AFC566-22A4-29F2-DC8E-5E0F72383F7D}"/>
            </ac:spMkLst>
          </pc:spChg>
        </pc:sldLayoutChg>
      </pc:sldMasterChg>
    </pc:docChg>
  </pc:docChgLst>
  <pc:docChgLst>
    <pc:chgData name="MYUNG JIN" userId="89f3fa32ababedc4" providerId="LiveId" clId="{257976FD-A396-44BB-8996-B76C1F246971}"/>
    <pc:docChg chg="undo custSel modSld">
      <pc:chgData name="MYUNG JIN" userId="89f3fa32ababedc4" providerId="LiveId" clId="{257976FD-A396-44BB-8996-B76C1F246971}" dt="2025-10-30T23:56:41.360" v="215" actId="14100"/>
      <pc:docMkLst>
        <pc:docMk/>
      </pc:docMkLst>
      <pc:sldChg chg="modSp mod">
        <pc:chgData name="MYUNG JIN" userId="89f3fa32ababedc4" providerId="LiveId" clId="{257976FD-A396-44BB-8996-B76C1F246971}" dt="2025-10-30T23:49:29.967" v="168" actId="20577"/>
        <pc:sldMkLst>
          <pc:docMk/>
          <pc:sldMk cId="2415824652" sldId="314"/>
        </pc:sldMkLst>
        <pc:spChg chg="mod">
          <ac:chgData name="MYUNG JIN" userId="89f3fa32ababedc4" providerId="LiveId" clId="{257976FD-A396-44BB-8996-B76C1F246971}" dt="2025-10-30T23:49:29.967" v="168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modSp mod">
        <pc:chgData name="MYUNG JIN" userId="89f3fa32ababedc4" providerId="LiveId" clId="{257976FD-A396-44BB-8996-B76C1F246971}" dt="2025-10-30T23:53:29.412" v="190" actId="20577"/>
        <pc:sldMkLst>
          <pc:docMk/>
          <pc:sldMk cId="3988703596" sldId="316"/>
        </pc:sldMkLst>
        <pc:spChg chg="mod">
          <ac:chgData name="MYUNG JIN" userId="89f3fa32ababedc4" providerId="LiveId" clId="{257976FD-A396-44BB-8996-B76C1F246971}" dt="2025-10-30T23:53:20.494" v="188" actId="20577"/>
          <ac:spMkLst>
            <pc:docMk/>
            <pc:sldMk cId="3988703596" sldId="316"/>
            <ac:spMk id="3" creationId="{F2C9A957-A1E2-3141-C21E-A69E3F39936E}"/>
          </ac:spMkLst>
        </pc:spChg>
        <pc:spChg chg="mod">
          <ac:chgData name="MYUNG JIN" userId="89f3fa32ababedc4" providerId="LiveId" clId="{257976FD-A396-44BB-8996-B76C1F246971}" dt="2025-10-30T23:53:29.412" v="190" actId="20577"/>
          <ac:spMkLst>
            <pc:docMk/>
            <pc:sldMk cId="3988703596" sldId="316"/>
            <ac:spMk id="4" creationId="{30B9EE19-CD35-1A09-E55A-AEB1D13CA27D}"/>
          </ac:spMkLst>
        </pc:spChg>
      </pc:sldChg>
      <pc:sldChg chg="modSp mod">
        <pc:chgData name="MYUNG JIN" userId="89f3fa32ababedc4" providerId="LiveId" clId="{257976FD-A396-44BB-8996-B76C1F246971}" dt="2025-10-30T23:56:19.410" v="207" actId="20577"/>
        <pc:sldMkLst>
          <pc:docMk/>
          <pc:sldMk cId="3870974678" sldId="319"/>
        </pc:sldMkLst>
        <pc:spChg chg="mod">
          <ac:chgData name="MYUNG JIN" userId="89f3fa32ababedc4" providerId="LiveId" clId="{257976FD-A396-44BB-8996-B76C1F246971}" dt="2025-10-30T23:56:02.722" v="205" actId="1037"/>
          <ac:spMkLst>
            <pc:docMk/>
            <pc:sldMk cId="3870974678" sldId="319"/>
            <ac:spMk id="22" creationId="{DE40E026-5D8B-E826-5AA6-4DC66B4143C7}"/>
          </ac:spMkLst>
        </pc:spChg>
        <pc:spChg chg="mod">
          <ac:chgData name="MYUNG JIN" userId="89f3fa32ababedc4" providerId="LiveId" clId="{257976FD-A396-44BB-8996-B76C1F246971}" dt="2025-10-30T23:56:19.410" v="207" actId="20577"/>
          <ac:spMkLst>
            <pc:docMk/>
            <pc:sldMk cId="3870974678" sldId="319"/>
            <ac:spMk id="23" creationId="{9D1372CD-0B93-3455-753C-91FA75AC628F}"/>
          </ac:spMkLst>
        </pc:spChg>
      </pc:sldChg>
      <pc:sldChg chg="modSp mod">
        <pc:chgData name="MYUNG JIN" userId="89f3fa32ababedc4" providerId="LiveId" clId="{257976FD-A396-44BB-8996-B76C1F246971}" dt="2025-10-30T23:56:41.360" v="215" actId="14100"/>
        <pc:sldMkLst>
          <pc:docMk/>
          <pc:sldMk cId="3081958862" sldId="320"/>
        </pc:sldMkLst>
        <pc:spChg chg="mod">
          <ac:chgData name="MYUNG JIN" userId="89f3fa32ababedc4" providerId="LiveId" clId="{257976FD-A396-44BB-8996-B76C1F246971}" dt="2025-10-30T23:56:41.360" v="215" actId="14100"/>
          <ac:spMkLst>
            <pc:docMk/>
            <pc:sldMk cId="3081958862" sldId="320"/>
            <ac:spMk id="11" creationId="{C66B1B84-327C-D5A2-8DF6-AC4FB331062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2025-10-31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7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Detailed Poisson Solution and Band Diagram of Cylindrical Bandgap-Engineered SONOS Structure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0B26E-D7EF-B0B7-2CB8-5143E660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Detrapping</a:t>
            </a:r>
            <a:r>
              <a:rPr lang="ko-KR" altLang="en-US" dirty="0"/>
              <a:t> </a:t>
            </a:r>
            <a:r>
              <a:rPr lang="en-US" altLang="ko-KR" dirty="0"/>
              <a:t>from CTN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18611B8-F603-8321-0B99-987C4A342DB4}"/>
              </a:ext>
            </a:extLst>
          </p:cNvPr>
          <p:cNvGrpSpPr/>
          <p:nvPr/>
        </p:nvGrpSpPr>
        <p:grpSpPr>
          <a:xfrm>
            <a:off x="735868" y="1669982"/>
            <a:ext cx="2823506" cy="2445592"/>
            <a:chOff x="4459265" y="3813784"/>
            <a:chExt cx="2823506" cy="244559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65A2E90-7ABE-A251-2B51-11788E9D0647}"/>
                </a:ext>
              </a:extLst>
            </p:cNvPr>
            <p:cNvSpPr txBox="1"/>
            <p:nvPr/>
          </p:nvSpPr>
          <p:spPr>
            <a:xfrm>
              <a:off x="6736218" y="3813784"/>
              <a:ext cx="54655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CTN</a:t>
              </a:r>
              <a:endParaRPr lang="ko-KR" altLang="en-US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8B58D43-39E1-9C14-14AE-B9D57815DEB1}"/>
                    </a:ext>
                  </a:extLst>
                </p:cNvPr>
                <p:cNvSpPr txBox="1"/>
                <p:nvPr/>
              </p:nvSpPr>
              <p:spPr>
                <a:xfrm>
                  <a:off x="4459265" y="4945157"/>
                  <a:ext cx="671805" cy="268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n</m:t>
                          </m:r>
                          <m: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</m:t>
                          </m:r>
                          <m:r>
                            <m:rPr>
                              <m:lit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CTN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B21278C-6F20-A7AB-C665-9C483E1540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9265" y="4945157"/>
                  <a:ext cx="671805" cy="26898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278B631-E0D7-614C-15CF-5E2D4A353653}"/>
                    </a:ext>
                  </a:extLst>
                </p:cNvPr>
                <p:cNvSpPr txBox="1"/>
                <p:nvPr/>
              </p:nvSpPr>
              <p:spPr>
                <a:xfrm>
                  <a:off x="5073221" y="5997766"/>
                  <a:ext cx="671805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F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7DCC3F5-262B-E883-32C1-BFA7D17C1E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3221" y="5997766"/>
                  <a:ext cx="671805" cy="2616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DC16947-9C70-E78E-1B48-CFD07F8D17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32728" y="3861037"/>
              <a:ext cx="2560542" cy="2271221"/>
            </a:xfrm>
            <a:prstGeom prst="rect">
              <a:avLst/>
            </a:prstGeom>
          </p:spPr>
        </p:pic>
      </p:grp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FB94331-1B8D-09A2-7F99-CAB9AF40AAE6}"/>
              </a:ext>
            </a:extLst>
          </p:cNvPr>
          <p:cNvCxnSpPr>
            <a:cxnSpLocks/>
          </p:cNvCxnSpPr>
          <p:nvPr/>
        </p:nvCxnSpPr>
        <p:spPr>
          <a:xfrm>
            <a:off x="3334943" y="3042828"/>
            <a:ext cx="977373" cy="66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CE8F5D1-EAA2-E183-2AC3-58F73EB05BAF}"/>
              </a:ext>
            </a:extLst>
          </p:cNvPr>
          <p:cNvCxnSpPr>
            <a:cxnSpLocks/>
          </p:cNvCxnSpPr>
          <p:nvPr/>
        </p:nvCxnSpPr>
        <p:spPr>
          <a:xfrm flipV="1">
            <a:off x="3315010" y="1986966"/>
            <a:ext cx="933529" cy="386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18724E2-65FE-0142-A704-DD1CFBA0B2CD}"/>
              </a:ext>
            </a:extLst>
          </p:cNvPr>
          <p:cNvGrpSpPr/>
          <p:nvPr/>
        </p:nvGrpSpPr>
        <p:grpSpPr>
          <a:xfrm>
            <a:off x="4021935" y="1949822"/>
            <a:ext cx="1635085" cy="1479178"/>
            <a:chOff x="5054522" y="3800669"/>
            <a:chExt cx="1635085" cy="1479178"/>
          </a:xfrm>
        </p:grpSpPr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0978DB87-DF98-5127-5BBB-60111910D0CD}"/>
                </a:ext>
              </a:extLst>
            </p:cNvPr>
            <p:cNvSpPr/>
            <p:nvPr/>
          </p:nvSpPr>
          <p:spPr>
            <a:xfrm>
              <a:off x="6305550" y="3805238"/>
              <a:ext cx="347663" cy="1019175"/>
            </a:xfrm>
            <a:custGeom>
              <a:avLst/>
              <a:gdLst>
                <a:gd name="connsiteX0" fmla="*/ 0 w 347663"/>
                <a:gd name="connsiteY0" fmla="*/ 1019175 h 1019175"/>
                <a:gd name="connsiteX1" fmla="*/ 347663 w 347663"/>
                <a:gd name="connsiteY1" fmla="*/ 866775 h 1019175"/>
                <a:gd name="connsiteX2" fmla="*/ 347663 w 347663"/>
                <a:gd name="connsiteY2" fmla="*/ 0 h 1019175"/>
                <a:gd name="connsiteX3" fmla="*/ 4763 w 347663"/>
                <a:gd name="connsiteY3" fmla="*/ 85725 h 1019175"/>
                <a:gd name="connsiteX4" fmla="*/ 4763 w 347663"/>
                <a:gd name="connsiteY4" fmla="*/ 1004887 h 1019175"/>
                <a:gd name="connsiteX5" fmla="*/ 0 w 347663"/>
                <a:gd name="connsiteY5" fmla="*/ 1019175 h 1019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663" h="1019175">
                  <a:moveTo>
                    <a:pt x="0" y="1019175"/>
                  </a:moveTo>
                  <a:lnTo>
                    <a:pt x="347663" y="866775"/>
                  </a:lnTo>
                  <a:lnTo>
                    <a:pt x="347663" y="0"/>
                  </a:lnTo>
                  <a:lnTo>
                    <a:pt x="4763" y="85725"/>
                  </a:lnTo>
                  <a:lnTo>
                    <a:pt x="4763" y="1004887"/>
                  </a:lnTo>
                  <a:lnTo>
                    <a:pt x="0" y="1019175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60494D29-3AD7-5F81-140B-6EBB7379B6EA}"/>
                </a:ext>
              </a:extLst>
            </p:cNvPr>
            <p:cNvSpPr/>
            <p:nvPr/>
          </p:nvSpPr>
          <p:spPr>
            <a:xfrm>
              <a:off x="5924550" y="3886200"/>
              <a:ext cx="366713" cy="1114425"/>
            </a:xfrm>
            <a:custGeom>
              <a:avLst/>
              <a:gdLst>
                <a:gd name="connsiteX0" fmla="*/ 9525 w 366713"/>
                <a:gd name="connsiteY0" fmla="*/ 1104900 h 1114425"/>
                <a:gd name="connsiteX1" fmla="*/ 366713 w 366713"/>
                <a:gd name="connsiteY1" fmla="*/ 952500 h 1114425"/>
                <a:gd name="connsiteX2" fmla="*/ 366713 w 366713"/>
                <a:gd name="connsiteY2" fmla="*/ 0 h 1114425"/>
                <a:gd name="connsiteX3" fmla="*/ 133350 w 366713"/>
                <a:gd name="connsiteY3" fmla="*/ 114300 h 1114425"/>
                <a:gd name="connsiteX4" fmla="*/ 0 w 366713"/>
                <a:gd name="connsiteY4" fmla="*/ 195263 h 1114425"/>
                <a:gd name="connsiteX5" fmla="*/ 0 w 366713"/>
                <a:gd name="connsiteY5" fmla="*/ 1114425 h 1114425"/>
                <a:gd name="connsiteX6" fmla="*/ 9525 w 366713"/>
                <a:gd name="connsiteY6" fmla="*/ 1104900 h 1114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713" h="1114425">
                  <a:moveTo>
                    <a:pt x="9525" y="1104900"/>
                  </a:moveTo>
                  <a:lnTo>
                    <a:pt x="366713" y="952500"/>
                  </a:lnTo>
                  <a:lnTo>
                    <a:pt x="366713" y="0"/>
                  </a:lnTo>
                  <a:lnTo>
                    <a:pt x="133350" y="114300"/>
                  </a:lnTo>
                  <a:lnTo>
                    <a:pt x="0" y="195263"/>
                  </a:lnTo>
                  <a:lnTo>
                    <a:pt x="0" y="1114425"/>
                  </a:lnTo>
                  <a:lnTo>
                    <a:pt x="9525" y="110490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D9794823-3A23-073F-B026-05CE5D94A4C3}"/>
                </a:ext>
              </a:extLst>
            </p:cNvPr>
            <p:cNvSpPr/>
            <p:nvPr/>
          </p:nvSpPr>
          <p:spPr>
            <a:xfrm>
              <a:off x="5624513" y="4090988"/>
              <a:ext cx="290512" cy="1028700"/>
            </a:xfrm>
            <a:custGeom>
              <a:avLst/>
              <a:gdLst>
                <a:gd name="connsiteX0" fmla="*/ 290512 w 290512"/>
                <a:gd name="connsiteY0" fmla="*/ 904875 h 1028700"/>
                <a:gd name="connsiteX1" fmla="*/ 0 w 290512"/>
                <a:gd name="connsiteY1" fmla="*/ 1028700 h 1028700"/>
                <a:gd name="connsiteX2" fmla="*/ 0 w 290512"/>
                <a:gd name="connsiteY2" fmla="*/ 319087 h 1028700"/>
                <a:gd name="connsiteX3" fmla="*/ 180975 w 290512"/>
                <a:gd name="connsiteY3" fmla="*/ 85725 h 1028700"/>
                <a:gd name="connsiteX4" fmla="*/ 280987 w 290512"/>
                <a:gd name="connsiteY4" fmla="*/ 0 h 1028700"/>
                <a:gd name="connsiteX5" fmla="*/ 280987 w 290512"/>
                <a:gd name="connsiteY5" fmla="*/ 904875 h 1028700"/>
                <a:gd name="connsiteX6" fmla="*/ 290512 w 290512"/>
                <a:gd name="connsiteY6" fmla="*/ 904875 h 102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0512" h="1028700">
                  <a:moveTo>
                    <a:pt x="290512" y="904875"/>
                  </a:moveTo>
                  <a:lnTo>
                    <a:pt x="0" y="1028700"/>
                  </a:lnTo>
                  <a:lnTo>
                    <a:pt x="0" y="319087"/>
                  </a:lnTo>
                  <a:lnTo>
                    <a:pt x="180975" y="85725"/>
                  </a:lnTo>
                  <a:lnTo>
                    <a:pt x="280987" y="0"/>
                  </a:lnTo>
                  <a:lnTo>
                    <a:pt x="280987" y="904875"/>
                  </a:lnTo>
                  <a:lnTo>
                    <a:pt x="290512" y="904875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5D20ABB-71DB-6176-89F6-E4C4E05B5299}"/>
                </a:ext>
              </a:extLst>
            </p:cNvPr>
            <p:cNvGrpSpPr/>
            <p:nvPr/>
          </p:nvGrpSpPr>
          <p:grpSpPr>
            <a:xfrm>
              <a:off x="5054522" y="3837813"/>
              <a:ext cx="1635085" cy="1442034"/>
              <a:chOff x="4963681" y="983812"/>
              <a:chExt cx="1635085" cy="1442034"/>
            </a:xfrm>
          </p:grpSpPr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530665AE-C6FA-912E-7E1B-ED8548B8E5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623" y="1819379"/>
                <a:ext cx="1034143" cy="448684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D7431F4B-EA74-A2BB-AA79-C27FB6FD7D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74474" y="2071278"/>
                <a:ext cx="242894" cy="242894"/>
              </a:xfrm>
              <a:prstGeom prst="rect">
                <a:avLst/>
              </a:prstGeom>
            </p:spPr>
          </p:pic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CF11CF1C-1006-675D-80A4-7EF293F07B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26153" y="1925171"/>
                <a:ext cx="242894" cy="242894"/>
              </a:xfrm>
              <a:prstGeom prst="rect">
                <a:avLst/>
              </a:prstGeom>
            </p:spPr>
          </p:pic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397E7D7C-AA24-C324-304C-EC5C6FFBC4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86640" y="1792763"/>
                <a:ext cx="242894" cy="242894"/>
              </a:xfrm>
              <a:prstGeom prst="rect">
                <a:avLst/>
              </a:prstGeom>
            </p:spPr>
          </p:pic>
          <p:cxnSp>
            <p:nvCxnSpPr>
              <p:cNvPr id="20" name="직선 화살표 연결선 19">
                <a:extLst>
                  <a:ext uri="{FF2B5EF4-FFF2-40B4-BE49-F238E27FC236}">
                    <a16:creationId xmlns:a16="http://schemas.microsoft.com/office/drawing/2014/main" id="{A5E69E57-6077-D82A-CE09-A50A00DA6A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3681" y="2192725"/>
                <a:ext cx="580763" cy="0"/>
              </a:xfrm>
              <a:prstGeom prst="straightConnector1">
                <a:avLst/>
              </a:prstGeom>
              <a:ln w="28575">
                <a:solidFill>
                  <a:srgbClr val="FF350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직선 화살표 연결선 20">
                <a:extLst>
                  <a:ext uri="{FF2B5EF4-FFF2-40B4-BE49-F238E27FC236}">
                    <a16:creationId xmlns:a16="http://schemas.microsoft.com/office/drawing/2014/main" id="{EFCDFDA1-3E68-CB95-24E5-3C83A8C9CC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3681" y="2035657"/>
                <a:ext cx="962472" cy="0"/>
              </a:xfrm>
              <a:prstGeom prst="straightConnector1">
                <a:avLst/>
              </a:prstGeom>
              <a:ln w="28575">
                <a:solidFill>
                  <a:srgbClr val="FF350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화살표 연결선 21">
                <a:extLst>
                  <a:ext uri="{FF2B5EF4-FFF2-40B4-BE49-F238E27FC236}">
                    <a16:creationId xmlns:a16="http://schemas.microsoft.com/office/drawing/2014/main" id="{A8895F98-1EC8-76E5-76D4-F6D49F68A5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3681" y="1878057"/>
                <a:ext cx="1322959" cy="0"/>
              </a:xfrm>
              <a:prstGeom prst="straightConnector1">
                <a:avLst/>
              </a:prstGeom>
              <a:ln w="28575">
                <a:solidFill>
                  <a:srgbClr val="FF350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직선 연결선 22">
                <a:extLst>
                  <a:ext uri="{FF2B5EF4-FFF2-40B4-BE49-F238E27FC236}">
                    <a16:creationId xmlns:a16="http://schemas.microsoft.com/office/drawing/2014/main" id="{461A6A9A-8D3B-A42B-6F26-4A41B18047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6776" y="1394140"/>
                <a:ext cx="0" cy="1031706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D6E6C04E-61A2-9940-A550-801A3FC23A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32219" y="1111856"/>
                <a:ext cx="0" cy="1188151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581E2160-8E1D-639D-ECE3-7874297E07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82874" y="983812"/>
                <a:ext cx="0" cy="1146293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CA3B4B0B-FB5F-72DC-CA18-8D5CF4ACA7C2}"/>
                </a:ext>
              </a:extLst>
            </p:cNvPr>
            <p:cNvSpPr/>
            <p:nvPr/>
          </p:nvSpPr>
          <p:spPr>
            <a:xfrm>
              <a:off x="5604588" y="3800669"/>
              <a:ext cx="1013926" cy="622041"/>
            </a:xfrm>
            <a:custGeom>
              <a:avLst/>
              <a:gdLst>
                <a:gd name="connsiteX0" fmla="*/ 0 w 1013926"/>
                <a:gd name="connsiteY0" fmla="*/ 622041 h 622041"/>
                <a:gd name="connsiteX1" fmla="*/ 416767 w 1013926"/>
                <a:gd name="connsiteY1" fmla="*/ 199053 h 622041"/>
                <a:gd name="connsiteX2" fmla="*/ 1013926 w 1013926"/>
                <a:gd name="connsiteY2" fmla="*/ 0 h 622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3926" h="622041">
                  <a:moveTo>
                    <a:pt x="0" y="622041"/>
                  </a:moveTo>
                  <a:cubicBezTo>
                    <a:pt x="123889" y="462383"/>
                    <a:pt x="247779" y="302726"/>
                    <a:pt x="416767" y="199053"/>
                  </a:cubicBezTo>
                  <a:cubicBezTo>
                    <a:pt x="585755" y="95380"/>
                    <a:pt x="799840" y="47690"/>
                    <a:pt x="1013926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D0A8BE8-DF8D-F941-41B9-7F4A69EBC9D5}"/>
              </a:ext>
            </a:extLst>
          </p:cNvPr>
          <p:cNvSpPr txBox="1"/>
          <p:nvPr/>
        </p:nvSpPr>
        <p:spPr>
          <a:xfrm>
            <a:off x="5988050" y="1823870"/>
            <a:ext cx="29257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Same Implementation!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Vertical Partition Method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=&gt; Non-uniform field!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A87202-A5FF-8DF9-0BB1-F1813767181A}"/>
              </a:ext>
            </a:extLst>
          </p:cNvPr>
          <p:cNvSpPr txBox="1"/>
          <p:nvPr/>
        </p:nvSpPr>
        <p:spPr>
          <a:xfrm>
            <a:off x="232861" y="5136385"/>
            <a:ext cx="87396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More detailed Poisson for non-uniform trap distribution band diagram is needed.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99342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C2B192-9E6C-03E0-ED4F-5764B2F2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CTN Model Poisson in Partitions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C9A957-A1E2-3141-C21E-A69E3F39936E}"/>
              </a:ext>
            </a:extLst>
          </p:cNvPr>
          <p:cNvSpPr txBox="1"/>
          <p:nvPr/>
        </p:nvSpPr>
        <p:spPr>
          <a:xfrm>
            <a:off x="528735" y="1057469"/>
            <a:ext cx="6979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Original Method: only a block </a:t>
            </a: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of uniformly</a:t>
            </a:r>
            <a:r>
              <a:rPr lang="ko-KR" altLang="en-US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distributed trap model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CDFB986-2258-2DEF-4D1B-8EDBD55EF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77" y="1535241"/>
            <a:ext cx="3614635" cy="220944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FF20FB5-95F6-0BE1-0767-2281408EA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888" y="1457579"/>
            <a:ext cx="2918711" cy="2523579"/>
          </a:xfrm>
          <a:prstGeom prst="rect">
            <a:avLst/>
          </a:prstGeom>
        </p:spPr>
      </p:pic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FA2274E7-CAB3-BEFF-0054-5A31E0527078}"/>
              </a:ext>
            </a:extLst>
          </p:cNvPr>
          <p:cNvSpPr/>
          <p:nvPr/>
        </p:nvSpPr>
        <p:spPr>
          <a:xfrm>
            <a:off x="1262743" y="2146041"/>
            <a:ext cx="348343" cy="1592424"/>
          </a:xfrm>
          <a:custGeom>
            <a:avLst/>
            <a:gdLst>
              <a:gd name="connsiteX0" fmla="*/ 0 w 348343"/>
              <a:gd name="connsiteY0" fmla="*/ 1592424 h 1592424"/>
              <a:gd name="connsiteX1" fmla="*/ 0 w 348343"/>
              <a:gd name="connsiteY1" fmla="*/ 422988 h 1592424"/>
              <a:gd name="connsiteX2" fmla="*/ 348343 w 348343"/>
              <a:gd name="connsiteY2" fmla="*/ 0 h 1592424"/>
              <a:gd name="connsiteX3" fmla="*/ 348343 w 348343"/>
              <a:gd name="connsiteY3" fmla="*/ 1592424 h 1592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343" h="1592424">
                <a:moveTo>
                  <a:pt x="0" y="1592424"/>
                </a:moveTo>
                <a:lnTo>
                  <a:pt x="0" y="422988"/>
                </a:lnTo>
                <a:lnTo>
                  <a:pt x="348343" y="0"/>
                </a:lnTo>
                <a:lnTo>
                  <a:pt x="348343" y="1592424"/>
                </a:lnTo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AADAA9E0-C648-DE52-FCA5-F17CB55206EB}"/>
              </a:ext>
            </a:extLst>
          </p:cNvPr>
          <p:cNvSpPr/>
          <p:nvPr/>
        </p:nvSpPr>
        <p:spPr>
          <a:xfrm>
            <a:off x="1617306" y="2432179"/>
            <a:ext cx="379445" cy="1306286"/>
          </a:xfrm>
          <a:custGeom>
            <a:avLst/>
            <a:gdLst>
              <a:gd name="connsiteX0" fmla="*/ 6221 w 379445"/>
              <a:gd name="connsiteY0" fmla="*/ 267477 h 1306286"/>
              <a:gd name="connsiteX1" fmla="*/ 379445 w 379445"/>
              <a:gd name="connsiteY1" fmla="*/ 0 h 1306286"/>
              <a:gd name="connsiteX2" fmla="*/ 379445 w 379445"/>
              <a:gd name="connsiteY2" fmla="*/ 1306286 h 1306286"/>
              <a:gd name="connsiteX3" fmla="*/ 0 w 379445"/>
              <a:gd name="connsiteY3" fmla="*/ 1306286 h 1306286"/>
              <a:gd name="connsiteX4" fmla="*/ 6221 w 379445"/>
              <a:gd name="connsiteY4" fmla="*/ 267477 h 1306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9445" h="1306286">
                <a:moveTo>
                  <a:pt x="6221" y="267477"/>
                </a:moveTo>
                <a:lnTo>
                  <a:pt x="379445" y="0"/>
                </a:lnTo>
                <a:lnTo>
                  <a:pt x="379445" y="1306286"/>
                </a:lnTo>
                <a:lnTo>
                  <a:pt x="0" y="1306286"/>
                </a:lnTo>
                <a:cubicBezTo>
                  <a:pt x="2074" y="960016"/>
                  <a:pt x="4147" y="613747"/>
                  <a:pt x="6221" y="26747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EDCEABBC-60F8-1A0F-8769-8EF32726BCA4}"/>
              </a:ext>
            </a:extLst>
          </p:cNvPr>
          <p:cNvSpPr/>
          <p:nvPr/>
        </p:nvSpPr>
        <p:spPr>
          <a:xfrm>
            <a:off x="1990531" y="1698171"/>
            <a:ext cx="161730" cy="2040294"/>
          </a:xfrm>
          <a:custGeom>
            <a:avLst/>
            <a:gdLst>
              <a:gd name="connsiteX0" fmla="*/ 0 w 161730"/>
              <a:gd name="connsiteY0" fmla="*/ 2040294 h 2040294"/>
              <a:gd name="connsiteX1" fmla="*/ 0 w 161730"/>
              <a:gd name="connsiteY1" fmla="*/ 167951 h 2040294"/>
              <a:gd name="connsiteX2" fmla="*/ 161730 w 161730"/>
              <a:gd name="connsiteY2" fmla="*/ 0 h 2040294"/>
              <a:gd name="connsiteX3" fmla="*/ 161730 w 161730"/>
              <a:gd name="connsiteY3" fmla="*/ 2027853 h 2040294"/>
              <a:gd name="connsiteX4" fmla="*/ 0 w 161730"/>
              <a:gd name="connsiteY4" fmla="*/ 2040294 h 204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730" h="2040294">
                <a:moveTo>
                  <a:pt x="0" y="2040294"/>
                </a:moveTo>
                <a:lnTo>
                  <a:pt x="0" y="167951"/>
                </a:lnTo>
                <a:lnTo>
                  <a:pt x="161730" y="0"/>
                </a:lnTo>
                <a:lnTo>
                  <a:pt x="161730" y="2027853"/>
                </a:lnTo>
                <a:lnTo>
                  <a:pt x="0" y="2040294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DFAC49A4-0FB3-9FC7-F038-CB4872026E1C}"/>
              </a:ext>
            </a:extLst>
          </p:cNvPr>
          <p:cNvSpPr/>
          <p:nvPr/>
        </p:nvSpPr>
        <p:spPr>
          <a:xfrm>
            <a:off x="2146041" y="2444620"/>
            <a:ext cx="1119673" cy="1306286"/>
          </a:xfrm>
          <a:custGeom>
            <a:avLst/>
            <a:gdLst>
              <a:gd name="connsiteX0" fmla="*/ 0 w 1119673"/>
              <a:gd name="connsiteY0" fmla="*/ 1293845 h 1306286"/>
              <a:gd name="connsiteX1" fmla="*/ 0 w 1119673"/>
              <a:gd name="connsiteY1" fmla="*/ 149290 h 1306286"/>
              <a:gd name="connsiteX2" fmla="*/ 167951 w 1119673"/>
              <a:gd name="connsiteY2" fmla="*/ 87086 h 1306286"/>
              <a:gd name="connsiteX3" fmla="*/ 360783 w 1119673"/>
              <a:gd name="connsiteY3" fmla="*/ 18661 h 1306286"/>
              <a:gd name="connsiteX4" fmla="*/ 590939 w 1119673"/>
              <a:gd name="connsiteY4" fmla="*/ 0 h 1306286"/>
              <a:gd name="connsiteX5" fmla="*/ 789992 w 1119673"/>
              <a:gd name="connsiteY5" fmla="*/ 6220 h 1306286"/>
              <a:gd name="connsiteX6" fmla="*/ 995265 w 1119673"/>
              <a:gd name="connsiteY6" fmla="*/ 43543 h 1306286"/>
              <a:gd name="connsiteX7" fmla="*/ 1119673 w 1119673"/>
              <a:gd name="connsiteY7" fmla="*/ 74645 h 1306286"/>
              <a:gd name="connsiteX8" fmla="*/ 1119673 w 1119673"/>
              <a:gd name="connsiteY8" fmla="*/ 1306286 h 1306286"/>
              <a:gd name="connsiteX9" fmla="*/ 0 w 1119673"/>
              <a:gd name="connsiteY9" fmla="*/ 1293845 h 1306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19673" h="1306286">
                <a:moveTo>
                  <a:pt x="0" y="1293845"/>
                </a:moveTo>
                <a:lnTo>
                  <a:pt x="0" y="149290"/>
                </a:lnTo>
                <a:lnTo>
                  <a:pt x="167951" y="87086"/>
                </a:lnTo>
                <a:lnTo>
                  <a:pt x="360783" y="18661"/>
                </a:lnTo>
                <a:lnTo>
                  <a:pt x="590939" y="0"/>
                </a:lnTo>
                <a:lnTo>
                  <a:pt x="789992" y="6220"/>
                </a:lnTo>
                <a:lnTo>
                  <a:pt x="995265" y="43543"/>
                </a:lnTo>
                <a:lnTo>
                  <a:pt x="1119673" y="74645"/>
                </a:lnTo>
                <a:lnTo>
                  <a:pt x="1119673" y="1306286"/>
                </a:lnTo>
                <a:lnTo>
                  <a:pt x="0" y="1293845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DF8C968C-6F38-AA62-2BEE-27C09D524BE1}"/>
              </a:ext>
            </a:extLst>
          </p:cNvPr>
          <p:cNvSpPr/>
          <p:nvPr/>
        </p:nvSpPr>
        <p:spPr>
          <a:xfrm>
            <a:off x="3278154" y="1635966"/>
            <a:ext cx="1430695" cy="2121159"/>
          </a:xfrm>
          <a:custGeom>
            <a:avLst/>
            <a:gdLst>
              <a:gd name="connsiteX0" fmla="*/ 0 w 1455575"/>
              <a:gd name="connsiteY0" fmla="*/ 0 h 2146041"/>
              <a:gd name="connsiteX1" fmla="*/ 1455575 w 1455575"/>
              <a:gd name="connsiteY1" fmla="*/ 976605 h 2146041"/>
              <a:gd name="connsiteX2" fmla="*/ 1455575 w 1455575"/>
              <a:gd name="connsiteY2" fmla="*/ 2146041 h 2146041"/>
              <a:gd name="connsiteX3" fmla="*/ 6220 w 1455575"/>
              <a:gd name="connsiteY3" fmla="*/ 2146041 h 2146041"/>
              <a:gd name="connsiteX4" fmla="*/ 0 w 1455575"/>
              <a:gd name="connsiteY4" fmla="*/ 0 h 2146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5575" h="2146041">
                <a:moveTo>
                  <a:pt x="0" y="0"/>
                </a:moveTo>
                <a:lnTo>
                  <a:pt x="1455575" y="976605"/>
                </a:lnTo>
                <a:lnTo>
                  <a:pt x="1455575" y="2146041"/>
                </a:lnTo>
                <a:lnTo>
                  <a:pt x="6220" y="2146041"/>
                </a:lnTo>
                <a:cubicBezTo>
                  <a:pt x="4147" y="1430694"/>
                  <a:pt x="2073" y="715347"/>
                  <a:pt x="0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1F45FF9-A87F-51D4-8063-73193249A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77" y="4093834"/>
            <a:ext cx="3614635" cy="2209445"/>
          </a:xfrm>
          <a:prstGeom prst="rect">
            <a:avLst/>
          </a:prstGeom>
        </p:spPr>
      </p:pic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191C11A0-A57B-A834-AF44-6E41A35BC85B}"/>
              </a:ext>
            </a:extLst>
          </p:cNvPr>
          <p:cNvSpPr/>
          <p:nvPr/>
        </p:nvSpPr>
        <p:spPr>
          <a:xfrm>
            <a:off x="1262743" y="4704634"/>
            <a:ext cx="348343" cy="1592424"/>
          </a:xfrm>
          <a:custGeom>
            <a:avLst/>
            <a:gdLst>
              <a:gd name="connsiteX0" fmla="*/ 0 w 348343"/>
              <a:gd name="connsiteY0" fmla="*/ 1592424 h 1592424"/>
              <a:gd name="connsiteX1" fmla="*/ 0 w 348343"/>
              <a:gd name="connsiteY1" fmla="*/ 422988 h 1592424"/>
              <a:gd name="connsiteX2" fmla="*/ 348343 w 348343"/>
              <a:gd name="connsiteY2" fmla="*/ 0 h 1592424"/>
              <a:gd name="connsiteX3" fmla="*/ 348343 w 348343"/>
              <a:gd name="connsiteY3" fmla="*/ 1592424 h 1592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343" h="1592424">
                <a:moveTo>
                  <a:pt x="0" y="1592424"/>
                </a:moveTo>
                <a:lnTo>
                  <a:pt x="0" y="422988"/>
                </a:lnTo>
                <a:lnTo>
                  <a:pt x="348343" y="0"/>
                </a:lnTo>
                <a:lnTo>
                  <a:pt x="348343" y="1592424"/>
                </a:lnTo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2BADDE1F-8415-9CDF-42DF-CDC9617CA76F}"/>
              </a:ext>
            </a:extLst>
          </p:cNvPr>
          <p:cNvSpPr/>
          <p:nvPr/>
        </p:nvSpPr>
        <p:spPr>
          <a:xfrm>
            <a:off x="1617306" y="4990772"/>
            <a:ext cx="379445" cy="1306286"/>
          </a:xfrm>
          <a:custGeom>
            <a:avLst/>
            <a:gdLst>
              <a:gd name="connsiteX0" fmla="*/ 6221 w 379445"/>
              <a:gd name="connsiteY0" fmla="*/ 267477 h 1306286"/>
              <a:gd name="connsiteX1" fmla="*/ 379445 w 379445"/>
              <a:gd name="connsiteY1" fmla="*/ 0 h 1306286"/>
              <a:gd name="connsiteX2" fmla="*/ 379445 w 379445"/>
              <a:gd name="connsiteY2" fmla="*/ 1306286 h 1306286"/>
              <a:gd name="connsiteX3" fmla="*/ 0 w 379445"/>
              <a:gd name="connsiteY3" fmla="*/ 1306286 h 1306286"/>
              <a:gd name="connsiteX4" fmla="*/ 6221 w 379445"/>
              <a:gd name="connsiteY4" fmla="*/ 267477 h 1306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9445" h="1306286">
                <a:moveTo>
                  <a:pt x="6221" y="267477"/>
                </a:moveTo>
                <a:lnTo>
                  <a:pt x="379445" y="0"/>
                </a:lnTo>
                <a:lnTo>
                  <a:pt x="379445" y="1306286"/>
                </a:lnTo>
                <a:lnTo>
                  <a:pt x="0" y="1306286"/>
                </a:lnTo>
                <a:cubicBezTo>
                  <a:pt x="2074" y="960016"/>
                  <a:pt x="4147" y="613747"/>
                  <a:pt x="6221" y="26747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2B4F0E9C-8DA6-E9B7-20BC-B9D55EF70EB6}"/>
              </a:ext>
            </a:extLst>
          </p:cNvPr>
          <p:cNvSpPr/>
          <p:nvPr/>
        </p:nvSpPr>
        <p:spPr>
          <a:xfrm>
            <a:off x="1990531" y="4256764"/>
            <a:ext cx="161730" cy="2040294"/>
          </a:xfrm>
          <a:custGeom>
            <a:avLst/>
            <a:gdLst>
              <a:gd name="connsiteX0" fmla="*/ 0 w 161730"/>
              <a:gd name="connsiteY0" fmla="*/ 2040294 h 2040294"/>
              <a:gd name="connsiteX1" fmla="*/ 0 w 161730"/>
              <a:gd name="connsiteY1" fmla="*/ 167951 h 2040294"/>
              <a:gd name="connsiteX2" fmla="*/ 161730 w 161730"/>
              <a:gd name="connsiteY2" fmla="*/ 0 h 2040294"/>
              <a:gd name="connsiteX3" fmla="*/ 161730 w 161730"/>
              <a:gd name="connsiteY3" fmla="*/ 2027853 h 2040294"/>
              <a:gd name="connsiteX4" fmla="*/ 0 w 161730"/>
              <a:gd name="connsiteY4" fmla="*/ 2040294 h 204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730" h="2040294">
                <a:moveTo>
                  <a:pt x="0" y="2040294"/>
                </a:moveTo>
                <a:lnTo>
                  <a:pt x="0" y="167951"/>
                </a:lnTo>
                <a:lnTo>
                  <a:pt x="161730" y="0"/>
                </a:lnTo>
                <a:lnTo>
                  <a:pt x="161730" y="2027853"/>
                </a:lnTo>
                <a:lnTo>
                  <a:pt x="0" y="2040294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BC7EEBFD-25E2-7D62-F2D4-6EF463869005}"/>
              </a:ext>
            </a:extLst>
          </p:cNvPr>
          <p:cNvSpPr/>
          <p:nvPr/>
        </p:nvSpPr>
        <p:spPr>
          <a:xfrm>
            <a:off x="3278154" y="4194559"/>
            <a:ext cx="1430695" cy="2121159"/>
          </a:xfrm>
          <a:custGeom>
            <a:avLst/>
            <a:gdLst>
              <a:gd name="connsiteX0" fmla="*/ 0 w 1455575"/>
              <a:gd name="connsiteY0" fmla="*/ 0 h 2146041"/>
              <a:gd name="connsiteX1" fmla="*/ 1455575 w 1455575"/>
              <a:gd name="connsiteY1" fmla="*/ 976605 h 2146041"/>
              <a:gd name="connsiteX2" fmla="*/ 1455575 w 1455575"/>
              <a:gd name="connsiteY2" fmla="*/ 2146041 h 2146041"/>
              <a:gd name="connsiteX3" fmla="*/ 6220 w 1455575"/>
              <a:gd name="connsiteY3" fmla="*/ 2146041 h 2146041"/>
              <a:gd name="connsiteX4" fmla="*/ 0 w 1455575"/>
              <a:gd name="connsiteY4" fmla="*/ 0 h 2146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5575" h="2146041">
                <a:moveTo>
                  <a:pt x="0" y="0"/>
                </a:moveTo>
                <a:lnTo>
                  <a:pt x="1455575" y="976605"/>
                </a:lnTo>
                <a:lnTo>
                  <a:pt x="1455575" y="2146041"/>
                </a:lnTo>
                <a:lnTo>
                  <a:pt x="6220" y="2146041"/>
                </a:lnTo>
                <a:cubicBezTo>
                  <a:pt x="4147" y="1430694"/>
                  <a:pt x="2073" y="715347"/>
                  <a:pt x="0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577F6E-41C2-D417-B5A8-86A5BE787AF7}"/>
              </a:ext>
            </a:extLst>
          </p:cNvPr>
          <p:cNvSpPr txBox="1"/>
          <p:nvPr/>
        </p:nvSpPr>
        <p:spPr>
          <a:xfrm>
            <a:off x="5088293" y="5150497"/>
            <a:ext cx="3763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Detailed Poisson Solution needed!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D8BC61DB-B274-EE75-4336-7E1CBEFC4B62}"/>
              </a:ext>
            </a:extLst>
          </p:cNvPr>
          <p:cNvSpPr/>
          <p:nvPr/>
        </p:nvSpPr>
        <p:spPr>
          <a:xfrm>
            <a:off x="2158480" y="5094513"/>
            <a:ext cx="124409" cy="1212980"/>
          </a:xfrm>
          <a:custGeom>
            <a:avLst/>
            <a:gdLst>
              <a:gd name="connsiteX0" fmla="*/ 0 w 124409"/>
              <a:gd name="connsiteY0" fmla="*/ 1206760 h 1212980"/>
              <a:gd name="connsiteX1" fmla="*/ 0 w 124409"/>
              <a:gd name="connsiteY1" fmla="*/ 1206760 h 1212980"/>
              <a:gd name="connsiteX2" fmla="*/ 0 w 124409"/>
              <a:gd name="connsiteY2" fmla="*/ 1144556 h 1212980"/>
              <a:gd name="connsiteX3" fmla="*/ 0 w 124409"/>
              <a:gd name="connsiteY3" fmla="*/ 62205 h 1212980"/>
              <a:gd name="connsiteX4" fmla="*/ 124409 w 124409"/>
              <a:gd name="connsiteY4" fmla="*/ 0 h 1212980"/>
              <a:gd name="connsiteX5" fmla="*/ 124409 w 124409"/>
              <a:gd name="connsiteY5" fmla="*/ 1212980 h 1212980"/>
              <a:gd name="connsiteX6" fmla="*/ 0 w 124409"/>
              <a:gd name="connsiteY6" fmla="*/ 1206760 h 12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4409" h="1212980">
                <a:moveTo>
                  <a:pt x="0" y="1206760"/>
                </a:moveTo>
                <a:lnTo>
                  <a:pt x="0" y="1206760"/>
                </a:lnTo>
                <a:lnTo>
                  <a:pt x="0" y="1144556"/>
                </a:lnTo>
                <a:lnTo>
                  <a:pt x="0" y="62205"/>
                </a:lnTo>
                <a:lnTo>
                  <a:pt x="124409" y="0"/>
                </a:lnTo>
                <a:lnTo>
                  <a:pt x="124409" y="1212980"/>
                </a:lnTo>
                <a:lnTo>
                  <a:pt x="0" y="120676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61ADD2E5-9754-E257-D0F2-3FE038BFBF44}"/>
              </a:ext>
            </a:extLst>
          </p:cNvPr>
          <p:cNvSpPr/>
          <p:nvPr/>
        </p:nvSpPr>
        <p:spPr>
          <a:xfrm>
            <a:off x="2264229" y="5057192"/>
            <a:ext cx="136849" cy="1231641"/>
          </a:xfrm>
          <a:custGeom>
            <a:avLst/>
            <a:gdLst>
              <a:gd name="connsiteX0" fmla="*/ 0 w 136849"/>
              <a:gd name="connsiteY0" fmla="*/ 1231641 h 1231641"/>
              <a:gd name="connsiteX1" fmla="*/ 0 w 136849"/>
              <a:gd name="connsiteY1" fmla="*/ 55984 h 1231641"/>
              <a:gd name="connsiteX2" fmla="*/ 136849 w 136849"/>
              <a:gd name="connsiteY2" fmla="*/ 0 h 1231641"/>
              <a:gd name="connsiteX3" fmla="*/ 136849 w 136849"/>
              <a:gd name="connsiteY3" fmla="*/ 1231641 h 1231641"/>
              <a:gd name="connsiteX4" fmla="*/ 0 w 136849"/>
              <a:gd name="connsiteY4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849" h="1231641">
                <a:moveTo>
                  <a:pt x="0" y="1231641"/>
                </a:moveTo>
                <a:lnTo>
                  <a:pt x="0" y="55984"/>
                </a:lnTo>
                <a:lnTo>
                  <a:pt x="136849" y="0"/>
                </a:lnTo>
                <a:lnTo>
                  <a:pt x="136849" y="1231641"/>
                </a:lnTo>
                <a:lnTo>
                  <a:pt x="0" y="123164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059C3B35-F965-D06C-378B-1CBF629A008A}"/>
              </a:ext>
            </a:extLst>
          </p:cNvPr>
          <p:cNvSpPr/>
          <p:nvPr/>
        </p:nvSpPr>
        <p:spPr>
          <a:xfrm>
            <a:off x="2407298" y="5019869"/>
            <a:ext cx="118188" cy="1268964"/>
          </a:xfrm>
          <a:custGeom>
            <a:avLst/>
            <a:gdLst>
              <a:gd name="connsiteX0" fmla="*/ 0 w 118188"/>
              <a:gd name="connsiteY0" fmla="*/ 1268964 h 1268964"/>
              <a:gd name="connsiteX1" fmla="*/ 0 w 118188"/>
              <a:gd name="connsiteY1" fmla="*/ 24882 h 1268964"/>
              <a:gd name="connsiteX2" fmla="*/ 118188 w 118188"/>
              <a:gd name="connsiteY2" fmla="*/ 0 h 1268964"/>
              <a:gd name="connsiteX3" fmla="*/ 118188 w 118188"/>
              <a:gd name="connsiteY3" fmla="*/ 1268964 h 1268964"/>
              <a:gd name="connsiteX4" fmla="*/ 0 w 118188"/>
              <a:gd name="connsiteY4" fmla="*/ 1268964 h 1268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188" h="1268964">
                <a:moveTo>
                  <a:pt x="0" y="1268964"/>
                </a:moveTo>
                <a:lnTo>
                  <a:pt x="0" y="24882"/>
                </a:lnTo>
                <a:lnTo>
                  <a:pt x="118188" y="0"/>
                </a:lnTo>
                <a:lnTo>
                  <a:pt x="118188" y="1268964"/>
                </a:lnTo>
                <a:lnTo>
                  <a:pt x="0" y="1268964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AB31C3BA-C494-C4E4-BE01-74DB506A5ABD}"/>
              </a:ext>
            </a:extLst>
          </p:cNvPr>
          <p:cNvSpPr/>
          <p:nvPr/>
        </p:nvSpPr>
        <p:spPr>
          <a:xfrm>
            <a:off x="2537927" y="5007429"/>
            <a:ext cx="124408" cy="1306285"/>
          </a:xfrm>
          <a:custGeom>
            <a:avLst/>
            <a:gdLst>
              <a:gd name="connsiteX0" fmla="*/ 0 w 124408"/>
              <a:gd name="connsiteY0" fmla="*/ 1306285 h 1306285"/>
              <a:gd name="connsiteX1" fmla="*/ 0 w 124408"/>
              <a:gd name="connsiteY1" fmla="*/ 6220 h 1306285"/>
              <a:gd name="connsiteX2" fmla="*/ 124408 w 124408"/>
              <a:gd name="connsiteY2" fmla="*/ 0 h 1306285"/>
              <a:gd name="connsiteX3" fmla="*/ 124408 w 124408"/>
              <a:gd name="connsiteY3" fmla="*/ 1300065 h 1306285"/>
              <a:gd name="connsiteX4" fmla="*/ 0 w 124408"/>
              <a:gd name="connsiteY4" fmla="*/ 1306285 h 1306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408" h="1306285">
                <a:moveTo>
                  <a:pt x="0" y="1306285"/>
                </a:moveTo>
                <a:lnTo>
                  <a:pt x="0" y="6220"/>
                </a:lnTo>
                <a:lnTo>
                  <a:pt x="124408" y="0"/>
                </a:lnTo>
                <a:lnTo>
                  <a:pt x="124408" y="1300065"/>
                </a:lnTo>
                <a:lnTo>
                  <a:pt x="0" y="130628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6C09D740-A3E3-7116-CD1B-7FEFC81886C7}"/>
              </a:ext>
            </a:extLst>
          </p:cNvPr>
          <p:cNvSpPr/>
          <p:nvPr/>
        </p:nvSpPr>
        <p:spPr>
          <a:xfrm>
            <a:off x="2674776" y="5001208"/>
            <a:ext cx="136848" cy="1300065"/>
          </a:xfrm>
          <a:custGeom>
            <a:avLst/>
            <a:gdLst>
              <a:gd name="connsiteX0" fmla="*/ 0 w 136848"/>
              <a:gd name="connsiteY0" fmla="*/ 1300065 h 1300065"/>
              <a:gd name="connsiteX1" fmla="*/ 0 w 136848"/>
              <a:gd name="connsiteY1" fmla="*/ 0 h 1300065"/>
              <a:gd name="connsiteX2" fmla="*/ 136848 w 136848"/>
              <a:gd name="connsiteY2" fmla="*/ 0 h 1300065"/>
              <a:gd name="connsiteX3" fmla="*/ 136848 w 136848"/>
              <a:gd name="connsiteY3" fmla="*/ 1300065 h 1300065"/>
              <a:gd name="connsiteX4" fmla="*/ 0 w 136848"/>
              <a:gd name="connsiteY4" fmla="*/ 1300065 h 130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848" h="1300065">
                <a:moveTo>
                  <a:pt x="0" y="1300065"/>
                </a:moveTo>
                <a:lnTo>
                  <a:pt x="0" y="0"/>
                </a:lnTo>
                <a:lnTo>
                  <a:pt x="136848" y="0"/>
                </a:lnTo>
                <a:lnTo>
                  <a:pt x="136848" y="1300065"/>
                </a:lnTo>
                <a:lnTo>
                  <a:pt x="0" y="1300065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3F2E4899-E816-880D-94C5-3454E5F00FDE}"/>
              </a:ext>
            </a:extLst>
          </p:cNvPr>
          <p:cNvSpPr/>
          <p:nvPr/>
        </p:nvSpPr>
        <p:spPr>
          <a:xfrm>
            <a:off x="2817845" y="4988767"/>
            <a:ext cx="155510" cy="1318727"/>
          </a:xfrm>
          <a:custGeom>
            <a:avLst/>
            <a:gdLst>
              <a:gd name="connsiteX0" fmla="*/ 0 w 155510"/>
              <a:gd name="connsiteY0" fmla="*/ 1312506 h 1318727"/>
              <a:gd name="connsiteX1" fmla="*/ 0 w 155510"/>
              <a:gd name="connsiteY1" fmla="*/ 0 h 1318727"/>
              <a:gd name="connsiteX2" fmla="*/ 155510 w 155510"/>
              <a:gd name="connsiteY2" fmla="*/ 31102 h 1318727"/>
              <a:gd name="connsiteX3" fmla="*/ 155510 w 155510"/>
              <a:gd name="connsiteY3" fmla="*/ 1318727 h 1318727"/>
              <a:gd name="connsiteX4" fmla="*/ 0 w 155510"/>
              <a:gd name="connsiteY4" fmla="*/ 1312506 h 1318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510" h="1318727">
                <a:moveTo>
                  <a:pt x="0" y="1312506"/>
                </a:moveTo>
                <a:lnTo>
                  <a:pt x="0" y="0"/>
                </a:lnTo>
                <a:lnTo>
                  <a:pt x="155510" y="31102"/>
                </a:lnTo>
                <a:lnTo>
                  <a:pt x="155510" y="1318727"/>
                </a:lnTo>
                <a:lnTo>
                  <a:pt x="0" y="1312506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34C78D84-1BDD-FE50-2F09-0D8E3EF4EDB2}"/>
              </a:ext>
            </a:extLst>
          </p:cNvPr>
          <p:cNvSpPr/>
          <p:nvPr/>
        </p:nvSpPr>
        <p:spPr>
          <a:xfrm>
            <a:off x="2973355" y="4994988"/>
            <a:ext cx="149290" cy="1312506"/>
          </a:xfrm>
          <a:custGeom>
            <a:avLst/>
            <a:gdLst>
              <a:gd name="connsiteX0" fmla="*/ 0 w 149290"/>
              <a:gd name="connsiteY0" fmla="*/ 1312506 h 1312506"/>
              <a:gd name="connsiteX1" fmla="*/ 0 w 149290"/>
              <a:gd name="connsiteY1" fmla="*/ 0 h 1312506"/>
              <a:gd name="connsiteX2" fmla="*/ 149290 w 149290"/>
              <a:gd name="connsiteY2" fmla="*/ 49763 h 1312506"/>
              <a:gd name="connsiteX3" fmla="*/ 149290 w 149290"/>
              <a:gd name="connsiteY3" fmla="*/ 1312506 h 1312506"/>
              <a:gd name="connsiteX4" fmla="*/ 0 w 149290"/>
              <a:gd name="connsiteY4" fmla="*/ 1312506 h 1312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290" h="1312506">
                <a:moveTo>
                  <a:pt x="0" y="1312506"/>
                </a:moveTo>
                <a:lnTo>
                  <a:pt x="0" y="0"/>
                </a:lnTo>
                <a:lnTo>
                  <a:pt x="149290" y="49763"/>
                </a:lnTo>
                <a:lnTo>
                  <a:pt x="149290" y="1312506"/>
                </a:lnTo>
                <a:lnTo>
                  <a:pt x="0" y="131250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F433745B-677A-366C-C968-66437AD0FDD7}"/>
              </a:ext>
            </a:extLst>
          </p:cNvPr>
          <p:cNvSpPr/>
          <p:nvPr/>
        </p:nvSpPr>
        <p:spPr>
          <a:xfrm>
            <a:off x="3128865" y="5044751"/>
            <a:ext cx="130629" cy="1275184"/>
          </a:xfrm>
          <a:custGeom>
            <a:avLst/>
            <a:gdLst>
              <a:gd name="connsiteX0" fmla="*/ 0 w 130629"/>
              <a:gd name="connsiteY0" fmla="*/ 1268963 h 1275184"/>
              <a:gd name="connsiteX1" fmla="*/ 0 w 130629"/>
              <a:gd name="connsiteY1" fmla="*/ 0 h 1275184"/>
              <a:gd name="connsiteX2" fmla="*/ 130629 w 130629"/>
              <a:gd name="connsiteY2" fmla="*/ 0 h 1275184"/>
              <a:gd name="connsiteX3" fmla="*/ 130629 w 130629"/>
              <a:gd name="connsiteY3" fmla="*/ 1275184 h 1275184"/>
              <a:gd name="connsiteX4" fmla="*/ 0 w 130629"/>
              <a:gd name="connsiteY4" fmla="*/ 1268963 h 1275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629" h="1275184">
                <a:moveTo>
                  <a:pt x="0" y="1268963"/>
                </a:moveTo>
                <a:lnTo>
                  <a:pt x="0" y="0"/>
                </a:lnTo>
                <a:lnTo>
                  <a:pt x="130629" y="0"/>
                </a:lnTo>
                <a:lnTo>
                  <a:pt x="130629" y="1275184"/>
                </a:lnTo>
                <a:lnTo>
                  <a:pt x="0" y="1268963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1DBBB6B3-8429-EEB3-3FBF-CCD09B4729BB}"/>
              </a:ext>
            </a:extLst>
          </p:cNvPr>
          <p:cNvSpPr/>
          <p:nvPr/>
        </p:nvSpPr>
        <p:spPr>
          <a:xfrm>
            <a:off x="1766595" y="4704634"/>
            <a:ext cx="1763186" cy="1763186"/>
          </a:xfrm>
          <a:prstGeom prst="ellipse">
            <a:avLst/>
          </a:prstGeom>
          <a:noFill/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7F30A406-8DE7-C95E-FBA6-75A03A8506C8}"/>
              </a:ext>
            </a:extLst>
          </p:cNvPr>
          <p:cNvCxnSpPr/>
          <p:nvPr/>
        </p:nvCxnSpPr>
        <p:spPr>
          <a:xfrm>
            <a:off x="2674776" y="3614057"/>
            <a:ext cx="0" cy="1020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0B9EE19-CD35-1A09-E55A-AEB1D13CA27D}"/>
              </a:ext>
            </a:extLst>
          </p:cNvPr>
          <p:cNvSpPr txBox="1"/>
          <p:nvPr/>
        </p:nvSpPr>
        <p:spPr>
          <a:xfrm>
            <a:off x="528735" y="3794449"/>
            <a:ext cx="6979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New Method: Partitioned </a:t>
            </a: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model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88703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BBE7BD-D87D-13CC-CE1A-6B40550E1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Poisson Solution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A5BD57-66A9-CD51-ABF2-E48C0AE6458B}"/>
              </a:ext>
            </a:extLst>
          </p:cNvPr>
          <p:cNvSpPr txBox="1"/>
          <p:nvPr/>
        </p:nvSpPr>
        <p:spPr>
          <a:xfrm>
            <a:off x="645821" y="1100228"/>
            <a:ext cx="7850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Used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Poisson equation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8A527F-15BA-5072-C662-D1C90FB36E69}"/>
                  </a:ext>
                </a:extLst>
              </p:cNvPr>
              <p:cNvSpPr txBox="1"/>
              <p:nvPr/>
            </p:nvSpPr>
            <p:spPr>
              <a:xfrm>
                <a:off x="233071" y="1568774"/>
                <a:ext cx="6310797" cy="3743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𝑜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𝑆𝑖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</m:t>
                                </m:r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𝑆𝑖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</m:t>
                                </m:r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𝑜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endPara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r>
                  <a:rPr lang="en-US" altLang="ko-KR" sz="1600" i="1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i</a:t>
                </a:r>
                <a:r>
                  <a:rPr lang="en-US" altLang="ko-KR" sz="160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= 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,1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6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𝑜</m:t>
                        </m:r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sz="16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</m:t>
                                </m:r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6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,1</m:t>
                            </m:r>
                          </m:sub>
                        </m:sSub>
                      </m:num>
                      <m:den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600" b="0" i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Cambria Math" panose="02040503050406030204" pitchFamily="18" charset="0"/>
                  <a:ea typeface="맑은 고딕"/>
                  <a:cs typeface="Times New Roman"/>
                </a:endParaRPr>
              </a:p>
              <a:p>
                <a:r>
                  <a:rPr lang="en-US" altLang="ko-KR" sz="160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i = 2 ~ 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endParaRPr lang="en-US" altLang="ko-KR" sz="1600" b="0" i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Cambria Math" panose="02040503050406030204" pitchFamily="18" charset="0"/>
                  <a:ea typeface="맑은 고딕"/>
                  <a:cs typeface="Times New Roman"/>
                </a:endParaRPr>
              </a:p>
              <a:p>
                <a:endParaRPr lang="en-US" altLang="ko-KR" sz="1600" i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Cambria Math" panose="02040503050406030204" pitchFamily="18" charset="0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𝐵𝑂𝑋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𝑁</m:t>
                            </m:r>
                          </m:sub>
                        </m:sSub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𝐵𝑂𝑋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𝐵𝑂𝑋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,</m:t>
                                </m:r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𝑁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8A527F-15BA-5072-C662-D1C90FB36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71" y="1568774"/>
                <a:ext cx="6310797" cy="37437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3FEDB433-306E-A0D2-A09F-BF1456F8D136}"/>
              </a:ext>
            </a:extLst>
          </p:cNvPr>
          <p:cNvSpPr/>
          <p:nvPr/>
        </p:nvSpPr>
        <p:spPr>
          <a:xfrm>
            <a:off x="161731" y="2936033"/>
            <a:ext cx="6382137" cy="1468016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1B2740-D3E9-44EA-6233-1B70E33F71D2}"/>
              </a:ext>
            </a:extLst>
          </p:cNvPr>
          <p:cNvSpPr txBox="1"/>
          <p:nvPr/>
        </p:nvSpPr>
        <p:spPr>
          <a:xfrm>
            <a:off x="6637176" y="3433764"/>
            <a:ext cx="2506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Partition in 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30951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E7BEA6-B691-C040-B1BA-CF692CAA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Poisson Solution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30603-1C4B-40A7-263F-FC4924BC9C71}"/>
              </a:ext>
            </a:extLst>
          </p:cNvPr>
          <p:cNvSpPr txBox="1"/>
          <p:nvPr/>
        </p:nvSpPr>
        <p:spPr>
          <a:xfrm>
            <a:off x="734008" y="1144555"/>
            <a:ext cx="703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Boundary Conditions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B929E4-3CBF-8DE1-3EBB-33CC6047F77D}"/>
              </a:ext>
            </a:extLst>
          </p:cNvPr>
          <p:cNvSpPr txBox="1"/>
          <p:nvPr/>
        </p:nvSpPr>
        <p:spPr>
          <a:xfrm>
            <a:off x="503853" y="1698171"/>
            <a:ext cx="2824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 = r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o1</a:t>
            </a:r>
            <a:endParaRPr lang="ko-KR" altLang="en-US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E1EDF3-B114-820A-8C69-471B40E363EB}"/>
              </a:ext>
            </a:extLst>
          </p:cNvPr>
          <p:cNvSpPr txBox="1"/>
          <p:nvPr/>
        </p:nvSpPr>
        <p:spPr>
          <a:xfrm>
            <a:off x="503853" y="2106505"/>
            <a:ext cx="2824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 = r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n1</a:t>
            </a:r>
            <a:endParaRPr lang="ko-KR" altLang="en-US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FE282-7E45-CD93-1B92-9377E66ACE36}"/>
              </a:ext>
            </a:extLst>
          </p:cNvPr>
          <p:cNvSpPr txBox="1"/>
          <p:nvPr/>
        </p:nvSpPr>
        <p:spPr>
          <a:xfrm>
            <a:off x="503853" y="2539511"/>
            <a:ext cx="2824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 = r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o2</a:t>
            </a:r>
            <a:endParaRPr lang="ko-KR" altLang="en-US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9C0F57-94EA-3580-BF1B-6EC8BE0D99B2}"/>
              </a:ext>
            </a:extLst>
          </p:cNvPr>
          <p:cNvSpPr txBox="1"/>
          <p:nvPr/>
        </p:nvSpPr>
        <p:spPr>
          <a:xfrm>
            <a:off x="503853" y="3457148"/>
            <a:ext cx="2824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 = r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CTN,i-1</a:t>
            </a:r>
            <a:endParaRPr lang="ko-KR" altLang="en-US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533109-B44C-5950-B4E1-227FB3C1A80C}"/>
              </a:ext>
            </a:extLst>
          </p:cNvPr>
          <p:cNvSpPr txBox="1"/>
          <p:nvPr/>
        </p:nvSpPr>
        <p:spPr>
          <a:xfrm>
            <a:off x="503853" y="4408870"/>
            <a:ext cx="2824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 =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CTN,N</a:t>
            </a:r>
            <a:endParaRPr lang="ko-KR" altLang="en-US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CD7740-AC01-8846-8FD0-19A3FDDDDBDE}"/>
                  </a:ext>
                </a:extLst>
              </p:cNvPr>
              <p:cNvSpPr txBox="1"/>
              <p:nvPr/>
            </p:nvSpPr>
            <p:spPr>
              <a:xfrm>
                <a:off x="4584440" y="1698171"/>
                <a:ext cx="3153747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𝑜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𝑜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  <m:sup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CD7740-AC01-8846-8FD0-19A3FDDDD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440" y="1698171"/>
                <a:ext cx="3153747" cy="4834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2EF785A-BEC3-F642-BFC0-47E720CA4D53}"/>
                  </a:ext>
                </a:extLst>
              </p:cNvPr>
              <p:cNvSpPr txBox="1"/>
              <p:nvPr/>
            </p:nvSpPr>
            <p:spPr>
              <a:xfrm>
                <a:off x="3259496" y="2115146"/>
                <a:ext cx="4416487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𝑜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  <m:sup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𝑜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2EF785A-BEC3-F642-BFC0-47E720CA4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496" y="2115146"/>
                <a:ext cx="4416487" cy="4834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940969D-79FB-09D0-3B95-42AB16F0610D}"/>
                  </a:ext>
                </a:extLst>
              </p:cNvPr>
              <p:cNvSpPr txBox="1"/>
              <p:nvPr/>
            </p:nvSpPr>
            <p:spPr>
              <a:xfrm>
                <a:off x="4584440" y="2506615"/>
                <a:ext cx="3750906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𝑜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,1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,1</m:t>
                        </m:r>
                      </m:sub>
                    </m:sSub>
                    <m:sSubSup>
                      <m:sSubSup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𝑜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  <m:sup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940969D-79FB-09D0-3B95-42AB16F06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440" y="2506615"/>
                <a:ext cx="3750906" cy="4834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2A41E5B-F752-312D-CCA3-0288D946828B}"/>
                  </a:ext>
                </a:extLst>
              </p:cNvPr>
              <p:cNvSpPr txBox="1"/>
              <p:nvPr/>
            </p:nvSpPr>
            <p:spPr>
              <a:xfrm>
                <a:off x="1915885" y="3452951"/>
                <a:ext cx="6724262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−1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−1</m:t>
                        </m:r>
                      </m:sub>
                    </m:sSub>
                    <m:sSubSup>
                      <m:sSubSup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−1</m:t>
                        </m:r>
                      </m:sub>
                      <m:sup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−1</m:t>
                        </m:r>
                      </m:sub>
                      <m:sup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2A41E5B-F752-312D-CCA3-0288D9468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885" y="3452951"/>
                <a:ext cx="6724262" cy="4834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E40E026-5D8B-E826-5AA6-4DC66B4143C7}"/>
                  </a:ext>
                </a:extLst>
              </p:cNvPr>
              <p:cNvSpPr txBox="1"/>
              <p:nvPr/>
            </p:nvSpPr>
            <p:spPr>
              <a:xfrm>
                <a:off x="2364509" y="4379954"/>
                <a:ext cx="6257165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</m:sub>
                    </m:sSub>
                    <m:sSubSup>
                      <m:sSubSup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</m:sub>
                      <m:sup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𝐵𝑂𝑋</m:t>
                        </m:r>
                      </m:sub>
                    </m:sSub>
                  </m:oMath>
                </a14:m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E40E026-5D8B-E826-5AA6-4DC66B414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509" y="4379954"/>
                <a:ext cx="6257165" cy="4834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9D1372CD-0B93-3455-753C-91FA75AC628F}"/>
              </a:ext>
            </a:extLst>
          </p:cNvPr>
          <p:cNvSpPr txBox="1"/>
          <p:nvPr/>
        </p:nvSpPr>
        <p:spPr>
          <a:xfrm>
            <a:off x="578498" y="5430416"/>
            <a:ext cx="48830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Unknowns: K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o1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K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n1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K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o2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K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en-US" altLang="ko-KR" sz="2000" baseline="-25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,1~N</a:t>
            </a: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K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BOX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Above equations: r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o1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r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n1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r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o2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r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en-US" altLang="ko-KR" sz="2000" baseline="-25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,1~N</a:t>
            </a:r>
            <a:endParaRPr lang="ko-KR" altLang="en-US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A543AB-0351-62A6-429E-8F414BD1B416}"/>
              </a:ext>
            </a:extLst>
          </p:cNvPr>
          <p:cNvSpPr txBox="1"/>
          <p:nvPr/>
        </p:nvSpPr>
        <p:spPr>
          <a:xfrm>
            <a:off x="5760098" y="5584304"/>
            <a:ext cx="32408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One more BC needed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70974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F7A0A8-997A-9447-CBAB-DCFB399B9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Poisson Solution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225164-1E83-5C83-933A-98C7CADBB5C1}"/>
              </a:ext>
            </a:extLst>
          </p:cNvPr>
          <p:cNvSpPr txBox="1"/>
          <p:nvPr/>
        </p:nvSpPr>
        <p:spPr>
          <a:xfrm>
            <a:off x="734008" y="1144555"/>
            <a:ext cx="703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Boundary Condition : Gate Voltage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B14754-A3B6-010F-279B-7748D263820A}"/>
                  </a:ext>
                </a:extLst>
              </p:cNvPr>
              <p:cNvSpPr txBox="1"/>
              <p:nvPr/>
            </p:nvSpPr>
            <p:spPr>
              <a:xfrm>
                <a:off x="841310" y="1715743"/>
                <a:ext cx="4763278" cy="537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𝐵𝑂𝑋</m:t>
                        </m:r>
                      </m:sub>
                    </m:sSub>
                    <m:d>
                      <m:d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</m:sub>
                    </m:sSub>
                    <m:d>
                      <m:d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𝑁</m:t>
                            </m:r>
                          </m:sub>
                        </m:sSub>
                      </m:e>
                    </m:d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𝐵𝑂𝑋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𝐵𝑂𝑋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8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,</m:t>
                                </m:r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𝑁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ko-KR" altLang="en-US" sz="18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B14754-A3B6-010F-279B-7748D2638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310" y="1715743"/>
                <a:ext cx="4763278" cy="5371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4DB6D90-F2F3-A785-6E50-7089734D9A7B}"/>
                  </a:ext>
                </a:extLst>
              </p:cNvPr>
              <p:cNvSpPr txBox="1"/>
              <p:nvPr/>
            </p:nvSpPr>
            <p:spPr>
              <a:xfrm>
                <a:off x="841310" y="3021116"/>
                <a:ext cx="6218853" cy="537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𝐵𝑂𝑋</m:t>
                        </m:r>
                      </m:sub>
                    </m:sSub>
                    <m:d>
                      <m:d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𝐵𝑂𝑋</m:t>
                            </m:r>
                          </m:sub>
                        </m:sSub>
                      </m:e>
                    </m:d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</m:sub>
                    </m:sSub>
                    <m:d>
                      <m:d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𝑁</m:t>
                            </m:r>
                          </m:sub>
                        </m:sSub>
                      </m:e>
                    </m:d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𝐵𝑂𝑋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𝐵𝑂𝑋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8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𝐵𝑂𝑋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,</m:t>
                                </m:r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𝑁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ko-KR" altLang="en-US" sz="18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4DB6D90-F2F3-A785-6E50-7089734D9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310" y="3021116"/>
                <a:ext cx="6218853" cy="5371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EBC85AAC-1ED9-1529-0DE6-0F601C41E7DF}"/>
              </a:ext>
            </a:extLst>
          </p:cNvPr>
          <p:cNvSpPr/>
          <p:nvPr/>
        </p:nvSpPr>
        <p:spPr>
          <a:xfrm>
            <a:off x="1210647" y="2301640"/>
            <a:ext cx="317241" cy="670714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9B4C2E-76F7-57A7-5AD2-A55C7495A50C}"/>
                  </a:ext>
                </a:extLst>
              </p:cNvPr>
              <p:cNvSpPr txBox="1"/>
              <p:nvPr/>
            </p:nvSpPr>
            <p:spPr>
              <a:xfrm>
                <a:off x="1660071" y="2371921"/>
                <a:ext cx="45813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𝑟</m:t>
                    </m:r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 </m:t>
                    </m:r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𝐵𝑂𝑋</m:t>
                        </m:r>
                      </m:sub>
                    </m:sSub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9B4C2E-76F7-57A7-5AD2-A55C7495A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071" y="2371921"/>
                <a:ext cx="458133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EA15F6C-EA8D-37E1-1F5A-16D3EC7F8FE9}"/>
              </a:ext>
            </a:extLst>
          </p:cNvPr>
          <p:cNvSpPr txBox="1"/>
          <p:nvPr/>
        </p:nvSpPr>
        <p:spPr>
          <a:xfrm>
            <a:off x="415990" y="3740592"/>
            <a:ext cx="12440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in result,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6B1B84-327C-D5A2-8DF6-AC4FB331062B}"/>
                  </a:ext>
                </a:extLst>
              </p:cNvPr>
              <p:cNvSpPr txBox="1"/>
              <p:nvPr/>
            </p:nvSpPr>
            <p:spPr>
              <a:xfrm>
                <a:off x="-129309" y="4371608"/>
                <a:ext cx="9273310" cy="11330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𝐺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</m:t>
                                </m:r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𝑆𝑖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</m:t>
                                </m:r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sSub>
                      <m:sSub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</m:t>
                                </m:r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</m:s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</m:t>
                                </m:r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en-US" altLang="ko-KR" sz="200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  <a:t> </a:t>
                </a:r>
                <a:br>
                  <a:rPr lang="en-US" altLang="ko-KR" sz="200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</a:br>
                <a14:m>
                  <m:oMath xmlns:m="http://schemas.openxmlformats.org/officeDocument/2006/math"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,1</m:t>
                            </m:r>
                          </m:sub>
                        </m:sSub>
                      </m:num>
                      <m:den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,1</m:t>
                            </m:r>
                          </m:sub>
                          <m:sup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=2</m:t>
                        </m:r>
                      </m:sub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</m:sup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den>
                            </m:f>
                            <m:func>
                              <m:func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ln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𝐶𝑇𝑁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𝐶𝑇𝑁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func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𝑞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_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4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den>
                            </m:f>
                            <m:d>
                              <m:d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𝑖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6B1B84-327C-D5A2-8DF6-AC4FB3310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9309" y="4371608"/>
                <a:ext cx="9273310" cy="11330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CC572DA-B907-7F8D-609D-794D833732DA}"/>
              </a:ext>
            </a:extLst>
          </p:cNvPr>
          <p:cNvSpPr txBox="1"/>
          <p:nvPr/>
        </p:nvSpPr>
        <p:spPr>
          <a:xfrm>
            <a:off x="628261" y="5828522"/>
            <a:ext cx="66744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Now, unknowns can be solved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81958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F7985-64BD-84D1-4486-A8B6E3B64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Poisson Solution Variations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98617BC-D16A-75FB-550C-DEA3C179F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10" y="2134758"/>
            <a:ext cx="6917093" cy="3310052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806AFA25-8A48-4289-EBD1-0FEFCBF3A10F}"/>
              </a:ext>
            </a:extLst>
          </p:cNvPr>
          <p:cNvCxnSpPr/>
          <p:nvPr/>
        </p:nvCxnSpPr>
        <p:spPr>
          <a:xfrm flipH="1" flipV="1">
            <a:off x="1978090" y="2270449"/>
            <a:ext cx="1673290" cy="1244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7EEB2C8-BA36-687E-58F6-CDFB350D866E}"/>
              </a:ext>
            </a:extLst>
          </p:cNvPr>
          <p:cNvCxnSpPr>
            <a:cxnSpLocks/>
          </p:cNvCxnSpPr>
          <p:nvPr/>
        </p:nvCxnSpPr>
        <p:spPr>
          <a:xfrm flipV="1">
            <a:off x="4391608" y="2065177"/>
            <a:ext cx="0" cy="1306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0B9B6C8-8F32-7C69-BC69-52AFB067627D}"/>
              </a:ext>
            </a:extLst>
          </p:cNvPr>
          <p:cNvCxnSpPr>
            <a:cxnSpLocks/>
          </p:cNvCxnSpPr>
          <p:nvPr/>
        </p:nvCxnSpPr>
        <p:spPr>
          <a:xfrm flipV="1">
            <a:off x="5212702" y="2134758"/>
            <a:ext cx="2208245" cy="1130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FBBE87A-76C3-6856-328E-3AED77C41E75}"/>
              </a:ext>
            </a:extLst>
          </p:cNvPr>
          <p:cNvGrpSpPr/>
          <p:nvPr/>
        </p:nvGrpSpPr>
        <p:grpSpPr>
          <a:xfrm>
            <a:off x="244555" y="1106020"/>
            <a:ext cx="2869910" cy="1034958"/>
            <a:chOff x="1212140" y="5199023"/>
            <a:chExt cx="2869910" cy="103495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158D4A3-303C-D4D5-9F8D-B07A46428D86}"/>
                </a:ext>
              </a:extLst>
            </p:cNvPr>
            <p:cNvSpPr txBox="1"/>
            <p:nvPr/>
          </p:nvSpPr>
          <p:spPr>
            <a:xfrm>
              <a:off x="3474244" y="5274775"/>
              <a:ext cx="6078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WL</a:t>
              </a:r>
              <a:endParaRPr lang="ko-KR" altLang="en-US" sz="110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82673DC5-4CCC-8037-4A48-E6E872CB204B}"/>
                </a:ext>
              </a:extLst>
            </p:cNvPr>
            <p:cNvSpPr/>
            <p:nvPr/>
          </p:nvSpPr>
          <p:spPr>
            <a:xfrm>
              <a:off x="1862220" y="5741091"/>
              <a:ext cx="283607" cy="164334"/>
            </a:xfrm>
            <a:prstGeom prst="rect">
              <a:avLst/>
            </a:prstGeom>
            <a:solidFill>
              <a:srgbClr val="8A6FC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baseline="-2500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8CEAD76B-F397-1B2D-4868-F38911B1A993}"/>
                </a:ext>
              </a:extLst>
            </p:cNvPr>
            <p:cNvSpPr/>
            <p:nvPr/>
          </p:nvSpPr>
          <p:spPr>
            <a:xfrm>
              <a:off x="2320441" y="5741091"/>
              <a:ext cx="167139" cy="230005"/>
            </a:xfrm>
            <a:prstGeom prst="rect">
              <a:avLst/>
            </a:prstGeom>
            <a:solidFill>
              <a:srgbClr val="8A6FC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00" b="1" baseline="-25000" dirty="0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78DE78B6-522C-125F-3147-D674EF65D9CC}"/>
                </a:ext>
              </a:extLst>
            </p:cNvPr>
            <p:cNvCxnSpPr>
              <a:cxnSpLocks/>
            </p:cNvCxnSpPr>
            <p:nvPr/>
          </p:nvCxnSpPr>
          <p:spPr>
            <a:xfrm>
              <a:off x="1300510" y="5741090"/>
              <a:ext cx="254015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D7871301-FBD3-ADC3-C319-8C025866B22F}"/>
                </a:ext>
              </a:extLst>
            </p:cNvPr>
            <p:cNvCxnSpPr>
              <a:cxnSpLocks/>
            </p:cNvCxnSpPr>
            <p:nvPr/>
          </p:nvCxnSpPr>
          <p:spPr>
            <a:xfrm>
              <a:off x="1862220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7AE78883-D58A-A736-3A14-6B82E54322F8}"/>
                </a:ext>
              </a:extLst>
            </p:cNvPr>
            <p:cNvCxnSpPr>
              <a:cxnSpLocks/>
            </p:cNvCxnSpPr>
            <p:nvPr/>
          </p:nvCxnSpPr>
          <p:spPr>
            <a:xfrm>
              <a:off x="2145827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9C24030-F523-F9BC-9F5C-3BEEDB58F8DD}"/>
                </a:ext>
              </a:extLst>
            </p:cNvPr>
            <p:cNvCxnSpPr>
              <a:cxnSpLocks/>
            </p:cNvCxnSpPr>
            <p:nvPr/>
          </p:nvCxnSpPr>
          <p:spPr>
            <a:xfrm>
              <a:off x="2320439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1BD5EA1C-064A-41FA-7C0A-F40AA30A7E0B}"/>
                </a:ext>
              </a:extLst>
            </p:cNvPr>
            <p:cNvCxnSpPr>
              <a:cxnSpLocks/>
            </p:cNvCxnSpPr>
            <p:nvPr/>
          </p:nvCxnSpPr>
          <p:spPr>
            <a:xfrm>
              <a:off x="2880360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168CD4B6-27F9-EB7B-B593-FF64DF50F2ED}"/>
                </a:ext>
              </a:extLst>
            </p:cNvPr>
            <p:cNvCxnSpPr>
              <a:cxnSpLocks/>
            </p:cNvCxnSpPr>
            <p:nvPr/>
          </p:nvCxnSpPr>
          <p:spPr>
            <a:xfrm>
              <a:off x="3575685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0B828F56-F304-71C2-6753-CDF8EA4586D5}"/>
                </a:ext>
              </a:extLst>
            </p:cNvPr>
            <p:cNvCxnSpPr>
              <a:cxnSpLocks/>
            </p:cNvCxnSpPr>
            <p:nvPr/>
          </p:nvCxnSpPr>
          <p:spPr>
            <a:xfrm>
              <a:off x="1572243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708755E-5890-C5CC-53B7-5AAAB9B0B7F8}"/>
                    </a:ext>
                  </a:extLst>
                </p:cNvPr>
                <p:cNvSpPr txBox="1"/>
                <p:nvPr/>
              </p:nvSpPr>
              <p:spPr>
                <a:xfrm>
                  <a:off x="1648731" y="6040983"/>
                  <a:ext cx="156518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7C67DAA-A8D8-E15F-48C2-FFADA8F4CD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8731" y="6040983"/>
                  <a:ext cx="156518" cy="123111"/>
                </a:xfrm>
                <a:prstGeom prst="rect">
                  <a:avLst/>
                </a:prstGeom>
                <a:blipFill>
                  <a:blip r:embed="rId3"/>
                  <a:stretch>
                    <a:fillRect l="-19231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CF8B147-3194-AC87-2B9F-EF194458303B}"/>
                    </a:ext>
                  </a:extLst>
                </p:cNvPr>
                <p:cNvSpPr txBox="1"/>
                <p:nvPr/>
              </p:nvSpPr>
              <p:spPr>
                <a:xfrm>
                  <a:off x="1928302" y="6040983"/>
                  <a:ext cx="161326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61ED035A-5965-7C4C-CE1B-0F47DD9628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8302" y="6040983"/>
                  <a:ext cx="161326" cy="123111"/>
                </a:xfrm>
                <a:prstGeom prst="rect">
                  <a:avLst/>
                </a:prstGeom>
                <a:blipFill>
                  <a:blip r:embed="rId4"/>
                  <a:stretch>
                    <a:fillRect l="-19231" r="-3846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19B6653-9F9A-E435-D7EA-D430F353C5B3}"/>
                    </a:ext>
                  </a:extLst>
                </p:cNvPr>
                <p:cNvSpPr txBox="1"/>
                <p:nvPr/>
              </p:nvSpPr>
              <p:spPr>
                <a:xfrm>
                  <a:off x="2169116" y="6040983"/>
                  <a:ext cx="156518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AC43A419-6D94-D840-57E4-282D062A27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116" y="6040983"/>
                  <a:ext cx="156518" cy="123111"/>
                </a:xfrm>
                <a:prstGeom prst="rect">
                  <a:avLst/>
                </a:prstGeom>
                <a:blipFill>
                  <a:blip r:embed="rId5"/>
                  <a:stretch>
                    <a:fillRect l="-19231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C7F4A39-B00C-9244-3ADA-28EFF5676D7A}"/>
                    </a:ext>
                  </a:extLst>
                </p:cNvPr>
                <p:cNvSpPr txBox="1"/>
                <p:nvPr/>
              </p:nvSpPr>
              <p:spPr>
                <a:xfrm>
                  <a:off x="2525367" y="6040983"/>
                  <a:ext cx="186974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𝒄𝒕𝒏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651BC730-F3E5-D6D7-D6D0-5ECA317D9F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5367" y="6040983"/>
                  <a:ext cx="186974" cy="123111"/>
                </a:xfrm>
                <a:prstGeom prst="rect">
                  <a:avLst/>
                </a:prstGeom>
                <a:blipFill>
                  <a:blip r:embed="rId6"/>
                  <a:stretch>
                    <a:fillRect l="-16129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D180CF81-181B-13D2-F2BE-1D3C1A60FAB5}"/>
                    </a:ext>
                  </a:extLst>
                </p:cNvPr>
                <p:cNvSpPr txBox="1"/>
                <p:nvPr/>
              </p:nvSpPr>
              <p:spPr>
                <a:xfrm>
                  <a:off x="3125098" y="6040983"/>
                  <a:ext cx="199798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𝒃𝒐𝒙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35B78CC-1945-5D64-5A56-054E5CA243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5098" y="6040983"/>
                  <a:ext cx="199798" cy="123111"/>
                </a:xfrm>
                <a:prstGeom prst="rect">
                  <a:avLst/>
                </a:prstGeom>
                <a:blipFill>
                  <a:blip r:embed="rId7"/>
                  <a:stretch>
                    <a:fillRect l="-15152" r="-3030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92FA5E3-E6C6-075E-C6C5-668B4BBB4114}"/>
                </a:ext>
              </a:extLst>
            </p:cNvPr>
            <p:cNvSpPr txBox="1"/>
            <p:nvPr/>
          </p:nvSpPr>
          <p:spPr>
            <a:xfrm>
              <a:off x="1864694" y="5750418"/>
              <a:ext cx="288541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</a:rPr>
                <a:t>-qn</a:t>
              </a:r>
              <a:r>
                <a:rPr lang="en-US" altLang="ko-KR" sz="800" b="1" baseline="-25000">
                  <a:solidFill>
                    <a:schemeClr val="bg1"/>
                  </a:solidFill>
                </a:rPr>
                <a:t>t_n1</a:t>
              </a:r>
              <a:endParaRPr lang="ko-KR" altLang="en-US" sz="800" b="1" baseline="-2500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57AF98B-BE69-1BE3-9A38-489BFD4964F1}"/>
                </a:ext>
              </a:extLst>
            </p:cNvPr>
            <p:cNvSpPr txBox="1"/>
            <p:nvPr/>
          </p:nvSpPr>
          <p:spPr>
            <a:xfrm>
              <a:off x="1522288" y="5427134"/>
              <a:ext cx="40280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o1</a:t>
              </a:r>
              <a:endParaRPr lang="ko-KR" altLang="en-US" sz="8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73DABA6-AD85-9BD4-FCA8-E9071DD4EDCE}"/>
                </a:ext>
              </a:extLst>
            </p:cNvPr>
            <p:cNvSpPr txBox="1"/>
            <p:nvPr/>
          </p:nvSpPr>
          <p:spPr>
            <a:xfrm>
              <a:off x="1810859" y="5427134"/>
              <a:ext cx="40280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n1</a:t>
              </a:r>
              <a:endParaRPr lang="ko-KR" altLang="en-US" sz="8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101D50C-A9CB-E5A4-D21A-2EB2C9B2BABF}"/>
                </a:ext>
              </a:extLst>
            </p:cNvPr>
            <p:cNvSpPr txBox="1"/>
            <p:nvPr/>
          </p:nvSpPr>
          <p:spPr>
            <a:xfrm>
              <a:off x="2032995" y="5427134"/>
              <a:ext cx="40280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/>
                <a:t>o2</a:t>
              </a:r>
              <a:endParaRPr lang="ko-KR" altLang="en-US" sz="80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6E3651B-2714-DA6D-AE5A-A33409B9AD94}"/>
                </a:ext>
              </a:extLst>
            </p:cNvPr>
            <p:cNvSpPr txBox="1"/>
            <p:nvPr/>
          </p:nvSpPr>
          <p:spPr>
            <a:xfrm>
              <a:off x="2302674" y="5202637"/>
              <a:ext cx="6078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CTN</a:t>
              </a:r>
              <a:endParaRPr lang="ko-KR" altLang="en-US" sz="110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75FC6C4-5A4B-62B2-6F11-9F2A9FEEF1A5}"/>
                </a:ext>
              </a:extLst>
            </p:cNvPr>
            <p:cNvSpPr txBox="1"/>
            <p:nvPr/>
          </p:nvSpPr>
          <p:spPr>
            <a:xfrm>
              <a:off x="2921574" y="5202637"/>
              <a:ext cx="6078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BOX</a:t>
              </a:r>
              <a:endParaRPr lang="ko-KR" altLang="en-US" sz="110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FA3CBBF-5FE8-8D5A-E1C0-888F1734F622}"/>
                </a:ext>
              </a:extLst>
            </p:cNvPr>
            <p:cNvSpPr txBox="1"/>
            <p:nvPr/>
          </p:nvSpPr>
          <p:spPr>
            <a:xfrm>
              <a:off x="1643121" y="5199023"/>
              <a:ext cx="6078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BETOX</a:t>
              </a:r>
              <a:endParaRPr lang="ko-KR" altLang="en-US" sz="1100" dirty="0"/>
            </a:p>
          </p:txBody>
        </p:sp>
        <p:sp>
          <p:nvSpPr>
            <p:cNvPr id="38" name="왼쪽 중괄호 37">
              <a:extLst>
                <a:ext uri="{FF2B5EF4-FFF2-40B4-BE49-F238E27FC236}">
                  <a16:creationId xmlns:a16="http://schemas.microsoft.com/office/drawing/2014/main" id="{55382503-5FBE-43A8-91F6-E2D8D4504DBF}"/>
                </a:ext>
              </a:extLst>
            </p:cNvPr>
            <p:cNvSpPr/>
            <p:nvPr/>
          </p:nvSpPr>
          <p:spPr>
            <a:xfrm rot="5400000">
              <a:off x="1886916" y="5101333"/>
              <a:ext cx="117747" cy="749297"/>
            </a:xfrm>
            <a:prstGeom prst="leftBrace">
              <a:avLst>
                <a:gd name="adj1" fmla="val 32600"/>
                <a:gd name="adj2" fmla="val 50000"/>
              </a:avLst>
            </a:prstGeom>
            <a:ln w="63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67A040BB-D4C6-CBC9-A969-1CEF0E6B64E1}"/>
                </a:ext>
              </a:extLst>
            </p:cNvPr>
            <p:cNvCxnSpPr/>
            <p:nvPr/>
          </p:nvCxnSpPr>
          <p:spPr>
            <a:xfrm>
              <a:off x="1571141" y="6022183"/>
              <a:ext cx="291079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F20B32A2-8E90-9677-8BA0-EEDC521197BD}"/>
                </a:ext>
              </a:extLst>
            </p:cNvPr>
            <p:cNvCxnSpPr/>
            <p:nvPr/>
          </p:nvCxnSpPr>
          <p:spPr>
            <a:xfrm>
              <a:off x="1862220" y="6022183"/>
              <a:ext cx="291079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F176C70F-B749-C8E2-942A-037AB9FDAA36}"/>
                </a:ext>
              </a:extLst>
            </p:cNvPr>
            <p:cNvCxnSpPr>
              <a:cxnSpLocks/>
            </p:cNvCxnSpPr>
            <p:nvPr/>
          </p:nvCxnSpPr>
          <p:spPr>
            <a:xfrm>
              <a:off x="2145827" y="6022183"/>
              <a:ext cx="174611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6A3A8C87-EFAC-7ACA-D677-891AB5752696}"/>
                </a:ext>
              </a:extLst>
            </p:cNvPr>
            <p:cNvCxnSpPr>
              <a:cxnSpLocks/>
            </p:cNvCxnSpPr>
            <p:nvPr/>
          </p:nvCxnSpPr>
          <p:spPr>
            <a:xfrm>
              <a:off x="2320438" y="6022183"/>
              <a:ext cx="553731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4032FC4C-F361-7E3B-1622-0A7FB3E51B7A}"/>
                </a:ext>
              </a:extLst>
            </p:cNvPr>
            <p:cNvCxnSpPr>
              <a:cxnSpLocks/>
            </p:cNvCxnSpPr>
            <p:nvPr/>
          </p:nvCxnSpPr>
          <p:spPr>
            <a:xfrm>
              <a:off x="2875269" y="6022183"/>
              <a:ext cx="700416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D7AFAB2-B29C-37F2-6409-67E4F3D01A0C}"/>
                    </a:ext>
                  </a:extLst>
                </p:cNvPr>
                <p:cNvSpPr txBox="1"/>
                <p:nvPr/>
              </p:nvSpPr>
              <p:spPr>
                <a:xfrm>
                  <a:off x="3814662" y="5725857"/>
                  <a:ext cx="99386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sz="105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oMath>
                    </m:oMathPara>
                  </a14:m>
                  <a:endParaRPr lang="ko-KR" altLang="en-US" sz="1050" b="1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52A61DB3-F99A-2E97-3930-6E19EFECE6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4662" y="5725857"/>
                  <a:ext cx="99386" cy="161583"/>
                </a:xfrm>
                <a:prstGeom prst="rect">
                  <a:avLst/>
                </a:prstGeom>
                <a:blipFill>
                  <a:blip r:embed="rId8"/>
                  <a:stretch>
                    <a:fillRect l="-35294" r="-588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10A84A3-1023-265C-AB87-03DC5D11E4FA}"/>
                    </a:ext>
                  </a:extLst>
                </p:cNvPr>
                <p:cNvSpPr txBox="1"/>
                <p:nvPr/>
              </p:nvSpPr>
              <p:spPr>
                <a:xfrm>
                  <a:off x="1596802" y="5626240"/>
                  <a:ext cx="113814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𝑺𝒊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31934475-DD94-9F44-8F39-2E97C448CA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6802" y="5626240"/>
                  <a:ext cx="113814" cy="92333"/>
                </a:xfrm>
                <a:prstGeom prst="rect">
                  <a:avLst/>
                </a:prstGeom>
                <a:blipFill>
                  <a:blip r:embed="rId9"/>
                  <a:stretch>
                    <a:fillRect l="-22222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E54B937-F30A-9B8C-741E-8481CB4B5C2C}"/>
                    </a:ext>
                  </a:extLst>
                </p:cNvPr>
                <p:cNvSpPr txBox="1"/>
                <p:nvPr/>
              </p:nvSpPr>
              <p:spPr>
                <a:xfrm>
                  <a:off x="2915431" y="5632121"/>
                  <a:ext cx="150682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𝒄𝒕𝒏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ECD02E9D-34FD-4D89-44B8-D9B54CD92D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5431" y="5632121"/>
                  <a:ext cx="150682" cy="92333"/>
                </a:xfrm>
                <a:prstGeom prst="rect">
                  <a:avLst/>
                </a:prstGeom>
                <a:blipFill>
                  <a:blip r:embed="rId10"/>
                  <a:stretch>
                    <a:fillRect l="-16000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C791D68-A18B-EF85-368B-A670BE822466}"/>
                    </a:ext>
                  </a:extLst>
                </p:cNvPr>
                <p:cNvSpPr txBox="1"/>
                <p:nvPr/>
              </p:nvSpPr>
              <p:spPr>
                <a:xfrm>
                  <a:off x="2343079" y="5630180"/>
                  <a:ext cx="121697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BC5E38F5-37BB-0967-3E05-D2EEE3DB25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3079" y="5630180"/>
                  <a:ext cx="121697" cy="92333"/>
                </a:xfrm>
                <a:prstGeom prst="rect">
                  <a:avLst/>
                </a:prstGeom>
                <a:blipFill>
                  <a:blip r:embed="rId11"/>
                  <a:stretch>
                    <a:fillRect l="-20000" r="-5000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3DCA1BCA-158C-DB23-82F2-C9B59E5F7982}"/>
                    </a:ext>
                  </a:extLst>
                </p:cNvPr>
                <p:cNvSpPr txBox="1"/>
                <p:nvPr/>
              </p:nvSpPr>
              <p:spPr>
                <a:xfrm>
                  <a:off x="3609475" y="5632121"/>
                  <a:ext cx="158698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𝒃𝒐𝒙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400FD126-8076-8909-AF51-AA21BEFDD4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9475" y="5632121"/>
                  <a:ext cx="158698" cy="92333"/>
                </a:xfrm>
                <a:prstGeom prst="rect">
                  <a:avLst/>
                </a:prstGeom>
                <a:blipFill>
                  <a:blip r:embed="rId12"/>
                  <a:stretch>
                    <a:fillRect l="-15385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049D30C-854A-80B8-3B5E-5C41FDF80964}"/>
                    </a:ext>
                  </a:extLst>
                </p:cNvPr>
                <p:cNvSpPr txBox="1"/>
                <p:nvPr/>
              </p:nvSpPr>
              <p:spPr>
                <a:xfrm>
                  <a:off x="2156727" y="5626240"/>
                  <a:ext cx="131446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5F55C7D1-4446-D449-2952-D7E02A3892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727" y="5626240"/>
                  <a:ext cx="131446" cy="92333"/>
                </a:xfrm>
                <a:prstGeom prst="rect">
                  <a:avLst/>
                </a:prstGeom>
                <a:blipFill>
                  <a:blip r:embed="rId13"/>
                  <a:stretch>
                    <a:fillRect l="-13636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9A10647-7049-320F-CB1C-48506AD882D6}"/>
                    </a:ext>
                  </a:extLst>
                </p:cNvPr>
                <p:cNvSpPr txBox="1"/>
                <p:nvPr/>
              </p:nvSpPr>
              <p:spPr>
                <a:xfrm>
                  <a:off x="1879311" y="5620504"/>
                  <a:ext cx="126638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1E489190-550E-B95C-A9AB-B08EC885C6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9311" y="5620504"/>
                  <a:ext cx="126638" cy="92333"/>
                </a:xfrm>
                <a:prstGeom prst="rect">
                  <a:avLst/>
                </a:prstGeom>
                <a:blipFill>
                  <a:blip r:embed="rId14"/>
                  <a:stretch>
                    <a:fillRect l="-19048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3C311D7-B25F-5EAB-D67D-18B9B94FCEB9}"/>
                </a:ext>
              </a:extLst>
            </p:cNvPr>
            <p:cNvSpPr txBox="1"/>
            <p:nvPr/>
          </p:nvSpPr>
          <p:spPr>
            <a:xfrm>
              <a:off x="1212140" y="5274775"/>
              <a:ext cx="3604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100"/>
                <a:t>Si</a:t>
              </a:r>
              <a:endParaRPr lang="ko-KR" altLang="en-US" sz="1100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B9F0E0B-8A07-1151-8083-E7BD4998FB76}"/>
              </a:ext>
            </a:extLst>
          </p:cNvPr>
          <p:cNvGrpSpPr/>
          <p:nvPr/>
        </p:nvGrpSpPr>
        <p:grpSpPr>
          <a:xfrm>
            <a:off x="3000880" y="1106020"/>
            <a:ext cx="2869910" cy="1034958"/>
            <a:chOff x="1212140" y="5199023"/>
            <a:chExt cx="2869910" cy="1034958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5907A7B-ECE6-1067-6877-31F06FE083F7}"/>
                </a:ext>
              </a:extLst>
            </p:cNvPr>
            <p:cNvSpPr txBox="1"/>
            <p:nvPr/>
          </p:nvSpPr>
          <p:spPr>
            <a:xfrm>
              <a:off x="3474244" y="5274775"/>
              <a:ext cx="6078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WL</a:t>
              </a:r>
              <a:endParaRPr lang="ko-KR" altLang="en-US" sz="1100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B060E177-8EC3-C496-F5CC-CF1C09A2A04C}"/>
                </a:ext>
              </a:extLst>
            </p:cNvPr>
            <p:cNvSpPr/>
            <p:nvPr/>
          </p:nvSpPr>
          <p:spPr>
            <a:xfrm>
              <a:off x="1862220" y="5741091"/>
              <a:ext cx="283607" cy="164334"/>
            </a:xfrm>
            <a:prstGeom prst="rect">
              <a:avLst/>
            </a:prstGeom>
            <a:solidFill>
              <a:srgbClr val="8A6FC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baseline="-25000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11981A5F-6D4A-5A97-B821-841CBB144FF3}"/>
                </a:ext>
              </a:extLst>
            </p:cNvPr>
            <p:cNvSpPr/>
            <p:nvPr/>
          </p:nvSpPr>
          <p:spPr>
            <a:xfrm>
              <a:off x="2520134" y="5741091"/>
              <a:ext cx="167139" cy="230005"/>
            </a:xfrm>
            <a:prstGeom prst="rect">
              <a:avLst/>
            </a:prstGeom>
            <a:solidFill>
              <a:srgbClr val="8A6FC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00" b="1" baseline="-25000" dirty="0"/>
            </a:p>
          </p:txBody>
        </p: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7D713D0C-BF08-C31A-1611-5F0E0F647185}"/>
                </a:ext>
              </a:extLst>
            </p:cNvPr>
            <p:cNvCxnSpPr>
              <a:cxnSpLocks/>
            </p:cNvCxnSpPr>
            <p:nvPr/>
          </p:nvCxnSpPr>
          <p:spPr>
            <a:xfrm>
              <a:off x="1300510" y="5741090"/>
              <a:ext cx="254015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8BFE05D2-703E-6B4A-7F99-19209CD656E7}"/>
                </a:ext>
              </a:extLst>
            </p:cNvPr>
            <p:cNvCxnSpPr>
              <a:cxnSpLocks/>
            </p:cNvCxnSpPr>
            <p:nvPr/>
          </p:nvCxnSpPr>
          <p:spPr>
            <a:xfrm>
              <a:off x="1862220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5FF8C43C-10C4-0A28-D79F-059520C220CB}"/>
                </a:ext>
              </a:extLst>
            </p:cNvPr>
            <p:cNvCxnSpPr>
              <a:cxnSpLocks/>
            </p:cNvCxnSpPr>
            <p:nvPr/>
          </p:nvCxnSpPr>
          <p:spPr>
            <a:xfrm>
              <a:off x="2145827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39E3B341-702E-B630-252B-9946A334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320439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0A745533-488D-DDA5-9A37-1E71FA4824C5}"/>
                </a:ext>
              </a:extLst>
            </p:cNvPr>
            <p:cNvCxnSpPr>
              <a:cxnSpLocks/>
            </p:cNvCxnSpPr>
            <p:nvPr/>
          </p:nvCxnSpPr>
          <p:spPr>
            <a:xfrm>
              <a:off x="2880360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038BDF4A-6172-D669-6CBE-EEE5F7F85420}"/>
                </a:ext>
              </a:extLst>
            </p:cNvPr>
            <p:cNvCxnSpPr>
              <a:cxnSpLocks/>
            </p:cNvCxnSpPr>
            <p:nvPr/>
          </p:nvCxnSpPr>
          <p:spPr>
            <a:xfrm>
              <a:off x="3575685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48E89C74-2864-A024-036C-74CE3F98110D}"/>
                </a:ext>
              </a:extLst>
            </p:cNvPr>
            <p:cNvCxnSpPr>
              <a:cxnSpLocks/>
            </p:cNvCxnSpPr>
            <p:nvPr/>
          </p:nvCxnSpPr>
          <p:spPr>
            <a:xfrm>
              <a:off x="1572243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5C81D05C-A09A-E0EE-5307-4A107E047564}"/>
                    </a:ext>
                  </a:extLst>
                </p:cNvPr>
                <p:cNvSpPr txBox="1"/>
                <p:nvPr/>
              </p:nvSpPr>
              <p:spPr>
                <a:xfrm>
                  <a:off x="1648731" y="6040983"/>
                  <a:ext cx="156518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7C67DAA-A8D8-E15F-48C2-FFADA8F4CD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8731" y="6040983"/>
                  <a:ext cx="156518" cy="123111"/>
                </a:xfrm>
                <a:prstGeom prst="rect">
                  <a:avLst/>
                </a:prstGeom>
                <a:blipFill>
                  <a:blip r:embed="rId3"/>
                  <a:stretch>
                    <a:fillRect l="-19231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D8C2F24C-957D-931A-7353-3DE816595AE2}"/>
                    </a:ext>
                  </a:extLst>
                </p:cNvPr>
                <p:cNvSpPr txBox="1"/>
                <p:nvPr/>
              </p:nvSpPr>
              <p:spPr>
                <a:xfrm>
                  <a:off x="1928302" y="6040983"/>
                  <a:ext cx="161326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61ED035A-5965-7C4C-CE1B-0F47DD9628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8302" y="6040983"/>
                  <a:ext cx="161326" cy="123111"/>
                </a:xfrm>
                <a:prstGeom prst="rect">
                  <a:avLst/>
                </a:prstGeom>
                <a:blipFill>
                  <a:blip r:embed="rId4"/>
                  <a:stretch>
                    <a:fillRect l="-19231" r="-3846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E9F074E5-0131-1E27-07EA-EE73A41EE22C}"/>
                    </a:ext>
                  </a:extLst>
                </p:cNvPr>
                <p:cNvSpPr txBox="1"/>
                <p:nvPr/>
              </p:nvSpPr>
              <p:spPr>
                <a:xfrm>
                  <a:off x="2169116" y="6040983"/>
                  <a:ext cx="156518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AC43A419-6D94-D840-57E4-282D062A27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116" y="6040983"/>
                  <a:ext cx="156518" cy="123111"/>
                </a:xfrm>
                <a:prstGeom prst="rect">
                  <a:avLst/>
                </a:prstGeom>
                <a:blipFill>
                  <a:blip r:embed="rId5"/>
                  <a:stretch>
                    <a:fillRect l="-19231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44AADC61-417E-8D35-5671-39D232F07425}"/>
                    </a:ext>
                  </a:extLst>
                </p:cNvPr>
                <p:cNvSpPr txBox="1"/>
                <p:nvPr/>
              </p:nvSpPr>
              <p:spPr>
                <a:xfrm>
                  <a:off x="2525367" y="6040983"/>
                  <a:ext cx="186974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𝒄𝒕𝒏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651BC730-F3E5-D6D7-D6D0-5ECA317D9F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5367" y="6040983"/>
                  <a:ext cx="186974" cy="123111"/>
                </a:xfrm>
                <a:prstGeom prst="rect">
                  <a:avLst/>
                </a:prstGeom>
                <a:blipFill>
                  <a:blip r:embed="rId6"/>
                  <a:stretch>
                    <a:fillRect l="-16129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8A4C24-5F3B-DFBD-7339-038D3C920229}"/>
                    </a:ext>
                  </a:extLst>
                </p:cNvPr>
                <p:cNvSpPr txBox="1"/>
                <p:nvPr/>
              </p:nvSpPr>
              <p:spPr>
                <a:xfrm>
                  <a:off x="3125098" y="6040983"/>
                  <a:ext cx="199798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𝒃𝒐𝒙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35B78CC-1945-5D64-5A56-054E5CA243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5098" y="6040983"/>
                  <a:ext cx="199798" cy="123111"/>
                </a:xfrm>
                <a:prstGeom prst="rect">
                  <a:avLst/>
                </a:prstGeom>
                <a:blipFill>
                  <a:blip r:embed="rId7"/>
                  <a:stretch>
                    <a:fillRect l="-15152" r="-3030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CDD73C0-1191-C2AC-28B6-4C40F893BBED}"/>
                </a:ext>
              </a:extLst>
            </p:cNvPr>
            <p:cNvSpPr txBox="1"/>
            <p:nvPr/>
          </p:nvSpPr>
          <p:spPr>
            <a:xfrm>
              <a:off x="1864694" y="5750418"/>
              <a:ext cx="288541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</a:rPr>
                <a:t>-qn</a:t>
              </a:r>
              <a:r>
                <a:rPr lang="en-US" altLang="ko-KR" sz="800" b="1" baseline="-25000">
                  <a:solidFill>
                    <a:schemeClr val="bg1"/>
                  </a:solidFill>
                </a:rPr>
                <a:t>t_n1</a:t>
              </a:r>
              <a:endParaRPr lang="ko-KR" altLang="en-US" sz="800" b="1" baseline="-25000">
                <a:solidFill>
                  <a:schemeClr val="bg1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D4C8085-21EA-D8CE-9F92-065975146E3A}"/>
                </a:ext>
              </a:extLst>
            </p:cNvPr>
            <p:cNvSpPr txBox="1"/>
            <p:nvPr/>
          </p:nvSpPr>
          <p:spPr>
            <a:xfrm>
              <a:off x="1522288" y="5427134"/>
              <a:ext cx="40280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o1</a:t>
              </a:r>
              <a:endParaRPr lang="ko-KR" altLang="en-US" sz="8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66DB7FF-5DAB-828C-371D-F9A31D348F92}"/>
                </a:ext>
              </a:extLst>
            </p:cNvPr>
            <p:cNvSpPr txBox="1"/>
            <p:nvPr/>
          </p:nvSpPr>
          <p:spPr>
            <a:xfrm>
              <a:off x="1810859" y="5427134"/>
              <a:ext cx="40280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n1</a:t>
              </a:r>
              <a:endParaRPr lang="ko-KR" altLang="en-US" sz="8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02B3F52-6705-1AEA-FEE8-550EA4B3D1F1}"/>
                </a:ext>
              </a:extLst>
            </p:cNvPr>
            <p:cNvSpPr txBox="1"/>
            <p:nvPr/>
          </p:nvSpPr>
          <p:spPr>
            <a:xfrm>
              <a:off x="2032995" y="5427134"/>
              <a:ext cx="40280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/>
                <a:t>o2</a:t>
              </a:r>
              <a:endParaRPr lang="ko-KR" altLang="en-US" sz="80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F216081-CC91-0C66-F4CB-C57F40142B1D}"/>
                </a:ext>
              </a:extLst>
            </p:cNvPr>
            <p:cNvSpPr txBox="1"/>
            <p:nvPr/>
          </p:nvSpPr>
          <p:spPr>
            <a:xfrm>
              <a:off x="2302674" y="5202637"/>
              <a:ext cx="6078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CTN</a:t>
              </a:r>
              <a:endParaRPr lang="ko-KR" altLang="en-US" sz="110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A783C6D-03EA-781A-C660-DCFD91605682}"/>
                </a:ext>
              </a:extLst>
            </p:cNvPr>
            <p:cNvSpPr txBox="1"/>
            <p:nvPr/>
          </p:nvSpPr>
          <p:spPr>
            <a:xfrm>
              <a:off x="2921574" y="5202637"/>
              <a:ext cx="6078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BOX</a:t>
              </a:r>
              <a:endParaRPr lang="ko-KR" altLang="en-US" sz="110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4C9531B-ACF5-C0B5-2C4F-81B2E4127FB2}"/>
                </a:ext>
              </a:extLst>
            </p:cNvPr>
            <p:cNvSpPr txBox="1"/>
            <p:nvPr/>
          </p:nvSpPr>
          <p:spPr>
            <a:xfrm>
              <a:off x="1643121" y="5199023"/>
              <a:ext cx="6078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BETOX</a:t>
              </a:r>
              <a:endParaRPr lang="ko-KR" altLang="en-US" sz="1100" dirty="0"/>
            </a:p>
          </p:txBody>
        </p:sp>
        <p:sp>
          <p:nvSpPr>
            <p:cNvPr id="76" name="왼쪽 중괄호 75">
              <a:extLst>
                <a:ext uri="{FF2B5EF4-FFF2-40B4-BE49-F238E27FC236}">
                  <a16:creationId xmlns:a16="http://schemas.microsoft.com/office/drawing/2014/main" id="{F7CE3411-6B31-2549-48ED-42B6B9DDA878}"/>
                </a:ext>
              </a:extLst>
            </p:cNvPr>
            <p:cNvSpPr/>
            <p:nvPr/>
          </p:nvSpPr>
          <p:spPr>
            <a:xfrm rot="5400000">
              <a:off x="1886916" y="5101333"/>
              <a:ext cx="117747" cy="749297"/>
            </a:xfrm>
            <a:prstGeom prst="leftBrace">
              <a:avLst>
                <a:gd name="adj1" fmla="val 32600"/>
                <a:gd name="adj2" fmla="val 50000"/>
              </a:avLst>
            </a:prstGeom>
            <a:ln w="63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A28FB074-2E6D-C6DF-D9BF-5F2ED1E21F26}"/>
                </a:ext>
              </a:extLst>
            </p:cNvPr>
            <p:cNvCxnSpPr/>
            <p:nvPr/>
          </p:nvCxnSpPr>
          <p:spPr>
            <a:xfrm>
              <a:off x="1571141" y="6022183"/>
              <a:ext cx="291079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20693497-595B-820A-D807-692752C9846E}"/>
                </a:ext>
              </a:extLst>
            </p:cNvPr>
            <p:cNvCxnSpPr/>
            <p:nvPr/>
          </p:nvCxnSpPr>
          <p:spPr>
            <a:xfrm>
              <a:off x="1862220" y="6022183"/>
              <a:ext cx="291079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E8E5C4A9-AA61-BEEE-5D0C-8CAF3EF67E33}"/>
                </a:ext>
              </a:extLst>
            </p:cNvPr>
            <p:cNvCxnSpPr>
              <a:cxnSpLocks/>
            </p:cNvCxnSpPr>
            <p:nvPr/>
          </p:nvCxnSpPr>
          <p:spPr>
            <a:xfrm>
              <a:off x="2145827" y="6022183"/>
              <a:ext cx="174611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화살표 연결선 79">
              <a:extLst>
                <a:ext uri="{FF2B5EF4-FFF2-40B4-BE49-F238E27FC236}">
                  <a16:creationId xmlns:a16="http://schemas.microsoft.com/office/drawing/2014/main" id="{4713AF0D-62C0-5739-4BB1-0F368E66347B}"/>
                </a:ext>
              </a:extLst>
            </p:cNvPr>
            <p:cNvCxnSpPr>
              <a:cxnSpLocks/>
            </p:cNvCxnSpPr>
            <p:nvPr/>
          </p:nvCxnSpPr>
          <p:spPr>
            <a:xfrm>
              <a:off x="2320438" y="6022183"/>
              <a:ext cx="553731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화살표 연결선 80">
              <a:extLst>
                <a:ext uri="{FF2B5EF4-FFF2-40B4-BE49-F238E27FC236}">
                  <a16:creationId xmlns:a16="http://schemas.microsoft.com/office/drawing/2014/main" id="{AB2C64BB-8D3B-EC96-39C0-90AF723C11E5}"/>
                </a:ext>
              </a:extLst>
            </p:cNvPr>
            <p:cNvCxnSpPr>
              <a:cxnSpLocks/>
            </p:cNvCxnSpPr>
            <p:nvPr/>
          </p:nvCxnSpPr>
          <p:spPr>
            <a:xfrm>
              <a:off x="2875269" y="6022183"/>
              <a:ext cx="700416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8AB49EAD-68D6-1974-C6E0-42ABCD7B3F9F}"/>
                    </a:ext>
                  </a:extLst>
                </p:cNvPr>
                <p:cNvSpPr txBox="1"/>
                <p:nvPr/>
              </p:nvSpPr>
              <p:spPr>
                <a:xfrm>
                  <a:off x="3814662" y="5725857"/>
                  <a:ext cx="99386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sz="105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oMath>
                    </m:oMathPara>
                  </a14:m>
                  <a:endParaRPr lang="ko-KR" altLang="en-US" sz="1050" b="1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52A61DB3-F99A-2E97-3930-6E19EFECE6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4662" y="5725857"/>
                  <a:ext cx="99386" cy="161583"/>
                </a:xfrm>
                <a:prstGeom prst="rect">
                  <a:avLst/>
                </a:prstGeom>
                <a:blipFill>
                  <a:blip r:embed="rId8"/>
                  <a:stretch>
                    <a:fillRect l="-35294" r="-588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4B569225-7004-0A68-B528-F39AEBC1975B}"/>
                    </a:ext>
                  </a:extLst>
                </p:cNvPr>
                <p:cNvSpPr txBox="1"/>
                <p:nvPr/>
              </p:nvSpPr>
              <p:spPr>
                <a:xfrm>
                  <a:off x="1596802" y="5626240"/>
                  <a:ext cx="113814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𝑺𝒊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31934475-DD94-9F44-8F39-2E97C448CA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6802" y="5626240"/>
                  <a:ext cx="113814" cy="92333"/>
                </a:xfrm>
                <a:prstGeom prst="rect">
                  <a:avLst/>
                </a:prstGeom>
                <a:blipFill>
                  <a:blip r:embed="rId9"/>
                  <a:stretch>
                    <a:fillRect l="-22222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697C7C90-862E-1FCD-6602-E36B9760FB90}"/>
                    </a:ext>
                  </a:extLst>
                </p:cNvPr>
                <p:cNvSpPr txBox="1"/>
                <p:nvPr/>
              </p:nvSpPr>
              <p:spPr>
                <a:xfrm>
                  <a:off x="2915431" y="5632121"/>
                  <a:ext cx="150682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𝒄𝒕𝒏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ECD02E9D-34FD-4D89-44B8-D9B54CD92D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5431" y="5632121"/>
                  <a:ext cx="150682" cy="92333"/>
                </a:xfrm>
                <a:prstGeom prst="rect">
                  <a:avLst/>
                </a:prstGeom>
                <a:blipFill>
                  <a:blip r:embed="rId10"/>
                  <a:stretch>
                    <a:fillRect l="-16000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2ACB7C26-0CB9-3D95-ADE7-DCDA2A181023}"/>
                    </a:ext>
                  </a:extLst>
                </p:cNvPr>
                <p:cNvSpPr txBox="1"/>
                <p:nvPr/>
              </p:nvSpPr>
              <p:spPr>
                <a:xfrm>
                  <a:off x="2343079" y="5630180"/>
                  <a:ext cx="121697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BC5E38F5-37BB-0967-3E05-D2EEE3DB25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3079" y="5630180"/>
                  <a:ext cx="121697" cy="92333"/>
                </a:xfrm>
                <a:prstGeom prst="rect">
                  <a:avLst/>
                </a:prstGeom>
                <a:blipFill>
                  <a:blip r:embed="rId11"/>
                  <a:stretch>
                    <a:fillRect l="-20000" r="-5000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08C1CD46-578C-16DA-1D68-F37601593AFD}"/>
                    </a:ext>
                  </a:extLst>
                </p:cNvPr>
                <p:cNvSpPr txBox="1"/>
                <p:nvPr/>
              </p:nvSpPr>
              <p:spPr>
                <a:xfrm>
                  <a:off x="3609475" y="5632121"/>
                  <a:ext cx="158698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𝒃𝒐𝒙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400FD126-8076-8909-AF51-AA21BEFDD4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9475" y="5632121"/>
                  <a:ext cx="158698" cy="92333"/>
                </a:xfrm>
                <a:prstGeom prst="rect">
                  <a:avLst/>
                </a:prstGeom>
                <a:blipFill>
                  <a:blip r:embed="rId12"/>
                  <a:stretch>
                    <a:fillRect l="-15385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287BA83B-55D8-50B4-E6FF-80B9904D2674}"/>
                    </a:ext>
                  </a:extLst>
                </p:cNvPr>
                <p:cNvSpPr txBox="1"/>
                <p:nvPr/>
              </p:nvSpPr>
              <p:spPr>
                <a:xfrm>
                  <a:off x="2156727" y="5626240"/>
                  <a:ext cx="131446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5F55C7D1-4446-D449-2952-D7E02A3892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727" y="5626240"/>
                  <a:ext cx="131446" cy="92333"/>
                </a:xfrm>
                <a:prstGeom prst="rect">
                  <a:avLst/>
                </a:prstGeom>
                <a:blipFill>
                  <a:blip r:embed="rId13"/>
                  <a:stretch>
                    <a:fillRect l="-13636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151A65EB-C6F2-43D0-CFF5-43A719FB8B2F}"/>
                    </a:ext>
                  </a:extLst>
                </p:cNvPr>
                <p:cNvSpPr txBox="1"/>
                <p:nvPr/>
              </p:nvSpPr>
              <p:spPr>
                <a:xfrm>
                  <a:off x="1879311" y="5620504"/>
                  <a:ext cx="126638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1E489190-550E-B95C-A9AB-B08EC885C6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9311" y="5620504"/>
                  <a:ext cx="126638" cy="92333"/>
                </a:xfrm>
                <a:prstGeom prst="rect">
                  <a:avLst/>
                </a:prstGeom>
                <a:blipFill>
                  <a:blip r:embed="rId14"/>
                  <a:stretch>
                    <a:fillRect l="-19048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8A39FAF-A42B-5599-99AD-CB3FB32783B3}"/>
                </a:ext>
              </a:extLst>
            </p:cNvPr>
            <p:cNvSpPr txBox="1"/>
            <p:nvPr/>
          </p:nvSpPr>
          <p:spPr>
            <a:xfrm>
              <a:off x="1212140" y="5274775"/>
              <a:ext cx="3604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100"/>
                <a:t>Si</a:t>
              </a:r>
              <a:endParaRPr lang="ko-KR" altLang="en-US" sz="1100"/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7E1BD064-BC61-0EC1-1A1F-2745937C3C8B}"/>
              </a:ext>
            </a:extLst>
          </p:cNvPr>
          <p:cNvGrpSpPr/>
          <p:nvPr/>
        </p:nvGrpSpPr>
        <p:grpSpPr>
          <a:xfrm>
            <a:off x="5941165" y="1106020"/>
            <a:ext cx="2869910" cy="1034958"/>
            <a:chOff x="1212140" y="5199023"/>
            <a:chExt cx="2869910" cy="1034958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4073F01-959D-FA89-3164-6D4514191446}"/>
                </a:ext>
              </a:extLst>
            </p:cNvPr>
            <p:cNvSpPr txBox="1"/>
            <p:nvPr/>
          </p:nvSpPr>
          <p:spPr>
            <a:xfrm>
              <a:off x="3474244" y="5274775"/>
              <a:ext cx="6078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WL</a:t>
              </a:r>
              <a:endParaRPr lang="ko-KR" altLang="en-US" sz="1100"/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9963587F-A4FF-8584-68F2-0DE3E925980F}"/>
                </a:ext>
              </a:extLst>
            </p:cNvPr>
            <p:cNvSpPr/>
            <p:nvPr/>
          </p:nvSpPr>
          <p:spPr>
            <a:xfrm>
              <a:off x="1862220" y="5741091"/>
              <a:ext cx="283607" cy="164334"/>
            </a:xfrm>
            <a:prstGeom prst="rect">
              <a:avLst/>
            </a:prstGeom>
            <a:solidFill>
              <a:srgbClr val="8A6FC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baseline="-25000"/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64FD377-979B-AC3D-FDB3-F2A4A94C3C2D}"/>
                </a:ext>
              </a:extLst>
            </p:cNvPr>
            <p:cNvSpPr/>
            <p:nvPr/>
          </p:nvSpPr>
          <p:spPr>
            <a:xfrm>
              <a:off x="2698142" y="5741091"/>
              <a:ext cx="167139" cy="230005"/>
            </a:xfrm>
            <a:prstGeom prst="rect">
              <a:avLst/>
            </a:prstGeom>
            <a:solidFill>
              <a:srgbClr val="8A6FC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00" b="1" baseline="-25000" dirty="0"/>
            </a:p>
          </p:txBody>
        </p:sp>
        <p:cxnSp>
          <p:nvCxnSpPr>
            <p:cNvPr id="94" name="직선 화살표 연결선 93">
              <a:extLst>
                <a:ext uri="{FF2B5EF4-FFF2-40B4-BE49-F238E27FC236}">
                  <a16:creationId xmlns:a16="http://schemas.microsoft.com/office/drawing/2014/main" id="{3B880AB3-93E8-D363-47DB-056283F9953E}"/>
                </a:ext>
              </a:extLst>
            </p:cNvPr>
            <p:cNvCxnSpPr>
              <a:cxnSpLocks/>
            </p:cNvCxnSpPr>
            <p:nvPr/>
          </p:nvCxnSpPr>
          <p:spPr>
            <a:xfrm>
              <a:off x="1300510" y="5741090"/>
              <a:ext cx="254015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B4715103-F2A6-8BF4-C51E-0290EAC753D5}"/>
                </a:ext>
              </a:extLst>
            </p:cNvPr>
            <p:cNvCxnSpPr>
              <a:cxnSpLocks/>
            </p:cNvCxnSpPr>
            <p:nvPr/>
          </p:nvCxnSpPr>
          <p:spPr>
            <a:xfrm>
              <a:off x="1862220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6B1FCBED-2DB6-D229-AC02-D5406DC478F6}"/>
                </a:ext>
              </a:extLst>
            </p:cNvPr>
            <p:cNvCxnSpPr>
              <a:cxnSpLocks/>
            </p:cNvCxnSpPr>
            <p:nvPr/>
          </p:nvCxnSpPr>
          <p:spPr>
            <a:xfrm>
              <a:off x="2145827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2627A4AC-CFF5-08C2-796C-C7997CEEF074}"/>
                </a:ext>
              </a:extLst>
            </p:cNvPr>
            <p:cNvCxnSpPr>
              <a:cxnSpLocks/>
            </p:cNvCxnSpPr>
            <p:nvPr/>
          </p:nvCxnSpPr>
          <p:spPr>
            <a:xfrm>
              <a:off x="2320439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04F230F2-23B7-C2C1-9E5D-6BBE867DA144}"/>
                </a:ext>
              </a:extLst>
            </p:cNvPr>
            <p:cNvCxnSpPr>
              <a:cxnSpLocks/>
            </p:cNvCxnSpPr>
            <p:nvPr/>
          </p:nvCxnSpPr>
          <p:spPr>
            <a:xfrm>
              <a:off x="2880360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22514EFC-D4EA-6E61-76EB-D34C4BC9CC3C}"/>
                </a:ext>
              </a:extLst>
            </p:cNvPr>
            <p:cNvCxnSpPr>
              <a:cxnSpLocks/>
            </p:cNvCxnSpPr>
            <p:nvPr/>
          </p:nvCxnSpPr>
          <p:spPr>
            <a:xfrm>
              <a:off x="3575685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B84DFA70-2F7A-91D1-67DE-7D0A9059C2E7}"/>
                </a:ext>
              </a:extLst>
            </p:cNvPr>
            <p:cNvCxnSpPr>
              <a:cxnSpLocks/>
            </p:cNvCxnSpPr>
            <p:nvPr/>
          </p:nvCxnSpPr>
          <p:spPr>
            <a:xfrm>
              <a:off x="1572243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629F58B5-78D1-96B1-82F6-DABD1BC10769}"/>
                    </a:ext>
                  </a:extLst>
                </p:cNvPr>
                <p:cNvSpPr txBox="1"/>
                <p:nvPr/>
              </p:nvSpPr>
              <p:spPr>
                <a:xfrm>
                  <a:off x="1648731" y="6040983"/>
                  <a:ext cx="156518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7C67DAA-A8D8-E15F-48C2-FFADA8F4CD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8731" y="6040983"/>
                  <a:ext cx="156518" cy="123111"/>
                </a:xfrm>
                <a:prstGeom prst="rect">
                  <a:avLst/>
                </a:prstGeom>
                <a:blipFill>
                  <a:blip r:embed="rId3"/>
                  <a:stretch>
                    <a:fillRect l="-19231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026E670B-4F2A-D3C6-24F4-7A7172FB379B}"/>
                    </a:ext>
                  </a:extLst>
                </p:cNvPr>
                <p:cNvSpPr txBox="1"/>
                <p:nvPr/>
              </p:nvSpPr>
              <p:spPr>
                <a:xfrm>
                  <a:off x="1928302" y="6040983"/>
                  <a:ext cx="161326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61ED035A-5965-7C4C-CE1B-0F47DD9628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8302" y="6040983"/>
                  <a:ext cx="161326" cy="123111"/>
                </a:xfrm>
                <a:prstGeom prst="rect">
                  <a:avLst/>
                </a:prstGeom>
                <a:blipFill>
                  <a:blip r:embed="rId4"/>
                  <a:stretch>
                    <a:fillRect l="-19231" r="-3846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E6C667B9-B47A-CFA3-DB3A-F752120CBD48}"/>
                    </a:ext>
                  </a:extLst>
                </p:cNvPr>
                <p:cNvSpPr txBox="1"/>
                <p:nvPr/>
              </p:nvSpPr>
              <p:spPr>
                <a:xfrm>
                  <a:off x="2169116" y="6040983"/>
                  <a:ext cx="156518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AC43A419-6D94-D840-57E4-282D062A27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116" y="6040983"/>
                  <a:ext cx="156518" cy="123111"/>
                </a:xfrm>
                <a:prstGeom prst="rect">
                  <a:avLst/>
                </a:prstGeom>
                <a:blipFill>
                  <a:blip r:embed="rId5"/>
                  <a:stretch>
                    <a:fillRect l="-19231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ADAA99CA-6CD9-FBAB-0A2C-0F21221FB45B}"/>
                    </a:ext>
                  </a:extLst>
                </p:cNvPr>
                <p:cNvSpPr txBox="1"/>
                <p:nvPr/>
              </p:nvSpPr>
              <p:spPr>
                <a:xfrm>
                  <a:off x="2525367" y="6040983"/>
                  <a:ext cx="186974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𝒄𝒕𝒏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651BC730-F3E5-D6D7-D6D0-5ECA317D9F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5367" y="6040983"/>
                  <a:ext cx="186974" cy="123111"/>
                </a:xfrm>
                <a:prstGeom prst="rect">
                  <a:avLst/>
                </a:prstGeom>
                <a:blipFill>
                  <a:blip r:embed="rId6"/>
                  <a:stretch>
                    <a:fillRect l="-16129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39788A87-24A8-051A-CEC0-ECEEF5D79318}"/>
                    </a:ext>
                  </a:extLst>
                </p:cNvPr>
                <p:cNvSpPr txBox="1"/>
                <p:nvPr/>
              </p:nvSpPr>
              <p:spPr>
                <a:xfrm>
                  <a:off x="3125098" y="6040983"/>
                  <a:ext cx="199798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𝒃𝒐𝒙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35B78CC-1945-5D64-5A56-054E5CA243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5098" y="6040983"/>
                  <a:ext cx="199798" cy="123111"/>
                </a:xfrm>
                <a:prstGeom prst="rect">
                  <a:avLst/>
                </a:prstGeom>
                <a:blipFill>
                  <a:blip r:embed="rId7"/>
                  <a:stretch>
                    <a:fillRect l="-15152" r="-3030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1C92035E-211F-F8DF-7600-D596D4876CE6}"/>
                </a:ext>
              </a:extLst>
            </p:cNvPr>
            <p:cNvSpPr txBox="1"/>
            <p:nvPr/>
          </p:nvSpPr>
          <p:spPr>
            <a:xfrm>
              <a:off x="1864694" y="5750418"/>
              <a:ext cx="288541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</a:rPr>
                <a:t>-qn</a:t>
              </a:r>
              <a:r>
                <a:rPr lang="en-US" altLang="ko-KR" sz="800" b="1" baseline="-25000">
                  <a:solidFill>
                    <a:schemeClr val="bg1"/>
                  </a:solidFill>
                </a:rPr>
                <a:t>t_n1</a:t>
              </a:r>
              <a:endParaRPr lang="ko-KR" altLang="en-US" sz="800" b="1" baseline="-25000">
                <a:solidFill>
                  <a:schemeClr val="bg1"/>
                </a:solidFill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9C80B673-8917-1C40-BDB6-8F3319947763}"/>
                </a:ext>
              </a:extLst>
            </p:cNvPr>
            <p:cNvSpPr txBox="1"/>
            <p:nvPr/>
          </p:nvSpPr>
          <p:spPr>
            <a:xfrm>
              <a:off x="1522288" y="5427134"/>
              <a:ext cx="40280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o1</a:t>
              </a:r>
              <a:endParaRPr lang="ko-KR" altLang="en-US" sz="800" dirty="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0BF2236-ED3F-E1D7-CF26-A91DA2169353}"/>
                </a:ext>
              </a:extLst>
            </p:cNvPr>
            <p:cNvSpPr txBox="1"/>
            <p:nvPr/>
          </p:nvSpPr>
          <p:spPr>
            <a:xfrm>
              <a:off x="1810859" y="5427134"/>
              <a:ext cx="40280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n1</a:t>
              </a:r>
              <a:endParaRPr lang="ko-KR" altLang="en-US" sz="800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287672C-BDA6-53D2-5E8A-E8A7F4C2527F}"/>
                </a:ext>
              </a:extLst>
            </p:cNvPr>
            <p:cNvSpPr txBox="1"/>
            <p:nvPr/>
          </p:nvSpPr>
          <p:spPr>
            <a:xfrm>
              <a:off x="2032995" y="5427134"/>
              <a:ext cx="40280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/>
                <a:t>o2</a:t>
              </a:r>
              <a:endParaRPr lang="ko-KR" altLang="en-US" sz="80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8C57DF4F-0E3F-E681-1002-5F2860965BF7}"/>
                </a:ext>
              </a:extLst>
            </p:cNvPr>
            <p:cNvSpPr txBox="1"/>
            <p:nvPr/>
          </p:nvSpPr>
          <p:spPr>
            <a:xfrm>
              <a:off x="2302674" y="5202637"/>
              <a:ext cx="6078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CTN</a:t>
              </a:r>
              <a:endParaRPr lang="ko-KR" altLang="en-US" sz="110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64E1CF72-2F9C-9F1C-4896-067999FBE241}"/>
                </a:ext>
              </a:extLst>
            </p:cNvPr>
            <p:cNvSpPr txBox="1"/>
            <p:nvPr/>
          </p:nvSpPr>
          <p:spPr>
            <a:xfrm>
              <a:off x="2921574" y="5202637"/>
              <a:ext cx="6078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BOX</a:t>
              </a:r>
              <a:endParaRPr lang="ko-KR" altLang="en-US" sz="1100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5DB1E73-2FD6-7477-3536-255B0FAF1AEB}"/>
                </a:ext>
              </a:extLst>
            </p:cNvPr>
            <p:cNvSpPr txBox="1"/>
            <p:nvPr/>
          </p:nvSpPr>
          <p:spPr>
            <a:xfrm>
              <a:off x="1643121" y="5199023"/>
              <a:ext cx="6078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BETOX</a:t>
              </a:r>
              <a:endParaRPr lang="ko-KR" altLang="en-US" sz="1100" dirty="0"/>
            </a:p>
          </p:txBody>
        </p:sp>
        <p:sp>
          <p:nvSpPr>
            <p:cNvPr id="113" name="왼쪽 중괄호 112">
              <a:extLst>
                <a:ext uri="{FF2B5EF4-FFF2-40B4-BE49-F238E27FC236}">
                  <a16:creationId xmlns:a16="http://schemas.microsoft.com/office/drawing/2014/main" id="{0C408A61-2BFC-EB4C-835E-AE3D7A43E557}"/>
                </a:ext>
              </a:extLst>
            </p:cNvPr>
            <p:cNvSpPr/>
            <p:nvPr/>
          </p:nvSpPr>
          <p:spPr>
            <a:xfrm rot="5400000">
              <a:off x="1886916" y="5101333"/>
              <a:ext cx="117747" cy="749297"/>
            </a:xfrm>
            <a:prstGeom prst="leftBrace">
              <a:avLst>
                <a:gd name="adj1" fmla="val 32600"/>
                <a:gd name="adj2" fmla="val 50000"/>
              </a:avLst>
            </a:prstGeom>
            <a:ln w="63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4" name="직선 화살표 연결선 113">
              <a:extLst>
                <a:ext uri="{FF2B5EF4-FFF2-40B4-BE49-F238E27FC236}">
                  <a16:creationId xmlns:a16="http://schemas.microsoft.com/office/drawing/2014/main" id="{93F6A7CC-E3F9-4B7E-0B45-DC6B7FBADFDF}"/>
                </a:ext>
              </a:extLst>
            </p:cNvPr>
            <p:cNvCxnSpPr/>
            <p:nvPr/>
          </p:nvCxnSpPr>
          <p:spPr>
            <a:xfrm>
              <a:off x="1571141" y="6022183"/>
              <a:ext cx="291079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직선 화살표 연결선 114">
              <a:extLst>
                <a:ext uri="{FF2B5EF4-FFF2-40B4-BE49-F238E27FC236}">
                  <a16:creationId xmlns:a16="http://schemas.microsoft.com/office/drawing/2014/main" id="{186A8DD3-C930-40F2-371B-643362942B0D}"/>
                </a:ext>
              </a:extLst>
            </p:cNvPr>
            <p:cNvCxnSpPr/>
            <p:nvPr/>
          </p:nvCxnSpPr>
          <p:spPr>
            <a:xfrm>
              <a:off x="1862220" y="6022183"/>
              <a:ext cx="291079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화살표 연결선 115">
              <a:extLst>
                <a:ext uri="{FF2B5EF4-FFF2-40B4-BE49-F238E27FC236}">
                  <a16:creationId xmlns:a16="http://schemas.microsoft.com/office/drawing/2014/main" id="{E1F07E2A-6481-5CAF-C4B4-132D358E086A}"/>
                </a:ext>
              </a:extLst>
            </p:cNvPr>
            <p:cNvCxnSpPr>
              <a:cxnSpLocks/>
            </p:cNvCxnSpPr>
            <p:nvPr/>
          </p:nvCxnSpPr>
          <p:spPr>
            <a:xfrm>
              <a:off x="2145827" y="6022183"/>
              <a:ext cx="174611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직선 화살표 연결선 116">
              <a:extLst>
                <a:ext uri="{FF2B5EF4-FFF2-40B4-BE49-F238E27FC236}">
                  <a16:creationId xmlns:a16="http://schemas.microsoft.com/office/drawing/2014/main" id="{1704B69A-ECB1-709D-C429-A2092DA039CC}"/>
                </a:ext>
              </a:extLst>
            </p:cNvPr>
            <p:cNvCxnSpPr>
              <a:cxnSpLocks/>
            </p:cNvCxnSpPr>
            <p:nvPr/>
          </p:nvCxnSpPr>
          <p:spPr>
            <a:xfrm>
              <a:off x="2320438" y="6022183"/>
              <a:ext cx="553731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직선 화살표 연결선 117">
              <a:extLst>
                <a:ext uri="{FF2B5EF4-FFF2-40B4-BE49-F238E27FC236}">
                  <a16:creationId xmlns:a16="http://schemas.microsoft.com/office/drawing/2014/main" id="{B9E0AD92-72CE-65C7-B64A-84B417C07695}"/>
                </a:ext>
              </a:extLst>
            </p:cNvPr>
            <p:cNvCxnSpPr>
              <a:cxnSpLocks/>
            </p:cNvCxnSpPr>
            <p:nvPr/>
          </p:nvCxnSpPr>
          <p:spPr>
            <a:xfrm>
              <a:off x="2875269" y="6022183"/>
              <a:ext cx="700416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7ACFE4EC-2451-809C-778F-40D060287B3C}"/>
                    </a:ext>
                  </a:extLst>
                </p:cNvPr>
                <p:cNvSpPr txBox="1"/>
                <p:nvPr/>
              </p:nvSpPr>
              <p:spPr>
                <a:xfrm>
                  <a:off x="3814662" y="5725857"/>
                  <a:ext cx="99386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sz="105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oMath>
                    </m:oMathPara>
                  </a14:m>
                  <a:endParaRPr lang="ko-KR" altLang="en-US" sz="1050" b="1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52A61DB3-F99A-2E97-3930-6E19EFECE6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4662" y="5725857"/>
                  <a:ext cx="99386" cy="161583"/>
                </a:xfrm>
                <a:prstGeom prst="rect">
                  <a:avLst/>
                </a:prstGeom>
                <a:blipFill>
                  <a:blip r:embed="rId8"/>
                  <a:stretch>
                    <a:fillRect l="-35294" r="-588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98F3F437-89A5-5839-A93C-60266F89EFFF}"/>
                    </a:ext>
                  </a:extLst>
                </p:cNvPr>
                <p:cNvSpPr txBox="1"/>
                <p:nvPr/>
              </p:nvSpPr>
              <p:spPr>
                <a:xfrm>
                  <a:off x="1596802" y="5626240"/>
                  <a:ext cx="113814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𝑺𝒊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31934475-DD94-9F44-8F39-2E97C448CA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6802" y="5626240"/>
                  <a:ext cx="113814" cy="92333"/>
                </a:xfrm>
                <a:prstGeom prst="rect">
                  <a:avLst/>
                </a:prstGeom>
                <a:blipFill>
                  <a:blip r:embed="rId9"/>
                  <a:stretch>
                    <a:fillRect l="-22222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AB2F84A7-06F6-D524-4FD2-376484ED0802}"/>
                    </a:ext>
                  </a:extLst>
                </p:cNvPr>
                <p:cNvSpPr txBox="1"/>
                <p:nvPr/>
              </p:nvSpPr>
              <p:spPr>
                <a:xfrm>
                  <a:off x="2915431" y="5632121"/>
                  <a:ext cx="150682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𝒄𝒕𝒏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ECD02E9D-34FD-4D89-44B8-D9B54CD92D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5431" y="5632121"/>
                  <a:ext cx="150682" cy="92333"/>
                </a:xfrm>
                <a:prstGeom prst="rect">
                  <a:avLst/>
                </a:prstGeom>
                <a:blipFill>
                  <a:blip r:embed="rId10"/>
                  <a:stretch>
                    <a:fillRect l="-16000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23D4589A-CF0E-1C8D-3DF1-E0ECFD6BCB94}"/>
                    </a:ext>
                  </a:extLst>
                </p:cNvPr>
                <p:cNvSpPr txBox="1"/>
                <p:nvPr/>
              </p:nvSpPr>
              <p:spPr>
                <a:xfrm>
                  <a:off x="2343079" y="5630180"/>
                  <a:ext cx="121697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BC5E38F5-37BB-0967-3E05-D2EEE3DB25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3079" y="5630180"/>
                  <a:ext cx="121697" cy="92333"/>
                </a:xfrm>
                <a:prstGeom prst="rect">
                  <a:avLst/>
                </a:prstGeom>
                <a:blipFill>
                  <a:blip r:embed="rId11"/>
                  <a:stretch>
                    <a:fillRect l="-20000" r="-5000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5EA94AAC-1190-5B8D-2D38-A745CDCFD5FD}"/>
                    </a:ext>
                  </a:extLst>
                </p:cNvPr>
                <p:cNvSpPr txBox="1"/>
                <p:nvPr/>
              </p:nvSpPr>
              <p:spPr>
                <a:xfrm>
                  <a:off x="3609475" y="5632121"/>
                  <a:ext cx="158698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𝒃𝒐𝒙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400FD126-8076-8909-AF51-AA21BEFDD4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9475" y="5632121"/>
                  <a:ext cx="158698" cy="92333"/>
                </a:xfrm>
                <a:prstGeom prst="rect">
                  <a:avLst/>
                </a:prstGeom>
                <a:blipFill>
                  <a:blip r:embed="rId12"/>
                  <a:stretch>
                    <a:fillRect l="-15385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60191BA8-CC7C-D7B1-AA0F-30F55D61E417}"/>
                    </a:ext>
                  </a:extLst>
                </p:cNvPr>
                <p:cNvSpPr txBox="1"/>
                <p:nvPr/>
              </p:nvSpPr>
              <p:spPr>
                <a:xfrm>
                  <a:off x="2156727" y="5626240"/>
                  <a:ext cx="131446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5F55C7D1-4446-D449-2952-D7E02A3892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727" y="5626240"/>
                  <a:ext cx="131446" cy="92333"/>
                </a:xfrm>
                <a:prstGeom prst="rect">
                  <a:avLst/>
                </a:prstGeom>
                <a:blipFill>
                  <a:blip r:embed="rId13"/>
                  <a:stretch>
                    <a:fillRect l="-13636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8595B15C-81A4-7733-7C1F-CE941FA51846}"/>
                    </a:ext>
                  </a:extLst>
                </p:cNvPr>
                <p:cNvSpPr txBox="1"/>
                <p:nvPr/>
              </p:nvSpPr>
              <p:spPr>
                <a:xfrm>
                  <a:off x="1879311" y="5620504"/>
                  <a:ext cx="126638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1E489190-550E-B95C-A9AB-B08EC885C6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9311" y="5620504"/>
                  <a:ext cx="126638" cy="92333"/>
                </a:xfrm>
                <a:prstGeom prst="rect">
                  <a:avLst/>
                </a:prstGeom>
                <a:blipFill>
                  <a:blip r:embed="rId14"/>
                  <a:stretch>
                    <a:fillRect l="-19048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1A0349D-C1C0-8A94-2B96-98F34D2C6DFE}"/>
                </a:ext>
              </a:extLst>
            </p:cNvPr>
            <p:cNvSpPr txBox="1"/>
            <p:nvPr/>
          </p:nvSpPr>
          <p:spPr>
            <a:xfrm>
              <a:off x="1212140" y="5274775"/>
              <a:ext cx="3604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100"/>
                <a:t>Si</a:t>
              </a:r>
              <a:endParaRPr lang="ko-KR" altLang="en-US" sz="1100"/>
            </a:p>
          </p:txBody>
        </p:sp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id="{E79F5B66-CE5E-3EB0-EC8E-8637B549BE3A}"/>
              </a:ext>
            </a:extLst>
          </p:cNvPr>
          <p:cNvSpPr txBox="1"/>
          <p:nvPr/>
        </p:nvSpPr>
        <p:spPr>
          <a:xfrm>
            <a:off x="485192" y="5654351"/>
            <a:ext cx="69170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Variations of trap distributions also can be discussed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24026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F7BC70-0241-E865-7C5C-8DD206AC1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Works</a:t>
            </a:r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8F8ABD2-D5C2-2BE9-F407-F0E5CE423AA1}"/>
              </a:ext>
            </a:extLst>
          </p:cNvPr>
          <p:cNvGrpSpPr/>
          <p:nvPr/>
        </p:nvGrpSpPr>
        <p:grpSpPr>
          <a:xfrm>
            <a:off x="1113825" y="1575391"/>
            <a:ext cx="2042898" cy="2267515"/>
            <a:chOff x="896210" y="3372354"/>
            <a:chExt cx="2042898" cy="2267515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8AA63822-222B-F2EA-01B9-B75F6562CCD6}"/>
                </a:ext>
              </a:extLst>
            </p:cNvPr>
            <p:cNvCxnSpPr/>
            <p:nvPr/>
          </p:nvCxnSpPr>
          <p:spPr>
            <a:xfrm flipV="1">
              <a:off x="1480153" y="3472372"/>
              <a:ext cx="0" cy="1803370"/>
            </a:xfrm>
            <a:prstGeom prst="line">
              <a:avLst/>
            </a:prstGeom>
            <a:ln w="12700"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2608BC7-4FD0-D148-B7D9-6A4D9AC393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4182" y="4837778"/>
              <a:ext cx="487129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9ED21B16-A00D-59EA-27C3-631BE73CF691}"/>
                </a:ext>
              </a:extLst>
            </p:cNvPr>
            <p:cNvSpPr/>
            <p:nvPr/>
          </p:nvSpPr>
          <p:spPr>
            <a:xfrm>
              <a:off x="1223416" y="3614820"/>
              <a:ext cx="1432322" cy="1660922"/>
            </a:xfrm>
            <a:custGeom>
              <a:avLst/>
              <a:gdLst>
                <a:gd name="connsiteX0" fmla="*/ 0 w 2546350"/>
                <a:gd name="connsiteY0" fmla="*/ 2952750 h 2952750"/>
                <a:gd name="connsiteX1" fmla="*/ 457200 w 2546350"/>
                <a:gd name="connsiteY1" fmla="*/ 2946400 h 2952750"/>
                <a:gd name="connsiteX2" fmla="*/ 457200 w 2546350"/>
                <a:gd name="connsiteY2" fmla="*/ 1854200 h 2952750"/>
                <a:gd name="connsiteX3" fmla="*/ 984250 w 2546350"/>
                <a:gd name="connsiteY3" fmla="*/ 1073150 h 2952750"/>
                <a:gd name="connsiteX4" fmla="*/ 977900 w 2546350"/>
                <a:gd name="connsiteY4" fmla="*/ 1606550 h 2952750"/>
                <a:gd name="connsiteX5" fmla="*/ 1587500 w 2546350"/>
                <a:gd name="connsiteY5" fmla="*/ 1295400 h 2952750"/>
                <a:gd name="connsiteX6" fmla="*/ 1568450 w 2546350"/>
                <a:gd name="connsiteY6" fmla="*/ 755650 h 2952750"/>
                <a:gd name="connsiteX7" fmla="*/ 2070100 w 2546350"/>
                <a:gd name="connsiteY7" fmla="*/ 0 h 2952750"/>
                <a:gd name="connsiteX8" fmla="*/ 2089150 w 2546350"/>
                <a:gd name="connsiteY8" fmla="*/ 1079500 h 2952750"/>
                <a:gd name="connsiteX9" fmla="*/ 2190750 w 2546350"/>
                <a:gd name="connsiteY9" fmla="*/ 958850 h 2952750"/>
                <a:gd name="connsiteX10" fmla="*/ 2241550 w 2546350"/>
                <a:gd name="connsiteY10" fmla="*/ 908050 h 2952750"/>
                <a:gd name="connsiteX11" fmla="*/ 2266950 w 2546350"/>
                <a:gd name="connsiteY11" fmla="*/ 901700 h 2952750"/>
                <a:gd name="connsiteX12" fmla="*/ 2298700 w 2546350"/>
                <a:gd name="connsiteY12" fmla="*/ 882650 h 2952750"/>
                <a:gd name="connsiteX13" fmla="*/ 2324100 w 2546350"/>
                <a:gd name="connsiteY13" fmla="*/ 876300 h 2952750"/>
                <a:gd name="connsiteX14" fmla="*/ 2343150 w 2546350"/>
                <a:gd name="connsiteY14" fmla="*/ 869950 h 2952750"/>
                <a:gd name="connsiteX15" fmla="*/ 2393950 w 2546350"/>
                <a:gd name="connsiteY15" fmla="*/ 857250 h 2952750"/>
                <a:gd name="connsiteX16" fmla="*/ 2546350 w 2546350"/>
                <a:gd name="connsiteY16" fmla="*/ 838200 h 2952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46350" h="2952750">
                  <a:moveTo>
                    <a:pt x="0" y="2952750"/>
                  </a:moveTo>
                  <a:lnTo>
                    <a:pt x="457200" y="2946400"/>
                  </a:lnTo>
                  <a:lnTo>
                    <a:pt x="457200" y="1854200"/>
                  </a:lnTo>
                  <a:lnTo>
                    <a:pt x="984250" y="1073150"/>
                  </a:lnTo>
                  <a:cubicBezTo>
                    <a:pt x="982133" y="1250950"/>
                    <a:pt x="980017" y="1428750"/>
                    <a:pt x="977900" y="1606550"/>
                  </a:cubicBezTo>
                  <a:lnTo>
                    <a:pt x="1587500" y="1295400"/>
                  </a:lnTo>
                  <a:lnTo>
                    <a:pt x="1568450" y="755650"/>
                  </a:lnTo>
                  <a:lnTo>
                    <a:pt x="2070100" y="0"/>
                  </a:lnTo>
                  <a:lnTo>
                    <a:pt x="2089150" y="1079500"/>
                  </a:lnTo>
                  <a:lnTo>
                    <a:pt x="2190750" y="958850"/>
                  </a:lnTo>
                  <a:cubicBezTo>
                    <a:pt x="2207683" y="941917"/>
                    <a:pt x="2222392" y="922418"/>
                    <a:pt x="2241550" y="908050"/>
                  </a:cubicBezTo>
                  <a:cubicBezTo>
                    <a:pt x="2248532" y="902814"/>
                    <a:pt x="2258975" y="905244"/>
                    <a:pt x="2266950" y="901700"/>
                  </a:cubicBezTo>
                  <a:cubicBezTo>
                    <a:pt x="2278228" y="896687"/>
                    <a:pt x="2287422" y="887663"/>
                    <a:pt x="2298700" y="882650"/>
                  </a:cubicBezTo>
                  <a:cubicBezTo>
                    <a:pt x="2306675" y="879106"/>
                    <a:pt x="2315709" y="878698"/>
                    <a:pt x="2324100" y="876300"/>
                  </a:cubicBezTo>
                  <a:cubicBezTo>
                    <a:pt x="2330536" y="874461"/>
                    <a:pt x="2336616" y="871402"/>
                    <a:pt x="2343150" y="869950"/>
                  </a:cubicBezTo>
                  <a:cubicBezTo>
                    <a:pt x="2394472" y="858545"/>
                    <a:pt x="2366590" y="870930"/>
                    <a:pt x="2393950" y="857250"/>
                  </a:cubicBezTo>
                  <a:lnTo>
                    <a:pt x="2546350" y="838200"/>
                  </a:lnTo>
                </a:path>
              </a:pathLst>
            </a:cu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B13EE264-099E-A169-4A46-C5CD6BFF89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485" y="4743084"/>
              <a:ext cx="342900" cy="17502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8D9360A-2E66-6684-406D-788DECD88802}"/>
                </a:ext>
              </a:extLst>
            </p:cNvPr>
            <p:cNvSpPr txBox="1"/>
            <p:nvPr/>
          </p:nvSpPr>
          <p:spPr>
            <a:xfrm>
              <a:off x="1441013" y="3939633"/>
              <a:ext cx="502978" cy="3348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788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o1 layer </a:t>
              </a:r>
              <a:endParaRPr lang="ko-KR" altLang="en-US" sz="788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1C2D36C-394D-EDE9-3232-9FF0C594CDC1}"/>
                </a:ext>
              </a:extLst>
            </p:cNvPr>
            <p:cNvSpPr txBox="1"/>
            <p:nvPr/>
          </p:nvSpPr>
          <p:spPr>
            <a:xfrm>
              <a:off x="1754291" y="3939327"/>
              <a:ext cx="40647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n1 layer </a:t>
              </a:r>
              <a:endParaRPr lang="ko-KR" altLang="en-US" sz="800" dirty="0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E213EB93-B6DB-283B-7B94-4884EACAFF86}"/>
                </a:ext>
              </a:extLst>
            </p:cNvPr>
            <p:cNvSpPr/>
            <p:nvPr/>
          </p:nvSpPr>
          <p:spPr>
            <a:xfrm>
              <a:off x="1480153" y="4236472"/>
              <a:ext cx="293915" cy="598326"/>
            </a:xfrm>
            <a:custGeom>
              <a:avLst/>
              <a:gdLst>
                <a:gd name="connsiteX0" fmla="*/ 6221 w 522515"/>
                <a:gd name="connsiteY0" fmla="*/ 740229 h 1063690"/>
                <a:gd name="connsiteX1" fmla="*/ 0 w 522515"/>
                <a:gd name="connsiteY1" fmla="*/ 1063690 h 1063690"/>
                <a:gd name="connsiteX2" fmla="*/ 516294 w 522515"/>
                <a:gd name="connsiteY2" fmla="*/ 1051249 h 1063690"/>
                <a:gd name="connsiteX3" fmla="*/ 522515 w 522515"/>
                <a:gd name="connsiteY3" fmla="*/ 0 h 1063690"/>
                <a:gd name="connsiteX4" fmla="*/ 6221 w 522515"/>
                <a:gd name="connsiteY4" fmla="*/ 740229 h 1063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515" h="1063690">
                  <a:moveTo>
                    <a:pt x="6221" y="740229"/>
                  </a:moveTo>
                  <a:lnTo>
                    <a:pt x="0" y="1063690"/>
                  </a:lnTo>
                  <a:lnTo>
                    <a:pt x="516294" y="1051249"/>
                  </a:lnTo>
                  <a:cubicBezTo>
                    <a:pt x="518368" y="700833"/>
                    <a:pt x="520441" y="350416"/>
                    <a:pt x="522515" y="0"/>
                  </a:cubicBezTo>
                  <a:lnTo>
                    <a:pt x="6221" y="740229"/>
                  </a:lnTo>
                  <a:close/>
                </a:path>
              </a:pathLst>
            </a:custGeom>
            <a:solidFill>
              <a:srgbClr val="3737FF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 dirty="0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AFB1433F-13A1-E823-B8BF-FDD0765BE60B}"/>
                </a:ext>
              </a:extLst>
            </p:cNvPr>
            <p:cNvSpPr/>
            <p:nvPr/>
          </p:nvSpPr>
          <p:spPr>
            <a:xfrm>
              <a:off x="1773193" y="4425417"/>
              <a:ext cx="189820" cy="402383"/>
            </a:xfrm>
            <a:custGeom>
              <a:avLst/>
              <a:gdLst>
                <a:gd name="connsiteX0" fmla="*/ 0 w 323461"/>
                <a:gd name="connsiteY0" fmla="*/ 715347 h 715347"/>
                <a:gd name="connsiteX1" fmla="*/ 0 w 323461"/>
                <a:gd name="connsiteY1" fmla="*/ 149290 h 715347"/>
                <a:gd name="connsiteX2" fmla="*/ 323461 w 323461"/>
                <a:gd name="connsiteY2" fmla="*/ 0 h 715347"/>
                <a:gd name="connsiteX3" fmla="*/ 311020 w 323461"/>
                <a:gd name="connsiteY3" fmla="*/ 709127 h 715347"/>
                <a:gd name="connsiteX4" fmla="*/ 0 w 323461"/>
                <a:gd name="connsiteY4" fmla="*/ 715347 h 71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461" h="715347">
                  <a:moveTo>
                    <a:pt x="0" y="715347"/>
                  </a:moveTo>
                  <a:lnTo>
                    <a:pt x="0" y="149290"/>
                  </a:lnTo>
                  <a:lnTo>
                    <a:pt x="323461" y="0"/>
                  </a:lnTo>
                  <a:lnTo>
                    <a:pt x="311020" y="709127"/>
                  </a:lnTo>
                  <a:lnTo>
                    <a:pt x="0" y="715347"/>
                  </a:lnTo>
                  <a:close/>
                </a:path>
              </a:pathLst>
            </a:custGeom>
            <a:solidFill>
              <a:srgbClr val="FF29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FBAE265-7114-BFCF-FF9C-BFB474C06AB2}"/>
                </a:ext>
              </a:extLst>
            </p:cNvPr>
            <p:cNvSpPr txBox="1"/>
            <p:nvPr/>
          </p:nvSpPr>
          <p:spPr>
            <a:xfrm>
              <a:off x="2056829" y="3930034"/>
              <a:ext cx="40040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o2 layer </a:t>
              </a:r>
              <a:endParaRPr lang="ko-KR" altLang="en-US" sz="8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66F6007-AA74-3135-5CAC-14BC2CBB74D2}"/>
                </a:ext>
              </a:extLst>
            </p:cNvPr>
            <p:cNvSpPr txBox="1"/>
            <p:nvPr/>
          </p:nvSpPr>
          <p:spPr>
            <a:xfrm>
              <a:off x="2392476" y="3889469"/>
              <a:ext cx="408958" cy="2135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788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CTN</a:t>
              </a:r>
              <a:endParaRPr lang="ko-KR" altLang="en-US" sz="788"/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8C475EE2-0318-410A-BA7B-36DCEB53CA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0153" y="3562918"/>
              <a:ext cx="92373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125AA2-CF30-0792-B49C-E466FFD5B246}"/>
                </a:ext>
              </a:extLst>
            </p:cNvPr>
            <p:cNvSpPr txBox="1"/>
            <p:nvPr/>
          </p:nvSpPr>
          <p:spPr>
            <a:xfrm>
              <a:off x="1543135" y="3372354"/>
              <a:ext cx="990359" cy="213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88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BE-TOX (ONO)</a:t>
              </a:r>
              <a:endParaRPr lang="ko-KR" altLang="en-US" sz="788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97E461F5-9604-BFBD-CF2B-85CF014BA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4032" y="4762281"/>
              <a:ext cx="136628" cy="13662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09E7BAA-0F52-0655-A939-119CFA67F300}"/>
                </a:ext>
              </a:extLst>
            </p:cNvPr>
            <p:cNvSpPr txBox="1"/>
            <p:nvPr/>
          </p:nvSpPr>
          <p:spPr>
            <a:xfrm>
              <a:off x="1350343" y="5378259"/>
              <a:ext cx="54369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/>
                <a:t>TC</a:t>
              </a:r>
              <a:r>
                <a:rPr lang="en-US" altLang="ko-KR" sz="1100" b="1" baseline="-25000" dirty="0"/>
                <a:t>o1</a:t>
              </a:r>
              <a:endParaRPr lang="ko-KR" altLang="en-US" sz="1100" b="1" baseline="-250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5DAF478-EE95-862A-B0B7-D02449311D87}"/>
                </a:ext>
              </a:extLst>
            </p:cNvPr>
            <p:cNvSpPr txBox="1"/>
            <p:nvPr/>
          </p:nvSpPr>
          <p:spPr>
            <a:xfrm>
              <a:off x="2249117" y="4334926"/>
              <a:ext cx="54369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TC</a:t>
              </a:r>
              <a:r>
                <a:rPr lang="en-US" altLang="ko-KR" sz="1100" b="1" baseline="-25000" dirty="0"/>
                <a:t>n1</a:t>
              </a:r>
              <a:endParaRPr lang="ko-KR" altLang="en-US" sz="1100" b="1" baseline="-25000" dirty="0"/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45A5A5DC-C9C5-FBC9-0644-B282FCD2A7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8429" y="4472070"/>
              <a:ext cx="416379" cy="115805"/>
            </a:xfrm>
            <a:prstGeom prst="straightConnector1">
              <a:avLst/>
            </a:prstGeom>
            <a:ln w="9525"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3B5903A1-706F-371D-2064-F1841E1317D8}"/>
                </a:ext>
              </a:extLst>
            </p:cNvPr>
            <p:cNvCxnSpPr>
              <a:cxnSpLocks/>
              <a:endCxn id="19" idx="0"/>
            </p:cNvCxnSpPr>
            <p:nvPr/>
          </p:nvCxnSpPr>
          <p:spPr>
            <a:xfrm>
              <a:off x="1622188" y="4739567"/>
              <a:ext cx="0" cy="638692"/>
            </a:xfrm>
            <a:prstGeom prst="straightConnector1">
              <a:avLst/>
            </a:prstGeom>
            <a:ln w="9525">
              <a:solidFill>
                <a:srgbClr val="00B05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DF118386-8F78-36CA-A577-B445D6497B52}"/>
                </a:ext>
              </a:extLst>
            </p:cNvPr>
            <p:cNvCxnSpPr>
              <a:cxnSpLocks/>
              <a:stCxn id="18" idx="1"/>
            </p:cNvCxnSpPr>
            <p:nvPr/>
          </p:nvCxnSpPr>
          <p:spPr>
            <a:xfrm flipH="1">
              <a:off x="1301750" y="4830595"/>
              <a:ext cx="59228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EAF39E9-B46D-7DDF-EC0E-6705430F6586}"/>
                </a:ext>
              </a:extLst>
            </p:cNvPr>
            <p:cNvSpPr txBox="1"/>
            <p:nvPr/>
          </p:nvSpPr>
          <p:spPr>
            <a:xfrm>
              <a:off x="2283593" y="4711687"/>
              <a:ext cx="5436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i="1"/>
                <a:t>E</a:t>
              </a:r>
              <a:r>
                <a:rPr lang="en-US" altLang="ko-KR" sz="1000" i="1" baseline="-25000"/>
                <a:t>trap</a:t>
              </a:r>
              <a:endParaRPr lang="ko-KR" altLang="en-US" sz="1000" i="1" baseline="-250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2294DE9-82C0-2A7C-43B6-4C4EBB6CE755}"/>
                </a:ext>
              </a:extLst>
            </p:cNvPr>
            <p:cNvSpPr txBox="1"/>
            <p:nvPr/>
          </p:nvSpPr>
          <p:spPr>
            <a:xfrm>
              <a:off x="1062051" y="5041031"/>
              <a:ext cx="42864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i="1"/>
                <a:t>E</a:t>
              </a:r>
              <a:r>
                <a:rPr lang="en-US" altLang="ko-KR" sz="1000" i="1" baseline="-25000"/>
                <a:t>C,r</a:t>
              </a:r>
              <a:endParaRPr lang="ko-KR" altLang="en-US" sz="1000" i="1" baseline="-250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3A92349-DF81-CE0F-8495-F16C99FA2E57}"/>
                </a:ext>
              </a:extLst>
            </p:cNvPr>
            <p:cNvSpPr txBox="1"/>
            <p:nvPr/>
          </p:nvSpPr>
          <p:spPr>
            <a:xfrm>
              <a:off x="896210" y="4280805"/>
              <a:ext cx="635466" cy="3348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88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Si-channel</a:t>
              </a:r>
            </a:p>
            <a:p>
              <a:pPr algn="ctr"/>
              <a:r>
                <a:rPr lang="en-US" altLang="ko-KR" sz="788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(reservoir)</a:t>
              </a:r>
              <a:endParaRPr lang="ko-KR" altLang="en-US" sz="788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A515A09-D28A-CC86-FD18-C5E69845428A}"/>
                </a:ext>
              </a:extLst>
            </p:cNvPr>
            <p:cNvSpPr txBox="1"/>
            <p:nvPr/>
          </p:nvSpPr>
          <p:spPr>
            <a:xfrm>
              <a:off x="1965600" y="4981337"/>
              <a:ext cx="9735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i="1" dirty="0" err="1"/>
                <a:t>E</a:t>
              </a:r>
              <a:r>
                <a:rPr lang="en-US" altLang="ko-KR" sz="1000" i="1" baseline="-25000" dirty="0" err="1"/>
                <a:t>trap</a:t>
              </a:r>
              <a:r>
                <a:rPr lang="en-US" altLang="ko-KR" sz="1000" i="1" dirty="0"/>
                <a:t> &gt; </a:t>
              </a:r>
              <a:r>
                <a:rPr lang="en-US" altLang="ko-KR" sz="1000" i="1" dirty="0" err="1"/>
                <a:t>E</a:t>
              </a:r>
              <a:r>
                <a:rPr lang="en-US" altLang="ko-KR" sz="1000" i="1" baseline="-25000" dirty="0" err="1"/>
                <a:t>C,r</a:t>
              </a:r>
              <a:endParaRPr lang="en-US" altLang="ko-KR" sz="1000" i="1" dirty="0"/>
            </a:p>
            <a:p>
              <a:r>
                <a:rPr lang="en-US" altLang="ko-KR" sz="1000" dirty="0"/>
                <a:t>For emission</a:t>
              </a:r>
              <a:endParaRPr lang="ko-KR" altLang="en-US" sz="10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E40577D-CDC4-02CC-F2A5-23AB4BD9F49E}"/>
                </a:ext>
              </a:extLst>
            </p:cNvPr>
            <p:cNvSpPr txBox="1"/>
            <p:nvPr/>
          </p:nvSpPr>
          <p:spPr>
            <a:xfrm>
              <a:off x="2007710" y="4534164"/>
              <a:ext cx="5436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i="1"/>
                <a:t>|</a:t>
              </a:r>
              <a:r>
                <a:rPr lang="el-GR" altLang="ko-KR" sz="1000" i="1"/>
                <a:t>Δ</a:t>
              </a:r>
              <a:r>
                <a:rPr lang="en-US" altLang="ko-KR" sz="1000" i="1"/>
                <a:t>E</a:t>
              </a:r>
              <a:r>
                <a:rPr lang="en-US" altLang="ko-KR" sz="1000" i="1" baseline="-25000"/>
                <a:t>T</a:t>
              </a:r>
              <a:r>
                <a:rPr lang="en-US" altLang="ko-KR" sz="1000" i="1"/>
                <a:t>|</a:t>
              </a:r>
              <a:endParaRPr lang="ko-KR" altLang="en-US" sz="1000" i="1" dirty="0"/>
            </a:p>
          </p:txBody>
        </p:sp>
      </p:grpSp>
      <p:sp>
        <p:nvSpPr>
          <p:cNvPr id="52" name="화살표: 오른쪽 51">
            <a:extLst>
              <a:ext uri="{FF2B5EF4-FFF2-40B4-BE49-F238E27FC236}">
                <a16:creationId xmlns:a16="http://schemas.microsoft.com/office/drawing/2014/main" id="{CBA2DAC1-F93F-71A4-1C1E-6725CC9F7DF7}"/>
              </a:ext>
            </a:extLst>
          </p:cNvPr>
          <p:cNvSpPr/>
          <p:nvPr/>
        </p:nvSpPr>
        <p:spPr>
          <a:xfrm>
            <a:off x="868635" y="5266919"/>
            <a:ext cx="822061" cy="368397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7EA6F707-0427-49A6-9268-DFACA3E6A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057" y="1028107"/>
            <a:ext cx="3499519" cy="2814799"/>
          </a:xfrm>
          <a:prstGeom prst="rect">
            <a:avLst/>
          </a:prstGeom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438C8246-5005-CE89-DEF3-24FE00079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6723" y="4575519"/>
            <a:ext cx="3720658" cy="1846515"/>
          </a:xfrm>
          <a:prstGeom prst="rect">
            <a:avLst/>
          </a:prstGeom>
        </p:spPr>
      </p:pic>
      <p:sp>
        <p:nvSpPr>
          <p:cNvPr id="92" name="더하기 기호 91">
            <a:extLst>
              <a:ext uri="{FF2B5EF4-FFF2-40B4-BE49-F238E27FC236}">
                <a16:creationId xmlns:a16="http://schemas.microsoft.com/office/drawing/2014/main" id="{A461621B-BE81-0140-3EDB-E41F26D3D27C}"/>
              </a:ext>
            </a:extLst>
          </p:cNvPr>
          <p:cNvSpPr/>
          <p:nvPr/>
        </p:nvSpPr>
        <p:spPr>
          <a:xfrm>
            <a:off x="3539412" y="1575391"/>
            <a:ext cx="962572" cy="962572"/>
          </a:xfrm>
          <a:prstGeom prst="mathPlus">
            <a:avLst>
              <a:gd name="adj1" fmla="val 801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AAE2321-0F5E-DFE4-0C18-DD8874C01729}"/>
              </a:ext>
            </a:extLst>
          </p:cNvPr>
          <p:cNvSpPr txBox="1"/>
          <p:nvPr/>
        </p:nvSpPr>
        <p:spPr>
          <a:xfrm>
            <a:off x="398106" y="1028107"/>
            <a:ext cx="3499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Summary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AC46CB7-CE76-10E8-1F64-0C34F6C5CC18}"/>
              </a:ext>
            </a:extLst>
          </p:cNvPr>
          <p:cNvSpPr txBox="1"/>
          <p:nvPr/>
        </p:nvSpPr>
        <p:spPr>
          <a:xfrm>
            <a:off x="331028" y="4094065"/>
            <a:ext cx="79918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Emission Modeling based on Detailed Poisson Solution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87887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432</Words>
  <Application>Microsoft Office PowerPoint</Application>
  <PresentationFormat>화면 슬라이드 쇼(4:3)</PresentationFormat>
  <Paragraphs>133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맑은 고딕</vt:lpstr>
      <vt:lpstr>Arial</vt:lpstr>
      <vt:lpstr>Calibri</vt:lpstr>
      <vt:lpstr>Cambria Math</vt:lpstr>
      <vt:lpstr>Times New Roman</vt:lpstr>
      <vt:lpstr>Office 테마</vt:lpstr>
      <vt:lpstr>Detailed Poisson Solution and Band Diagram of Cylindrical Bandgap-Engineered SONOS Structure</vt:lpstr>
      <vt:lpstr>Detrapping from CTN</vt:lpstr>
      <vt:lpstr>CTN Model Poisson in Partitions</vt:lpstr>
      <vt:lpstr>Detailed Poisson Solution</vt:lpstr>
      <vt:lpstr>Detailed Poisson Solution</vt:lpstr>
      <vt:lpstr>Detailed Poisson Solution</vt:lpstr>
      <vt:lpstr>Poisson Solution Variations</vt:lpstr>
      <vt:lpstr>Future Works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2025-10-30T23:56:43Z</dcterms:modified>
  <cp:version/>
</cp:coreProperties>
</file>