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7"/>
  </p:notesMasterIdLst>
  <p:sldIdLst>
    <p:sldId id="314" r:id="rId2"/>
    <p:sldId id="318" r:id="rId3"/>
    <p:sldId id="319" r:id="rId4"/>
    <p:sldId id="320" r:id="rId5"/>
    <p:sldId id="316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9BE95-EB57-4F26-9999-8D6238F89EDB}" v="29" dt="2026-04-29T16:28:31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87" d="100"/>
          <a:sy n="87" d="100"/>
        </p:scale>
        <p:origin x="102" y="60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53BFC8FB-F919-4A98-9A97-F1BAF11238D4}"/>
    <pc:docChg chg="undo redo custSel addSld delSld modSld sldOrd modMainMaster">
      <pc:chgData name="MYUNG JIN" userId="89f3fa32ababedc4" providerId="LiveId" clId="{53BFC8FB-F919-4A98-9A97-F1BAF11238D4}" dt="2026-04-29T16:31:18.053" v="2671" actId="20577"/>
      <pc:docMkLst>
        <pc:docMk/>
      </pc:docMkLst>
      <pc:sldChg chg="modSp mod">
        <pc:chgData name="MYUNG JIN" userId="89f3fa32ababedc4" providerId="LiveId" clId="{53BFC8FB-F919-4A98-9A97-F1BAF11238D4}" dt="2026-04-28T03:18:50.286" v="1517" actId="20577"/>
        <pc:sldMkLst>
          <pc:docMk/>
          <pc:sldMk cId="2415824652" sldId="314"/>
        </pc:sldMkLst>
        <pc:spChg chg="mod">
          <ac:chgData name="MYUNG JIN" userId="89f3fa32ababedc4" providerId="LiveId" clId="{53BFC8FB-F919-4A98-9A97-F1BAF11238D4}" dt="2026-04-28T03:18:50.286" v="1517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53BFC8FB-F919-4A98-9A97-F1BAF11238D4}" dt="2026-04-29T16:30:21.809" v="2670" actId="1076"/>
        <pc:sldMkLst>
          <pc:docMk/>
          <pc:sldMk cId="1624971276" sldId="316"/>
        </pc:sldMkLst>
        <pc:spChg chg="add mod">
          <ac:chgData name="MYUNG JIN" userId="89f3fa32ababedc4" providerId="LiveId" clId="{53BFC8FB-F919-4A98-9A97-F1BAF11238D4}" dt="2026-04-28T14:46:08.589" v="1887" actId="1076"/>
          <ac:spMkLst>
            <pc:docMk/>
            <pc:sldMk cId="1624971276" sldId="316"/>
            <ac:spMk id="6" creationId="{DF1E5BBA-49B2-BC1C-D2BA-6693CBC5C674}"/>
          </ac:spMkLst>
        </pc:spChg>
        <pc:spChg chg="mod">
          <ac:chgData name="MYUNG JIN" userId="89f3fa32ababedc4" providerId="LiveId" clId="{53BFC8FB-F919-4A98-9A97-F1BAF11238D4}" dt="2026-04-29T16:30:21.809" v="2670" actId="1076"/>
          <ac:spMkLst>
            <pc:docMk/>
            <pc:sldMk cId="1624971276" sldId="316"/>
            <ac:spMk id="18" creationId="{841C1A8C-1171-49F9-4C21-338354B6FC54}"/>
          </ac:spMkLst>
        </pc:spChg>
        <pc:graphicFrameChg chg="add mod">
          <ac:chgData name="MYUNG JIN" userId="89f3fa32ababedc4" providerId="LiveId" clId="{53BFC8FB-F919-4A98-9A97-F1BAF11238D4}" dt="2026-04-29T16:06:23.546" v="1920" actId="1076"/>
          <ac:graphicFrameMkLst>
            <pc:docMk/>
            <pc:sldMk cId="1624971276" sldId="316"/>
            <ac:graphicFrameMk id="3" creationId="{9B0F238A-8371-A29E-3D11-E4EBF3814226}"/>
          </ac:graphicFrameMkLst>
        </pc:graphicFrameChg>
        <pc:graphicFrameChg chg="add del mod">
          <ac:chgData name="MYUNG JIN" userId="89f3fa32ababedc4" providerId="LiveId" clId="{53BFC8FB-F919-4A98-9A97-F1BAF11238D4}" dt="2026-04-29T16:06:19.383" v="1917" actId="478"/>
          <ac:graphicFrameMkLst>
            <pc:docMk/>
            <pc:sldMk cId="1624971276" sldId="316"/>
            <ac:graphicFrameMk id="5" creationId="{432DE80C-E25E-53DB-A1FD-26CCEBFB02C2}"/>
          </ac:graphicFrameMkLst>
        </pc:graphicFrameChg>
      </pc:sldChg>
      <pc:sldChg chg="addSp modSp del mod ord">
        <pc:chgData name="MYUNG JIN" userId="89f3fa32ababedc4" providerId="LiveId" clId="{53BFC8FB-F919-4A98-9A97-F1BAF11238D4}" dt="2026-04-28T05:36:29.998" v="1519" actId="47"/>
        <pc:sldMkLst>
          <pc:docMk/>
          <pc:sldMk cId="3591593916" sldId="317"/>
        </pc:sldMkLst>
      </pc:sldChg>
      <pc:sldChg chg="addSp delSp modSp mod">
        <pc:chgData name="MYUNG JIN" userId="89f3fa32ababedc4" providerId="LiveId" clId="{53BFC8FB-F919-4A98-9A97-F1BAF11238D4}" dt="2026-04-28T14:11:08.257" v="1538" actId="20577"/>
        <pc:sldMkLst>
          <pc:docMk/>
          <pc:sldMk cId="2907291316" sldId="318"/>
        </pc:sldMkLst>
        <pc:spChg chg="mod">
          <ac:chgData name="MYUNG JIN" userId="89f3fa32ababedc4" providerId="LiveId" clId="{53BFC8FB-F919-4A98-9A97-F1BAF11238D4}" dt="2026-04-28T14:11:08.257" v="1538" actId="20577"/>
          <ac:spMkLst>
            <pc:docMk/>
            <pc:sldMk cId="2907291316" sldId="318"/>
            <ac:spMk id="2" creationId="{97DB0ADF-9D09-AAAE-5C3E-D82917D08870}"/>
          </ac:spMkLst>
        </pc:spChg>
        <pc:spChg chg="mod">
          <ac:chgData name="MYUNG JIN" userId="89f3fa32ababedc4" providerId="LiveId" clId="{53BFC8FB-F919-4A98-9A97-F1BAF11238D4}" dt="2026-03-30T14:48:13.764" v="497" actId="1076"/>
          <ac:spMkLst>
            <pc:docMk/>
            <pc:sldMk cId="2907291316" sldId="318"/>
            <ac:spMk id="3" creationId="{28E9319B-BFFC-AAA0-C703-520532BF5DFE}"/>
          </ac:spMkLst>
        </pc:spChg>
        <pc:spChg chg="add mod">
          <ac:chgData name="MYUNG JIN" userId="89f3fa32ababedc4" providerId="LiveId" clId="{53BFC8FB-F919-4A98-9A97-F1BAF11238D4}" dt="2026-04-28T14:10:59.174" v="1523" actId="20577"/>
          <ac:spMkLst>
            <pc:docMk/>
            <pc:sldMk cId="2907291316" sldId="318"/>
            <ac:spMk id="12" creationId="{EF1B8EAE-7F8E-FB76-EE20-951B6C79E63F}"/>
          </ac:spMkLst>
        </pc:spChg>
        <pc:picChg chg="add mod">
          <ac:chgData name="MYUNG JIN" userId="89f3fa32ababedc4" providerId="LiveId" clId="{53BFC8FB-F919-4A98-9A97-F1BAF11238D4}" dt="2026-03-30T14:48:11.333" v="495" actId="1076"/>
          <ac:picMkLst>
            <pc:docMk/>
            <pc:sldMk cId="2907291316" sldId="318"/>
            <ac:picMk id="11" creationId="{845D09C0-7612-57D4-F113-0410C57543CF}"/>
          </ac:picMkLst>
        </pc:picChg>
      </pc:sldChg>
      <pc:sldChg chg="addSp delSp modSp new mod">
        <pc:chgData name="MYUNG JIN" userId="89f3fa32ababedc4" providerId="LiveId" clId="{53BFC8FB-F919-4A98-9A97-F1BAF11238D4}" dt="2026-04-29T16:28:20.307" v="2454" actId="20577"/>
        <pc:sldMkLst>
          <pc:docMk/>
          <pc:sldMk cId="3672844062" sldId="319"/>
        </pc:sldMkLst>
        <pc:spChg chg="mod">
          <ac:chgData name="MYUNG JIN" userId="89f3fa32ababedc4" providerId="LiveId" clId="{53BFC8FB-F919-4A98-9A97-F1BAF11238D4}" dt="2026-04-28T14:11:15.173" v="1540"/>
          <ac:spMkLst>
            <pc:docMk/>
            <pc:sldMk cId="3672844062" sldId="319"/>
            <ac:spMk id="2" creationId="{460E52C6-C65C-01A2-D223-8EDF4764A006}"/>
          </ac:spMkLst>
        </pc:spChg>
        <pc:spChg chg="add del mod">
          <ac:chgData name="MYUNG JIN" userId="89f3fa32ababedc4" providerId="LiveId" clId="{53BFC8FB-F919-4A98-9A97-F1BAF11238D4}" dt="2026-04-29T16:26:17.548" v="2265" actId="478"/>
          <ac:spMkLst>
            <pc:docMk/>
            <pc:sldMk cId="3672844062" sldId="319"/>
            <ac:spMk id="3" creationId="{3DF85FC3-78E2-3D73-AB01-F64C38209CE9}"/>
          </ac:spMkLst>
        </pc:spChg>
        <pc:spChg chg="add del mod">
          <ac:chgData name="MYUNG JIN" userId="89f3fa32ababedc4" providerId="LiveId" clId="{53BFC8FB-F919-4A98-9A97-F1BAF11238D4}" dt="2026-04-29T16:06:58.453" v="1921" actId="478"/>
          <ac:spMkLst>
            <pc:docMk/>
            <pc:sldMk cId="3672844062" sldId="319"/>
            <ac:spMk id="4" creationId="{7F765626-9078-DA56-7EC5-086AF48F3765}"/>
          </ac:spMkLst>
        </pc:spChg>
        <pc:spChg chg="add del mod">
          <ac:chgData name="MYUNG JIN" userId="89f3fa32ababedc4" providerId="LiveId" clId="{53BFC8FB-F919-4A98-9A97-F1BAF11238D4}" dt="2026-04-29T16:06:58.453" v="1921" actId="478"/>
          <ac:spMkLst>
            <pc:docMk/>
            <pc:sldMk cId="3672844062" sldId="319"/>
            <ac:spMk id="5" creationId="{913EA952-453E-870B-DB66-95F945A648C7}"/>
          </ac:spMkLst>
        </pc:spChg>
        <pc:spChg chg="add del mod">
          <ac:chgData name="MYUNG JIN" userId="89f3fa32ababedc4" providerId="LiveId" clId="{53BFC8FB-F919-4A98-9A97-F1BAF11238D4}" dt="2026-04-29T16:08:11.506" v="1987" actId="478"/>
          <ac:spMkLst>
            <pc:docMk/>
            <pc:sldMk cId="3672844062" sldId="319"/>
            <ac:spMk id="6" creationId="{EB0EE52A-18D7-3E9A-5867-6463142EB4C7}"/>
          </ac:spMkLst>
        </pc:spChg>
        <pc:spChg chg="add mod">
          <ac:chgData name="MYUNG JIN" userId="89f3fa32ababedc4" providerId="LiveId" clId="{53BFC8FB-F919-4A98-9A97-F1BAF11238D4}" dt="2026-04-29T16:27:37.162" v="2393" actId="14100"/>
          <ac:spMkLst>
            <pc:docMk/>
            <pc:sldMk cId="3672844062" sldId="319"/>
            <ac:spMk id="7" creationId="{B4A8FDE2-9C5B-84B6-4CF2-F55E96091BAA}"/>
          </ac:spMkLst>
        </pc:spChg>
        <pc:spChg chg="add del mod">
          <ac:chgData name="MYUNG JIN" userId="89f3fa32ababedc4" providerId="LiveId" clId="{53BFC8FB-F919-4A98-9A97-F1BAF11238D4}" dt="2026-04-29T16:08:15.544" v="1988" actId="478"/>
          <ac:spMkLst>
            <pc:docMk/>
            <pc:sldMk cId="3672844062" sldId="319"/>
            <ac:spMk id="8" creationId="{C480725B-CAD4-0298-5E95-26C57D9BB0F7}"/>
          </ac:spMkLst>
        </pc:spChg>
        <pc:spChg chg="add mod">
          <ac:chgData name="MYUNG JIN" userId="89f3fa32ababedc4" providerId="LiveId" clId="{53BFC8FB-F919-4A98-9A97-F1BAF11238D4}" dt="2026-04-29T16:27:37.162" v="2393" actId="14100"/>
          <ac:spMkLst>
            <pc:docMk/>
            <pc:sldMk cId="3672844062" sldId="319"/>
            <ac:spMk id="9" creationId="{36D4B25C-EBD9-9B5E-0536-B55CB7B2D5D1}"/>
          </ac:spMkLst>
        </pc:spChg>
        <pc:spChg chg="add mod">
          <ac:chgData name="MYUNG JIN" userId="89f3fa32ababedc4" providerId="LiveId" clId="{53BFC8FB-F919-4A98-9A97-F1BAF11238D4}" dt="2026-04-29T16:27:37.162" v="2393" actId="14100"/>
          <ac:spMkLst>
            <pc:docMk/>
            <pc:sldMk cId="3672844062" sldId="319"/>
            <ac:spMk id="10" creationId="{708076A1-526C-CA50-B049-A906B376B23A}"/>
          </ac:spMkLst>
        </pc:spChg>
        <pc:spChg chg="add mod">
          <ac:chgData name="MYUNG JIN" userId="89f3fa32ababedc4" providerId="LiveId" clId="{53BFC8FB-F919-4A98-9A97-F1BAF11238D4}" dt="2026-04-29T16:26:20.864" v="2266" actId="1076"/>
          <ac:spMkLst>
            <pc:docMk/>
            <pc:sldMk cId="3672844062" sldId="319"/>
            <ac:spMk id="13" creationId="{2513B888-A469-AC1B-9473-D6947A272177}"/>
          </ac:spMkLst>
        </pc:spChg>
        <pc:spChg chg="add mod">
          <ac:chgData name="MYUNG JIN" userId="89f3fa32ababedc4" providerId="LiveId" clId="{53BFC8FB-F919-4A98-9A97-F1BAF11238D4}" dt="2026-04-29T16:26:20.864" v="2266" actId="1076"/>
          <ac:spMkLst>
            <pc:docMk/>
            <pc:sldMk cId="3672844062" sldId="319"/>
            <ac:spMk id="14" creationId="{BAD5D969-FA37-240E-47BA-5D6E0E920B15}"/>
          </ac:spMkLst>
        </pc:spChg>
        <pc:spChg chg="add del mod">
          <ac:chgData name="MYUNG JIN" userId="89f3fa32ababedc4" providerId="LiveId" clId="{53BFC8FB-F919-4A98-9A97-F1BAF11238D4}" dt="2026-04-29T16:11:51.503" v="2159" actId="478"/>
          <ac:spMkLst>
            <pc:docMk/>
            <pc:sldMk cId="3672844062" sldId="319"/>
            <ac:spMk id="15" creationId="{F0070EFC-C3AE-FE29-A0F8-63FF1A1E44F8}"/>
          </ac:spMkLst>
        </pc:spChg>
        <pc:spChg chg="add mod">
          <ac:chgData name="MYUNG JIN" userId="89f3fa32ababedc4" providerId="LiveId" clId="{53BFC8FB-F919-4A98-9A97-F1BAF11238D4}" dt="2026-04-29T16:26:20.864" v="2266" actId="1076"/>
          <ac:spMkLst>
            <pc:docMk/>
            <pc:sldMk cId="3672844062" sldId="319"/>
            <ac:spMk id="18" creationId="{104FB6F9-8385-EB49-97A4-33A47696D23C}"/>
          </ac:spMkLst>
        </pc:spChg>
        <pc:spChg chg="add mod">
          <ac:chgData name="MYUNG JIN" userId="89f3fa32ababedc4" providerId="LiveId" clId="{53BFC8FB-F919-4A98-9A97-F1BAF11238D4}" dt="2026-04-29T16:27:42.672" v="2396" actId="1076"/>
          <ac:spMkLst>
            <pc:docMk/>
            <pc:sldMk cId="3672844062" sldId="319"/>
            <ac:spMk id="21" creationId="{A4757D4F-D391-8769-3C16-AD012193BF3F}"/>
          </ac:spMkLst>
        </pc:spChg>
        <pc:spChg chg="add del mod">
          <ac:chgData name="MYUNG JIN" userId="89f3fa32ababedc4" providerId="LiveId" clId="{53BFC8FB-F919-4A98-9A97-F1BAF11238D4}" dt="2026-04-29T16:24:48.424" v="2245" actId="478"/>
          <ac:spMkLst>
            <pc:docMk/>
            <pc:sldMk cId="3672844062" sldId="319"/>
            <ac:spMk id="28" creationId="{D56DE43A-BBEF-66C0-E107-BC7F83FB882E}"/>
          </ac:spMkLst>
        </pc:spChg>
        <pc:spChg chg="add mod">
          <ac:chgData name="MYUNG JIN" userId="89f3fa32ababedc4" providerId="LiveId" clId="{53BFC8FB-F919-4A98-9A97-F1BAF11238D4}" dt="2026-04-29T16:27:50.977" v="2399" actId="404"/>
          <ac:spMkLst>
            <pc:docMk/>
            <pc:sldMk cId="3672844062" sldId="319"/>
            <ac:spMk id="32" creationId="{1083E835-0163-8A2A-8CC8-44F9EFC5ECA9}"/>
          </ac:spMkLst>
        </pc:spChg>
        <pc:spChg chg="add mod">
          <ac:chgData name="MYUNG JIN" userId="89f3fa32ababedc4" providerId="LiveId" clId="{53BFC8FB-F919-4A98-9A97-F1BAF11238D4}" dt="2026-04-29T16:27:50.977" v="2399" actId="404"/>
          <ac:spMkLst>
            <pc:docMk/>
            <pc:sldMk cId="3672844062" sldId="319"/>
            <ac:spMk id="33" creationId="{2126EA78-9773-5ABF-893B-7750744B444B}"/>
          </ac:spMkLst>
        </pc:spChg>
        <pc:spChg chg="add mod">
          <ac:chgData name="MYUNG JIN" userId="89f3fa32ababedc4" providerId="LiveId" clId="{53BFC8FB-F919-4A98-9A97-F1BAF11238D4}" dt="2026-04-29T16:28:05.527" v="2420" actId="1076"/>
          <ac:spMkLst>
            <pc:docMk/>
            <pc:sldMk cId="3672844062" sldId="319"/>
            <ac:spMk id="34" creationId="{EB1682C8-6B78-90EC-0A0D-2BBAD9139252}"/>
          </ac:spMkLst>
        </pc:spChg>
        <pc:spChg chg="add mod">
          <ac:chgData name="MYUNG JIN" userId="89f3fa32ababedc4" providerId="LiveId" clId="{53BFC8FB-F919-4A98-9A97-F1BAF11238D4}" dt="2026-04-29T16:28:07.149" v="2422" actId="571"/>
          <ac:spMkLst>
            <pc:docMk/>
            <pc:sldMk cId="3672844062" sldId="319"/>
            <ac:spMk id="35" creationId="{89969ABA-2B87-9A7B-C9A2-2CE68693FD7B}"/>
          </ac:spMkLst>
        </pc:spChg>
        <pc:spChg chg="add mod">
          <ac:chgData name="MYUNG JIN" userId="89f3fa32ababedc4" providerId="LiveId" clId="{53BFC8FB-F919-4A98-9A97-F1BAF11238D4}" dt="2026-04-29T16:28:07.149" v="2422" actId="571"/>
          <ac:spMkLst>
            <pc:docMk/>
            <pc:sldMk cId="3672844062" sldId="319"/>
            <ac:spMk id="36" creationId="{1509D2E2-B2A2-558D-55D7-15BF67658D02}"/>
          </ac:spMkLst>
        </pc:spChg>
        <pc:spChg chg="add mod">
          <ac:chgData name="MYUNG JIN" userId="89f3fa32ababedc4" providerId="LiveId" clId="{53BFC8FB-F919-4A98-9A97-F1BAF11238D4}" dt="2026-04-29T16:28:20.307" v="2454" actId="20577"/>
          <ac:spMkLst>
            <pc:docMk/>
            <pc:sldMk cId="3672844062" sldId="319"/>
            <ac:spMk id="37" creationId="{09AD89BE-E165-4138-DD4B-EFBCBF97B4B7}"/>
          </ac:spMkLst>
        </pc:spChg>
        <pc:graphicFrameChg chg="add mod">
          <ac:chgData name="MYUNG JIN" userId="89f3fa32ababedc4" providerId="LiveId" clId="{53BFC8FB-F919-4A98-9A97-F1BAF11238D4}" dt="2026-04-29T16:27:11.743" v="2347" actId="1076"/>
          <ac:graphicFrameMkLst>
            <pc:docMk/>
            <pc:sldMk cId="3672844062" sldId="319"/>
            <ac:graphicFrameMk id="31" creationId="{E41F04F6-9D62-18D7-48AB-3EF457B8945F}"/>
          </ac:graphicFrameMkLst>
        </pc:graphicFrameChg>
        <pc:picChg chg="add mod">
          <ac:chgData name="MYUNG JIN" userId="89f3fa32ababedc4" providerId="LiveId" clId="{53BFC8FB-F919-4A98-9A97-F1BAF11238D4}" dt="2026-04-29T16:26:20.864" v="2266" actId="1076"/>
          <ac:picMkLst>
            <pc:docMk/>
            <pc:sldMk cId="3672844062" sldId="319"/>
            <ac:picMk id="12" creationId="{59B4CA16-1909-A82E-477F-F56D42322292}"/>
          </ac:picMkLst>
        </pc:picChg>
        <pc:picChg chg="add mod">
          <ac:chgData name="MYUNG JIN" userId="89f3fa32ababedc4" providerId="LiveId" clId="{53BFC8FB-F919-4A98-9A97-F1BAF11238D4}" dt="2026-04-29T16:26:20.864" v="2266" actId="1076"/>
          <ac:picMkLst>
            <pc:docMk/>
            <pc:sldMk cId="3672844062" sldId="319"/>
            <ac:picMk id="25" creationId="{83DD3072-39B1-6430-019A-8C325494C7D8}"/>
          </ac:picMkLst>
        </pc:picChg>
        <pc:picChg chg="add mod">
          <ac:chgData name="MYUNG JIN" userId="89f3fa32ababedc4" providerId="LiveId" clId="{53BFC8FB-F919-4A98-9A97-F1BAF11238D4}" dt="2026-04-29T16:26:23.835" v="2267" actId="1076"/>
          <ac:picMkLst>
            <pc:docMk/>
            <pc:sldMk cId="3672844062" sldId="319"/>
            <ac:picMk id="26" creationId="{EC3406ED-855D-DE2E-5380-4A23CF98C87F}"/>
          </ac:picMkLst>
        </pc:picChg>
        <pc:picChg chg="add mod">
          <ac:chgData name="MYUNG JIN" userId="89f3fa32ababedc4" providerId="LiveId" clId="{53BFC8FB-F919-4A98-9A97-F1BAF11238D4}" dt="2026-04-29T16:26:23.835" v="2267" actId="1076"/>
          <ac:picMkLst>
            <pc:docMk/>
            <pc:sldMk cId="3672844062" sldId="319"/>
            <ac:picMk id="30" creationId="{16F18A5B-42E0-CBCE-BAD8-88EC4F951032}"/>
          </ac:picMkLst>
        </pc:picChg>
        <pc:cxnChg chg="add mod">
          <ac:chgData name="MYUNG JIN" userId="89f3fa32ababedc4" providerId="LiveId" clId="{53BFC8FB-F919-4A98-9A97-F1BAF11238D4}" dt="2026-04-29T16:26:20.864" v="2266" actId="1076"/>
          <ac:cxnSpMkLst>
            <pc:docMk/>
            <pc:sldMk cId="3672844062" sldId="319"/>
            <ac:cxnSpMk id="17" creationId="{0117F07B-E85B-A919-ABEB-B48E20806B47}"/>
          </ac:cxnSpMkLst>
        </pc:cxnChg>
        <pc:cxnChg chg="add mod">
          <ac:chgData name="MYUNG JIN" userId="89f3fa32ababedc4" providerId="LiveId" clId="{53BFC8FB-F919-4A98-9A97-F1BAF11238D4}" dt="2026-04-29T16:27:43.947" v="2397" actId="1076"/>
          <ac:cxnSpMkLst>
            <pc:docMk/>
            <pc:sldMk cId="3672844062" sldId="319"/>
            <ac:cxnSpMk id="20" creationId="{B0116D3D-0FC8-7EDF-CCE2-122272307F28}"/>
          </ac:cxnSpMkLst>
        </pc:cxnChg>
        <pc:cxnChg chg="add mod">
          <ac:chgData name="MYUNG JIN" userId="89f3fa32ababedc4" providerId="LiveId" clId="{53BFC8FB-F919-4A98-9A97-F1BAF11238D4}" dt="2026-04-29T16:26:23.835" v="2267" actId="1076"/>
          <ac:cxnSpMkLst>
            <pc:docMk/>
            <pc:sldMk cId="3672844062" sldId="319"/>
            <ac:cxnSpMk id="27" creationId="{87B1BC02-195C-D844-6424-BE53FA18FAAE}"/>
          </ac:cxnSpMkLst>
        </pc:cxnChg>
      </pc:sldChg>
      <pc:sldChg chg="addSp modSp new mod ord">
        <pc:chgData name="MYUNG JIN" userId="89f3fa32ababedc4" providerId="LiveId" clId="{53BFC8FB-F919-4A98-9A97-F1BAF11238D4}" dt="2026-04-29T16:29:54.232" v="2668" actId="1076"/>
        <pc:sldMkLst>
          <pc:docMk/>
          <pc:sldMk cId="3628448676" sldId="320"/>
        </pc:sldMkLst>
        <pc:spChg chg="mod">
          <ac:chgData name="MYUNG JIN" userId="89f3fa32ababedc4" providerId="LiveId" clId="{53BFC8FB-F919-4A98-9A97-F1BAF11238D4}" dt="2026-04-29T16:06:00.464" v="1915"/>
          <ac:spMkLst>
            <pc:docMk/>
            <pc:sldMk cId="3628448676" sldId="320"/>
            <ac:spMk id="2" creationId="{747E1B17-9462-8226-A223-E5EA37979077}"/>
          </ac:spMkLst>
        </pc:spChg>
        <pc:spChg chg="add mod">
          <ac:chgData name="MYUNG JIN" userId="89f3fa32ababedc4" providerId="LiveId" clId="{53BFC8FB-F919-4A98-9A97-F1BAF11238D4}" dt="2026-04-29T16:29:54.232" v="2668" actId="1076"/>
          <ac:spMkLst>
            <pc:docMk/>
            <pc:sldMk cId="3628448676" sldId="320"/>
            <ac:spMk id="4" creationId="{8AB1150B-A7B2-0401-C9E5-B931F0153542}"/>
          </ac:spMkLst>
        </pc:spChg>
        <pc:graphicFrameChg chg="add mod">
          <ac:chgData name="MYUNG JIN" userId="89f3fa32ababedc4" providerId="LiveId" clId="{53BFC8FB-F919-4A98-9A97-F1BAF11238D4}" dt="2026-04-29T16:28:34.627" v="2458" actId="1076"/>
          <ac:graphicFrameMkLst>
            <pc:docMk/>
            <pc:sldMk cId="3628448676" sldId="320"/>
            <ac:graphicFrameMk id="3" creationId="{5F0C5142-5FD9-8B8A-782C-40242C060F71}"/>
          </ac:graphicFrameMkLst>
        </pc:graphicFrameChg>
      </pc:sldChg>
      <pc:sldChg chg="addSp delSp modSp new del mod">
        <pc:chgData name="MYUNG JIN" userId="89f3fa32ababedc4" providerId="LiveId" clId="{53BFC8FB-F919-4A98-9A97-F1BAF11238D4}" dt="2026-04-28T05:36:33.760" v="1520" actId="47"/>
        <pc:sldMkLst>
          <pc:docMk/>
          <pc:sldMk cId="3903991722" sldId="320"/>
        </pc:sldMkLst>
      </pc:sldChg>
      <pc:sldChg chg="addSp modSp new del mod">
        <pc:chgData name="MYUNG JIN" userId="89f3fa32ababedc4" providerId="LiveId" clId="{53BFC8FB-F919-4A98-9A97-F1BAF11238D4}" dt="2026-04-28T05:36:23.159" v="1518" actId="47"/>
        <pc:sldMkLst>
          <pc:docMk/>
          <pc:sldMk cId="1823038795" sldId="321"/>
        </pc:sldMkLst>
      </pc:sldChg>
      <pc:sldMasterChg chg="modSldLayout">
        <pc:chgData name="MYUNG JIN" userId="89f3fa32ababedc4" providerId="LiveId" clId="{53BFC8FB-F919-4A98-9A97-F1BAF11238D4}" dt="2026-04-29T16:31:18.053" v="2671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53BFC8FB-F919-4A98-9A97-F1BAF11238D4}" dt="2026-04-29T16:31:18.053" v="2671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53BFC8FB-F919-4A98-9A97-F1BAF11238D4}" dt="2026-04-29T16:31:18.053" v="2671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1442CAFF-C376-405E-80FE-32277BA9AD5E}"/>
    <pc:docChg chg="modSld">
      <pc:chgData name="MYUNG JIN" userId="89f3fa32ababedc4" providerId="LiveId" clId="{1442CAFF-C376-405E-80FE-32277BA9AD5E}" dt="2026-04-29T23:59:40.352" v="40" actId="58"/>
      <pc:docMkLst>
        <pc:docMk/>
      </pc:docMkLst>
      <pc:sldChg chg="modSp mod">
        <pc:chgData name="MYUNG JIN" userId="89f3fa32ababedc4" providerId="LiveId" clId="{1442CAFF-C376-405E-80FE-32277BA9AD5E}" dt="2026-04-29T23:59:40.352" v="40" actId="58"/>
        <pc:sldMkLst>
          <pc:docMk/>
          <pc:sldMk cId="3628448676" sldId="320"/>
        </pc:sldMkLst>
        <pc:spChg chg="mod">
          <ac:chgData name="MYUNG JIN" userId="89f3fa32ababedc4" providerId="LiveId" clId="{1442CAFF-C376-405E-80FE-32277BA9AD5E}" dt="2026-04-29T23:59:40.352" v="40" actId="58"/>
          <ac:spMkLst>
            <pc:docMk/>
            <pc:sldMk cId="3628448676" sldId="320"/>
            <ac:spMk id="4" creationId="{8AB1150B-A7B2-0401-C9E5-B931F01535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4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Autonomous Physics-Based Modeling of Retention Loss in 3-D NAND Flash Memory in</a:t>
            </a:r>
            <a:r>
              <a:rPr lang="ko-KR" altLang="en-US" dirty="0"/>
              <a:t> </a:t>
            </a:r>
            <a:r>
              <a:rPr lang="en-US" altLang="ko-KR" dirty="0"/>
              <a:t>Cryogenic condition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Myung Jin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B0ADF-9D09-AAAE-5C3E-D82917D0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7888"/>
            <a:ext cx="8955742" cy="590931"/>
          </a:xfrm>
        </p:spPr>
        <p:txBody>
          <a:bodyPr/>
          <a:lstStyle/>
          <a:p>
            <a:r>
              <a:rPr lang="en-US" altLang="ko-KR" dirty="0"/>
              <a:t>(Remind) Cryogenic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9319B-BFFC-AAA0-C703-520532BF5DFE}"/>
              </a:ext>
            </a:extLst>
          </p:cNvPr>
          <p:cNvSpPr txBox="1"/>
          <p:nvPr/>
        </p:nvSpPr>
        <p:spPr>
          <a:xfrm>
            <a:off x="683046" y="1034073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5D09C0-7612-57D4-F113-0410C575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78" y="1434183"/>
            <a:ext cx="5515526" cy="34188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1B8EAE-7F8E-FB76-EE20-951B6C79E63F}"/>
              </a:ext>
            </a:extLst>
          </p:cNvPr>
          <p:cNvSpPr txBox="1"/>
          <p:nvPr/>
        </p:nvSpPr>
        <p:spPr>
          <a:xfrm>
            <a:off x="751437" y="4763430"/>
            <a:ext cx="7795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 condition (~ 4.2K) : physical 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measurement</a:t>
            </a:r>
          </a:p>
        </p:txBody>
      </p:sp>
    </p:spTree>
    <p:extLst>
      <p:ext uri="{BB962C8B-B14F-4D97-AF65-F5344CB8AC3E}">
        <p14:creationId xmlns:p14="http://schemas.microsoft.com/office/powerpoint/2010/main" val="290729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E52C6-C65C-01A2-D223-8EDF4764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4A8FDE2-9C5B-84B6-4CF2-F55E96091BAA}"/>
              </a:ext>
            </a:extLst>
          </p:cNvPr>
          <p:cNvSpPr/>
          <p:nvPr/>
        </p:nvSpPr>
        <p:spPr>
          <a:xfrm>
            <a:off x="751438" y="1058789"/>
            <a:ext cx="7641126" cy="59093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TCAD Simulation: </a:t>
            </a:r>
            <a:r>
              <a:rPr lang="en-US" altLang="ko-KR" sz="2400" dirty="0" err="1">
                <a:solidFill>
                  <a:schemeClr val="tx1"/>
                </a:solidFill>
              </a:rPr>
              <a:t>eTrappedCharge</a:t>
            </a:r>
            <a:r>
              <a:rPr lang="en-US" altLang="ko-KR" sz="2400" dirty="0">
                <a:solidFill>
                  <a:schemeClr val="tx1"/>
                </a:solidFill>
              </a:rPr>
              <a:t> extraction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6D4B25C-EBD9-9B5E-0536-B55CB7B2D5D1}"/>
              </a:ext>
            </a:extLst>
          </p:cNvPr>
          <p:cNvSpPr/>
          <p:nvPr/>
        </p:nvSpPr>
        <p:spPr>
          <a:xfrm>
            <a:off x="751437" y="3298823"/>
            <a:ext cx="7641126" cy="59093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TCAD calibration to Measurement (Time scale calibration)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08076A1-526C-CA50-B049-A906B376B23A}"/>
              </a:ext>
            </a:extLst>
          </p:cNvPr>
          <p:cNvSpPr/>
          <p:nvPr/>
        </p:nvSpPr>
        <p:spPr>
          <a:xfrm>
            <a:off x="751437" y="5823927"/>
            <a:ext cx="7641126" cy="59093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TCAD – Autonomous Model Comparison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9B4CA16-1909-A82E-477F-F56D4232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08996" y="810538"/>
            <a:ext cx="1082722" cy="29346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13B888-A469-AC1B-9473-D6947A272177}"/>
              </a:ext>
            </a:extLst>
          </p:cNvPr>
          <p:cNvSpPr txBox="1"/>
          <p:nvPr/>
        </p:nvSpPr>
        <p:spPr>
          <a:xfrm>
            <a:off x="2936084" y="1846601"/>
            <a:ext cx="57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5D969-FA37-240E-47BA-5D6E0E920B15}"/>
              </a:ext>
            </a:extLst>
          </p:cNvPr>
          <p:cNvSpPr txBox="1"/>
          <p:nvPr/>
        </p:nvSpPr>
        <p:spPr>
          <a:xfrm>
            <a:off x="1373988" y="1846601"/>
            <a:ext cx="57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117F07B-E85B-A919-ABEB-B48E20806B47}"/>
              </a:ext>
            </a:extLst>
          </p:cNvPr>
          <p:cNvCxnSpPr/>
          <p:nvPr/>
        </p:nvCxnSpPr>
        <p:spPr>
          <a:xfrm>
            <a:off x="722325" y="1533850"/>
            <a:ext cx="0" cy="1581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화살표: 오른쪽으로 구부러짐 17">
            <a:extLst>
              <a:ext uri="{FF2B5EF4-FFF2-40B4-BE49-F238E27FC236}">
                <a16:creationId xmlns:a16="http://schemas.microsoft.com/office/drawing/2014/main" id="{104FB6F9-8385-EB49-97A4-33A47696D23C}"/>
              </a:ext>
            </a:extLst>
          </p:cNvPr>
          <p:cNvSpPr/>
          <p:nvPr/>
        </p:nvSpPr>
        <p:spPr>
          <a:xfrm>
            <a:off x="549707" y="1566314"/>
            <a:ext cx="152393" cy="202634"/>
          </a:xfrm>
          <a:prstGeom prst="curved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0116D3D-0FC8-7EDF-CCE2-122272307F28}"/>
              </a:ext>
            </a:extLst>
          </p:cNvPr>
          <p:cNvCxnSpPr>
            <a:cxnSpLocks/>
          </p:cNvCxnSpPr>
          <p:nvPr/>
        </p:nvCxnSpPr>
        <p:spPr>
          <a:xfrm>
            <a:off x="3617666" y="2324425"/>
            <a:ext cx="17836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757D4F-D391-8769-3C16-AD012193BF3F}"/>
              </a:ext>
            </a:extLst>
          </p:cNvPr>
          <p:cNvSpPr txBox="1"/>
          <p:nvPr/>
        </p:nvSpPr>
        <p:spPr>
          <a:xfrm>
            <a:off x="3902693" y="1718379"/>
            <a:ext cx="1338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16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t_CTN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extraction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3DD3072-39B1-6430-019A-8C325494C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469" y="1718379"/>
            <a:ext cx="2524073" cy="112810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C3406ED-855D-DE2E-5380-4A23CF98C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2" y="3960746"/>
            <a:ext cx="2524073" cy="1128106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7B1BC02-195C-D844-6424-BE53FA18FAAE}"/>
              </a:ext>
            </a:extLst>
          </p:cNvPr>
          <p:cNvCxnSpPr>
            <a:cxnSpLocks/>
          </p:cNvCxnSpPr>
          <p:nvPr/>
        </p:nvCxnSpPr>
        <p:spPr>
          <a:xfrm>
            <a:off x="3617665" y="4783186"/>
            <a:ext cx="17836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16F18A5B-42E0-CBCE-BAD8-88EC4F951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099" y="4369181"/>
            <a:ext cx="1686160" cy="266737"/>
          </a:xfrm>
          <a:prstGeom prst="rect">
            <a:avLst/>
          </a:prstGeom>
        </p:spPr>
      </p:pic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E41F04F6-9D62-18D7-48AB-3EF457B89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234004"/>
              </p:ext>
            </p:extLst>
          </p:nvPr>
        </p:nvGraphicFramePr>
        <p:xfrm>
          <a:off x="5869031" y="3907860"/>
          <a:ext cx="2209413" cy="1560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6842908" imgH="4833106" progId="Origin50.Graph">
                  <p:embed/>
                </p:oleObj>
              </mc:Choice>
              <mc:Fallback>
                <p:oleObj name="Graph" r:id="rId5" imgW="6842908" imgH="4833106" progId="Origin50.Graph">
                  <p:embed/>
                  <p:pic>
                    <p:nvPicPr>
                      <p:cNvPr id="31" name="개체 30">
                        <a:extLst>
                          <a:ext uri="{FF2B5EF4-FFF2-40B4-BE49-F238E27FC236}">
                            <a16:creationId xmlns:a16="http://schemas.microsoft.com/office/drawing/2014/main" id="{E41F04F6-9D62-18D7-48AB-3EF457B894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9031" y="3907860"/>
                        <a:ext cx="2209413" cy="1560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1083E835-0163-8A2A-8CC8-44F9EFC5ECA9}"/>
              </a:ext>
            </a:extLst>
          </p:cNvPr>
          <p:cNvSpPr txBox="1"/>
          <p:nvPr/>
        </p:nvSpPr>
        <p:spPr>
          <a:xfrm>
            <a:off x="415777" y="5097935"/>
            <a:ext cx="3059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for every time span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(t = 1e-11 ~ 1e9 [s] )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26EA78-9773-5ABF-893B-7750744B444B}"/>
              </a:ext>
            </a:extLst>
          </p:cNvPr>
          <p:cNvSpPr txBox="1"/>
          <p:nvPr/>
        </p:nvSpPr>
        <p:spPr>
          <a:xfrm>
            <a:off x="4966436" y="5439471"/>
            <a:ext cx="4014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– TCAD Calibration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1682C8-6B78-90EC-0A0D-2BBAD9139252}"/>
              </a:ext>
            </a:extLst>
          </p:cNvPr>
          <p:cNvSpPr txBox="1"/>
          <p:nvPr/>
        </p:nvSpPr>
        <p:spPr>
          <a:xfrm>
            <a:off x="545677" y="2819208"/>
            <a:ext cx="3059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simulation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AD89BE-E165-4138-DD4B-EFBCBF97B4B7}"/>
              </a:ext>
            </a:extLst>
          </p:cNvPr>
          <p:cNvSpPr txBox="1"/>
          <p:nvPr/>
        </p:nvSpPr>
        <p:spPr>
          <a:xfrm>
            <a:off x="5444026" y="2819208"/>
            <a:ext cx="3059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eTrappedCharge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for radial slice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284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E1B17-9462-8226-A223-E5EA3797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5F0C5142-5FD9-8B8A-782C-40242C060F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080984"/>
              </p:ext>
            </p:extLst>
          </p:nvPr>
        </p:nvGraphicFramePr>
        <p:xfrm>
          <a:off x="1150938" y="436323"/>
          <a:ext cx="6842125" cy="483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5F0C5142-5FD9-8B8A-782C-40242C060F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0938" y="436323"/>
                        <a:ext cx="6842125" cy="483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B1150B-A7B2-0401-C9E5-B931F0153542}"/>
              </a:ext>
            </a:extLst>
          </p:cNvPr>
          <p:cNvSpPr txBox="1"/>
          <p:nvPr/>
        </p:nvSpPr>
        <p:spPr>
          <a:xfrm>
            <a:off x="5994" y="5268673"/>
            <a:ext cx="9226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&amp; measurement showing good time scale match (used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scale: 3/6/8 [nm])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Note that measurement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is in A.U., therefore only time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sclae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calibration was done</a:t>
            </a:r>
          </a:p>
        </p:txBody>
      </p:sp>
    </p:spTree>
    <p:extLst>
      <p:ext uri="{BB962C8B-B14F-4D97-AF65-F5344CB8AC3E}">
        <p14:creationId xmlns:p14="http://schemas.microsoft.com/office/powerpoint/2010/main" val="362844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42C85-FA90-1B7C-C966-29DDDE75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Autonomous Modeling &amp; Result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C1A8C-1171-49F9-4C21-338354B6FC54}"/>
              </a:ext>
            </a:extLst>
          </p:cNvPr>
          <p:cNvSpPr txBox="1"/>
          <p:nvPr/>
        </p:nvSpPr>
        <p:spPr>
          <a:xfrm>
            <a:off x="516294" y="1355073"/>
            <a:ext cx="309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– model Matching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E5BBA-49B2-BC1C-D2BA-6693CBC5C674}"/>
              </a:ext>
            </a:extLst>
          </p:cNvPr>
          <p:cNvSpPr txBox="1"/>
          <p:nvPr/>
        </p:nvSpPr>
        <p:spPr>
          <a:xfrm>
            <a:off x="896293" y="2753879"/>
            <a:ext cx="27975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 variation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3/3.5/4/4.5/5 [nm]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Well match with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-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9B0F238A-8371-A29E-3D11-E4EBF3814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421519"/>
              </p:ext>
            </p:extLst>
          </p:nvPr>
        </p:nvGraphicFramePr>
        <p:xfrm>
          <a:off x="3485584" y="2073441"/>
          <a:ext cx="5340398" cy="3771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9B0F238A-8371-A29E-3D11-E4EBF38142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85584" y="2073441"/>
                        <a:ext cx="5340398" cy="3771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4971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</TotalTime>
  <Words>156</Words>
  <Application>Microsoft Office PowerPoint</Application>
  <PresentationFormat>화면 슬라이드 쇼(4:3)</PresentationFormat>
  <Paragraphs>28</Paragraphs>
  <Slides>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Calibri</vt:lpstr>
      <vt:lpstr>Times New Roman</vt:lpstr>
      <vt:lpstr>Office 테마</vt:lpstr>
      <vt:lpstr>Graph</vt:lpstr>
      <vt:lpstr>Autonomous Physics-Based Modeling of Retention Loss in 3-D NAND Flash Memory in Cryogenic condition  Myung Jin</vt:lpstr>
      <vt:lpstr>(Remind) Cryogenic and Detrapping</vt:lpstr>
      <vt:lpstr>Cryogenic and Detrapping</vt:lpstr>
      <vt:lpstr>Cryogenic and Detrapping</vt:lpstr>
      <vt:lpstr>Autonomous Modeling &amp; Result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2026-04-29T23:59:42Z</dcterms:modified>
  <cp:version/>
</cp:coreProperties>
</file>