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0"/>
  </p:notesMasterIdLst>
  <p:sldIdLst>
    <p:sldId id="314" r:id="rId2"/>
    <p:sldId id="316" r:id="rId3"/>
    <p:sldId id="317" r:id="rId4"/>
    <p:sldId id="320" r:id="rId5"/>
    <p:sldId id="318" r:id="rId6"/>
    <p:sldId id="319" r:id="rId7"/>
    <p:sldId id="321" r:id="rId8"/>
    <p:sldId id="322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257334A-318B-4661-84D6-744C08FC58C0}">
          <p14:sldIdLst>
            <p14:sldId id="314"/>
            <p14:sldId id="316"/>
            <p14:sldId id="317"/>
            <p14:sldId id="320"/>
            <p14:sldId id="318"/>
            <p14:sldId id="319"/>
          </p14:sldIdLst>
        </p14:section>
        <p14:section name="제목 없는 구역" id="{086E716E-81EA-49AC-B20E-1E78B65D8BFF}">
          <p14:sldIdLst>
            <p14:sldId id="321"/>
            <p14:sldId id="3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BBE2"/>
    <a:srgbClr val="864AC2"/>
    <a:srgbClr val="FFFFFF"/>
    <a:srgbClr val="7DB4D9"/>
    <a:srgbClr val="FF3505"/>
    <a:srgbClr val="FF3530"/>
    <a:srgbClr val="F2F2F2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650E6-E550-4F97-B876-F023BD2CF18F}" v="1081" dt="2024-10-31T05:07:29.1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4" d="100"/>
          <a:sy n="154" d="100"/>
        </p:scale>
        <p:origin x="1050" y="12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69B650E6-E550-4F97-B876-F023BD2CF18F}"/>
    <pc:docChg chg="undo redo custSel addSld delSld modSld sldOrd modMainMaster addSection modSection">
      <pc:chgData name="MYUNG JIN" userId="89f3fa32ababedc4" providerId="LiveId" clId="{69B650E6-E550-4F97-B876-F023BD2CF18F}" dt="2024-10-31T05:09:18.721" v="4042" actId="1076"/>
      <pc:docMkLst>
        <pc:docMk/>
      </pc:docMkLst>
      <pc:sldChg chg="modSp mod">
        <pc:chgData name="MYUNG JIN" userId="89f3fa32ababedc4" providerId="LiveId" clId="{69B650E6-E550-4F97-B876-F023BD2CF18F}" dt="2024-10-30T19:08:28.442" v="3882" actId="14100"/>
        <pc:sldMkLst>
          <pc:docMk/>
          <pc:sldMk cId="2415824652" sldId="314"/>
        </pc:sldMkLst>
        <pc:spChg chg="mod">
          <ac:chgData name="MYUNG JIN" userId="89f3fa32ababedc4" providerId="LiveId" clId="{69B650E6-E550-4F97-B876-F023BD2CF18F}" dt="2024-10-30T19:08:28.442" v="3882" actId="14100"/>
          <ac:spMkLst>
            <pc:docMk/>
            <pc:sldMk cId="2415824652" sldId="314"/>
            <ac:spMk id="2" creationId="{2BE249DC-8914-7D45-D9D6-4D9952A1CDB9}"/>
          </ac:spMkLst>
        </pc:spChg>
      </pc:sldChg>
      <pc:sldChg chg="addSp modSp del mod">
        <pc:chgData name="MYUNG JIN" userId="89f3fa32ababedc4" providerId="LiveId" clId="{69B650E6-E550-4F97-B876-F023BD2CF18F}" dt="2024-10-30T17:04:30.411" v="949" actId="47"/>
        <pc:sldMkLst>
          <pc:docMk/>
          <pc:sldMk cId="2899342611" sldId="315"/>
        </pc:sldMkLst>
        <pc:spChg chg="mod">
          <ac:chgData name="MYUNG JIN" userId="89f3fa32ababedc4" providerId="LiveId" clId="{69B650E6-E550-4F97-B876-F023BD2CF18F}" dt="2024-10-07T09:46:16.638" v="326" actId="20577"/>
          <ac:spMkLst>
            <pc:docMk/>
            <pc:sldMk cId="2899342611" sldId="315"/>
            <ac:spMk id="2" creationId="{6B80B26E-D7EF-B0B7-2CB8-5143E660972A}"/>
          </ac:spMkLst>
        </pc:spChg>
        <pc:spChg chg="add mod">
          <ac:chgData name="MYUNG JIN" userId="89f3fa32ababedc4" providerId="LiveId" clId="{69B650E6-E550-4F97-B876-F023BD2CF18F}" dt="2024-10-07T09:27:15.808" v="4" actId="164"/>
          <ac:spMkLst>
            <pc:docMk/>
            <pc:sldMk cId="2899342611" sldId="315"/>
            <ac:spMk id="6" creationId="{D45CCC09-BEA4-F5D8-B9D4-D9812968BE41}"/>
          </ac:spMkLst>
        </pc:spChg>
        <pc:spChg chg="add mod">
          <ac:chgData name="MYUNG JIN" userId="89f3fa32ababedc4" providerId="LiveId" clId="{69B650E6-E550-4F97-B876-F023BD2CF18F}" dt="2024-10-07T09:27:15.808" v="4" actId="164"/>
          <ac:spMkLst>
            <pc:docMk/>
            <pc:sldMk cId="2899342611" sldId="315"/>
            <ac:spMk id="7" creationId="{9FEC0A99-AD91-5E8E-6E2D-895D05C69065}"/>
          </ac:spMkLst>
        </pc:spChg>
        <pc:spChg chg="add mod">
          <ac:chgData name="MYUNG JIN" userId="89f3fa32ababedc4" providerId="LiveId" clId="{69B650E6-E550-4F97-B876-F023BD2CF18F}" dt="2024-10-07T09:27:15.808" v="4" actId="164"/>
          <ac:spMkLst>
            <pc:docMk/>
            <pc:sldMk cId="2899342611" sldId="315"/>
            <ac:spMk id="9" creationId="{654D17E4-C9C1-8F37-CC62-01E82D766750}"/>
          </ac:spMkLst>
        </pc:spChg>
        <pc:spChg chg="add mod">
          <ac:chgData name="MYUNG JIN" userId="89f3fa32ababedc4" providerId="LiveId" clId="{69B650E6-E550-4F97-B876-F023BD2CF18F}" dt="2024-10-07T09:38:38.838" v="176" actId="20577"/>
          <ac:spMkLst>
            <pc:docMk/>
            <pc:sldMk cId="2899342611" sldId="315"/>
            <ac:spMk id="11" creationId="{226A208D-5D9E-43E9-D433-E367CD044F3D}"/>
          </ac:spMkLst>
        </pc:spChg>
        <pc:grpChg chg="add mod">
          <ac:chgData name="MYUNG JIN" userId="89f3fa32ababedc4" providerId="LiveId" clId="{69B650E6-E550-4F97-B876-F023BD2CF18F}" dt="2024-10-07T09:27:15.808" v="4" actId="164"/>
          <ac:grpSpMkLst>
            <pc:docMk/>
            <pc:sldMk cId="2899342611" sldId="315"/>
            <ac:grpSpMk id="3" creationId="{9899BC97-9392-B6C5-7AC2-72E9931F9EF6}"/>
          </ac:grpSpMkLst>
        </pc:grpChg>
        <pc:grpChg chg="add mod">
          <ac:chgData name="MYUNG JIN" userId="89f3fa32ababedc4" providerId="LiveId" clId="{69B650E6-E550-4F97-B876-F023BD2CF18F}" dt="2024-10-07T09:27:17.112" v="5" actId="1076"/>
          <ac:grpSpMkLst>
            <pc:docMk/>
            <pc:sldMk cId="2899342611" sldId="315"/>
            <ac:grpSpMk id="10" creationId="{E26C6CE0-FF4A-0F76-E08F-885B2FC5C3A4}"/>
          </ac:grpSpMkLst>
        </pc:grpChg>
        <pc:picChg chg="mod">
          <ac:chgData name="MYUNG JIN" userId="89f3fa32ababedc4" providerId="LiveId" clId="{69B650E6-E550-4F97-B876-F023BD2CF18F}" dt="2024-10-07T09:27:08.768" v="2"/>
          <ac:picMkLst>
            <pc:docMk/>
            <pc:sldMk cId="2899342611" sldId="315"/>
            <ac:picMk id="4" creationId="{FA23FABA-A42B-E9C9-D9C9-E0C6DFB13158}"/>
          </ac:picMkLst>
        </pc:picChg>
        <pc:cxnChg chg="mod">
          <ac:chgData name="MYUNG JIN" userId="89f3fa32ababedc4" providerId="LiveId" clId="{69B650E6-E550-4F97-B876-F023BD2CF18F}" dt="2024-10-07T09:27:08.768" v="2"/>
          <ac:cxnSpMkLst>
            <pc:docMk/>
            <pc:sldMk cId="2899342611" sldId="315"/>
            <ac:cxnSpMk id="5" creationId="{70468121-2C08-2C0B-2231-25E1F5F1FB15}"/>
          </ac:cxnSpMkLst>
        </pc:cxnChg>
        <pc:cxnChg chg="add mod">
          <ac:chgData name="MYUNG JIN" userId="89f3fa32ababedc4" providerId="LiveId" clId="{69B650E6-E550-4F97-B876-F023BD2CF18F}" dt="2024-10-07T09:27:15.808" v="4" actId="164"/>
          <ac:cxnSpMkLst>
            <pc:docMk/>
            <pc:sldMk cId="2899342611" sldId="315"/>
            <ac:cxnSpMk id="8" creationId="{7035D437-3930-DB9E-A856-9A3CA05F137A}"/>
          </ac:cxnSpMkLst>
        </pc:cxnChg>
      </pc:sldChg>
      <pc:sldChg chg="del">
        <pc:chgData name="MYUNG JIN" userId="89f3fa32ababedc4" providerId="LiveId" clId="{69B650E6-E550-4F97-B876-F023BD2CF18F}" dt="2024-10-07T09:27:06.734" v="0" actId="47"/>
        <pc:sldMkLst>
          <pc:docMk/>
          <pc:sldMk cId="1233077889" sldId="316"/>
        </pc:sldMkLst>
      </pc:sldChg>
      <pc:sldChg chg="addSp delSp modSp new mod">
        <pc:chgData name="MYUNG JIN" userId="89f3fa32ababedc4" providerId="LiveId" clId="{69B650E6-E550-4F97-B876-F023BD2CF18F}" dt="2024-10-30T17:08:55.160" v="1108" actId="1076"/>
        <pc:sldMkLst>
          <pc:docMk/>
          <pc:sldMk cId="1242535599" sldId="316"/>
        </pc:sldMkLst>
        <pc:spChg chg="mod">
          <ac:chgData name="MYUNG JIN" userId="89f3fa32ababedc4" providerId="LiveId" clId="{69B650E6-E550-4F97-B876-F023BD2CF18F}" dt="2024-10-29T19:51:07.006" v="586" actId="20577"/>
          <ac:spMkLst>
            <pc:docMk/>
            <pc:sldMk cId="1242535599" sldId="316"/>
            <ac:spMk id="2" creationId="{F0F7867F-3A81-80D5-D3B0-7F45FFB510F6}"/>
          </ac:spMkLst>
        </pc:spChg>
        <pc:spChg chg="add del mod">
          <ac:chgData name="MYUNG JIN" userId="89f3fa32ababedc4" providerId="LiveId" clId="{69B650E6-E550-4F97-B876-F023BD2CF18F}" dt="2024-10-30T17:05:32.056" v="950" actId="478"/>
          <ac:spMkLst>
            <pc:docMk/>
            <pc:sldMk cId="1242535599" sldId="316"/>
            <ac:spMk id="3" creationId="{B41E074A-3E1C-4385-1BD4-E380921D1698}"/>
          </ac:spMkLst>
        </pc:spChg>
        <pc:spChg chg="add mod">
          <ac:chgData name="MYUNG JIN" userId="89f3fa32ababedc4" providerId="LiveId" clId="{69B650E6-E550-4F97-B876-F023BD2CF18F}" dt="2024-10-30T17:06:13.605" v="962" actId="14100"/>
          <ac:spMkLst>
            <pc:docMk/>
            <pc:sldMk cId="1242535599" sldId="316"/>
            <ac:spMk id="6" creationId="{55C4CF6E-830F-A497-C6FE-3D373C5EE657}"/>
          </ac:spMkLst>
        </pc:spChg>
        <pc:spChg chg="add mod">
          <ac:chgData name="MYUNG JIN" userId="89f3fa32ababedc4" providerId="LiveId" clId="{69B650E6-E550-4F97-B876-F023BD2CF18F}" dt="2024-10-30T17:07:02.219" v="1083" actId="20577"/>
          <ac:spMkLst>
            <pc:docMk/>
            <pc:sldMk cId="1242535599" sldId="316"/>
            <ac:spMk id="7" creationId="{098BD958-4A03-05B8-DCB3-8E40B8D08CAA}"/>
          </ac:spMkLst>
        </pc:spChg>
        <pc:spChg chg="add mod">
          <ac:chgData name="MYUNG JIN" userId="89f3fa32ababedc4" providerId="LiveId" clId="{69B650E6-E550-4F97-B876-F023BD2CF18F}" dt="2024-10-30T17:08:55.160" v="1108" actId="1076"/>
          <ac:spMkLst>
            <pc:docMk/>
            <pc:sldMk cId="1242535599" sldId="316"/>
            <ac:spMk id="8" creationId="{A1E609B9-2CC4-6CA8-F4A3-248BFE9E269C}"/>
          </ac:spMkLst>
        </pc:spChg>
        <pc:picChg chg="add mod">
          <ac:chgData name="MYUNG JIN" userId="89f3fa32ababedc4" providerId="LiveId" clId="{69B650E6-E550-4F97-B876-F023BD2CF18F}" dt="2024-10-30T17:05:46.764" v="955" actId="1076"/>
          <ac:picMkLst>
            <pc:docMk/>
            <pc:sldMk cId="1242535599" sldId="316"/>
            <ac:picMk id="5" creationId="{AEBE7BF9-8891-3803-8977-90565292F98A}"/>
          </ac:picMkLst>
        </pc:picChg>
      </pc:sldChg>
      <pc:sldChg chg="del">
        <pc:chgData name="MYUNG JIN" userId="89f3fa32ababedc4" providerId="LiveId" clId="{69B650E6-E550-4F97-B876-F023BD2CF18F}" dt="2024-10-07T09:27:07.131" v="1" actId="47"/>
        <pc:sldMkLst>
          <pc:docMk/>
          <pc:sldMk cId="248035018" sldId="317"/>
        </pc:sldMkLst>
      </pc:sldChg>
      <pc:sldChg chg="addSp delSp modSp mod">
        <pc:chgData name="MYUNG JIN" userId="89f3fa32ababedc4" providerId="LiveId" clId="{69B650E6-E550-4F97-B876-F023BD2CF18F}" dt="2024-10-30T17:43:17.077" v="1793" actId="1076"/>
        <pc:sldMkLst>
          <pc:docMk/>
          <pc:sldMk cId="2052159420" sldId="317"/>
        </pc:sldMkLst>
        <pc:spChg chg="mod">
          <ac:chgData name="MYUNG JIN" userId="89f3fa32ababedc4" providerId="LiveId" clId="{69B650E6-E550-4F97-B876-F023BD2CF18F}" dt="2024-10-29T19:50:39.669" v="536" actId="20577"/>
          <ac:spMkLst>
            <pc:docMk/>
            <pc:sldMk cId="2052159420" sldId="317"/>
            <ac:spMk id="2" creationId="{50FFA4AF-F872-62AE-20E1-16A89A5F5634}"/>
          </ac:spMkLst>
        </pc:spChg>
        <pc:spChg chg="add mod">
          <ac:chgData name="MYUNG JIN" userId="89f3fa32ababedc4" providerId="LiveId" clId="{69B650E6-E550-4F97-B876-F023BD2CF18F}" dt="2024-10-30T17:41:19.777" v="1706" actId="208"/>
          <ac:spMkLst>
            <pc:docMk/>
            <pc:sldMk cId="2052159420" sldId="317"/>
            <ac:spMk id="3" creationId="{61C76D9F-191A-228A-6680-11B4FDB20A52}"/>
          </ac:spMkLst>
        </pc:spChg>
        <pc:spChg chg="del mod">
          <ac:chgData name="MYUNG JIN" userId="89f3fa32ababedc4" providerId="LiveId" clId="{69B650E6-E550-4F97-B876-F023BD2CF18F}" dt="2024-10-30T17:00:47.074" v="809" actId="478"/>
          <ac:spMkLst>
            <pc:docMk/>
            <pc:sldMk cId="2052159420" sldId="317"/>
            <ac:spMk id="5" creationId="{D1EDA334-88A5-3312-47CA-0C7F68F9030B}"/>
          </ac:spMkLst>
        </pc:spChg>
        <pc:spChg chg="add mod">
          <ac:chgData name="MYUNG JIN" userId="89f3fa32ababedc4" providerId="LiveId" clId="{69B650E6-E550-4F97-B876-F023BD2CF18F}" dt="2024-10-30T17:41:04.316" v="1704" actId="208"/>
          <ac:spMkLst>
            <pc:docMk/>
            <pc:sldMk cId="2052159420" sldId="317"/>
            <ac:spMk id="6" creationId="{5EBF5B64-3F2F-7639-5475-6E2298F1CF32}"/>
          </ac:spMkLst>
        </pc:spChg>
        <pc:spChg chg="add mod">
          <ac:chgData name="MYUNG JIN" userId="89f3fa32ababedc4" providerId="LiveId" clId="{69B650E6-E550-4F97-B876-F023BD2CF18F}" dt="2024-10-30T17:43:17.077" v="1793" actId="1076"/>
          <ac:spMkLst>
            <pc:docMk/>
            <pc:sldMk cId="2052159420" sldId="317"/>
            <ac:spMk id="9" creationId="{796A0156-5B99-D2F5-804B-ED7925E9085A}"/>
          </ac:spMkLst>
        </pc:spChg>
        <pc:spChg chg="add mod">
          <ac:chgData name="MYUNG JIN" userId="89f3fa32ababedc4" providerId="LiveId" clId="{69B650E6-E550-4F97-B876-F023BD2CF18F}" dt="2024-10-30T17:43:17.077" v="1793" actId="1076"/>
          <ac:spMkLst>
            <pc:docMk/>
            <pc:sldMk cId="2052159420" sldId="317"/>
            <ac:spMk id="10" creationId="{763A1836-5778-CA28-D383-755F7C0591E3}"/>
          </ac:spMkLst>
        </pc:spChg>
        <pc:spChg chg="add mod">
          <ac:chgData name="MYUNG JIN" userId="89f3fa32ababedc4" providerId="LiveId" clId="{69B650E6-E550-4F97-B876-F023BD2CF18F}" dt="2024-10-30T17:43:17.077" v="1793" actId="1076"/>
          <ac:spMkLst>
            <pc:docMk/>
            <pc:sldMk cId="2052159420" sldId="317"/>
            <ac:spMk id="11" creationId="{5CBA8A4F-5554-8DFB-DF21-69F3B0D2C8F4}"/>
          </ac:spMkLst>
        </pc:spChg>
        <pc:spChg chg="add mod">
          <ac:chgData name="MYUNG JIN" userId="89f3fa32ababedc4" providerId="LiveId" clId="{69B650E6-E550-4F97-B876-F023BD2CF18F}" dt="2024-10-30T17:43:17.077" v="1793" actId="1076"/>
          <ac:spMkLst>
            <pc:docMk/>
            <pc:sldMk cId="2052159420" sldId="317"/>
            <ac:spMk id="12" creationId="{3CDB4249-74A7-DF3D-4BE6-6126C172CD57}"/>
          </ac:spMkLst>
        </pc:spChg>
        <pc:spChg chg="add mod">
          <ac:chgData name="MYUNG JIN" userId="89f3fa32ababedc4" providerId="LiveId" clId="{69B650E6-E550-4F97-B876-F023BD2CF18F}" dt="2024-10-30T17:38:27.802" v="1686" actId="20577"/>
          <ac:spMkLst>
            <pc:docMk/>
            <pc:sldMk cId="2052159420" sldId="317"/>
            <ac:spMk id="13" creationId="{5127FE8D-8F9F-0EB2-72DE-87C57A0A3EA6}"/>
          </ac:spMkLst>
        </pc:spChg>
        <pc:grpChg chg="add mod">
          <ac:chgData name="MYUNG JIN" userId="89f3fa32ababedc4" providerId="LiveId" clId="{69B650E6-E550-4F97-B876-F023BD2CF18F}" dt="2024-10-30T17:02:34.732" v="832" actId="1076"/>
          <ac:grpSpMkLst>
            <pc:docMk/>
            <pc:sldMk cId="2052159420" sldId="317"/>
            <ac:grpSpMk id="8" creationId="{0F1183E0-D79D-A685-F9BD-4EF68136AD89}"/>
          </ac:grpSpMkLst>
        </pc:grpChg>
        <pc:picChg chg="mod">
          <ac:chgData name="MYUNG JIN" userId="89f3fa32ababedc4" providerId="LiveId" clId="{69B650E6-E550-4F97-B876-F023BD2CF18F}" dt="2024-10-30T17:41:04.316" v="1704" actId="208"/>
          <ac:picMkLst>
            <pc:docMk/>
            <pc:sldMk cId="2052159420" sldId="317"/>
            <ac:picMk id="4" creationId="{81BA5096-B5DF-F828-7A65-8CE797AC0203}"/>
          </ac:picMkLst>
        </pc:picChg>
        <pc:picChg chg="add mod">
          <ac:chgData name="MYUNG JIN" userId="89f3fa32ababedc4" providerId="LiveId" clId="{69B650E6-E550-4F97-B876-F023BD2CF18F}" dt="2024-10-30T17:02:20.793" v="827" actId="571"/>
          <ac:picMkLst>
            <pc:docMk/>
            <pc:sldMk cId="2052159420" sldId="317"/>
            <ac:picMk id="7" creationId="{E2B7CA28-0D5A-3754-B483-C2A9D12946DE}"/>
          </ac:picMkLst>
        </pc:picChg>
      </pc:sldChg>
      <pc:sldChg chg="addSp delSp modSp new mod ord">
        <pc:chgData name="MYUNG JIN" userId="89f3fa32ababedc4" providerId="LiveId" clId="{69B650E6-E550-4F97-B876-F023BD2CF18F}" dt="2024-10-30T18:19:55.824" v="2971" actId="478"/>
        <pc:sldMkLst>
          <pc:docMk/>
          <pc:sldMk cId="2571928754" sldId="318"/>
        </pc:sldMkLst>
        <pc:spChg chg="mod">
          <ac:chgData name="MYUNG JIN" userId="89f3fa32ababedc4" providerId="LiveId" clId="{69B650E6-E550-4F97-B876-F023BD2CF18F}" dt="2024-10-30T17:44:01.991" v="1826" actId="20577"/>
          <ac:spMkLst>
            <pc:docMk/>
            <pc:sldMk cId="2571928754" sldId="318"/>
            <ac:spMk id="2" creationId="{3662EDF4-F9AF-2320-D98D-615265E5798E}"/>
          </ac:spMkLst>
        </pc:spChg>
        <pc:spChg chg="add del mod">
          <ac:chgData name="MYUNG JIN" userId="89f3fa32ababedc4" providerId="LiveId" clId="{69B650E6-E550-4F97-B876-F023BD2CF18F}" dt="2024-10-30T16:58:58.277" v="737" actId="478"/>
          <ac:spMkLst>
            <pc:docMk/>
            <pc:sldMk cId="2571928754" sldId="318"/>
            <ac:spMk id="5" creationId="{8DF597D3-EBCE-ED31-A33D-7EA433735408}"/>
          </ac:spMkLst>
        </pc:spChg>
        <pc:spChg chg="add mod">
          <ac:chgData name="MYUNG JIN" userId="89f3fa32ababedc4" providerId="LiveId" clId="{69B650E6-E550-4F97-B876-F023BD2CF18F}" dt="2024-10-30T17:10:32.928" v="1202" actId="14100"/>
          <ac:spMkLst>
            <pc:docMk/>
            <pc:sldMk cId="2571928754" sldId="318"/>
            <ac:spMk id="7" creationId="{DA4EE159-32AE-46DF-9AC8-A78484A194DF}"/>
          </ac:spMkLst>
        </pc:spChg>
        <pc:spChg chg="add mod">
          <ac:chgData name="MYUNG JIN" userId="89f3fa32ababedc4" providerId="LiveId" clId="{69B650E6-E550-4F97-B876-F023BD2CF18F}" dt="2024-10-30T18:12:42.579" v="2767" actId="20577"/>
          <ac:spMkLst>
            <pc:docMk/>
            <pc:sldMk cId="2571928754" sldId="318"/>
            <ac:spMk id="8" creationId="{28618EC7-C3AB-09E8-0A0B-2CA8D50C4371}"/>
          </ac:spMkLst>
        </pc:spChg>
        <pc:graphicFrameChg chg="add del mod">
          <ac:chgData name="MYUNG JIN" userId="89f3fa32ababedc4" providerId="LiveId" clId="{69B650E6-E550-4F97-B876-F023BD2CF18F}" dt="2024-10-30T17:00:19.442" v="806" actId="478"/>
          <ac:graphicFrameMkLst>
            <pc:docMk/>
            <pc:sldMk cId="2571928754" sldId="318"/>
            <ac:graphicFrameMk id="3" creationId="{E7674748-D245-0816-74B0-067BDAD63C1B}"/>
          </ac:graphicFrameMkLst>
        </pc:graphicFrameChg>
        <pc:graphicFrameChg chg="add del mod">
          <ac:chgData name="MYUNG JIN" userId="89f3fa32ababedc4" providerId="LiveId" clId="{69B650E6-E550-4F97-B876-F023BD2CF18F}" dt="2024-10-30T18:19:55.824" v="2971" actId="478"/>
          <ac:graphicFrameMkLst>
            <pc:docMk/>
            <pc:sldMk cId="2571928754" sldId="318"/>
            <ac:graphicFrameMk id="4" creationId="{91CDAFE0-DD68-7F87-70BD-C8CA0864B4AD}"/>
          </ac:graphicFrameMkLst>
        </pc:graphicFrameChg>
        <pc:graphicFrameChg chg="add del mod">
          <ac:chgData name="MYUNG JIN" userId="89f3fa32ababedc4" providerId="LiveId" clId="{69B650E6-E550-4F97-B876-F023BD2CF18F}" dt="2024-10-30T18:13:00.238" v="2770" actId="478"/>
          <ac:graphicFrameMkLst>
            <pc:docMk/>
            <pc:sldMk cId="2571928754" sldId="318"/>
            <ac:graphicFrameMk id="6" creationId="{72D40740-EFAE-00DC-5A35-175C915769ED}"/>
          </ac:graphicFrameMkLst>
        </pc:graphicFrameChg>
        <pc:graphicFrameChg chg="add mod">
          <ac:chgData name="MYUNG JIN" userId="89f3fa32ababedc4" providerId="LiveId" clId="{69B650E6-E550-4F97-B876-F023BD2CF18F}" dt="2024-10-30T18:13:04.236" v="2771" actId="1076"/>
          <ac:graphicFrameMkLst>
            <pc:docMk/>
            <pc:sldMk cId="2571928754" sldId="318"/>
            <ac:graphicFrameMk id="9" creationId="{65EC022F-3116-2D72-E3B5-89B86D8F1938}"/>
          </ac:graphicFrameMkLst>
        </pc:graphicFrameChg>
        <pc:graphicFrameChg chg="add mod">
          <ac:chgData name="MYUNG JIN" userId="89f3fa32ababedc4" providerId="LiveId" clId="{69B650E6-E550-4F97-B876-F023BD2CF18F}" dt="2024-10-30T18:19:45.491" v="2970" actId="1076"/>
          <ac:graphicFrameMkLst>
            <pc:docMk/>
            <pc:sldMk cId="2571928754" sldId="318"/>
            <ac:graphicFrameMk id="10" creationId="{6B7FA073-0363-EEA4-5361-7989256569C1}"/>
          </ac:graphicFrameMkLst>
        </pc:graphicFrameChg>
      </pc:sldChg>
      <pc:sldChg chg="addSp modSp new mod ord">
        <pc:chgData name="MYUNG JIN" userId="89f3fa32ababedc4" providerId="LiveId" clId="{69B650E6-E550-4F97-B876-F023BD2CF18F}" dt="2024-10-31T05:06:25.428" v="3984" actId="20577"/>
        <pc:sldMkLst>
          <pc:docMk/>
          <pc:sldMk cId="2855530197" sldId="319"/>
        </pc:sldMkLst>
        <pc:spChg chg="mod">
          <ac:chgData name="MYUNG JIN" userId="89f3fa32ababedc4" providerId="LiveId" clId="{69B650E6-E550-4F97-B876-F023BD2CF18F}" dt="2024-10-30T17:11:18.002" v="1217" actId="20577"/>
          <ac:spMkLst>
            <pc:docMk/>
            <pc:sldMk cId="2855530197" sldId="319"/>
            <ac:spMk id="2" creationId="{8BD76D95-7B6A-7E66-385F-A561E5613A39}"/>
          </ac:spMkLst>
        </pc:spChg>
        <pc:spChg chg="add mod">
          <ac:chgData name="MYUNG JIN" userId="89f3fa32ababedc4" providerId="LiveId" clId="{69B650E6-E550-4F97-B876-F023BD2CF18F}" dt="2024-10-30T19:06:37.579" v="3713" actId="1076"/>
          <ac:spMkLst>
            <pc:docMk/>
            <pc:sldMk cId="2855530197" sldId="319"/>
            <ac:spMk id="4" creationId="{6890430E-98D7-76AB-455D-4482047BD22A}"/>
          </ac:spMkLst>
        </pc:spChg>
        <pc:spChg chg="add mod">
          <ac:chgData name="MYUNG JIN" userId="89f3fa32ababedc4" providerId="LiveId" clId="{69B650E6-E550-4F97-B876-F023BD2CF18F}" dt="2024-10-30T19:04:37.963" v="3645" actId="1076"/>
          <ac:spMkLst>
            <pc:docMk/>
            <pc:sldMk cId="2855530197" sldId="319"/>
            <ac:spMk id="5" creationId="{19250CDE-B047-351C-3D0D-7EEDC52A6E37}"/>
          </ac:spMkLst>
        </pc:spChg>
        <pc:spChg chg="add mod">
          <ac:chgData name="MYUNG JIN" userId="89f3fa32ababedc4" providerId="LiveId" clId="{69B650E6-E550-4F97-B876-F023BD2CF18F}" dt="2024-10-31T05:06:25.428" v="3984" actId="20577"/>
          <ac:spMkLst>
            <pc:docMk/>
            <pc:sldMk cId="2855530197" sldId="319"/>
            <ac:spMk id="6" creationId="{26AC061A-B5D6-9699-1CEB-B7A3F369094B}"/>
          </ac:spMkLst>
        </pc:spChg>
        <pc:spChg chg="add mod">
          <ac:chgData name="MYUNG JIN" userId="89f3fa32ababedc4" providerId="LiveId" clId="{69B650E6-E550-4F97-B876-F023BD2CF18F}" dt="2024-10-30T19:04:37.963" v="3645" actId="1076"/>
          <ac:spMkLst>
            <pc:docMk/>
            <pc:sldMk cId="2855530197" sldId="319"/>
            <ac:spMk id="7" creationId="{06D28413-F42B-C220-2B4C-8470A0671557}"/>
          </ac:spMkLst>
        </pc:spChg>
        <pc:spChg chg="add mod">
          <ac:chgData name="MYUNG JIN" userId="89f3fa32ababedc4" providerId="LiveId" clId="{69B650E6-E550-4F97-B876-F023BD2CF18F}" dt="2024-10-30T19:04:37.963" v="3645" actId="1076"/>
          <ac:spMkLst>
            <pc:docMk/>
            <pc:sldMk cId="2855530197" sldId="319"/>
            <ac:spMk id="8" creationId="{2B1F3667-35F6-A9E6-433C-4BAF6DC75CD7}"/>
          </ac:spMkLst>
        </pc:spChg>
        <pc:spChg chg="add mod">
          <ac:chgData name="MYUNG JIN" userId="89f3fa32ababedc4" providerId="LiveId" clId="{69B650E6-E550-4F97-B876-F023BD2CF18F}" dt="2024-10-30T19:06:46.312" v="3717" actId="1076"/>
          <ac:spMkLst>
            <pc:docMk/>
            <pc:sldMk cId="2855530197" sldId="319"/>
            <ac:spMk id="9" creationId="{926BF403-B464-FA7B-5313-0B2C8BC296D5}"/>
          </ac:spMkLst>
        </pc:spChg>
        <pc:picChg chg="add mod">
          <ac:chgData name="MYUNG JIN" userId="89f3fa32ababedc4" providerId="LiveId" clId="{69B650E6-E550-4F97-B876-F023BD2CF18F}" dt="2024-10-30T19:06:42.974" v="3715" actId="1076"/>
          <ac:picMkLst>
            <pc:docMk/>
            <pc:sldMk cId="2855530197" sldId="319"/>
            <ac:picMk id="3" creationId="{D7DE6B67-D1B1-690A-091A-1AA549804D0F}"/>
          </ac:picMkLst>
        </pc:picChg>
      </pc:sldChg>
      <pc:sldChg chg="addSp delSp modSp new mod">
        <pc:chgData name="MYUNG JIN" userId="89f3fa32ababedc4" providerId="LiveId" clId="{69B650E6-E550-4F97-B876-F023BD2CF18F}" dt="2024-10-30T17:47:24.999" v="2064" actId="20577"/>
        <pc:sldMkLst>
          <pc:docMk/>
          <pc:sldMk cId="580186205" sldId="320"/>
        </pc:sldMkLst>
        <pc:spChg chg="mod">
          <ac:chgData name="MYUNG JIN" userId="89f3fa32ababedc4" providerId="LiveId" clId="{69B650E6-E550-4F97-B876-F023BD2CF18F}" dt="2024-10-30T17:16:13.218" v="1474"/>
          <ac:spMkLst>
            <pc:docMk/>
            <pc:sldMk cId="580186205" sldId="320"/>
            <ac:spMk id="2" creationId="{E05E7751-1336-616A-82EB-DEEE4DB901E4}"/>
          </ac:spMkLst>
        </pc:spChg>
        <pc:spChg chg="del mod">
          <ac:chgData name="MYUNG JIN" userId="89f3fa32ababedc4" providerId="LiveId" clId="{69B650E6-E550-4F97-B876-F023BD2CF18F}" dt="2024-10-30T17:16:06.980" v="1472" actId="478"/>
          <ac:spMkLst>
            <pc:docMk/>
            <pc:sldMk cId="580186205" sldId="320"/>
            <ac:spMk id="5" creationId="{DC9CE439-6C99-8300-0D98-72AAFC8B804C}"/>
          </ac:spMkLst>
        </pc:spChg>
        <pc:spChg chg="del mod topLvl">
          <ac:chgData name="MYUNG JIN" userId="89f3fa32ababedc4" providerId="LiveId" clId="{69B650E6-E550-4F97-B876-F023BD2CF18F}" dt="2024-10-30T17:16:08.700" v="1473" actId="478"/>
          <ac:spMkLst>
            <pc:docMk/>
            <pc:sldMk cId="580186205" sldId="320"/>
            <ac:spMk id="6" creationId="{8DF9ED64-7F82-A06F-6130-A80EA5AEB7B1}"/>
          </ac:spMkLst>
        </pc:spChg>
        <pc:spChg chg="add mod">
          <ac:chgData name="MYUNG JIN" userId="89f3fa32ababedc4" providerId="LiveId" clId="{69B650E6-E550-4F97-B876-F023BD2CF18F}" dt="2024-10-30T17:47:24.999" v="2064" actId="20577"/>
          <ac:spMkLst>
            <pc:docMk/>
            <pc:sldMk cId="580186205" sldId="320"/>
            <ac:spMk id="7" creationId="{E8743293-1957-29AC-0B98-6DDD0224E62B}"/>
          </ac:spMkLst>
        </pc:spChg>
        <pc:spChg chg="add del mod">
          <ac:chgData name="MYUNG JIN" userId="89f3fa32ababedc4" providerId="LiveId" clId="{69B650E6-E550-4F97-B876-F023BD2CF18F}" dt="2024-10-30T17:20:15.029" v="1605" actId="478"/>
          <ac:spMkLst>
            <pc:docMk/>
            <pc:sldMk cId="580186205" sldId="320"/>
            <ac:spMk id="8" creationId="{BE012AB0-ED3A-2E76-2023-378B1565346E}"/>
          </ac:spMkLst>
        </pc:spChg>
        <pc:spChg chg="add del mod">
          <ac:chgData name="MYUNG JIN" userId="89f3fa32ababedc4" providerId="LiveId" clId="{69B650E6-E550-4F97-B876-F023BD2CF18F}" dt="2024-10-30T17:43:07.347" v="1790" actId="478"/>
          <ac:spMkLst>
            <pc:docMk/>
            <pc:sldMk cId="580186205" sldId="320"/>
            <ac:spMk id="9" creationId="{75B2F398-BB62-3137-2780-FBA179A0207E}"/>
          </ac:spMkLst>
        </pc:spChg>
        <pc:spChg chg="add mod">
          <ac:chgData name="MYUNG JIN" userId="89f3fa32ababedc4" providerId="LiveId" clId="{69B650E6-E550-4F97-B876-F023BD2CF18F}" dt="2024-10-30T17:43:02.318" v="1789" actId="1076"/>
          <ac:spMkLst>
            <pc:docMk/>
            <pc:sldMk cId="580186205" sldId="320"/>
            <ac:spMk id="18" creationId="{22777AF8-63C0-1246-E076-CA1C14664113}"/>
          </ac:spMkLst>
        </pc:spChg>
        <pc:spChg chg="add mod">
          <ac:chgData name="MYUNG JIN" userId="89f3fa32ababedc4" providerId="LiveId" clId="{69B650E6-E550-4F97-B876-F023BD2CF18F}" dt="2024-10-30T17:43:02.318" v="1789" actId="1076"/>
          <ac:spMkLst>
            <pc:docMk/>
            <pc:sldMk cId="580186205" sldId="320"/>
            <ac:spMk id="19" creationId="{C5FAB4B7-9C61-5014-A3CB-A6066530E395}"/>
          </ac:spMkLst>
        </pc:spChg>
        <pc:spChg chg="add mod">
          <ac:chgData name="MYUNG JIN" userId="89f3fa32ababedc4" providerId="LiveId" clId="{69B650E6-E550-4F97-B876-F023BD2CF18F}" dt="2024-10-30T17:46:01.077" v="1990" actId="404"/>
          <ac:spMkLst>
            <pc:docMk/>
            <pc:sldMk cId="580186205" sldId="320"/>
            <ac:spMk id="22" creationId="{1948898B-21A7-5B5B-03F9-DF2C23A65070}"/>
          </ac:spMkLst>
        </pc:spChg>
        <pc:grpChg chg="add del mod">
          <ac:chgData name="MYUNG JIN" userId="89f3fa32ababedc4" providerId="LiveId" clId="{69B650E6-E550-4F97-B876-F023BD2CF18F}" dt="2024-10-30T17:16:08.700" v="1473" actId="478"/>
          <ac:grpSpMkLst>
            <pc:docMk/>
            <pc:sldMk cId="580186205" sldId="320"/>
            <ac:grpSpMk id="3" creationId="{C6A4AC6F-8933-0AF1-F192-193F951316F5}"/>
          </ac:grpSpMkLst>
        </pc:grpChg>
        <pc:grpChg chg="add mod">
          <ac:chgData name="MYUNG JIN" userId="89f3fa32ababedc4" providerId="LiveId" clId="{69B650E6-E550-4F97-B876-F023BD2CF18F}" dt="2024-10-30T17:43:02.318" v="1789" actId="1076"/>
          <ac:grpSpMkLst>
            <pc:docMk/>
            <pc:sldMk cId="580186205" sldId="320"/>
            <ac:grpSpMk id="17" creationId="{13F4F677-C5EB-0B81-01EE-CE412E57DDB9}"/>
          </ac:grpSpMkLst>
        </pc:grpChg>
        <pc:picChg chg="mod topLvl">
          <ac:chgData name="MYUNG JIN" userId="89f3fa32ababedc4" providerId="LiveId" clId="{69B650E6-E550-4F97-B876-F023BD2CF18F}" dt="2024-10-30T17:43:10.797" v="1792" actId="1076"/>
          <ac:picMkLst>
            <pc:docMk/>
            <pc:sldMk cId="580186205" sldId="320"/>
            <ac:picMk id="4" creationId="{37ECDFC4-1D02-F640-8F8D-602F67C3F5A5}"/>
          </ac:picMkLst>
        </pc:picChg>
        <pc:picChg chg="add mod">
          <ac:chgData name="MYUNG JIN" userId="89f3fa32ababedc4" providerId="LiveId" clId="{69B650E6-E550-4F97-B876-F023BD2CF18F}" dt="2024-10-30T17:41:51.581" v="1716" actId="164"/>
          <ac:picMkLst>
            <pc:docMk/>
            <pc:sldMk cId="580186205" sldId="320"/>
            <ac:picMk id="11" creationId="{1A61966D-FDAA-B775-5852-ECDDBBBC42FA}"/>
          </ac:picMkLst>
        </pc:picChg>
        <pc:cxnChg chg="add mod">
          <ac:chgData name="MYUNG JIN" userId="89f3fa32ababedc4" providerId="LiveId" clId="{69B650E6-E550-4F97-B876-F023BD2CF18F}" dt="2024-10-30T17:41:51.581" v="1716" actId="164"/>
          <ac:cxnSpMkLst>
            <pc:docMk/>
            <pc:sldMk cId="580186205" sldId="320"/>
            <ac:cxnSpMk id="13" creationId="{5240A44D-A05E-3F18-4CBB-48E08ACAC18F}"/>
          </ac:cxnSpMkLst>
        </pc:cxnChg>
        <pc:cxnChg chg="add mod">
          <ac:chgData name="MYUNG JIN" userId="89f3fa32ababedc4" providerId="LiveId" clId="{69B650E6-E550-4F97-B876-F023BD2CF18F}" dt="2024-10-30T17:41:51.581" v="1716" actId="164"/>
          <ac:cxnSpMkLst>
            <pc:docMk/>
            <pc:sldMk cId="580186205" sldId="320"/>
            <ac:cxnSpMk id="15" creationId="{DBD24E0D-CC32-441A-D285-C638A1FCA969}"/>
          </ac:cxnSpMkLst>
        </pc:cxnChg>
        <pc:cxnChg chg="add">
          <ac:chgData name="MYUNG JIN" userId="89f3fa32ababedc4" providerId="LiveId" clId="{69B650E6-E550-4F97-B876-F023BD2CF18F}" dt="2024-10-30T17:45:48.626" v="1949" actId="11529"/>
          <ac:cxnSpMkLst>
            <pc:docMk/>
            <pc:sldMk cId="580186205" sldId="320"/>
            <ac:cxnSpMk id="21" creationId="{07914879-8D28-C8D2-21F2-57342D6D15C2}"/>
          </ac:cxnSpMkLst>
        </pc:cxnChg>
      </pc:sldChg>
      <pc:sldChg chg="addSp delSp modSp new mod">
        <pc:chgData name="MYUNG JIN" userId="89f3fa32ababedc4" providerId="LiveId" clId="{69B650E6-E550-4F97-B876-F023BD2CF18F}" dt="2024-10-31T05:09:18.721" v="4042" actId="1076"/>
        <pc:sldMkLst>
          <pc:docMk/>
          <pc:sldMk cId="1564676815" sldId="321"/>
        </pc:sldMkLst>
        <pc:spChg chg="mod">
          <ac:chgData name="MYUNG JIN" userId="89f3fa32ababedc4" providerId="LiveId" clId="{69B650E6-E550-4F97-B876-F023BD2CF18F}" dt="2024-10-30T17:55:36.498" v="2474"/>
          <ac:spMkLst>
            <pc:docMk/>
            <pc:sldMk cId="1564676815" sldId="321"/>
            <ac:spMk id="2" creationId="{FDBD3149-5E70-2E3C-EA3D-5155EBFE4738}"/>
          </ac:spMkLst>
        </pc:spChg>
        <pc:spChg chg="add mod">
          <ac:chgData name="MYUNG JIN" userId="89f3fa32ababedc4" providerId="LiveId" clId="{69B650E6-E550-4F97-B876-F023BD2CF18F}" dt="2024-10-30T18:18:43.311" v="2963" actId="571"/>
          <ac:spMkLst>
            <pc:docMk/>
            <pc:sldMk cId="1564676815" sldId="321"/>
            <ac:spMk id="3" creationId="{E351C3F7-AF4D-9D7E-A37E-7E526DFA6A17}"/>
          </ac:spMkLst>
        </pc:spChg>
        <pc:spChg chg="add mod">
          <ac:chgData name="MYUNG JIN" userId="89f3fa32ababedc4" providerId="LiveId" clId="{69B650E6-E550-4F97-B876-F023BD2CF18F}" dt="2024-10-31T05:06:58.352" v="3995" actId="571"/>
          <ac:spMkLst>
            <pc:docMk/>
            <pc:sldMk cId="1564676815" sldId="321"/>
            <ac:spMk id="4" creationId="{EE02234A-8815-FB40-F92F-1EFABA1CFEB7}"/>
          </ac:spMkLst>
        </pc:spChg>
        <pc:spChg chg="add del mod">
          <ac:chgData name="MYUNG JIN" userId="89f3fa32ababedc4" providerId="LiveId" clId="{69B650E6-E550-4F97-B876-F023BD2CF18F}" dt="2024-10-30T18:04:41.152" v="2607" actId="478"/>
          <ac:spMkLst>
            <pc:docMk/>
            <pc:sldMk cId="1564676815" sldId="321"/>
            <ac:spMk id="5" creationId="{54DFDC84-494A-14D9-9F0B-AF93E6A6D9D2}"/>
          </ac:spMkLst>
        </pc:spChg>
        <pc:spChg chg="add mod">
          <ac:chgData name="MYUNG JIN" userId="89f3fa32ababedc4" providerId="LiveId" clId="{69B650E6-E550-4F97-B876-F023BD2CF18F}" dt="2024-10-31T05:07:41.737" v="4006" actId="1076"/>
          <ac:spMkLst>
            <pc:docMk/>
            <pc:sldMk cId="1564676815" sldId="321"/>
            <ac:spMk id="6" creationId="{8598D751-D6B2-2740-86E7-7BA7DC544C6B}"/>
          </ac:spMkLst>
        </pc:spChg>
        <pc:spChg chg="add mod">
          <ac:chgData name="MYUNG JIN" userId="89f3fa32ababedc4" providerId="LiveId" clId="{69B650E6-E550-4F97-B876-F023BD2CF18F}" dt="2024-10-30T18:06:18.199" v="2636" actId="164"/>
          <ac:spMkLst>
            <pc:docMk/>
            <pc:sldMk cId="1564676815" sldId="321"/>
            <ac:spMk id="20" creationId="{518A8FEB-1974-626E-5DCC-1667EB016C8E}"/>
          </ac:spMkLst>
        </pc:spChg>
        <pc:spChg chg="mod">
          <ac:chgData name="MYUNG JIN" userId="89f3fa32ababedc4" providerId="LiveId" clId="{69B650E6-E550-4F97-B876-F023BD2CF18F}" dt="2024-10-30T18:06:19.639" v="2637"/>
          <ac:spMkLst>
            <pc:docMk/>
            <pc:sldMk cId="1564676815" sldId="321"/>
            <ac:spMk id="26" creationId="{47C12301-7F47-F595-EE99-EFADF56BB9B0}"/>
          </ac:spMkLst>
        </pc:spChg>
        <pc:spChg chg="add mod">
          <ac:chgData name="MYUNG JIN" userId="89f3fa32ababedc4" providerId="LiveId" clId="{69B650E6-E550-4F97-B876-F023BD2CF18F}" dt="2024-10-30T18:18:43.311" v="2963" actId="571"/>
          <ac:spMkLst>
            <pc:docMk/>
            <pc:sldMk cId="1564676815" sldId="321"/>
            <ac:spMk id="36" creationId="{2AA61372-94C9-6C98-2669-4E4DE2A68B3A}"/>
          </ac:spMkLst>
        </pc:spChg>
        <pc:spChg chg="add mod">
          <ac:chgData name="MYUNG JIN" userId="89f3fa32ababedc4" providerId="LiveId" clId="{69B650E6-E550-4F97-B876-F023BD2CF18F}" dt="2024-10-30T18:18:43.311" v="2963" actId="571"/>
          <ac:spMkLst>
            <pc:docMk/>
            <pc:sldMk cId="1564676815" sldId="321"/>
            <ac:spMk id="37" creationId="{C8C08E33-BF6C-F87B-C452-D9A0BADC7373}"/>
          </ac:spMkLst>
        </pc:spChg>
        <pc:spChg chg="add mod">
          <ac:chgData name="MYUNG JIN" userId="89f3fa32ababedc4" providerId="LiveId" clId="{69B650E6-E550-4F97-B876-F023BD2CF18F}" dt="2024-10-30T18:18:43.311" v="2963" actId="571"/>
          <ac:spMkLst>
            <pc:docMk/>
            <pc:sldMk cId="1564676815" sldId="321"/>
            <ac:spMk id="39" creationId="{356281E7-E88B-15E6-11F0-2861F13F1007}"/>
          </ac:spMkLst>
        </pc:spChg>
        <pc:spChg chg="add mod">
          <ac:chgData name="MYUNG JIN" userId="89f3fa32ababedc4" providerId="LiveId" clId="{69B650E6-E550-4F97-B876-F023BD2CF18F}" dt="2024-10-30T18:18:43.311" v="2963" actId="571"/>
          <ac:spMkLst>
            <pc:docMk/>
            <pc:sldMk cId="1564676815" sldId="321"/>
            <ac:spMk id="40" creationId="{6B71B992-4223-314E-B31E-2E6EA9BE31E4}"/>
          </ac:spMkLst>
        </pc:spChg>
        <pc:spChg chg="add mod">
          <ac:chgData name="MYUNG JIN" userId="89f3fa32ababedc4" providerId="LiveId" clId="{69B650E6-E550-4F97-B876-F023BD2CF18F}" dt="2024-10-30T18:18:43.311" v="2963" actId="571"/>
          <ac:spMkLst>
            <pc:docMk/>
            <pc:sldMk cId="1564676815" sldId="321"/>
            <ac:spMk id="41" creationId="{2D45D1F7-01C6-1A77-3867-10A84FC5937D}"/>
          </ac:spMkLst>
        </pc:spChg>
        <pc:spChg chg="add mod">
          <ac:chgData name="MYUNG JIN" userId="89f3fa32ababedc4" providerId="LiveId" clId="{69B650E6-E550-4F97-B876-F023BD2CF18F}" dt="2024-10-30T18:18:43.311" v="2963" actId="571"/>
          <ac:spMkLst>
            <pc:docMk/>
            <pc:sldMk cId="1564676815" sldId="321"/>
            <ac:spMk id="42" creationId="{26F24755-F8AC-EAD5-CBFA-F3DA97BA6AB7}"/>
          </ac:spMkLst>
        </pc:spChg>
        <pc:spChg chg="add mod">
          <ac:chgData name="MYUNG JIN" userId="89f3fa32ababedc4" providerId="LiveId" clId="{69B650E6-E550-4F97-B876-F023BD2CF18F}" dt="2024-10-31T05:09:18.721" v="4042" actId="1076"/>
          <ac:spMkLst>
            <pc:docMk/>
            <pc:sldMk cId="1564676815" sldId="321"/>
            <ac:spMk id="44" creationId="{8A9BDCBB-B60C-65C7-F46A-D56ACE0136DF}"/>
          </ac:spMkLst>
        </pc:spChg>
        <pc:spChg chg="add mod ord">
          <ac:chgData name="MYUNG JIN" userId="89f3fa32ababedc4" providerId="LiveId" clId="{69B650E6-E550-4F97-B876-F023BD2CF18F}" dt="2024-10-31T05:08:30.054" v="4031" actId="14100"/>
          <ac:spMkLst>
            <pc:docMk/>
            <pc:sldMk cId="1564676815" sldId="321"/>
            <ac:spMk id="53" creationId="{FA86B247-2C6A-1794-8D3F-D927EBE74AFF}"/>
          </ac:spMkLst>
        </pc:spChg>
        <pc:spChg chg="add del mod">
          <ac:chgData name="MYUNG JIN" userId="89f3fa32ababedc4" providerId="LiveId" clId="{69B650E6-E550-4F97-B876-F023BD2CF18F}" dt="2024-10-30T18:16:22.370" v="2825" actId="478"/>
          <ac:spMkLst>
            <pc:docMk/>
            <pc:sldMk cId="1564676815" sldId="321"/>
            <ac:spMk id="54" creationId="{5CA0E60C-408B-23D7-4A78-0E018171720A}"/>
          </ac:spMkLst>
        </pc:spChg>
        <pc:spChg chg="add mod ord">
          <ac:chgData name="MYUNG JIN" userId="89f3fa32ababedc4" providerId="LiveId" clId="{69B650E6-E550-4F97-B876-F023BD2CF18F}" dt="2024-10-31T05:09:00.031" v="4039" actId="2085"/>
          <ac:spMkLst>
            <pc:docMk/>
            <pc:sldMk cId="1564676815" sldId="321"/>
            <ac:spMk id="55" creationId="{BB36D90E-0070-DB0A-C374-287ABDE95BE4}"/>
          </ac:spMkLst>
        </pc:spChg>
        <pc:spChg chg="add mod">
          <ac:chgData name="MYUNG JIN" userId="89f3fa32ababedc4" providerId="LiveId" clId="{69B650E6-E550-4F97-B876-F023BD2CF18F}" dt="2024-10-30T18:17:44.859" v="2925" actId="1076"/>
          <ac:spMkLst>
            <pc:docMk/>
            <pc:sldMk cId="1564676815" sldId="321"/>
            <ac:spMk id="57" creationId="{82EF098B-6E39-4B20-4DCB-801900B4EF8F}"/>
          </ac:spMkLst>
        </pc:spChg>
        <pc:spChg chg="add mod">
          <ac:chgData name="MYUNG JIN" userId="89f3fa32ababedc4" providerId="LiveId" clId="{69B650E6-E550-4F97-B876-F023BD2CF18F}" dt="2024-10-30T18:18:51.289" v="2968" actId="164"/>
          <ac:spMkLst>
            <pc:docMk/>
            <pc:sldMk cId="1564676815" sldId="321"/>
            <ac:spMk id="61" creationId="{8B1947BC-21A0-0DA1-68A6-E4B012E6B722}"/>
          </ac:spMkLst>
        </pc:spChg>
        <pc:spChg chg="add mod">
          <ac:chgData name="MYUNG JIN" userId="89f3fa32ababedc4" providerId="LiveId" clId="{69B650E6-E550-4F97-B876-F023BD2CF18F}" dt="2024-10-30T18:18:43.311" v="2963" actId="571"/>
          <ac:spMkLst>
            <pc:docMk/>
            <pc:sldMk cId="1564676815" sldId="321"/>
            <ac:spMk id="62" creationId="{7BD06C4D-FA3B-5CB9-541D-CF67018762E6}"/>
          </ac:spMkLst>
        </pc:spChg>
        <pc:spChg chg="add mod">
          <ac:chgData name="MYUNG JIN" userId="89f3fa32ababedc4" providerId="LiveId" clId="{69B650E6-E550-4F97-B876-F023BD2CF18F}" dt="2024-10-30T18:18:47.366" v="2967" actId="14100"/>
          <ac:spMkLst>
            <pc:docMk/>
            <pc:sldMk cId="1564676815" sldId="321"/>
            <ac:spMk id="63" creationId="{E5EC113E-051A-E80E-730B-BDCF1ADBDD20}"/>
          </ac:spMkLst>
        </pc:spChg>
        <pc:grpChg chg="add del mod">
          <ac:chgData name="MYUNG JIN" userId="89f3fa32ababedc4" providerId="LiveId" clId="{69B650E6-E550-4F97-B876-F023BD2CF18F}" dt="2024-10-30T18:06:28.560" v="2641" actId="478"/>
          <ac:grpSpMkLst>
            <pc:docMk/>
            <pc:sldMk cId="1564676815" sldId="321"/>
            <ac:grpSpMk id="24" creationId="{49A2ABC8-AEA2-F9E8-C017-F2F7BB6214FD}"/>
          </ac:grpSpMkLst>
        </pc:grpChg>
        <pc:grpChg chg="add mod">
          <ac:chgData name="MYUNG JIN" userId="89f3fa32ababedc4" providerId="LiveId" clId="{69B650E6-E550-4F97-B876-F023BD2CF18F}" dt="2024-10-30T18:06:19.639" v="2637"/>
          <ac:grpSpMkLst>
            <pc:docMk/>
            <pc:sldMk cId="1564676815" sldId="321"/>
            <ac:grpSpMk id="25" creationId="{4451B0A3-B26C-17D8-235A-D9F5F0A081D7}"/>
          </ac:grpSpMkLst>
        </pc:grpChg>
        <pc:grpChg chg="add mod">
          <ac:chgData name="MYUNG JIN" userId="89f3fa32ababedc4" providerId="LiveId" clId="{69B650E6-E550-4F97-B876-F023BD2CF18F}" dt="2024-10-30T18:18:51.289" v="2968" actId="164"/>
          <ac:grpSpMkLst>
            <pc:docMk/>
            <pc:sldMk cId="1564676815" sldId="321"/>
            <ac:grpSpMk id="45" creationId="{2FD2A29C-DA07-64AF-CB13-42E73F25013A}"/>
          </ac:grpSpMkLst>
        </pc:grpChg>
        <pc:grpChg chg="add mod">
          <ac:chgData name="MYUNG JIN" userId="89f3fa32ababedc4" providerId="LiveId" clId="{69B650E6-E550-4F97-B876-F023BD2CF18F}" dt="2024-10-31T05:07:25.374" v="4001" actId="1076"/>
          <ac:grpSpMkLst>
            <pc:docMk/>
            <pc:sldMk cId="1564676815" sldId="321"/>
            <ac:grpSpMk id="56" creationId="{3848738B-B580-8075-457C-A2E2580B4E29}"/>
          </ac:grpSpMkLst>
        </pc:grpChg>
        <pc:grpChg chg="add mod">
          <ac:chgData name="MYUNG JIN" userId="89f3fa32ababedc4" providerId="LiveId" clId="{69B650E6-E550-4F97-B876-F023BD2CF18F}" dt="2024-10-30T18:18:51.289" v="2968" actId="164"/>
          <ac:grpSpMkLst>
            <pc:docMk/>
            <pc:sldMk cId="1564676815" sldId="321"/>
            <ac:grpSpMk id="64" creationId="{64C86A77-A376-8864-99C4-B3B0825DBB38}"/>
          </ac:grpSpMkLst>
        </pc:grpChg>
        <pc:picChg chg="add mod">
          <ac:chgData name="MYUNG JIN" userId="89f3fa32ababedc4" providerId="LiveId" clId="{69B650E6-E550-4F97-B876-F023BD2CF18F}" dt="2024-10-30T18:18:43.311" v="2963" actId="571"/>
          <ac:picMkLst>
            <pc:docMk/>
            <pc:sldMk cId="1564676815" sldId="321"/>
            <ac:picMk id="28" creationId="{E13ADD81-2AA0-DFD3-47EA-32D66C54E4E8}"/>
          </ac:picMkLst>
        </pc:picChg>
        <pc:cxnChg chg="add mod">
          <ac:chgData name="MYUNG JIN" userId="89f3fa32ababedc4" providerId="LiveId" clId="{69B650E6-E550-4F97-B876-F023BD2CF18F}" dt="2024-10-30T18:18:43.311" v="2963" actId="571"/>
          <ac:cxnSpMkLst>
            <pc:docMk/>
            <pc:sldMk cId="1564676815" sldId="321"/>
            <ac:cxnSpMk id="8" creationId="{0A33A325-D58F-1ECF-FA28-6D5DF767058E}"/>
          </ac:cxnSpMkLst>
        </pc:cxnChg>
        <pc:cxnChg chg="add mod">
          <ac:chgData name="MYUNG JIN" userId="89f3fa32ababedc4" providerId="LiveId" clId="{69B650E6-E550-4F97-B876-F023BD2CF18F}" dt="2024-10-30T18:18:43.311" v="2963" actId="571"/>
          <ac:cxnSpMkLst>
            <pc:docMk/>
            <pc:sldMk cId="1564676815" sldId="321"/>
            <ac:cxnSpMk id="9" creationId="{906DDD39-5787-8FA3-0AF2-22E73A77B1D0}"/>
          </ac:cxnSpMkLst>
        </pc:cxnChg>
        <pc:cxnChg chg="add mod">
          <ac:chgData name="MYUNG JIN" userId="89f3fa32ababedc4" providerId="LiveId" clId="{69B650E6-E550-4F97-B876-F023BD2CF18F}" dt="2024-10-30T18:18:43.311" v="2963" actId="571"/>
          <ac:cxnSpMkLst>
            <pc:docMk/>
            <pc:sldMk cId="1564676815" sldId="321"/>
            <ac:cxnSpMk id="11" creationId="{F0FA0137-7AEB-C05A-8BB7-62FE9AC12DCC}"/>
          </ac:cxnSpMkLst>
        </pc:cxnChg>
        <pc:cxnChg chg="add mod">
          <ac:chgData name="MYUNG JIN" userId="89f3fa32ababedc4" providerId="LiveId" clId="{69B650E6-E550-4F97-B876-F023BD2CF18F}" dt="2024-10-30T18:18:43.311" v="2963" actId="571"/>
          <ac:cxnSpMkLst>
            <pc:docMk/>
            <pc:sldMk cId="1564676815" sldId="321"/>
            <ac:cxnSpMk id="12" creationId="{A5B6C432-827F-F370-BA15-4F457BD997D6}"/>
          </ac:cxnSpMkLst>
        </pc:cxnChg>
        <pc:cxnChg chg="add mod">
          <ac:chgData name="MYUNG JIN" userId="89f3fa32ababedc4" providerId="LiveId" clId="{69B650E6-E550-4F97-B876-F023BD2CF18F}" dt="2024-10-30T18:18:43.311" v="2963" actId="571"/>
          <ac:cxnSpMkLst>
            <pc:docMk/>
            <pc:sldMk cId="1564676815" sldId="321"/>
            <ac:cxnSpMk id="15" creationId="{34E84C8F-2B80-1C88-0BC8-7B58D05131D8}"/>
          </ac:cxnSpMkLst>
        </pc:cxnChg>
        <pc:cxnChg chg="add mod">
          <ac:chgData name="MYUNG JIN" userId="89f3fa32ababedc4" providerId="LiveId" clId="{69B650E6-E550-4F97-B876-F023BD2CF18F}" dt="2024-10-30T18:18:43.311" v="2963" actId="571"/>
          <ac:cxnSpMkLst>
            <pc:docMk/>
            <pc:sldMk cId="1564676815" sldId="321"/>
            <ac:cxnSpMk id="16" creationId="{67863D9B-777B-5B21-0C11-F8383BB2DE7C}"/>
          </ac:cxnSpMkLst>
        </pc:cxnChg>
        <pc:cxnChg chg="add mod">
          <ac:chgData name="MYUNG JIN" userId="89f3fa32ababedc4" providerId="LiveId" clId="{69B650E6-E550-4F97-B876-F023BD2CF18F}" dt="2024-10-30T18:06:18.199" v="2636" actId="164"/>
          <ac:cxnSpMkLst>
            <pc:docMk/>
            <pc:sldMk cId="1564676815" sldId="321"/>
            <ac:cxnSpMk id="21" creationId="{73CCA969-4063-2F31-EBAD-9D336E4305B1}"/>
          </ac:cxnSpMkLst>
        </pc:cxnChg>
        <pc:cxnChg chg="mod">
          <ac:chgData name="MYUNG JIN" userId="89f3fa32ababedc4" providerId="LiveId" clId="{69B650E6-E550-4F97-B876-F023BD2CF18F}" dt="2024-10-30T18:06:19.639" v="2637"/>
          <ac:cxnSpMkLst>
            <pc:docMk/>
            <pc:sldMk cId="1564676815" sldId="321"/>
            <ac:cxnSpMk id="27" creationId="{AC814810-5C26-F2BC-C06B-1B569D81B8C7}"/>
          </ac:cxnSpMkLst>
        </pc:cxnChg>
        <pc:cxnChg chg="add mod">
          <ac:chgData name="MYUNG JIN" userId="89f3fa32ababedc4" providerId="LiveId" clId="{69B650E6-E550-4F97-B876-F023BD2CF18F}" dt="2024-10-30T18:18:43.311" v="2963" actId="571"/>
          <ac:cxnSpMkLst>
            <pc:docMk/>
            <pc:sldMk cId="1564676815" sldId="321"/>
            <ac:cxnSpMk id="30" creationId="{FD3341C9-16F4-4E8A-04A6-19FB3B7E540C}"/>
          </ac:cxnSpMkLst>
        </pc:cxnChg>
        <pc:cxnChg chg="add mod">
          <ac:chgData name="MYUNG JIN" userId="89f3fa32ababedc4" providerId="LiveId" clId="{69B650E6-E550-4F97-B876-F023BD2CF18F}" dt="2024-10-30T18:18:43.311" v="2963" actId="571"/>
          <ac:cxnSpMkLst>
            <pc:docMk/>
            <pc:sldMk cId="1564676815" sldId="321"/>
            <ac:cxnSpMk id="32" creationId="{875D92BC-8BBE-D2D2-9B03-E188F852E654}"/>
          </ac:cxnSpMkLst>
        </pc:cxnChg>
        <pc:cxnChg chg="add mod">
          <ac:chgData name="MYUNG JIN" userId="89f3fa32ababedc4" providerId="LiveId" clId="{69B650E6-E550-4F97-B876-F023BD2CF18F}" dt="2024-10-30T18:18:43.311" v="2963" actId="571"/>
          <ac:cxnSpMkLst>
            <pc:docMk/>
            <pc:sldMk cId="1564676815" sldId="321"/>
            <ac:cxnSpMk id="33" creationId="{FEDFE153-4AC4-981A-B620-731E61241637}"/>
          </ac:cxnSpMkLst>
        </pc:cxnChg>
        <pc:cxnChg chg="add mod">
          <ac:chgData name="MYUNG JIN" userId="89f3fa32ababedc4" providerId="LiveId" clId="{69B650E6-E550-4F97-B876-F023BD2CF18F}" dt="2024-10-30T18:18:51.289" v="2968" actId="164"/>
          <ac:cxnSpMkLst>
            <pc:docMk/>
            <pc:sldMk cId="1564676815" sldId="321"/>
            <ac:cxnSpMk id="59" creationId="{56B41EB9-CC53-6485-2232-C2ACB3923C16}"/>
          </ac:cxnSpMkLst>
        </pc:cxnChg>
      </pc:sldChg>
      <pc:sldChg chg="addSp delSp modSp new mod">
        <pc:chgData name="MYUNG JIN" userId="89f3fa32ababedc4" providerId="LiveId" clId="{69B650E6-E550-4F97-B876-F023BD2CF18F}" dt="2024-10-30T19:11:26.183" v="3919" actId="1076"/>
        <pc:sldMkLst>
          <pc:docMk/>
          <pc:sldMk cId="1346239661" sldId="322"/>
        </pc:sldMkLst>
        <pc:spChg chg="mod">
          <ac:chgData name="MYUNG JIN" userId="89f3fa32ababedc4" providerId="LiveId" clId="{69B650E6-E550-4F97-B876-F023BD2CF18F}" dt="2024-10-30T18:49:56.705" v="2986" actId="20577"/>
          <ac:spMkLst>
            <pc:docMk/>
            <pc:sldMk cId="1346239661" sldId="322"/>
            <ac:spMk id="2" creationId="{2F4799AC-029F-DA98-9D43-2352C3A7957D}"/>
          </ac:spMkLst>
        </pc:spChg>
        <pc:spChg chg="add mod">
          <ac:chgData name="MYUNG JIN" userId="89f3fa32ababedc4" providerId="LiveId" clId="{69B650E6-E550-4F97-B876-F023BD2CF18F}" dt="2024-10-30T18:53:15.947" v="3226" actId="404"/>
          <ac:spMkLst>
            <pc:docMk/>
            <pc:sldMk cId="1346239661" sldId="322"/>
            <ac:spMk id="3" creationId="{FD63B3CB-84D2-EB74-9A84-147AC70A2763}"/>
          </ac:spMkLst>
        </pc:spChg>
        <pc:spChg chg="add mod">
          <ac:chgData name="MYUNG JIN" userId="89f3fa32ababedc4" providerId="LiveId" clId="{69B650E6-E550-4F97-B876-F023BD2CF18F}" dt="2024-10-30T18:55:36.426" v="3270" actId="20577"/>
          <ac:spMkLst>
            <pc:docMk/>
            <pc:sldMk cId="1346239661" sldId="322"/>
            <ac:spMk id="4" creationId="{2D576F6F-EBA1-9AE9-9903-763278E63577}"/>
          </ac:spMkLst>
        </pc:spChg>
        <pc:spChg chg="add mod">
          <ac:chgData name="MYUNG JIN" userId="89f3fa32ababedc4" providerId="LiveId" clId="{69B650E6-E550-4F97-B876-F023BD2CF18F}" dt="2024-10-30T18:57:50.219" v="3288" actId="1582"/>
          <ac:spMkLst>
            <pc:docMk/>
            <pc:sldMk cId="1346239661" sldId="322"/>
            <ac:spMk id="10" creationId="{88112EEC-DF51-F2A7-303B-00C496F0E358}"/>
          </ac:spMkLst>
        </pc:spChg>
        <pc:spChg chg="add mod">
          <ac:chgData name="MYUNG JIN" userId="89f3fa32ababedc4" providerId="LiveId" clId="{69B650E6-E550-4F97-B876-F023BD2CF18F}" dt="2024-10-30T18:57:50.219" v="3288" actId="1582"/>
          <ac:spMkLst>
            <pc:docMk/>
            <pc:sldMk cId="1346239661" sldId="322"/>
            <ac:spMk id="14" creationId="{7C5BA1FB-9C62-D744-BEA3-C24F0D0CB284}"/>
          </ac:spMkLst>
        </pc:spChg>
        <pc:spChg chg="add del mod">
          <ac:chgData name="MYUNG JIN" userId="89f3fa32ababedc4" providerId="LiveId" clId="{69B650E6-E550-4F97-B876-F023BD2CF18F}" dt="2024-10-30T18:58:46.471" v="3343"/>
          <ac:spMkLst>
            <pc:docMk/>
            <pc:sldMk cId="1346239661" sldId="322"/>
            <ac:spMk id="26" creationId="{73515C27-D0D5-23D7-4531-FAB10D704C5F}"/>
          </ac:spMkLst>
        </pc:spChg>
        <pc:spChg chg="add mod">
          <ac:chgData name="MYUNG JIN" userId="89f3fa32ababedc4" providerId="LiveId" clId="{69B650E6-E550-4F97-B876-F023BD2CF18F}" dt="2024-10-30T18:59:13.538" v="3403" actId="1076"/>
          <ac:spMkLst>
            <pc:docMk/>
            <pc:sldMk cId="1346239661" sldId="322"/>
            <ac:spMk id="27" creationId="{A7B92DF1-939B-CBAD-223D-8583AF0756E6}"/>
          </ac:spMkLst>
        </pc:spChg>
        <pc:spChg chg="add del mod">
          <ac:chgData name="MYUNG JIN" userId="89f3fa32ababedc4" providerId="LiveId" clId="{69B650E6-E550-4F97-B876-F023BD2CF18F}" dt="2024-10-30T19:11:18.673" v="3915" actId="478"/>
          <ac:spMkLst>
            <pc:docMk/>
            <pc:sldMk cId="1346239661" sldId="322"/>
            <ac:spMk id="31" creationId="{8415EE02-A941-2459-8045-30598999A842}"/>
          </ac:spMkLst>
        </pc:spChg>
        <pc:spChg chg="add mod">
          <ac:chgData name="MYUNG JIN" userId="89f3fa32ababedc4" providerId="LiveId" clId="{69B650E6-E550-4F97-B876-F023BD2CF18F}" dt="2024-10-30T19:11:26.183" v="3919" actId="1076"/>
          <ac:spMkLst>
            <pc:docMk/>
            <pc:sldMk cId="1346239661" sldId="322"/>
            <ac:spMk id="32" creationId="{16572523-D3D0-52FA-F7AD-7D7AC9323712}"/>
          </ac:spMkLst>
        </pc:spChg>
        <pc:spChg chg="add mod">
          <ac:chgData name="MYUNG JIN" userId="89f3fa32ababedc4" providerId="LiveId" clId="{69B650E6-E550-4F97-B876-F023BD2CF18F}" dt="2024-10-30T19:11:22.086" v="3917" actId="1076"/>
          <ac:spMkLst>
            <pc:docMk/>
            <pc:sldMk cId="1346239661" sldId="322"/>
            <ac:spMk id="33" creationId="{CB5FE580-0CD1-2D0D-FD54-F7965529767D}"/>
          </ac:spMkLst>
        </pc:spChg>
        <pc:spChg chg="add mod">
          <ac:chgData name="MYUNG JIN" userId="89f3fa32ababedc4" providerId="LiveId" clId="{69B650E6-E550-4F97-B876-F023BD2CF18F}" dt="2024-10-30T19:11:17.187" v="3914" actId="1076"/>
          <ac:spMkLst>
            <pc:docMk/>
            <pc:sldMk cId="1346239661" sldId="322"/>
            <ac:spMk id="34" creationId="{666CF153-DFDA-74A6-6BD8-EDA8F862FDA6}"/>
          </ac:spMkLst>
        </pc:spChg>
        <pc:spChg chg="add mod">
          <ac:chgData name="MYUNG JIN" userId="89f3fa32ababedc4" providerId="LiveId" clId="{69B650E6-E550-4F97-B876-F023BD2CF18F}" dt="2024-10-30T19:11:14.846" v="3913" actId="1076"/>
          <ac:spMkLst>
            <pc:docMk/>
            <pc:sldMk cId="1346239661" sldId="322"/>
            <ac:spMk id="35" creationId="{EA040B49-C208-8263-E57A-80A4517739F3}"/>
          </ac:spMkLst>
        </pc:spChg>
        <pc:picChg chg="add mod">
          <ac:chgData name="MYUNG JIN" userId="89f3fa32ababedc4" providerId="LiveId" clId="{69B650E6-E550-4F97-B876-F023BD2CF18F}" dt="2024-10-30T18:55:40.855" v="3271" actId="1076"/>
          <ac:picMkLst>
            <pc:docMk/>
            <pc:sldMk cId="1346239661" sldId="322"/>
            <ac:picMk id="8" creationId="{0D36C5CB-8A31-936B-D3CD-832AB65EA70D}"/>
          </ac:picMkLst>
        </pc:picChg>
        <pc:picChg chg="add mod">
          <ac:chgData name="MYUNG JIN" userId="89f3fa32ababedc4" providerId="LiveId" clId="{69B650E6-E550-4F97-B876-F023BD2CF18F}" dt="2024-10-30T18:55:40.855" v="3271" actId="1076"/>
          <ac:picMkLst>
            <pc:docMk/>
            <pc:sldMk cId="1346239661" sldId="322"/>
            <ac:picMk id="9" creationId="{5A983A17-A1E3-F2BB-121D-12BD7D70FD30}"/>
          </ac:picMkLst>
        </pc:picChg>
        <pc:picChg chg="add del mod">
          <ac:chgData name="MYUNG JIN" userId="89f3fa32ababedc4" providerId="LiveId" clId="{69B650E6-E550-4F97-B876-F023BD2CF18F}" dt="2024-10-30T19:10:13.156" v="3893" actId="478"/>
          <ac:picMkLst>
            <pc:docMk/>
            <pc:sldMk cId="1346239661" sldId="322"/>
            <ac:picMk id="28" creationId="{C6A077E2-711E-A01E-7964-675D78A55E38}"/>
          </ac:picMkLst>
        </pc:picChg>
        <pc:picChg chg="add mod">
          <ac:chgData name="MYUNG JIN" userId="89f3fa32ababedc4" providerId="LiveId" clId="{69B650E6-E550-4F97-B876-F023BD2CF18F}" dt="2024-10-30T19:10:06.814" v="3890" actId="1076"/>
          <ac:picMkLst>
            <pc:docMk/>
            <pc:sldMk cId="1346239661" sldId="322"/>
            <ac:picMk id="29" creationId="{2CDE996D-3985-76C6-F61F-B851088B2459}"/>
          </ac:picMkLst>
        </pc:picChg>
        <pc:picChg chg="add mod">
          <ac:chgData name="MYUNG JIN" userId="89f3fa32ababedc4" providerId="LiveId" clId="{69B650E6-E550-4F97-B876-F023BD2CF18F}" dt="2024-10-30T19:11:20.083" v="3916" actId="1076"/>
          <ac:picMkLst>
            <pc:docMk/>
            <pc:sldMk cId="1346239661" sldId="322"/>
            <ac:picMk id="30" creationId="{3E51BD4F-578D-D529-C3CE-AFDF3BA59FD4}"/>
          </ac:picMkLst>
        </pc:picChg>
        <pc:cxnChg chg="add mod">
          <ac:chgData name="MYUNG JIN" userId="89f3fa32ababedc4" providerId="LiveId" clId="{69B650E6-E550-4F97-B876-F023BD2CF18F}" dt="2024-10-30T19:11:05.984" v="3912" actId="14100"/>
          <ac:cxnSpMkLst>
            <pc:docMk/>
            <pc:sldMk cId="1346239661" sldId="322"/>
            <ac:cxnSpMk id="6" creationId="{0115C117-55BD-10D2-6AB7-12D1F6C4811C}"/>
          </ac:cxnSpMkLst>
        </pc:cxnChg>
        <pc:cxnChg chg="add del mod">
          <ac:chgData name="MYUNG JIN" userId="89f3fa32ababedc4" providerId="LiveId" clId="{69B650E6-E550-4F97-B876-F023BD2CF18F}" dt="2024-10-30T19:10:53.465" v="3909" actId="14100"/>
          <ac:cxnSpMkLst>
            <pc:docMk/>
            <pc:sldMk cId="1346239661" sldId="322"/>
            <ac:cxnSpMk id="7" creationId="{2124A2B0-49DC-7AB6-050B-0E05BFE7199B}"/>
          </ac:cxnSpMkLst>
        </pc:cxnChg>
        <pc:cxnChg chg="add del mod">
          <ac:chgData name="MYUNG JIN" userId="89f3fa32ababedc4" providerId="LiveId" clId="{69B650E6-E550-4F97-B876-F023BD2CF18F}" dt="2024-10-30T18:55:27.370" v="3267" actId="478"/>
          <ac:cxnSpMkLst>
            <pc:docMk/>
            <pc:sldMk cId="1346239661" sldId="322"/>
            <ac:cxnSpMk id="12" creationId="{9D4AE90B-7A61-33CC-D069-58C69E18E5C1}"/>
          </ac:cxnSpMkLst>
        </pc:cxnChg>
        <pc:cxnChg chg="add mod">
          <ac:chgData name="MYUNG JIN" userId="89f3fa32ababedc4" providerId="LiveId" clId="{69B650E6-E550-4F97-B876-F023BD2CF18F}" dt="2024-10-30T18:57:29.128" v="3286" actId="1582"/>
          <ac:cxnSpMkLst>
            <pc:docMk/>
            <pc:sldMk cId="1346239661" sldId="322"/>
            <ac:cxnSpMk id="16" creationId="{A07D133B-13AC-BB17-D90E-70A14DCF4845}"/>
          </ac:cxnSpMkLst>
        </pc:cxnChg>
        <pc:cxnChg chg="add mod">
          <ac:chgData name="MYUNG JIN" userId="89f3fa32ababedc4" providerId="LiveId" clId="{69B650E6-E550-4F97-B876-F023BD2CF18F}" dt="2024-10-30T18:57:29.128" v="3286" actId="1582"/>
          <ac:cxnSpMkLst>
            <pc:docMk/>
            <pc:sldMk cId="1346239661" sldId="322"/>
            <ac:cxnSpMk id="17" creationId="{240C4A05-0943-0671-958B-B5AF79F41FCC}"/>
          </ac:cxnSpMkLst>
        </pc:cxnChg>
        <pc:cxnChg chg="add mod">
          <ac:chgData name="MYUNG JIN" userId="89f3fa32ababedc4" providerId="LiveId" clId="{69B650E6-E550-4F97-B876-F023BD2CF18F}" dt="2024-10-30T18:57:29.128" v="3286" actId="1582"/>
          <ac:cxnSpMkLst>
            <pc:docMk/>
            <pc:sldMk cId="1346239661" sldId="322"/>
            <ac:cxnSpMk id="19" creationId="{E333D03D-5E58-1716-6511-2423CBF31333}"/>
          </ac:cxnSpMkLst>
        </pc:cxnChg>
        <pc:cxnChg chg="add mod">
          <ac:chgData name="MYUNG JIN" userId="89f3fa32ababedc4" providerId="LiveId" clId="{69B650E6-E550-4F97-B876-F023BD2CF18F}" dt="2024-10-30T18:57:29.128" v="3286" actId="1582"/>
          <ac:cxnSpMkLst>
            <pc:docMk/>
            <pc:sldMk cId="1346239661" sldId="322"/>
            <ac:cxnSpMk id="23" creationId="{46EE9D39-4F18-5114-6405-55EE085D8780}"/>
          </ac:cxnSpMkLst>
        </pc:cxnChg>
      </pc:sldChg>
      <pc:sldMasterChg chg="modSldLayout">
        <pc:chgData name="MYUNG JIN" userId="89f3fa32ababedc4" providerId="LiveId" clId="{69B650E6-E550-4F97-B876-F023BD2CF18F}" dt="2024-10-30T18:59:37.445" v="3405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69B650E6-E550-4F97-B876-F023BD2CF18F}" dt="2024-10-30T18:59:37.445" v="3405" actId="20577"/>
          <pc:sldLayoutMkLst>
            <pc:docMk/>
            <pc:sldMasterMk cId="865822706" sldId="2147483672"/>
            <pc:sldLayoutMk cId="1293274149" sldId="2147483661"/>
          </pc:sldLayoutMkLst>
          <pc:spChg chg="mod">
            <ac:chgData name="MYUNG JIN" userId="89f3fa32ababedc4" providerId="LiveId" clId="{69B650E6-E550-4F97-B876-F023BD2CF18F}" dt="2024-10-30T18:59:37.445" v="3405" actId="20577"/>
            <ac:spMkLst>
              <pc:docMk/>
              <pc:sldMasterMk cId="865822706" sldId="2147483672"/>
              <pc:sldLayoutMk cId="1293274149" sldId="2147483661"/>
              <ac:spMk id="12" creationId="{73E09DDB-F9AA-B7CF-1BD1-467229BF433E}"/>
            </ac:spMkLst>
          </pc:spChg>
        </pc:sldLayoutChg>
        <pc:sldLayoutChg chg="modSp mod">
          <pc:chgData name="MYUNG JIN" userId="89f3fa32ababedc4" providerId="LiveId" clId="{69B650E6-E550-4F97-B876-F023BD2CF18F}" dt="2024-10-30T18:59:35.290" v="3404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69B650E6-E550-4F97-B876-F023BD2CF18F}" dt="2024-10-30T18:59:35.290" v="3404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  <pc:docChgLst>
    <pc:chgData name="MYUNG JIN" userId="89f3fa32ababedc4" providerId="LiveId" clId="{D2F270D5-9237-4111-9C20-682D7A3993CE}"/>
    <pc:docChg chg="undo custSel addSld modSld">
      <pc:chgData name="MYUNG JIN" userId="89f3fa32ababedc4" providerId="LiveId" clId="{D2F270D5-9237-4111-9C20-682D7A3993CE}" dt="2024-10-27T16:04:32.146" v="329" actId="20577"/>
      <pc:docMkLst>
        <pc:docMk/>
      </pc:docMkLst>
      <pc:sldChg chg="addSp modSp new mod">
        <pc:chgData name="MYUNG JIN" userId="89f3fa32ababedc4" providerId="LiveId" clId="{D2F270D5-9237-4111-9C20-682D7A3993CE}" dt="2024-10-27T16:04:32.146" v="329" actId="20577"/>
        <pc:sldMkLst>
          <pc:docMk/>
          <pc:sldMk cId="2052159420" sldId="317"/>
        </pc:sldMkLst>
        <pc:spChg chg="mod">
          <ac:chgData name="MYUNG JIN" userId="89f3fa32ababedc4" providerId="LiveId" clId="{D2F270D5-9237-4111-9C20-682D7A3993CE}" dt="2024-10-27T14:56:20.939" v="31" actId="20577"/>
          <ac:spMkLst>
            <pc:docMk/>
            <pc:sldMk cId="2052159420" sldId="317"/>
            <ac:spMk id="2" creationId="{50FFA4AF-F872-62AE-20E1-16A89A5F5634}"/>
          </ac:spMkLst>
        </pc:spChg>
        <pc:spChg chg="add mod">
          <ac:chgData name="MYUNG JIN" userId="89f3fa32ababedc4" providerId="LiveId" clId="{D2F270D5-9237-4111-9C20-682D7A3993CE}" dt="2024-10-27T16:04:32.146" v="329" actId="20577"/>
          <ac:spMkLst>
            <pc:docMk/>
            <pc:sldMk cId="2052159420" sldId="317"/>
            <ac:spMk id="5" creationId="{D1EDA334-88A5-3312-47CA-0C7F68F9030B}"/>
          </ac:spMkLst>
        </pc:spChg>
        <pc:picChg chg="add mod">
          <ac:chgData name="MYUNG JIN" userId="89f3fa32ababedc4" providerId="LiveId" clId="{D2F270D5-9237-4111-9C20-682D7A3993CE}" dt="2024-10-27T14:56:40.367" v="33" actId="1076"/>
          <ac:picMkLst>
            <pc:docMk/>
            <pc:sldMk cId="2052159420" sldId="317"/>
            <ac:picMk id="4" creationId="{81BA5096-B5DF-F828-7A65-8CE797AC02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8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8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2329156"/>
            <a:ext cx="8360228" cy="2199687"/>
          </a:xfrm>
        </p:spPr>
        <p:txBody>
          <a:bodyPr/>
          <a:lstStyle/>
          <a:p>
            <a:r>
              <a:rPr lang="en-US" altLang="ko-KR" dirty="0"/>
              <a:t>Makram-</a:t>
            </a:r>
            <a:r>
              <a:rPr lang="en-US" altLang="ko-KR" dirty="0" err="1"/>
              <a:t>Ebeid</a:t>
            </a:r>
            <a:r>
              <a:rPr lang="en-US" altLang="ko-KR" dirty="0"/>
              <a:t>-</a:t>
            </a:r>
            <a:r>
              <a:rPr lang="en-US" altLang="ko-KR" dirty="0" err="1"/>
              <a:t>Lannoo</a:t>
            </a:r>
            <a:r>
              <a:rPr lang="en-US" altLang="ko-KR" dirty="0"/>
              <a:t> Model based</a:t>
            </a:r>
            <a:br>
              <a:rPr lang="en-US" altLang="ko-KR" dirty="0"/>
            </a:br>
            <a:r>
              <a:rPr lang="en-US" altLang="ko-KR" dirty="0"/>
              <a:t>Phonon-assisted Tunneling Emission Modeling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20241031 </a:t>
            </a: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7867F-3A81-80D5-D3B0-7F45FFB5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Trap-Assisted Current Model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BE7BF9-8891-3803-8977-90565292F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41" y="1284675"/>
            <a:ext cx="8509518" cy="303013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5C4CF6E-830F-A497-C6FE-3D373C5EE657}"/>
              </a:ext>
            </a:extLst>
          </p:cNvPr>
          <p:cNvSpPr/>
          <p:nvPr/>
        </p:nvSpPr>
        <p:spPr>
          <a:xfrm>
            <a:off x="391886" y="2967135"/>
            <a:ext cx="8360228" cy="752669"/>
          </a:xfrm>
          <a:prstGeom prst="rect">
            <a:avLst/>
          </a:prstGeom>
          <a:noFill/>
          <a:ln w="19050">
            <a:solidFill>
              <a:srgbClr val="FF353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BD958-4A03-05B8-DCB3-8E40B8D08CAA}"/>
              </a:ext>
            </a:extLst>
          </p:cNvPr>
          <p:cNvSpPr txBox="1"/>
          <p:nvPr/>
        </p:nvSpPr>
        <p:spPr>
          <a:xfrm>
            <a:off x="1101012" y="4690188"/>
            <a:ext cx="72218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Makram-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Ebeid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Lannoo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model selected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adaptable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Electron-phonon coupling : thermal dependency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609B9-2CC4-6CA8-F4A3-248BFE9E269C}"/>
              </a:ext>
            </a:extLst>
          </p:cNvPr>
          <p:cNvSpPr txBox="1"/>
          <p:nvPr/>
        </p:nvSpPr>
        <p:spPr>
          <a:xfrm>
            <a:off x="6686938" y="4290078"/>
            <a:ext cx="2002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2F2F2"/>
                </a:solidFill>
                <a:latin typeface="Times New Roman"/>
                <a:ea typeface="맑은 고딕"/>
                <a:cs typeface="Times New Roman"/>
              </a:rPr>
              <a:t>[1] </a:t>
            </a:r>
            <a:r>
              <a:rPr lang="en-US" altLang="ko-KR" sz="100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2F2F2"/>
                </a:solidFill>
                <a:latin typeface="Times New Roman"/>
                <a:ea typeface="맑은 고딕"/>
                <a:cs typeface="Times New Roman"/>
              </a:rPr>
              <a:t>Voronkovskii</a:t>
            </a:r>
            <a:r>
              <a:rPr lang="en-US" altLang="ko-KR" sz="100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2F2F2"/>
                </a:solidFill>
                <a:latin typeface="Times New Roman"/>
                <a:ea typeface="맑은 고딕"/>
                <a:cs typeface="Times New Roman"/>
              </a:rPr>
              <a:t>, Journal of Non-Crystalline Solids 546 (2020)</a:t>
            </a:r>
            <a:endParaRPr lang="ko-KR" altLang="en-US" sz="100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rgbClr val="F2F2F2"/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2535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FA4AF-F872-62AE-20E1-16A89A5F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Makram-</a:t>
            </a:r>
            <a:r>
              <a:rPr lang="en-US" altLang="ko-KR" dirty="0" err="1"/>
              <a:t>Ebeid</a:t>
            </a:r>
            <a:r>
              <a:rPr lang="en-US" altLang="ko-KR" dirty="0"/>
              <a:t>-</a:t>
            </a:r>
            <a:r>
              <a:rPr lang="en-US" altLang="ko-KR" dirty="0" err="1"/>
              <a:t>Lannoo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F1183E0-D79D-A685-F9BD-4EF68136AD89}"/>
              </a:ext>
            </a:extLst>
          </p:cNvPr>
          <p:cNvGrpSpPr/>
          <p:nvPr/>
        </p:nvGrpSpPr>
        <p:grpSpPr>
          <a:xfrm>
            <a:off x="299441" y="918440"/>
            <a:ext cx="8545118" cy="2600688"/>
            <a:chOff x="299441" y="918440"/>
            <a:chExt cx="8545118" cy="260068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1BA5096-B5DF-F828-7A65-8CE797AC0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441" y="918440"/>
              <a:ext cx="8545118" cy="2600688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1C76D9F-191A-228A-6680-11B4FDB20A52}"/>
                </a:ext>
              </a:extLst>
            </p:cNvPr>
            <p:cNvSpPr/>
            <p:nvPr/>
          </p:nvSpPr>
          <p:spPr>
            <a:xfrm>
              <a:off x="1673290" y="1156996"/>
              <a:ext cx="5222809" cy="839755"/>
            </a:xfrm>
            <a:prstGeom prst="rect">
              <a:avLst/>
            </a:prstGeom>
            <a:noFill/>
            <a:ln w="28575">
              <a:solidFill>
                <a:srgbClr val="FF3505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EBF5B64-3F2F-7639-5475-6E2298F1CF32}"/>
                </a:ext>
              </a:extLst>
            </p:cNvPr>
            <p:cNvSpPr/>
            <p:nvPr/>
          </p:nvSpPr>
          <p:spPr>
            <a:xfrm>
              <a:off x="6929439" y="1318726"/>
              <a:ext cx="1729368" cy="503854"/>
            </a:xfrm>
            <a:prstGeom prst="rect">
              <a:avLst/>
            </a:prstGeom>
            <a:noFill/>
            <a:ln w="28575">
              <a:solidFill>
                <a:srgbClr val="864AC2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6A0156-5B99-D2F5-804B-ED7925E9085A}"/>
              </a:ext>
            </a:extLst>
          </p:cNvPr>
          <p:cNvSpPr/>
          <p:nvPr/>
        </p:nvSpPr>
        <p:spPr>
          <a:xfrm>
            <a:off x="912327" y="4080095"/>
            <a:ext cx="1247191" cy="411948"/>
          </a:xfrm>
          <a:prstGeom prst="rect">
            <a:avLst/>
          </a:prstGeom>
          <a:noFill/>
          <a:ln w="28575"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3A1836-5778-CA28-D383-755F7C0591E3}"/>
              </a:ext>
            </a:extLst>
          </p:cNvPr>
          <p:cNvSpPr/>
          <p:nvPr/>
        </p:nvSpPr>
        <p:spPr>
          <a:xfrm>
            <a:off x="912327" y="5073650"/>
            <a:ext cx="1247191" cy="411948"/>
          </a:xfrm>
          <a:prstGeom prst="rect">
            <a:avLst/>
          </a:prstGeom>
          <a:noFill/>
          <a:ln w="28575">
            <a:solidFill>
              <a:srgbClr val="864AC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A8A4F-5554-8DFB-DF21-69F3B0D2C8F4}"/>
              </a:ext>
            </a:extLst>
          </p:cNvPr>
          <p:cNvSpPr txBox="1"/>
          <p:nvPr/>
        </p:nvSpPr>
        <p:spPr>
          <a:xfrm>
            <a:off x="2489200" y="4080095"/>
            <a:ext cx="5865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electron-phonon interaction average energy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DB4249-74A7-DF3D-4BE6-6126C172CD57}"/>
              </a:ext>
            </a:extLst>
          </p:cNvPr>
          <p:cNvSpPr txBox="1"/>
          <p:nvPr/>
        </p:nvSpPr>
        <p:spPr>
          <a:xfrm>
            <a:off x="2489200" y="5073650"/>
            <a:ext cx="5865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quantum tunneling emission rate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27FE8D-8F9F-0EB2-72DE-87C57A0A3EA6}"/>
              </a:ext>
            </a:extLst>
          </p:cNvPr>
          <p:cNvSpPr txBox="1"/>
          <p:nvPr/>
        </p:nvSpPr>
        <p:spPr>
          <a:xfrm>
            <a:off x="6896099" y="3119018"/>
            <a:ext cx="2002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2F2F2"/>
                </a:solidFill>
                <a:latin typeface="Times New Roman"/>
                <a:ea typeface="맑은 고딕"/>
                <a:cs typeface="Times New Roman"/>
              </a:rPr>
              <a:t>[2] </a:t>
            </a:r>
            <a:r>
              <a:rPr lang="en-US" altLang="ko-KR" sz="100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2F2F2"/>
                </a:solidFill>
                <a:latin typeface="Times New Roman"/>
                <a:ea typeface="맑은 고딕"/>
                <a:cs typeface="Times New Roman"/>
              </a:rPr>
              <a:t>Synopsys </a:t>
            </a:r>
            <a:r>
              <a:rPr lang="en-US" altLang="ko-KR" sz="100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2F2F2"/>
                </a:solidFill>
                <a:latin typeface="Times New Roman"/>
                <a:ea typeface="맑은 고딕"/>
                <a:cs typeface="Times New Roman"/>
              </a:rPr>
              <a:t>Sentaurus</a:t>
            </a:r>
            <a:r>
              <a:rPr lang="en-US" altLang="ko-KR" sz="100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2F2F2"/>
                </a:solidFill>
                <a:latin typeface="Times New Roman"/>
                <a:ea typeface="맑은 고딕"/>
                <a:cs typeface="Times New Roman"/>
              </a:rPr>
              <a:t> TCAD </a:t>
            </a:r>
            <a:r>
              <a:rPr lang="en-US" altLang="ko-KR" sz="100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2F2F2"/>
                </a:solidFill>
                <a:latin typeface="Times New Roman"/>
                <a:ea typeface="맑은 고딕"/>
                <a:cs typeface="Times New Roman"/>
              </a:rPr>
              <a:t>sdevice</a:t>
            </a:r>
            <a:r>
              <a:rPr lang="en-US" altLang="ko-KR" sz="100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2F2F2"/>
                </a:solidFill>
                <a:latin typeface="Times New Roman"/>
                <a:ea typeface="맑은 고딕"/>
                <a:cs typeface="Times New Roman"/>
              </a:rPr>
              <a:t> manual 2016.3</a:t>
            </a:r>
            <a:endParaRPr lang="ko-KR" altLang="en-US" sz="100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rgbClr val="F2F2F2"/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2159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E7751-1336-616A-82EB-DEEE4DB9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Makram-</a:t>
            </a:r>
            <a:r>
              <a:rPr lang="en-US" altLang="ko-KR" dirty="0" err="1"/>
              <a:t>Ebeid</a:t>
            </a:r>
            <a:r>
              <a:rPr lang="en-US" altLang="ko-KR" dirty="0"/>
              <a:t>-</a:t>
            </a:r>
            <a:r>
              <a:rPr lang="en-US" altLang="ko-KR" dirty="0" err="1"/>
              <a:t>Lannoo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ECDFC4-1D02-F640-8F8D-602F67C3F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861" y="1005539"/>
            <a:ext cx="5574277" cy="16965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743293-1957-29AC-0B98-6DDD0224E62B}"/>
                  </a:ext>
                </a:extLst>
              </p:cNvPr>
              <p:cNvSpPr txBox="1"/>
              <p:nvPr/>
            </p:nvSpPr>
            <p:spPr>
              <a:xfrm>
                <a:off x="4260016" y="3786925"/>
                <a:ext cx="4744284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W</a:t>
                </a:r>
                <a:r>
                  <a:rPr lang="en-US" altLang="ko-KR" sz="20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ph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: Phonon energy (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ℏ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𝜔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~ 65meV)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ko-KR" sz="2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W</a:t>
                </a:r>
                <a:r>
                  <a:rPr lang="en-US" altLang="ko-KR" sz="20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   : Trap thermal ionization energy</a:t>
                </a:r>
                <a:b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</a:b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	= trap level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ko-KR" sz="2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W</a:t>
                </a:r>
                <a:r>
                  <a:rPr lang="en-US" altLang="ko-KR" sz="20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opt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    : Trap optical ionization energy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Q        : Coordinate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S         : Huang-Rhys factor (Optical factor)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743293-1957-29AC-0B98-6DDD0224E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16" y="3786925"/>
                <a:ext cx="4744284" cy="25545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13F4F677-C5EB-0B81-01EE-CE412E57DDB9}"/>
              </a:ext>
            </a:extLst>
          </p:cNvPr>
          <p:cNvGrpSpPr/>
          <p:nvPr/>
        </p:nvGrpSpPr>
        <p:grpSpPr>
          <a:xfrm>
            <a:off x="682742" y="3100235"/>
            <a:ext cx="3297601" cy="2599201"/>
            <a:chOff x="353779" y="3186268"/>
            <a:chExt cx="3297601" cy="259920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A61966D-FDAA-B775-5852-ECDDBBBC4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3779" y="3186268"/>
              <a:ext cx="3297601" cy="2599201"/>
            </a:xfrm>
            <a:prstGeom prst="rect">
              <a:avLst/>
            </a:prstGeom>
          </p:spPr>
        </p:pic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5240A44D-A05E-3F18-4CBB-48E08ACAC18F}"/>
                </a:ext>
              </a:extLst>
            </p:cNvPr>
            <p:cNvCxnSpPr>
              <a:cxnSpLocks/>
            </p:cNvCxnSpPr>
            <p:nvPr/>
          </p:nvCxnSpPr>
          <p:spPr>
            <a:xfrm>
              <a:off x="1915886" y="4534678"/>
              <a:ext cx="0" cy="534955"/>
            </a:xfrm>
            <a:prstGeom prst="straightConnector1">
              <a:avLst/>
            </a:prstGeom>
            <a:ln w="19050">
              <a:solidFill>
                <a:srgbClr val="FF3505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DBD24E0D-CC32-441A-D285-C638A1FCA969}"/>
                </a:ext>
              </a:extLst>
            </p:cNvPr>
            <p:cNvCxnSpPr>
              <a:cxnSpLocks/>
            </p:cNvCxnSpPr>
            <p:nvPr/>
          </p:nvCxnSpPr>
          <p:spPr>
            <a:xfrm>
              <a:off x="2835972" y="4669631"/>
              <a:ext cx="0" cy="449626"/>
            </a:xfrm>
            <a:prstGeom prst="straightConnector1">
              <a:avLst/>
            </a:prstGeom>
            <a:ln w="19050">
              <a:solidFill>
                <a:srgbClr val="FF3505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2777AF8-63C0-1246-E076-CA1C14664113}"/>
              </a:ext>
            </a:extLst>
          </p:cNvPr>
          <p:cNvSpPr txBox="1"/>
          <p:nvPr/>
        </p:nvSpPr>
        <p:spPr>
          <a:xfrm>
            <a:off x="2431846" y="2898117"/>
            <a:ext cx="127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Unoccupied trap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FAB4B7-9C61-5014-A3CB-A6066530E395}"/>
              </a:ext>
            </a:extLst>
          </p:cNvPr>
          <p:cNvSpPr txBox="1"/>
          <p:nvPr/>
        </p:nvSpPr>
        <p:spPr>
          <a:xfrm>
            <a:off x="2755696" y="3368270"/>
            <a:ext cx="127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Occupied trap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7914879-8D28-C8D2-21F2-57342D6D15C2}"/>
              </a:ext>
            </a:extLst>
          </p:cNvPr>
          <p:cNvCxnSpPr/>
          <p:nvPr/>
        </p:nvCxnSpPr>
        <p:spPr>
          <a:xfrm flipH="1">
            <a:off x="838200" y="4533900"/>
            <a:ext cx="876300" cy="876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948898B-21A7-5B5B-03F9-DF2C23A65070}"/>
              </a:ext>
            </a:extLst>
          </p:cNvPr>
          <p:cNvSpPr txBox="1"/>
          <p:nvPr/>
        </p:nvSpPr>
        <p:spPr>
          <a:xfrm>
            <a:off x="285750" y="5562600"/>
            <a:ext cx="1873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capture in oscillator model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0186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2EDF4-F9AF-2320-D98D-615265E5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Shallow Trap TCAD-Model Comparison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EE159-32AE-46DF-9AC8-A78484A194DF}"/>
              </a:ext>
            </a:extLst>
          </p:cNvPr>
          <p:cNvSpPr txBox="1"/>
          <p:nvPr/>
        </p:nvSpPr>
        <p:spPr>
          <a:xfrm>
            <a:off x="485192" y="1174208"/>
            <a:ext cx="6612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Fitting under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retention of shallow trap (0.6eV, 0.8eV)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618EC7-C3AB-09E8-0A0B-2CA8D50C4371}"/>
              </a:ext>
            </a:extLst>
          </p:cNvPr>
          <p:cNvSpPr txBox="1"/>
          <p:nvPr/>
        </p:nvSpPr>
        <p:spPr>
          <a:xfrm>
            <a:off x="1148131" y="5652102"/>
            <a:ext cx="7480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Shallow trap fitting:  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opt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 =  E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+ 0.6 [eV]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65EC022F-3116-2D72-E3B5-89B86D8F19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165644"/>
              </p:ext>
            </p:extLst>
          </p:nvPr>
        </p:nvGraphicFramePr>
        <p:xfrm>
          <a:off x="174994" y="2025355"/>
          <a:ext cx="4713287" cy="329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712606" imgH="3290207" progId="Origin50.Graph">
                  <p:embed/>
                </p:oleObj>
              </mc:Choice>
              <mc:Fallback>
                <p:oleObj name="Graph" r:id="rId2" imgW="4712606" imgH="3290207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65EC022F-3116-2D72-E3B5-89B86D8F19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994" y="2025355"/>
                        <a:ext cx="4713287" cy="3290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개체 9">
            <a:extLst>
              <a:ext uri="{FF2B5EF4-FFF2-40B4-BE49-F238E27FC236}">
                <a16:creationId xmlns:a16="http://schemas.microsoft.com/office/drawing/2014/main" id="{6B7FA073-0363-EEA4-5361-798925656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412516"/>
              </p:ext>
            </p:extLst>
          </p:nvPr>
        </p:nvGraphicFramePr>
        <p:xfrm>
          <a:off x="4652864" y="2025355"/>
          <a:ext cx="4713287" cy="329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712606" imgH="3290207" progId="Origin50.Graph">
                  <p:embed/>
                </p:oleObj>
              </mc:Choice>
              <mc:Fallback>
                <p:oleObj name="Graph" r:id="rId4" imgW="4712606" imgH="3290207" progId="Origin50.Graph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6B7FA073-0363-EEA4-5361-7989256569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52864" y="2025355"/>
                        <a:ext cx="4713287" cy="3290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192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76D95-7B6A-7E66-385F-A561E561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 Specification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DE6B67-D1B1-690A-091A-1AA549804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56" y="941153"/>
            <a:ext cx="3053359" cy="9292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90430E-98D7-76AB-455D-4482047BD22A}"/>
              </a:ext>
            </a:extLst>
          </p:cNvPr>
          <p:cNvSpPr txBox="1"/>
          <p:nvPr/>
        </p:nvSpPr>
        <p:spPr>
          <a:xfrm>
            <a:off x="4988767" y="1226734"/>
            <a:ext cx="2643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Makram-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Ebeid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Lannoo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Model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250CDE-B047-351C-3D0D-7EEDC52A6E37}"/>
                  </a:ext>
                </a:extLst>
              </p:cNvPr>
              <p:cNvSpPr txBox="1"/>
              <p:nvPr/>
            </p:nvSpPr>
            <p:spPr>
              <a:xfrm>
                <a:off x="242596" y="2646632"/>
                <a:ext cx="8901404" cy="993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TBT</m:t>
                          </m:r>
                        </m:sub>
                      </m:sSub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=−∞</m:t>
                          </m:r>
                        </m:sub>
                        <m:sup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∞</m:t>
                          </m:r>
                        </m:sup>
                        <m:e>
                          <m:func>
                            <m:func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ph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kT</m:t>
                                      </m:r>
                                    </m:den>
                                  </m:f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 −</m:t>
                                  </m:r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𝑆</m:t>
                                  </m:r>
                                  <m:func>
                                    <m:func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coth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ko-KR" sz="20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W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ph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kT</m:t>
                                          </m:r>
                                        </m:den>
                                      </m:f>
                                    </m:e>
                                  </m:func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𝑆</m:t>
                                      </m:r>
                                    </m:num>
                                    <m:den>
                                      <m:func>
                                        <m:funcPr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sinh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20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W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ph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lit/>
                                                </m:rP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/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2</m:t>
                                                  </m:r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kT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func>
                                    </m:den>
                                  </m:f>
                                </m:e>
                              </m:d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𝑛</m:t>
                                  </m:r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ph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250CDE-B047-351C-3D0D-7EEDC52A6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96" y="2646632"/>
                <a:ext cx="8901404" cy="9938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AC061A-B5D6-9699-1CEB-B7A3F369094B}"/>
                  </a:ext>
                </a:extLst>
              </p:cNvPr>
              <p:cNvSpPr txBox="1"/>
              <p:nvPr/>
            </p:nvSpPr>
            <p:spPr>
              <a:xfrm>
                <a:off x="508000" y="3825160"/>
                <a:ext cx="8541871" cy="2416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𝑆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opt</m:t>
                            </m:r>
                          </m:sub>
                        </m:s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ph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</m:d>
                    <m:r>
                      <a:rPr lang="en-US" altLang="ko-KR" sz="16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eF</m:t>
                        </m:r>
                      </m:num>
                      <m:den>
                        <m: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</m:sub>
                              <m: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US" altLang="ko-KR" sz="16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W</m:t>
                            </m:r>
                          </m:e>
                        </m:rad>
                      </m:den>
                    </m:f>
                    <m:r>
                      <a:rPr lang="en-US" altLang="ko-KR" sz="16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6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sub>
                                  <m:sup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rad>
                          </m:num>
                          <m:den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3ℏ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(</m:t>
                        </m:r>
                        <m:d>
                          <m:d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W</m:t>
                                </m:r>
                              </m:e>
                              <m:sup>
                                <m:r>
                                  <a:rPr lang="en-US" altLang="ko-KR" sz="16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1.5</m:t>
                                </m:r>
                              </m:sup>
                            </m:sSup>
                            <m:r>
                              <a:rPr lang="en-US" altLang="ko-KR" sz="16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W</m:t>
                                    </m:r>
                                    <m:r>
                                      <a:rPr lang="en-US" altLang="ko-KR" sz="16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n</m:t>
                                        </m:r>
                                        <m:r>
                                          <a:rPr lang="en-US" altLang="ko-KR" sz="16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1.5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        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6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6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ko-KR" sz="16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</m:t>
                                        </m:r>
                                      </m:sub>
                                      <m:sup>
                                        <m:r>
                                          <a:rPr lang="en-US" altLang="ko-KR" sz="16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rad>
                              </m:num>
                              <m:den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3ℏ</m:t>
                                </m:r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ox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W</m:t>
                                        </m:r>
                                        <m:r>
                                          <a:rPr lang="en-US" altLang="ko-KR" sz="16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6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E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c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 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6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E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n</m:t>
                                            </m:r>
                                            <m:r>
                                              <a:rPr lang="en-US" altLang="ko-KR" sz="16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1.5</m:t>
                                    </m:r>
                                  </m:sup>
                                </m:sSup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W</m:t>
                                        </m:r>
                                        <m:r>
                                          <a:rPr lang="en-US" altLang="ko-KR" sz="16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+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6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E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c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6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E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n</m:t>
                                            </m:r>
                                            <m:r>
                                              <a:rPr lang="en-US" altLang="ko-KR" sz="160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 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6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E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600" b="0" i="0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ox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1.5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AC061A-B5D6-9699-1CEB-B7A3F3690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825160"/>
                <a:ext cx="8541871" cy="24163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6D28413-F42B-C220-2B4C-8470A0671557}"/>
              </a:ext>
            </a:extLst>
          </p:cNvPr>
          <p:cNvSpPr txBox="1"/>
          <p:nvPr/>
        </p:nvSpPr>
        <p:spPr>
          <a:xfrm>
            <a:off x="2942214" y="4521504"/>
            <a:ext cx="5137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</a:t>
            </a:r>
            <a:r>
              <a:rPr lang="en-US" altLang="ko-KR" sz="14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(W) : Tunneling coefficient of BETOX 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tunneling</a:t>
            </a: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             for electron energy level at W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1F3667-35F6-A9E6-433C-4BAF6DC75CD7}"/>
              </a:ext>
            </a:extLst>
          </p:cNvPr>
          <p:cNvSpPr txBox="1"/>
          <p:nvPr/>
        </p:nvSpPr>
        <p:spPr>
          <a:xfrm>
            <a:off x="2948023" y="3940244"/>
            <a:ext cx="2562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 : Huang-Rhys factor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BF403-B464-FA7B-5313-0B2C8BC296D5}"/>
              </a:ext>
            </a:extLst>
          </p:cNvPr>
          <p:cNvSpPr txBox="1"/>
          <p:nvPr/>
        </p:nvSpPr>
        <p:spPr>
          <a:xfrm>
            <a:off x="94129" y="1898350"/>
            <a:ext cx="7364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 Specification under 3D NAND Flash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retention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5530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D3149-5E70-2E3C-EA3D-5155EBFE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 Specification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98D751-D6B2-2740-86E7-7BA7DC544C6B}"/>
                  </a:ext>
                </a:extLst>
              </p:cNvPr>
              <p:cNvSpPr txBox="1"/>
              <p:nvPr/>
            </p:nvSpPr>
            <p:spPr>
              <a:xfrm>
                <a:off x="3965510" y="2347058"/>
                <a:ext cx="4483100" cy="142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: n1 layer energy band degradation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ox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ox1 layer energy band degradation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98D751-D6B2-2740-86E7-7BA7DC544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510" y="2347058"/>
                <a:ext cx="4483100" cy="14219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그룹 55">
            <a:extLst>
              <a:ext uri="{FF2B5EF4-FFF2-40B4-BE49-F238E27FC236}">
                <a16:creationId xmlns:a16="http://schemas.microsoft.com/office/drawing/2014/main" id="{3848738B-B580-8075-457C-A2E2580B4E29}"/>
              </a:ext>
            </a:extLst>
          </p:cNvPr>
          <p:cNvGrpSpPr/>
          <p:nvPr/>
        </p:nvGrpSpPr>
        <p:grpSpPr>
          <a:xfrm>
            <a:off x="2325895" y="4303753"/>
            <a:ext cx="6987025" cy="1544462"/>
            <a:chOff x="2988597" y="3492623"/>
            <a:chExt cx="5964633" cy="1544462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FA86B247-2C6A-1794-8D3F-D927EBE74AFF}"/>
                </a:ext>
              </a:extLst>
            </p:cNvPr>
            <p:cNvSpPr/>
            <p:nvPr/>
          </p:nvSpPr>
          <p:spPr>
            <a:xfrm>
              <a:off x="4172829" y="4022088"/>
              <a:ext cx="4567412" cy="553615"/>
            </a:xfrm>
            <a:prstGeom prst="rect">
              <a:avLst/>
            </a:prstGeom>
            <a:solidFill>
              <a:srgbClr val="7DB4D9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BB36D90E-0070-DB0A-C374-287ABDE95BE4}"/>
                </a:ext>
              </a:extLst>
            </p:cNvPr>
            <p:cNvSpPr/>
            <p:nvPr/>
          </p:nvSpPr>
          <p:spPr>
            <a:xfrm>
              <a:off x="4172828" y="3515285"/>
              <a:ext cx="2666118" cy="506803"/>
            </a:xfrm>
            <a:prstGeom prst="rect">
              <a:avLst/>
            </a:pr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A9BDCBB-B60C-65C7-F46A-D56ACE0136DF}"/>
                    </a:ext>
                  </a:extLst>
                </p:cNvPr>
                <p:cNvSpPr txBox="1"/>
                <p:nvPr/>
              </p:nvSpPr>
              <p:spPr>
                <a:xfrm>
                  <a:off x="2988597" y="3492623"/>
                  <a:ext cx="5964633" cy="15444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W</m:t>
                          </m:r>
                        </m:e>
                      </m:d>
                      <m:r>
                        <a:rPr lang="en-US" altLang="ko-KR" sz="14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eF</m:t>
                          </m:r>
                        </m:num>
                        <m:den>
                          <m:r>
                            <a:rPr lang="en-US" altLang="ko-KR" sz="14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𝑒</m:t>
                                  </m:r>
                                </m:sub>
                                <m:sup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W</m:t>
                              </m:r>
                            </m:e>
                          </m:rad>
                        </m:den>
                      </m:f>
                      <m:r>
                        <a:rPr lang="en-US" altLang="ko-KR" sz="14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exp</m:t>
                      </m:r>
                      <m:d>
                        <m:d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𝑒</m:t>
                                      </m:r>
                                    </m:sub>
                                    <m:sup>
                                      <m: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rad>
                            </m:num>
                            <m:den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3ℏ</m:t>
                              </m:r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𝑒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4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n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(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4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W</m:t>
                                  </m:r>
                                </m:e>
                                <m:sup>
                                  <m:r>
                                    <a:rPr lang="en-US" altLang="ko-KR" sz="14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1.5</m:t>
                                  </m:r>
                                </m:sup>
                              </m:sSup>
                              <m:r>
                                <a:rPr lang="en-US" altLang="ko-KR" sz="14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4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W</m:t>
                                      </m:r>
                                      <m:r>
                                        <a:rPr lang="en-US" altLang="ko-KR" sz="14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 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4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4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E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4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n</m:t>
                                          </m:r>
                                          <m:r>
                                            <a:rPr lang="en-US" altLang="ko-KR" sz="14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1.5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a14:m>
                  <a:r>
                    <a:rPr lang="en-US" altLang="ko-KR" sz="14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  <a:p>
                  <a:r>
                    <a:rPr lang="en-US" altLang="ko-KR" sz="14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ea typeface="맑은 고딕"/>
                      <a:cs typeface="Times New Roman"/>
                    </a:rPr>
                    <a:t>                                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ko-KR" sz="14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4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2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4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4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𝑒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4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rad>
                                </m:num>
                                <m:den>
                                  <m: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3ℏ</m:t>
                                  </m:r>
                                  <m: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𝑒</m:t>
                                  </m:r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ox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ko-KR" sz="14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ko-KR" sz="14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14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W</m:t>
                                          </m:r>
                                          <m: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Δ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sz="1400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c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 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Δ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sz="1400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n</m:t>
                                              </m:r>
                                              <m: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1.5</m:t>
                                      </m:r>
                                    </m:sup>
                                  </m:sSup>
                                  <m:r>
                                    <a:rPr lang="en-US" altLang="ko-KR" sz="14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14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W</m:t>
                                          </m:r>
                                          <m: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Δ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sz="1400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c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Δ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sz="1400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n</m:t>
                                              </m:r>
                                              <m: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4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 −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40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Δ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sz="1400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14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ox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14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1.5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</m:oMath>
                  </a14:m>
                  <a:endParaRPr lang="ko-KR" altLang="en-US" sz="1400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A9BDCBB-B60C-65C7-F46A-D56ACE0136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597" y="3492623"/>
                  <a:ext cx="5964633" cy="154446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2EF098B-6E39-4B20-4DCB-801900B4EF8F}"/>
              </a:ext>
            </a:extLst>
          </p:cNvPr>
          <p:cNvSpPr txBox="1"/>
          <p:nvPr/>
        </p:nvSpPr>
        <p:spPr>
          <a:xfrm>
            <a:off x="406869" y="1094099"/>
            <a:ext cx="7266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Tunneling ionization rate calculation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4C86A77-A376-8864-99C4-B3B0825DBB38}"/>
              </a:ext>
            </a:extLst>
          </p:cNvPr>
          <p:cNvGrpSpPr/>
          <p:nvPr/>
        </p:nvGrpSpPr>
        <p:grpSpPr>
          <a:xfrm>
            <a:off x="429208" y="1760376"/>
            <a:ext cx="3145064" cy="3315607"/>
            <a:chOff x="429208" y="1760376"/>
            <a:chExt cx="3145064" cy="3315607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2FD2A29C-DA07-64AF-CB13-42E73F25013A}"/>
                </a:ext>
              </a:extLst>
            </p:cNvPr>
            <p:cNvGrpSpPr/>
            <p:nvPr/>
          </p:nvGrpSpPr>
          <p:grpSpPr>
            <a:xfrm>
              <a:off x="429208" y="2123233"/>
              <a:ext cx="3145064" cy="2952750"/>
              <a:chOff x="279918" y="1016000"/>
              <a:chExt cx="3145064" cy="2952750"/>
            </a:xfrm>
          </p:grpSpPr>
          <p:sp>
            <p:nvSpPr>
              <p:cNvPr id="3" name="자유형: 도형 2">
                <a:extLst>
                  <a:ext uri="{FF2B5EF4-FFF2-40B4-BE49-F238E27FC236}">
                    <a16:creationId xmlns:a16="http://schemas.microsoft.com/office/drawing/2014/main" id="{E351C3F7-AF4D-9D7E-A37E-7E526DFA6A17}"/>
                  </a:ext>
                </a:extLst>
              </p:cNvPr>
              <p:cNvSpPr/>
              <p:nvPr/>
            </p:nvSpPr>
            <p:spPr>
              <a:xfrm>
                <a:off x="800100" y="1016000"/>
                <a:ext cx="2546350" cy="2952750"/>
              </a:xfrm>
              <a:custGeom>
                <a:avLst/>
                <a:gdLst>
                  <a:gd name="connsiteX0" fmla="*/ 0 w 2546350"/>
                  <a:gd name="connsiteY0" fmla="*/ 2952750 h 2952750"/>
                  <a:gd name="connsiteX1" fmla="*/ 457200 w 2546350"/>
                  <a:gd name="connsiteY1" fmla="*/ 2946400 h 2952750"/>
                  <a:gd name="connsiteX2" fmla="*/ 457200 w 2546350"/>
                  <a:gd name="connsiteY2" fmla="*/ 1854200 h 2952750"/>
                  <a:gd name="connsiteX3" fmla="*/ 984250 w 2546350"/>
                  <a:gd name="connsiteY3" fmla="*/ 1073150 h 2952750"/>
                  <a:gd name="connsiteX4" fmla="*/ 977900 w 2546350"/>
                  <a:gd name="connsiteY4" fmla="*/ 1606550 h 2952750"/>
                  <a:gd name="connsiteX5" fmla="*/ 1587500 w 2546350"/>
                  <a:gd name="connsiteY5" fmla="*/ 1295400 h 2952750"/>
                  <a:gd name="connsiteX6" fmla="*/ 1568450 w 2546350"/>
                  <a:gd name="connsiteY6" fmla="*/ 755650 h 2952750"/>
                  <a:gd name="connsiteX7" fmla="*/ 2070100 w 2546350"/>
                  <a:gd name="connsiteY7" fmla="*/ 0 h 2952750"/>
                  <a:gd name="connsiteX8" fmla="*/ 2089150 w 2546350"/>
                  <a:gd name="connsiteY8" fmla="*/ 1079500 h 2952750"/>
                  <a:gd name="connsiteX9" fmla="*/ 2190750 w 2546350"/>
                  <a:gd name="connsiteY9" fmla="*/ 958850 h 2952750"/>
                  <a:gd name="connsiteX10" fmla="*/ 2241550 w 2546350"/>
                  <a:gd name="connsiteY10" fmla="*/ 908050 h 2952750"/>
                  <a:gd name="connsiteX11" fmla="*/ 2266950 w 2546350"/>
                  <a:gd name="connsiteY11" fmla="*/ 901700 h 2952750"/>
                  <a:gd name="connsiteX12" fmla="*/ 2298700 w 2546350"/>
                  <a:gd name="connsiteY12" fmla="*/ 882650 h 2952750"/>
                  <a:gd name="connsiteX13" fmla="*/ 2324100 w 2546350"/>
                  <a:gd name="connsiteY13" fmla="*/ 876300 h 2952750"/>
                  <a:gd name="connsiteX14" fmla="*/ 2343150 w 2546350"/>
                  <a:gd name="connsiteY14" fmla="*/ 869950 h 2952750"/>
                  <a:gd name="connsiteX15" fmla="*/ 2393950 w 2546350"/>
                  <a:gd name="connsiteY15" fmla="*/ 857250 h 2952750"/>
                  <a:gd name="connsiteX16" fmla="*/ 2546350 w 2546350"/>
                  <a:gd name="connsiteY16" fmla="*/ 838200 h 295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46350" h="2952750">
                    <a:moveTo>
                      <a:pt x="0" y="2952750"/>
                    </a:moveTo>
                    <a:lnTo>
                      <a:pt x="457200" y="2946400"/>
                    </a:lnTo>
                    <a:lnTo>
                      <a:pt x="457200" y="1854200"/>
                    </a:lnTo>
                    <a:lnTo>
                      <a:pt x="984250" y="1073150"/>
                    </a:lnTo>
                    <a:cubicBezTo>
                      <a:pt x="982133" y="1250950"/>
                      <a:pt x="980017" y="1428750"/>
                      <a:pt x="977900" y="1606550"/>
                    </a:cubicBezTo>
                    <a:lnTo>
                      <a:pt x="1587500" y="1295400"/>
                    </a:lnTo>
                    <a:lnTo>
                      <a:pt x="1568450" y="755650"/>
                    </a:lnTo>
                    <a:lnTo>
                      <a:pt x="2070100" y="0"/>
                    </a:lnTo>
                    <a:lnTo>
                      <a:pt x="2089150" y="1079500"/>
                    </a:lnTo>
                    <a:lnTo>
                      <a:pt x="2190750" y="958850"/>
                    </a:lnTo>
                    <a:cubicBezTo>
                      <a:pt x="2207683" y="941917"/>
                      <a:pt x="2222392" y="922418"/>
                      <a:pt x="2241550" y="908050"/>
                    </a:cubicBezTo>
                    <a:cubicBezTo>
                      <a:pt x="2248532" y="902814"/>
                      <a:pt x="2258975" y="905244"/>
                      <a:pt x="2266950" y="901700"/>
                    </a:cubicBezTo>
                    <a:cubicBezTo>
                      <a:pt x="2278228" y="896687"/>
                      <a:pt x="2287422" y="887663"/>
                      <a:pt x="2298700" y="882650"/>
                    </a:cubicBezTo>
                    <a:cubicBezTo>
                      <a:pt x="2306675" y="879106"/>
                      <a:pt x="2315709" y="878698"/>
                      <a:pt x="2324100" y="876300"/>
                    </a:cubicBezTo>
                    <a:cubicBezTo>
                      <a:pt x="2330536" y="874461"/>
                      <a:pt x="2336616" y="871402"/>
                      <a:pt x="2343150" y="869950"/>
                    </a:cubicBezTo>
                    <a:cubicBezTo>
                      <a:pt x="2394472" y="858545"/>
                      <a:pt x="2366590" y="870930"/>
                      <a:pt x="2393950" y="857250"/>
                    </a:cubicBezTo>
                    <a:lnTo>
                      <a:pt x="2546350" y="8382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0A33A325-D58F-1ECF-FA28-6D5DF767058E}"/>
                  </a:ext>
                </a:extLst>
              </p:cNvPr>
              <p:cNvCxnSpPr>
                <a:stCxn id="3" idx="2"/>
              </p:cNvCxnSpPr>
              <p:nvPr/>
            </p:nvCxnSpPr>
            <p:spPr>
              <a:xfrm flipH="1">
                <a:off x="546100" y="2870200"/>
                <a:ext cx="7112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906DDD39-5787-8FA3-0AF2-22E73A77B1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6100" y="2076450"/>
                <a:ext cx="1244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F0FA0137-7AEB-C05A-8BB7-62FE9AC12D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78000" y="2628900"/>
                <a:ext cx="72882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A5B6C432-827F-F370-BA15-4F457BD997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04231" y="2460625"/>
                <a:ext cx="39637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34E84C8F-2B80-1C88-0BC8-7B58D05131D8}"/>
                  </a:ext>
                </a:extLst>
              </p:cNvPr>
              <p:cNvCxnSpPr/>
              <p:nvPr/>
            </p:nvCxnSpPr>
            <p:spPr>
              <a:xfrm>
                <a:off x="2104231" y="1293019"/>
                <a:ext cx="0" cy="225028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67863D9B-777B-5B21-0C11-F8383BB2DE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78000" y="3021803"/>
                <a:ext cx="609600" cy="3111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E13ADD81-2AA0-DFD3-47EA-32D66C54E4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2306" y="3055931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FD3341C9-16F4-4E8A-04A6-19FB3B7E540C}"/>
                  </a:ext>
                </a:extLst>
              </p:cNvPr>
              <p:cNvCxnSpPr>
                <a:stCxn id="28" idx="1"/>
              </p:cNvCxnSpPr>
              <p:nvPr/>
            </p:nvCxnSpPr>
            <p:spPr>
              <a:xfrm flipH="1">
                <a:off x="279918" y="3177378"/>
                <a:ext cx="1712388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875D92BC-8BBE-D2D2-9B03-E188F852E654}"/>
                  </a:ext>
                </a:extLst>
              </p:cNvPr>
              <p:cNvCxnSpPr/>
              <p:nvPr/>
            </p:nvCxnSpPr>
            <p:spPr>
              <a:xfrm>
                <a:off x="721567" y="2076450"/>
                <a:ext cx="0" cy="7937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FEDFE153-4AC4-981A-B620-731E612416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3286" y="2460625"/>
                <a:ext cx="0" cy="1682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2AA61372-94C9-6C98-2669-4E4DE2A68B3A}"/>
                      </a:ext>
                    </a:extLst>
                  </p:cNvPr>
                  <p:cNvSpPr txBox="1"/>
                  <p:nvPr/>
                </p:nvSpPr>
                <p:spPr>
                  <a:xfrm>
                    <a:off x="2528643" y="2415826"/>
                    <a:ext cx="629558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12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2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ko-KR" altLang="en-US" sz="12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2AA61372-94C9-6C98-2669-4E4DE2A68B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8643" y="2415826"/>
                    <a:ext cx="629558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C8C08E33-BF6C-F87B-C452-D9A0BADC7373}"/>
                      </a:ext>
                    </a:extLst>
                  </p:cNvPr>
                  <p:cNvSpPr txBox="1"/>
                  <p:nvPr/>
                </p:nvSpPr>
                <p:spPr>
                  <a:xfrm>
                    <a:off x="296603" y="2349915"/>
                    <a:ext cx="629558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12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Δ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oMath>
                    </a14:m>
                    <a:r>
                      <a:rPr lang="ko-KR" altLang="en-US" sz="12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C8C08E33-BF6C-F87B-C452-D9A0BADC73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603" y="2349915"/>
                    <a:ext cx="629558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56281E7-E88B-15E6-11F0-2861F13F1007}"/>
                  </a:ext>
                </a:extLst>
              </p:cNvPr>
              <p:cNvSpPr txBox="1"/>
              <p:nvPr/>
            </p:nvSpPr>
            <p:spPr>
              <a:xfrm>
                <a:off x="1025748" y="1783251"/>
                <a:ext cx="8941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ox1 layer </a:t>
                </a:r>
                <a:endParaRPr lang="ko-KR" altLang="en-US" sz="1400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B71B992-4223-314E-B31E-2E6EA9BE31E4}"/>
                  </a:ext>
                </a:extLst>
              </p:cNvPr>
              <p:cNvSpPr txBox="1"/>
              <p:nvPr/>
            </p:nvSpPr>
            <p:spPr>
              <a:xfrm>
                <a:off x="1767633" y="2030741"/>
                <a:ext cx="66121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n1 layer </a:t>
                </a:r>
                <a:endParaRPr lang="ko-KR" altLang="en-US" sz="1100" dirty="0"/>
              </a:p>
            </p:txBody>
          </p:sp>
          <p:sp>
            <p:nvSpPr>
              <p:cNvPr id="41" name="자유형: 도형 40">
                <a:extLst>
                  <a:ext uri="{FF2B5EF4-FFF2-40B4-BE49-F238E27FC236}">
                    <a16:creationId xmlns:a16="http://schemas.microsoft.com/office/drawing/2014/main" id="{2D45D1F7-01C6-1A77-3867-10A84FC5937D}"/>
                  </a:ext>
                </a:extLst>
              </p:cNvPr>
              <p:cNvSpPr/>
              <p:nvPr/>
            </p:nvSpPr>
            <p:spPr>
              <a:xfrm>
                <a:off x="1256522" y="2121159"/>
                <a:ext cx="522515" cy="1063690"/>
              </a:xfrm>
              <a:custGeom>
                <a:avLst/>
                <a:gdLst>
                  <a:gd name="connsiteX0" fmla="*/ 6221 w 522515"/>
                  <a:gd name="connsiteY0" fmla="*/ 740229 h 1063690"/>
                  <a:gd name="connsiteX1" fmla="*/ 0 w 522515"/>
                  <a:gd name="connsiteY1" fmla="*/ 1063690 h 1063690"/>
                  <a:gd name="connsiteX2" fmla="*/ 516294 w 522515"/>
                  <a:gd name="connsiteY2" fmla="*/ 1051249 h 1063690"/>
                  <a:gd name="connsiteX3" fmla="*/ 522515 w 522515"/>
                  <a:gd name="connsiteY3" fmla="*/ 0 h 1063690"/>
                  <a:gd name="connsiteX4" fmla="*/ 6221 w 522515"/>
                  <a:gd name="connsiteY4" fmla="*/ 740229 h 1063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2515" h="1063690">
                    <a:moveTo>
                      <a:pt x="6221" y="740229"/>
                    </a:moveTo>
                    <a:lnTo>
                      <a:pt x="0" y="1063690"/>
                    </a:lnTo>
                    <a:lnTo>
                      <a:pt x="516294" y="1051249"/>
                    </a:lnTo>
                    <a:cubicBezTo>
                      <a:pt x="518368" y="700833"/>
                      <a:pt x="520441" y="350416"/>
                      <a:pt x="522515" y="0"/>
                    </a:cubicBezTo>
                    <a:lnTo>
                      <a:pt x="6221" y="740229"/>
                    </a:lnTo>
                    <a:close/>
                  </a:path>
                </a:pathLst>
              </a:custGeom>
              <a:solidFill>
                <a:srgbClr val="7DB4D9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6F24755-F8AC-EAD5-CBFA-F3DA97BA6AB7}"/>
                  </a:ext>
                </a:extLst>
              </p:cNvPr>
              <p:cNvSpPr/>
              <p:nvPr/>
            </p:nvSpPr>
            <p:spPr>
              <a:xfrm>
                <a:off x="1777482" y="2457061"/>
                <a:ext cx="337457" cy="715347"/>
              </a:xfrm>
              <a:custGeom>
                <a:avLst/>
                <a:gdLst>
                  <a:gd name="connsiteX0" fmla="*/ 0 w 323461"/>
                  <a:gd name="connsiteY0" fmla="*/ 715347 h 715347"/>
                  <a:gd name="connsiteX1" fmla="*/ 0 w 323461"/>
                  <a:gd name="connsiteY1" fmla="*/ 149290 h 715347"/>
                  <a:gd name="connsiteX2" fmla="*/ 323461 w 323461"/>
                  <a:gd name="connsiteY2" fmla="*/ 0 h 715347"/>
                  <a:gd name="connsiteX3" fmla="*/ 311020 w 323461"/>
                  <a:gd name="connsiteY3" fmla="*/ 709127 h 715347"/>
                  <a:gd name="connsiteX4" fmla="*/ 0 w 323461"/>
                  <a:gd name="connsiteY4" fmla="*/ 715347 h 7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715347">
                    <a:moveTo>
                      <a:pt x="0" y="715347"/>
                    </a:moveTo>
                    <a:lnTo>
                      <a:pt x="0" y="149290"/>
                    </a:lnTo>
                    <a:lnTo>
                      <a:pt x="323461" y="0"/>
                    </a:lnTo>
                    <a:lnTo>
                      <a:pt x="311020" y="709127"/>
                    </a:lnTo>
                    <a:lnTo>
                      <a:pt x="0" y="715347"/>
                    </a:lnTo>
                    <a:close/>
                  </a:path>
                </a:pathLst>
              </a:custGeom>
              <a:solidFill>
                <a:schemeClr val="accent1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BD06C4D-FA3B-5CB9-541D-CF67018762E6}"/>
                  </a:ext>
                </a:extLst>
              </p:cNvPr>
              <p:cNvSpPr txBox="1"/>
              <p:nvPr/>
            </p:nvSpPr>
            <p:spPr>
              <a:xfrm>
                <a:off x="2309635" y="1782917"/>
                <a:ext cx="629558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ox2 layer </a:t>
                </a:r>
                <a:endParaRPr lang="ko-KR" altLang="en-US" sz="900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5EC113E-051A-E80E-730B-BDCF1ADBDD20}"/>
                  </a:ext>
                </a:extLst>
              </p:cNvPr>
              <p:cNvSpPr txBox="1"/>
              <p:nvPr/>
            </p:nvSpPr>
            <p:spPr>
              <a:xfrm>
                <a:off x="2878429" y="1379824"/>
                <a:ext cx="5465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CTN</a:t>
                </a:r>
                <a:endParaRPr lang="ko-KR" altLang="en-US" sz="1400" dirty="0"/>
              </a:p>
            </p:txBody>
          </p:sp>
        </p:grp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56B41EB9-CC53-6485-2232-C2ACB3923C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5812" y="2030962"/>
              <a:ext cx="164218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B1947BC-21A0-0DA1-68A6-E4B012E6B722}"/>
                </a:ext>
              </a:extLst>
            </p:cNvPr>
            <p:cNvSpPr txBox="1"/>
            <p:nvPr/>
          </p:nvSpPr>
          <p:spPr>
            <a:xfrm>
              <a:off x="1517780" y="1760376"/>
              <a:ext cx="1441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BE-TOX (ONO)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467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799AC-029F-DA98-9D43-2352C3A7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Works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63B3CB-84D2-EB74-9A84-147AC70A2763}"/>
              </a:ext>
            </a:extLst>
          </p:cNvPr>
          <p:cNvSpPr txBox="1"/>
          <p:nvPr/>
        </p:nvSpPr>
        <p:spPr>
          <a:xfrm>
            <a:off x="435429" y="1076131"/>
            <a:ext cx="804298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Deep trap emission TCAD simulation &amp; MEL model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opt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fitting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opt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physical meaning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76F6F-EBA1-9AE9-9903-763278E63577}"/>
              </a:ext>
            </a:extLst>
          </p:cNvPr>
          <p:cNvSpPr txBox="1"/>
          <p:nvPr/>
        </p:nvSpPr>
        <p:spPr>
          <a:xfrm>
            <a:off x="870858" y="2195994"/>
            <a:ext cx="781283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MEL-model based phonon-assisted Trap-Trap conduction Simulation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Pure tunneling compact modeling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115C117-55BD-10D2-6AB7-12D1F6C4811C}"/>
              </a:ext>
            </a:extLst>
          </p:cNvPr>
          <p:cNvCxnSpPr>
            <a:cxnSpLocks/>
          </p:cNvCxnSpPr>
          <p:nvPr/>
        </p:nvCxnSpPr>
        <p:spPr>
          <a:xfrm flipV="1">
            <a:off x="2146041" y="2775023"/>
            <a:ext cx="3869094" cy="1053687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124A2B0-49DC-7AB6-050B-0E05BFE7199B}"/>
              </a:ext>
            </a:extLst>
          </p:cNvPr>
          <p:cNvCxnSpPr>
            <a:cxnSpLocks/>
          </p:cNvCxnSpPr>
          <p:nvPr/>
        </p:nvCxnSpPr>
        <p:spPr>
          <a:xfrm flipV="1">
            <a:off x="2351314" y="3429000"/>
            <a:ext cx="3663821" cy="997784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0D36C5CB-8A31-936B-D3CD-832AB65E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037" y="3511576"/>
            <a:ext cx="242894" cy="2428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A983A17-A1E3-F2BB-121D-12BD7D70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553" y="4110502"/>
            <a:ext cx="242894" cy="242894"/>
          </a:xfrm>
          <a:prstGeom prst="rect">
            <a:avLst/>
          </a:prstGeom>
        </p:spPr>
      </p:pic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8112EEC-DF51-F2A7-303B-00C496F0E358}"/>
              </a:ext>
            </a:extLst>
          </p:cNvPr>
          <p:cNvSpPr/>
          <p:nvPr/>
        </p:nvSpPr>
        <p:spPr>
          <a:xfrm>
            <a:off x="4721290" y="3074438"/>
            <a:ext cx="553616" cy="553616"/>
          </a:xfrm>
          <a:custGeom>
            <a:avLst/>
            <a:gdLst>
              <a:gd name="connsiteX0" fmla="*/ 553616 w 553616"/>
              <a:gd name="connsiteY0" fmla="*/ 316715 h 316715"/>
              <a:gd name="connsiteX1" fmla="*/ 441649 w 553616"/>
              <a:gd name="connsiteY1" fmla="*/ 24356 h 316715"/>
              <a:gd name="connsiteX2" fmla="*/ 0 w 553616"/>
              <a:gd name="connsiteY2" fmla="*/ 36797 h 316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3616" h="316715">
                <a:moveTo>
                  <a:pt x="553616" y="316715"/>
                </a:moveTo>
                <a:cubicBezTo>
                  <a:pt x="543767" y="193862"/>
                  <a:pt x="533918" y="71009"/>
                  <a:pt x="441649" y="24356"/>
                </a:cubicBezTo>
                <a:cubicBezTo>
                  <a:pt x="349380" y="-22297"/>
                  <a:pt x="174690" y="7250"/>
                  <a:pt x="0" y="36797"/>
                </a:cubicBezTo>
              </a:path>
            </a:pathLst>
          </a:custGeom>
          <a:noFill/>
          <a:ln w="6350">
            <a:solidFill>
              <a:srgbClr val="8FBBE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C5BA1FB-9C62-D744-BEA3-C24F0D0CB284}"/>
              </a:ext>
            </a:extLst>
          </p:cNvPr>
          <p:cNvSpPr/>
          <p:nvPr/>
        </p:nvSpPr>
        <p:spPr>
          <a:xfrm>
            <a:off x="2442250" y="3681450"/>
            <a:ext cx="553616" cy="553616"/>
          </a:xfrm>
          <a:custGeom>
            <a:avLst/>
            <a:gdLst>
              <a:gd name="connsiteX0" fmla="*/ 553616 w 553616"/>
              <a:gd name="connsiteY0" fmla="*/ 316715 h 316715"/>
              <a:gd name="connsiteX1" fmla="*/ 441649 w 553616"/>
              <a:gd name="connsiteY1" fmla="*/ 24356 h 316715"/>
              <a:gd name="connsiteX2" fmla="*/ 0 w 553616"/>
              <a:gd name="connsiteY2" fmla="*/ 36797 h 316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3616" h="316715">
                <a:moveTo>
                  <a:pt x="553616" y="316715"/>
                </a:moveTo>
                <a:cubicBezTo>
                  <a:pt x="543767" y="193862"/>
                  <a:pt x="533918" y="71009"/>
                  <a:pt x="441649" y="24356"/>
                </a:cubicBezTo>
                <a:cubicBezTo>
                  <a:pt x="349380" y="-22297"/>
                  <a:pt x="174690" y="7250"/>
                  <a:pt x="0" y="36797"/>
                </a:cubicBezTo>
              </a:path>
            </a:pathLst>
          </a:custGeom>
          <a:noFill/>
          <a:ln w="6350">
            <a:solidFill>
              <a:srgbClr val="8FBBE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07D133B-13AC-BB17-D90E-70A14DCF4845}"/>
              </a:ext>
            </a:extLst>
          </p:cNvPr>
          <p:cNvCxnSpPr/>
          <p:nvPr/>
        </p:nvCxnSpPr>
        <p:spPr>
          <a:xfrm flipH="1">
            <a:off x="3943739" y="3271935"/>
            <a:ext cx="1424473" cy="0"/>
          </a:xfrm>
          <a:prstGeom prst="straightConnector1">
            <a:avLst/>
          </a:prstGeom>
          <a:ln w="19050">
            <a:solidFill>
              <a:srgbClr val="864A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40C4A05-0943-0671-958B-B5AF79F41FCC}"/>
              </a:ext>
            </a:extLst>
          </p:cNvPr>
          <p:cNvCxnSpPr>
            <a:cxnSpLocks/>
          </p:cNvCxnSpPr>
          <p:nvPr/>
        </p:nvCxnSpPr>
        <p:spPr>
          <a:xfrm flipH="1">
            <a:off x="3101872" y="3271935"/>
            <a:ext cx="841867" cy="225228"/>
          </a:xfrm>
          <a:prstGeom prst="straightConnector1">
            <a:avLst/>
          </a:prstGeom>
          <a:ln w="19050">
            <a:solidFill>
              <a:srgbClr val="864A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333D03D-5E58-1716-6511-2423CBF31333}"/>
              </a:ext>
            </a:extLst>
          </p:cNvPr>
          <p:cNvCxnSpPr>
            <a:cxnSpLocks/>
          </p:cNvCxnSpPr>
          <p:nvPr/>
        </p:nvCxnSpPr>
        <p:spPr>
          <a:xfrm flipH="1">
            <a:off x="3072325" y="3511576"/>
            <a:ext cx="29547" cy="587829"/>
          </a:xfrm>
          <a:prstGeom prst="straightConnector1">
            <a:avLst/>
          </a:prstGeom>
          <a:ln w="19050">
            <a:solidFill>
              <a:srgbClr val="864A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6EE9D39-4F18-5114-6405-55EE085D8780}"/>
              </a:ext>
            </a:extLst>
          </p:cNvPr>
          <p:cNvCxnSpPr>
            <a:cxnSpLocks/>
          </p:cNvCxnSpPr>
          <p:nvPr/>
        </p:nvCxnSpPr>
        <p:spPr>
          <a:xfrm flipH="1" flipV="1">
            <a:off x="5323484" y="3271935"/>
            <a:ext cx="1" cy="341733"/>
          </a:xfrm>
          <a:prstGeom prst="straightConnector1">
            <a:avLst/>
          </a:prstGeom>
          <a:ln w="19050">
            <a:solidFill>
              <a:srgbClr val="864A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B92DF1-939B-CBAD-223D-8583AF0756E6}"/>
                  </a:ext>
                </a:extLst>
              </p:cNvPr>
              <p:cNvSpPr txBox="1"/>
              <p:nvPr/>
            </p:nvSpPr>
            <p:spPr>
              <a:xfrm>
                <a:off x="1296955" y="5581814"/>
                <a:ext cx="740228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PT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PT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TC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PT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attempt-to-escape frequency compact modeling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B92DF1-939B-CBAD-223D-8583AF075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955" y="5581814"/>
                <a:ext cx="740228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그림 28">
            <a:extLst>
              <a:ext uri="{FF2B5EF4-FFF2-40B4-BE49-F238E27FC236}">
                <a16:creationId xmlns:a16="http://schemas.microsoft.com/office/drawing/2014/main" id="{2CDE996D-3985-76C6-F61F-B851088B2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711" y="4230544"/>
            <a:ext cx="1704986" cy="51890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E51BD4F-578D-D529-C3CE-AFDF3BA59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332" y="3568043"/>
            <a:ext cx="1704986" cy="51890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6572523-D3D0-52FA-F7AD-7D7AC9323712}"/>
              </a:ext>
            </a:extLst>
          </p:cNvPr>
          <p:cNvSpPr txBox="1"/>
          <p:nvPr/>
        </p:nvSpPr>
        <p:spPr>
          <a:xfrm rot="20314474">
            <a:off x="3237500" y="4458525"/>
            <a:ext cx="615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5FE580-0CD1-2D0D-FD54-F7965529767D}"/>
              </a:ext>
            </a:extLst>
          </p:cNvPr>
          <p:cNvSpPr txBox="1"/>
          <p:nvPr/>
        </p:nvSpPr>
        <p:spPr>
          <a:xfrm rot="20314474">
            <a:off x="7000607" y="3253238"/>
            <a:ext cx="615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6CF153-DFDA-74A6-6BD8-EDA8F862FDA6}"/>
              </a:ext>
            </a:extLst>
          </p:cNvPr>
          <p:cNvSpPr txBox="1"/>
          <p:nvPr/>
        </p:nvSpPr>
        <p:spPr>
          <a:xfrm rot="20314474">
            <a:off x="1814657" y="4198057"/>
            <a:ext cx="615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040B49-C208-8263-E57A-80A4517739F3}"/>
              </a:ext>
            </a:extLst>
          </p:cNvPr>
          <p:cNvSpPr txBox="1"/>
          <p:nvPr/>
        </p:nvSpPr>
        <p:spPr>
          <a:xfrm rot="20314474">
            <a:off x="5868151" y="3091697"/>
            <a:ext cx="615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6239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2014</TotalTime>
  <Words>268</Words>
  <Application>Microsoft Office PowerPoint</Application>
  <PresentationFormat>화면 슬라이드 쇼(4:3)</PresentationFormat>
  <Paragraphs>63</Paragraphs>
  <Slides>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맑은 고딕</vt:lpstr>
      <vt:lpstr>Arial</vt:lpstr>
      <vt:lpstr>Calibri</vt:lpstr>
      <vt:lpstr>Cambria Math</vt:lpstr>
      <vt:lpstr>Times New Roman</vt:lpstr>
      <vt:lpstr>Wingdings</vt:lpstr>
      <vt:lpstr>Office 테마</vt:lpstr>
      <vt:lpstr>Graph</vt:lpstr>
      <vt:lpstr>Makram-Ebeid-Lannoo Model based Phonon-assisted Tunneling Emission Modeling  20241031 진명</vt:lpstr>
      <vt:lpstr>Trap-Assisted Current Model</vt:lpstr>
      <vt:lpstr>Makram-Ebeid-Lannoo Model</vt:lpstr>
      <vt:lpstr>Makram-Ebeid-Lannoo Model</vt:lpstr>
      <vt:lpstr>Shallow Trap TCAD-Model Comparison</vt:lpstr>
      <vt:lpstr>Model Specification</vt:lpstr>
      <vt:lpstr>Model Specification</vt:lpstr>
      <vt:lpstr>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2024-10-31T05:09:21Z</dcterms:modified>
  <cp:version/>
</cp:coreProperties>
</file>