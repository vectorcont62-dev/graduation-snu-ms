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2" r:id="rId1"/>
  </p:sldMasterIdLst>
  <p:notesMasterIdLst>
    <p:notesMasterId r:id="rId18"/>
  </p:notesMasterIdLst>
  <p:sldIdLst>
    <p:sldId id="257" r:id="rId2"/>
    <p:sldId id="308" r:id="rId3"/>
    <p:sldId id="359" r:id="rId4"/>
    <p:sldId id="362" r:id="rId5"/>
    <p:sldId id="363" r:id="rId6"/>
    <p:sldId id="367" r:id="rId7"/>
    <p:sldId id="365" r:id="rId8"/>
    <p:sldId id="369" r:id="rId9"/>
    <p:sldId id="370" r:id="rId10"/>
    <p:sldId id="361" r:id="rId11"/>
    <p:sldId id="360" r:id="rId12"/>
    <p:sldId id="368" r:id="rId13"/>
    <p:sldId id="371" r:id="rId14"/>
    <p:sldId id="372" r:id="rId15"/>
    <p:sldId id="373" r:id="rId16"/>
    <p:sldId id="366" r:id="rId1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819448-9C74-403A-93EF-38E481433A77}" v="1866" dt="2024-07-05T00:35:10.0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49" autoAdjust="0"/>
    <p:restoredTop sz="96279" autoAdjust="0"/>
  </p:normalViewPr>
  <p:slideViewPr>
    <p:cSldViewPr snapToGrid="0">
      <p:cViewPr varScale="1">
        <p:scale>
          <a:sx n="107" d="100"/>
          <a:sy n="107" d="100"/>
        </p:scale>
        <p:origin x="1440" y="78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YUNG JIN" userId="89f3fa32ababedc4" providerId="LiveId" clId="{61CFDB85-767F-41F6-9EC9-9FE05B202BBC}"/>
    <pc:docChg chg="undo custSel addSld delSld modSld sldOrd">
      <pc:chgData name="MYUNG JIN" userId="89f3fa32ababedc4" providerId="LiveId" clId="{61CFDB85-767F-41F6-9EC9-9FE05B202BBC}" dt="2024-04-29T11:51:23.062" v="9443" actId="20577"/>
      <pc:docMkLst>
        <pc:docMk/>
      </pc:docMkLst>
      <pc:sldChg chg="modSp mod">
        <pc:chgData name="MYUNG JIN" userId="89f3fa32ababedc4" providerId="LiveId" clId="{61CFDB85-767F-41F6-9EC9-9FE05B202BBC}" dt="2024-04-29T11:04:47.290" v="9003" actId="1076"/>
        <pc:sldMkLst>
          <pc:docMk/>
          <pc:sldMk cId="0" sldId="257"/>
        </pc:sldMkLst>
        <pc:spChg chg="mod">
          <ac:chgData name="MYUNG JIN" userId="89f3fa32ababedc4" providerId="LiveId" clId="{61CFDB85-767F-41F6-9EC9-9FE05B202BBC}" dt="2024-04-29T10:58:18.908" v="8900" actId="20577"/>
          <ac:spMkLst>
            <pc:docMk/>
            <pc:sldMk cId="0" sldId="257"/>
            <ac:spMk id="8" creationId="{00000000-0000-0000-0000-000000000000}"/>
          </ac:spMkLst>
        </pc:spChg>
        <pc:spChg chg="mod">
          <ac:chgData name="MYUNG JIN" userId="89f3fa32ababedc4" providerId="LiveId" clId="{61CFDB85-767F-41F6-9EC9-9FE05B202BBC}" dt="2024-04-29T11:04:47.290" v="9003" actId="1076"/>
          <ac:spMkLst>
            <pc:docMk/>
            <pc:sldMk cId="0" sldId="257"/>
            <ac:spMk id="15" creationId="{00000000-0000-0000-0000-000000000000}"/>
          </ac:spMkLst>
        </pc:spChg>
      </pc:sldChg>
      <pc:sldChg chg="addSp delSp modSp mod">
        <pc:chgData name="MYUNG JIN" userId="89f3fa32ababedc4" providerId="LiveId" clId="{61CFDB85-767F-41F6-9EC9-9FE05B202BBC}" dt="2024-04-29T11:05:33.092" v="9048" actId="20577"/>
        <pc:sldMkLst>
          <pc:docMk/>
          <pc:sldMk cId="1552810297" sldId="308"/>
        </pc:sldMkLst>
        <pc:spChg chg="mod">
          <ac:chgData name="MYUNG JIN" userId="89f3fa32ababedc4" providerId="LiveId" clId="{61CFDB85-767F-41F6-9EC9-9FE05B202BBC}" dt="2024-04-18T05:38:43.813" v="525" actId="20577"/>
          <ac:spMkLst>
            <pc:docMk/>
            <pc:sldMk cId="1552810297" sldId="308"/>
            <ac:spMk id="2" creationId="{00000000-0000-0000-0000-000000000000}"/>
          </ac:spMkLst>
        </pc:spChg>
        <pc:spChg chg="add del mod">
          <ac:chgData name="MYUNG JIN" userId="89f3fa32ababedc4" providerId="LiveId" clId="{61CFDB85-767F-41F6-9EC9-9FE05B202BBC}" dt="2024-04-18T05:38:47.229" v="526" actId="478"/>
          <ac:spMkLst>
            <pc:docMk/>
            <pc:sldMk cId="1552810297" sldId="308"/>
            <ac:spMk id="3" creationId="{9DC7AEAB-C979-A189-594C-BB82E5CF1BDF}"/>
          </ac:spMkLst>
        </pc:spChg>
        <pc:spChg chg="add mod">
          <ac:chgData name="MYUNG JIN" userId="89f3fa32ababedc4" providerId="LiveId" clId="{61CFDB85-767F-41F6-9EC9-9FE05B202BBC}" dt="2024-04-29T11:05:33.092" v="9048" actId="20577"/>
          <ac:spMkLst>
            <pc:docMk/>
            <pc:sldMk cId="1552810297" sldId="308"/>
            <ac:spMk id="4" creationId="{5A826829-174E-E7B4-20A4-81BE4C51458E}"/>
          </ac:spMkLst>
        </pc:spChg>
        <pc:spChg chg="mod">
          <ac:chgData name="MYUNG JIN" userId="89f3fa32ababedc4" providerId="LiveId" clId="{61CFDB85-767F-41F6-9EC9-9FE05B202BBC}" dt="2024-04-29T10:58:22.914" v="8904" actId="20577"/>
          <ac:spMkLst>
            <pc:docMk/>
            <pc:sldMk cId="1552810297" sldId="308"/>
            <ac:spMk id="8" creationId="{00000000-0000-0000-0000-000000000000}"/>
          </ac:spMkLst>
        </pc:spChg>
      </pc:sldChg>
      <pc:sldChg chg="del">
        <pc:chgData name="MYUNG JIN" userId="89f3fa32ababedc4" providerId="LiveId" clId="{61CFDB85-767F-41F6-9EC9-9FE05B202BBC}" dt="2024-04-09T10:41:12.499" v="251" actId="47"/>
        <pc:sldMkLst>
          <pc:docMk/>
          <pc:sldMk cId="3578895977" sldId="309"/>
        </pc:sldMkLst>
      </pc:sldChg>
      <pc:sldChg chg="addSp delSp modSp mod modAnim">
        <pc:chgData name="MYUNG JIN" userId="89f3fa32ababedc4" providerId="LiveId" clId="{61CFDB85-767F-41F6-9EC9-9FE05B202BBC}" dt="2024-04-29T11:37:43.188" v="9284"/>
        <pc:sldMkLst>
          <pc:docMk/>
          <pc:sldMk cId="3996259717" sldId="310"/>
        </pc:sldMkLst>
        <pc:spChg chg="mod">
          <ac:chgData name="MYUNG JIN" userId="89f3fa32ababedc4" providerId="LiveId" clId="{61CFDB85-767F-41F6-9EC9-9FE05B202BBC}" dt="2024-04-28T12:40:27.217" v="2000" actId="255"/>
          <ac:spMkLst>
            <pc:docMk/>
            <pc:sldMk cId="3996259717" sldId="310"/>
            <ac:spMk id="2" creationId="{00000000-0000-0000-0000-000000000000}"/>
          </ac:spMkLst>
        </pc:spChg>
        <pc:spChg chg="add mod">
          <ac:chgData name="MYUNG JIN" userId="89f3fa32ababedc4" providerId="LiveId" clId="{61CFDB85-767F-41F6-9EC9-9FE05B202BBC}" dt="2024-04-29T11:37:43.188" v="9284"/>
          <ac:spMkLst>
            <pc:docMk/>
            <pc:sldMk cId="3996259717" sldId="310"/>
            <ac:spMk id="3" creationId="{85EED2CB-E7DD-50F4-CD0F-B7D3F4AD7B89}"/>
          </ac:spMkLst>
        </pc:spChg>
        <pc:spChg chg="mod">
          <ac:chgData name="MYUNG JIN" userId="89f3fa32ababedc4" providerId="LiveId" clId="{61CFDB85-767F-41F6-9EC9-9FE05B202BBC}" dt="2024-04-29T10:59:12.339" v="8934" actId="20577"/>
          <ac:spMkLst>
            <pc:docMk/>
            <pc:sldMk cId="3996259717" sldId="310"/>
            <ac:spMk id="8" creationId="{00000000-0000-0000-0000-000000000000}"/>
          </ac:spMkLst>
        </pc:spChg>
        <pc:spChg chg="add del mod">
          <ac:chgData name="MYUNG JIN" userId="89f3fa32ababedc4" providerId="LiveId" clId="{61CFDB85-767F-41F6-9EC9-9FE05B202BBC}" dt="2024-04-29T00:22:13.160" v="4979" actId="478"/>
          <ac:spMkLst>
            <pc:docMk/>
            <pc:sldMk cId="3996259717" sldId="310"/>
            <ac:spMk id="9" creationId="{B46B4C42-953D-8E8F-FDD0-FD61A1BA0BA1}"/>
          </ac:spMkLst>
        </pc:spChg>
        <pc:spChg chg="add mod">
          <ac:chgData name="MYUNG JIN" userId="89f3fa32ababedc4" providerId="LiveId" clId="{61CFDB85-767F-41F6-9EC9-9FE05B202BBC}" dt="2024-04-29T00:29:22.919" v="5371" actId="1076"/>
          <ac:spMkLst>
            <pc:docMk/>
            <pc:sldMk cId="3996259717" sldId="310"/>
            <ac:spMk id="10" creationId="{B46B4C42-953D-8E8F-FDD0-FD61A1BA0BA1}"/>
          </ac:spMkLst>
        </pc:spChg>
        <pc:spChg chg="add mod">
          <ac:chgData name="MYUNG JIN" userId="89f3fa32ababedc4" providerId="LiveId" clId="{61CFDB85-767F-41F6-9EC9-9FE05B202BBC}" dt="2024-04-29T00:22:18.502" v="4980" actId="1076"/>
          <ac:spMkLst>
            <pc:docMk/>
            <pc:sldMk cId="3996259717" sldId="310"/>
            <ac:spMk id="34" creationId="{1891D043-DD76-5952-6551-B07475D0E1DB}"/>
          </ac:spMkLst>
        </pc:spChg>
        <pc:spChg chg="add mod">
          <ac:chgData name="MYUNG JIN" userId="89f3fa32ababedc4" providerId="LiveId" clId="{61CFDB85-767F-41F6-9EC9-9FE05B202BBC}" dt="2024-04-29T00:22:18.502" v="4980" actId="1076"/>
          <ac:spMkLst>
            <pc:docMk/>
            <pc:sldMk cId="3996259717" sldId="310"/>
            <ac:spMk id="54" creationId="{E92BD8AB-7682-6B3E-4932-92CCCDBF402E}"/>
          </ac:spMkLst>
        </pc:spChg>
        <pc:spChg chg="add mod">
          <ac:chgData name="MYUNG JIN" userId="89f3fa32ababedc4" providerId="LiveId" clId="{61CFDB85-767F-41F6-9EC9-9FE05B202BBC}" dt="2024-04-29T00:22:18.502" v="4980" actId="1076"/>
          <ac:spMkLst>
            <pc:docMk/>
            <pc:sldMk cId="3996259717" sldId="310"/>
            <ac:spMk id="55" creationId="{09961667-1109-F64C-0BCF-8153ED80D979}"/>
          </ac:spMkLst>
        </pc:spChg>
        <pc:spChg chg="add del mod">
          <ac:chgData name="MYUNG JIN" userId="89f3fa32ababedc4" providerId="LiveId" clId="{61CFDB85-767F-41F6-9EC9-9FE05B202BBC}" dt="2024-04-29T01:00:43.006" v="5603" actId="478"/>
          <ac:spMkLst>
            <pc:docMk/>
            <pc:sldMk cId="3996259717" sldId="310"/>
            <ac:spMk id="65" creationId="{8743B6F1-CA3C-54EC-BF7C-C5602A521781}"/>
          </ac:spMkLst>
        </pc:spChg>
        <pc:spChg chg="add mod">
          <ac:chgData name="MYUNG JIN" userId="89f3fa32ababedc4" providerId="LiveId" clId="{61CFDB85-767F-41F6-9EC9-9FE05B202BBC}" dt="2024-04-29T01:03:55.124" v="5987" actId="20577"/>
          <ac:spMkLst>
            <pc:docMk/>
            <pc:sldMk cId="3996259717" sldId="310"/>
            <ac:spMk id="72" creationId="{5E8CF9BD-D047-8242-AF62-5A6108FF8B39}"/>
          </ac:spMkLst>
        </pc:spChg>
        <pc:spChg chg="add mod">
          <ac:chgData name="MYUNG JIN" userId="89f3fa32ababedc4" providerId="LiveId" clId="{61CFDB85-767F-41F6-9EC9-9FE05B202BBC}" dt="2024-04-29T01:02:15.312" v="5713" actId="1076"/>
          <ac:spMkLst>
            <pc:docMk/>
            <pc:sldMk cId="3996259717" sldId="310"/>
            <ac:spMk id="73" creationId="{427CCCEA-D47A-59B5-D4DC-8F12229DA0C1}"/>
          </ac:spMkLst>
        </pc:spChg>
        <pc:grpChg chg="add del mod topLvl">
          <ac:chgData name="MYUNG JIN" userId="89f3fa32ababedc4" providerId="LiveId" clId="{61CFDB85-767F-41F6-9EC9-9FE05B202BBC}" dt="2024-04-28T19:40:54.281" v="3267" actId="165"/>
          <ac:grpSpMkLst>
            <pc:docMk/>
            <pc:sldMk cId="3996259717" sldId="310"/>
            <ac:grpSpMk id="33" creationId="{D0ADC8BC-5F0D-D3C7-A723-F7ADD34D10E9}"/>
          </ac:grpSpMkLst>
        </pc:grpChg>
        <pc:grpChg chg="add mod">
          <ac:chgData name="MYUNG JIN" userId="89f3fa32ababedc4" providerId="LiveId" clId="{61CFDB85-767F-41F6-9EC9-9FE05B202BBC}" dt="2024-04-28T19:07:10.955" v="3150" actId="571"/>
          <ac:grpSpMkLst>
            <pc:docMk/>
            <pc:sldMk cId="3996259717" sldId="310"/>
            <ac:grpSpMk id="35" creationId="{73A50F14-0660-7B1F-0BCA-AF84641DA3E5}"/>
          </ac:grpSpMkLst>
        </pc:grpChg>
        <pc:grpChg chg="add del mod">
          <ac:chgData name="MYUNG JIN" userId="89f3fa32ababedc4" providerId="LiveId" clId="{61CFDB85-767F-41F6-9EC9-9FE05B202BBC}" dt="2024-04-28T19:40:49.583" v="3266" actId="165"/>
          <ac:grpSpMkLst>
            <pc:docMk/>
            <pc:sldMk cId="3996259717" sldId="310"/>
            <ac:grpSpMk id="57" creationId="{88443399-2FCA-ED4D-6B21-23E295F5F2FF}"/>
          </ac:grpSpMkLst>
        </pc:grpChg>
        <pc:grpChg chg="add mod">
          <ac:chgData name="MYUNG JIN" userId="89f3fa32ababedc4" providerId="LiveId" clId="{61CFDB85-767F-41F6-9EC9-9FE05B202BBC}" dt="2024-04-29T10:58:47.963" v="8926" actId="1076"/>
          <ac:grpSpMkLst>
            <pc:docMk/>
            <pc:sldMk cId="3996259717" sldId="310"/>
            <ac:grpSpMk id="58" creationId="{FC037CAC-2FD9-81F0-58F3-DDDC7E3AC5F5}"/>
          </ac:grpSpMkLst>
        </pc:grpChg>
        <pc:picChg chg="add del mod">
          <ac:chgData name="MYUNG JIN" userId="89f3fa32ababedc4" providerId="LiveId" clId="{61CFDB85-767F-41F6-9EC9-9FE05B202BBC}" dt="2024-04-29T00:22:10.490" v="4978" actId="478"/>
          <ac:picMkLst>
            <pc:docMk/>
            <pc:sldMk cId="3996259717" sldId="310"/>
            <ac:picMk id="4" creationId="{77751B99-53A8-6FF7-D373-614167B83A64}"/>
          </ac:picMkLst>
        </pc:picChg>
        <pc:picChg chg="add mod topLvl">
          <ac:chgData name="MYUNG JIN" userId="89f3fa32ababedc4" providerId="LiveId" clId="{61CFDB85-767F-41F6-9EC9-9FE05B202BBC}" dt="2024-04-29T00:22:18.502" v="4980" actId="1076"/>
          <ac:picMkLst>
            <pc:docMk/>
            <pc:sldMk cId="3996259717" sldId="310"/>
            <ac:picMk id="11" creationId="{5F8129AC-44D0-62F4-0A81-5B8ACC670693}"/>
          </ac:picMkLst>
        </pc:picChg>
        <pc:picChg chg="add del mod">
          <ac:chgData name="MYUNG JIN" userId="89f3fa32ababedc4" providerId="LiveId" clId="{61CFDB85-767F-41F6-9EC9-9FE05B202BBC}" dt="2024-04-28T13:08:19.117" v="2224" actId="478"/>
          <ac:picMkLst>
            <pc:docMk/>
            <pc:sldMk cId="3996259717" sldId="310"/>
            <ac:picMk id="13" creationId="{A280FDA6-0D57-822D-A4D3-4A74DA542A19}"/>
          </ac:picMkLst>
        </pc:picChg>
        <pc:picChg chg="add del mod">
          <ac:chgData name="MYUNG JIN" userId="89f3fa32ababedc4" providerId="LiveId" clId="{61CFDB85-767F-41F6-9EC9-9FE05B202BBC}" dt="2024-04-28T09:14:28.080" v="1732" actId="478"/>
          <ac:picMkLst>
            <pc:docMk/>
            <pc:sldMk cId="3996259717" sldId="310"/>
            <ac:picMk id="13" creationId="{B771DC93-F261-0492-1783-C387D000F50E}"/>
          </ac:picMkLst>
        </pc:picChg>
        <pc:picChg chg="add del mod">
          <ac:chgData name="MYUNG JIN" userId="89f3fa32ababedc4" providerId="LiveId" clId="{61CFDB85-767F-41F6-9EC9-9FE05B202BBC}" dt="2024-04-28T09:19:26.173" v="1740" actId="478"/>
          <ac:picMkLst>
            <pc:docMk/>
            <pc:sldMk cId="3996259717" sldId="310"/>
            <ac:picMk id="14" creationId="{1ACBDD23-509D-AA9A-60C0-58E839CDE0E3}"/>
          </ac:picMkLst>
        </pc:picChg>
        <pc:picChg chg="add del mod">
          <ac:chgData name="MYUNG JIN" userId="89f3fa32ababedc4" providerId="LiveId" clId="{61CFDB85-767F-41F6-9EC9-9FE05B202BBC}" dt="2024-04-28T12:06:23.483" v="1838" actId="21"/>
          <ac:picMkLst>
            <pc:docMk/>
            <pc:sldMk cId="3996259717" sldId="310"/>
            <ac:picMk id="15" creationId="{136F85E2-3514-315A-48D1-8D8BD9B3D74E}"/>
          </ac:picMkLst>
        </pc:picChg>
        <pc:picChg chg="add del mod">
          <ac:chgData name="MYUNG JIN" userId="89f3fa32ababedc4" providerId="LiveId" clId="{61CFDB85-767F-41F6-9EC9-9FE05B202BBC}" dt="2024-04-28T11:46:28.083" v="1812" actId="478"/>
          <ac:picMkLst>
            <pc:docMk/>
            <pc:sldMk cId="3996259717" sldId="310"/>
            <ac:picMk id="16" creationId="{BCBCEDC7-EC28-25E4-6DF4-C8BBC8DD1473}"/>
          </ac:picMkLst>
        </pc:picChg>
        <pc:picChg chg="add del">
          <ac:chgData name="MYUNG JIN" userId="89f3fa32ababedc4" providerId="LiveId" clId="{61CFDB85-767F-41F6-9EC9-9FE05B202BBC}" dt="2024-04-28T13:08:23.171" v="2226" actId="478"/>
          <ac:picMkLst>
            <pc:docMk/>
            <pc:sldMk cId="3996259717" sldId="310"/>
            <ac:picMk id="18" creationId="{6FA0815E-9D0A-466C-031C-5780CD5F381A}"/>
          </ac:picMkLst>
        </pc:picChg>
        <pc:picChg chg="add del mod">
          <ac:chgData name="MYUNG JIN" userId="89f3fa32ababedc4" providerId="LiveId" clId="{61CFDB85-767F-41F6-9EC9-9FE05B202BBC}" dt="2024-04-28T13:09:05.695" v="2235" actId="478"/>
          <ac:picMkLst>
            <pc:docMk/>
            <pc:sldMk cId="3996259717" sldId="310"/>
            <ac:picMk id="20" creationId="{36ACB0C6-CB67-F2E3-6753-97225217FA71}"/>
          </ac:picMkLst>
        </pc:picChg>
        <pc:picChg chg="add del mod">
          <ac:chgData name="MYUNG JIN" userId="89f3fa32ababedc4" providerId="LiveId" clId="{61CFDB85-767F-41F6-9EC9-9FE05B202BBC}" dt="2024-04-28T13:13:11.208" v="2244" actId="478"/>
          <ac:picMkLst>
            <pc:docMk/>
            <pc:sldMk cId="3996259717" sldId="310"/>
            <ac:picMk id="22" creationId="{A03BBE8F-30FF-BA7B-CC02-7CE4DE651570}"/>
          </ac:picMkLst>
        </pc:picChg>
        <pc:picChg chg="add del mod">
          <ac:chgData name="MYUNG JIN" userId="89f3fa32ababedc4" providerId="LiveId" clId="{61CFDB85-767F-41F6-9EC9-9FE05B202BBC}" dt="2024-04-28T13:15:09.597" v="2254" actId="478"/>
          <ac:picMkLst>
            <pc:docMk/>
            <pc:sldMk cId="3996259717" sldId="310"/>
            <ac:picMk id="24" creationId="{71C1EEBA-F7F6-0FEC-C2B5-1E23D4015A6C}"/>
          </ac:picMkLst>
        </pc:picChg>
        <pc:picChg chg="add mod topLvl">
          <ac:chgData name="MYUNG JIN" userId="89f3fa32ababedc4" providerId="LiveId" clId="{61CFDB85-767F-41F6-9EC9-9FE05B202BBC}" dt="2024-04-28T19:41:02.408" v="3269" actId="164"/>
          <ac:picMkLst>
            <pc:docMk/>
            <pc:sldMk cId="3996259717" sldId="310"/>
            <ac:picMk id="26" creationId="{102C4254-2340-0324-B3EF-848E87C248FD}"/>
          </ac:picMkLst>
        </pc:picChg>
        <pc:picChg chg="add del mod">
          <ac:chgData name="MYUNG JIN" userId="89f3fa32ababedc4" providerId="LiveId" clId="{61CFDB85-767F-41F6-9EC9-9FE05B202BBC}" dt="2024-04-28T13:23:24.139" v="2269" actId="478"/>
          <ac:picMkLst>
            <pc:docMk/>
            <pc:sldMk cId="3996259717" sldId="310"/>
            <ac:picMk id="28" creationId="{E0F7B162-48B3-5847-CBC7-430239BC4CD7}"/>
          </ac:picMkLst>
        </pc:picChg>
        <pc:picChg chg="add del mod">
          <ac:chgData name="MYUNG JIN" userId="89f3fa32ababedc4" providerId="LiveId" clId="{61CFDB85-767F-41F6-9EC9-9FE05B202BBC}" dt="2024-04-28T13:55:54.125" v="2421" actId="478"/>
          <ac:picMkLst>
            <pc:docMk/>
            <pc:sldMk cId="3996259717" sldId="310"/>
            <ac:picMk id="30" creationId="{AC053BC7-5BE1-5AB7-E734-453530999D21}"/>
          </ac:picMkLst>
        </pc:picChg>
        <pc:picChg chg="add mod">
          <ac:chgData name="MYUNG JIN" userId="89f3fa32ababedc4" providerId="LiveId" clId="{61CFDB85-767F-41F6-9EC9-9FE05B202BBC}" dt="2024-04-29T00:22:18.502" v="4980" actId="1076"/>
          <ac:picMkLst>
            <pc:docMk/>
            <pc:sldMk cId="3996259717" sldId="310"/>
            <ac:picMk id="32" creationId="{18257E8E-646C-4BEE-421E-AB898E4BD9E0}"/>
          </ac:picMkLst>
        </pc:picChg>
        <pc:picChg chg="mod">
          <ac:chgData name="MYUNG JIN" userId="89f3fa32ababedc4" providerId="LiveId" clId="{61CFDB85-767F-41F6-9EC9-9FE05B202BBC}" dt="2024-04-28T19:07:10.955" v="3150" actId="571"/>
          <ac:picMkLst>
            <pc:docMk/>
            <pc:sldMk cId="3996259717" sldId="310"/>
            <ac:picMk id="36" creationId="{86282BDB-5504-FEBE-6B88-1337AC59712B}"/>
          </ac:picMkLst>
        </pc:picChg>
        <pc:picChg chg="mod">
          <ac:chgData name="MYUNG JIN" userId="89f3fa32ababedc4" providerId="LiveId" clId="{61CFDB85-767F-41F6-9EC9-9FE05B202BBC}" dt="2024-04-28T19:07:10.955" v="3150" actId="571"/>
          <ac:picMkLst>
            <pc:docMk/>
            <pc:sldMk cId="3996259717" sldId="310"/>
            <ac:picMk id="37" creationId="{461F8CE5-CE87-30E5-462F-7FABB224D3BF}"/>
          </ac:picMkLst>
        </pc:picChg>
        <pc:picChg chg="add mod">
          <ac:chgData name="MYUNG JIN" userId="89f3fa32ababedc4" providerId="LiveId" clId="{61CFDB85-767F-41F6-9EC9-9FE05B202BBC}" dt="2024-04-28T19:07:10.955" v="3150" actId="571"/>
          <ac:picMkLst>
            <pc:docMk/>
            <pc:sldMk cId="3996259717" sldId="310"/>
            <ac:picMk id="38" creationId="{6F625017-B8B3-2A74-D0F5-B20927A2E25B}"/>
          </ac:picMkLst>
        </pc:picChg>
        <pc:picChg chg="add del mod">
          <ac:chgData name="MYUNG JIN" userId="89f3fa32ababedc4" providerId="LiveId" clId="{61CFDB85-767F-41F6-9EC9-9FE05B202BBC}" dt="2024-04-28T19:07:30.500" v="3156" actId="478"/>
          <ac:picMkLst>
            <pc:docMk/>
            <pc:sldMk cId="3996259717" sldId="310"/>
            <ac:picMk id="39" creationId="{85C26C15-8A43-E681-0B45-D4FC47F9E918}"/>
          </ac:picMkLst>
        </pc:picChg>
        <pc:picChg chg="add del mod">
          <ac:chgData name="MYUNG JIN" userId="89f3fa32ababedc4" providerId="LiveId" clId="{61CFDB85-767F-41F6-9EC9-9FE05B202BBC}" dt="2024-04-28T19:13:26.414" v="3169" actId="478"/>
          <ac:picMkLst>
            <pc:docMk/>
            <pc:sldMk cId="3996259717" sldId="310"/>
            <ac:picMk id="41" creationId="{D9E8580B-7852-3293-E7E1-61C96EB4C629}"/>
          </ac:picMkLst>
        </pc:picChg>
        <pc:picChg chg="add del mod">
          <ac:chgData name="MYUNG JIN" userId="89f3fa32ababedc4" providerId="LiveId" clId="{61CFDB85-767F-41F6-9EC9-9FE05B202BBC}" dt="2024-04-28T19:16:01.917" v="3177" actId="478"/>
          <ac:picMkLst>
            <pc:docMk/>
            <pc:sldMk cId="3996259717" sldId="310"/>
            <ac:picMk id="43" creationId="{2AD44C9E-A8EC-1093-E189-81C2E81CEE28}"/>
          </ac:picMkLst>
        </pc:picChg>
        <pc:picChg chg="add del mod">
          <ac:chgData name="MYUNG JIN" userId="89f3fa32ababedc4" providerId="LiveId" clId="{61CFDB85-767F-41F6-9EC9-9FE05B202BBC}" dt="2024-04-28T19:17:58.565" v="3185" actId="478"/>
          <ac:picMkLst>
            <pc:docMk/>
            <pc:sldMk cId="3996259717" sldId="310"/>
            <ac:picMk id="45" creationId="{34503152-F824-F8F9-B632-B95CF478E79C}"/>
          </ac:picMkLst>
        </pc:picChg>
        <pc:picChg chg="add del mod">
          <ac:chgData name="MYUNG JIN" userId="89f3fa32ababedc4" providerId="LiveId" clId="{61CFDB85-767F-41F6-9EC9-9FE05B202BBC}" dt="2024-04-28T19:25:41.031" v="3193" actId="478"/>
          <ac:picMkLst>
            <pc:docMk/>
            <pc:sldMk cId="3996259717" sldId="310"/>
            <ac:picMk id="47" creationId="{602F913E-8810-713F-0335-E2EF7971B474}"/>
          </ac:picMkLst>
        </pc:picChg>
        <pc:picChg chg="add del mod">
          <ac:chgData name="MYUNG JIN" userId="89f3fa32ababedc4" providerId="LiveId" clId="{61CFDB85-767F-41F6-9EC9-9FE05B202BBC}" dt="2024-04-28T19:26:37.629" v="3200" actId="478"/>
          <ac:picMkLst>
            <pc:docMk/>
            <pc:sldMk cId="3996259717" sldId="310"/>
            <ac:picMk id="49" creationId="{D3DC3547-CF34-AC34-072A-F9A7F49C3582}"/>
          </ac:picMkLst>
        </pc:picChg>
        <pc:picChg chg="add del mod">
          <ac:chgData name="MYUNG JIN" userId="89f3fa32ababedc4" providerId="LiveId" clId="{61CFDB85-767F-41F6-9EC9-9FE05B202BBC}" dt="2024-04-28T19:28:30.142" v="3209" actId="478"/>
          <ac:picMkLst>
            <pc:docMk/>
            <pc:sldMk cId="3996259717" sldId="310"/>
            <ac:picMk id="51" creationId="{370F2593-B075-9761-F6F1-989F26B2DCCF}"/>
          </ac:picMkLst>
        </pc:picChg>
        <pc:picChg chg="add mod">
          <ac:chgData name="MYUNG JIN" userId="89f3fa32ababedc4" providerId="LiveId" clId="{61CFDB85-767F-41F6-9EC9-9FE05B202BBC}" dt="2024-04-29T00:22:18.502" v="4980" actId="1076"/>
          <ac:picMkLst>
            <pc:docMk/>
            <pc:sldMk cId="3996259717" sldId="310"/>
            <ac:picMk id="53" creationId="{08FB8D96-B00A-9C5C-16A7-0D27D7DEDB28}"/>
          </ac:picMkLst>
        </pc:picChg>
        <pc:picChg chg="add mod topLvl modCrop">
          <ac:chgData name="MYUNG JIN" userId="89f3fa32ababedc4" providerId="LiveId" clId="{61CFDB85-767F-41F6-9EC9-9FE05B202BBC}" dt="2024-04-28T19:41:08.826" v="3271" actId="1076"/>
          <ac:picMkLst>
            <pc:docMk/>
            <pc:sldMk cId="3996259717" sldId="310"/>
            <ac:picMk id="56" creationId="{C4F2D298-4AB3-679A-B4A6-7C6998064963}"/>
          </ac:picMkLst>
        </pc:picChg>
        <pc:picChg chg="add del mod">
          <ac:chgData name="MYUNG JIN" userId="89f3fa32ababedc4" providerId="LiveId" clId="{61CFDB85-767F-41F6-9EC9-9FE05B202BBC}" dt="2024-04-29T00:12:52.953" v="4953" actId="478"/>
          <ac:picMkLst>
            <pc:docMk/>
            <pc:sldMk cId="3996259717" sldId="310"/>
            <ac:picMk id="60" creationId="{D49FCC5B-DC3E-E01C-0823-B8AF7CE26703}"/>
          </ac:picMkLst>
        </pc:picChg>
        <pc:picChg chg="add del mod">
          <ac:chgData name="MYUNG JIN" userId="89f3fa32ababedc4" providerId="LiveId" clId="{61CFDB85-767F-41F6-9EC9-9FE05B202BBC}" dt="2024-04-29T00:15:51.815" v="4961" actId="478"/>
          <ac:picMkLst>
            <pc:docMk/>
            <pc:sldMk cId="3996259717" sldId="310"/>
            <ac:picMk id="62" creationId="{DC77FF53-BF22-CFFD-EF12-D72C6FFC858A}"/>
          </ac:picMkLst>
        </pc:picChg>
        <pc:picChg chg="add del mod">
          <ac:chgData name="MYUNG JIN" userId="89f3fa32ababedc4" providerId="LiveId" clId="{61CFDB85-767F-41F6-9EC9-9FE05B202BBC}" dt="2024-04-29T00:17:48.879" v="4977" actId="478"/>
          <ac:picMkLst>
            <pc:docMk/>
            <pc:sldMk cId="3996259717" sldId="310"/>
            <ac:picMk id="64" creationId="{82DCA4B0-207B-283E-5E84-6A291B5BA9A7}"/>
          </ac:picMkLst>
        </pc:picChg>
        <pc:picChg chg="add del mod">
          <ac:chgData name="MYUNG JIN" userId="89f3fa32ababedc4" providerId="LiveId" clId="{61CFDB85-767F-41F6-9EC9-9FE05B202BBC}" dt="2024-04-29T00:26:03.535" v="5285" actId="478"/>
          <ac:picMkLst>
            <pc:docMk/>
            <pc:sldMk cId="3996259717" sldId="310"/>
            <ac:picMk id="67" creationId="{4622B488-A7AC-698C-E5EB-36550E54335A}"/>
          </ac:picMkLst>
        </pc:picChg>
        <pc:picChg chg="add del mod">
          <ac:chgData name="MYUNG JIN" userId="89f3fa32ababedc4" providerId="LiveId" clId="{61CFDB85-767F-41F6-9EC9-9FE05B202BBC}" dt="2024-04-29T00:27:48.965" v="5322" actId="478"/>
          <ac:picMkLst>
            <pc:docMk/>
            <pc:sldMk cId="3996259717" sldId="310"/>
            <ac:picMk id="69" creationId="{D50B478A-E004-D71E-3C5A-8E1D62430EDF}"/>
          </ac:picMkLst>
        </pc:picChg>
        <pc:picChg chg="add del mod">
          <ac:chgData name="MYUNG JIN" userId="89f3fa32ababedc4" providerId="LiveId" clId="{61CFDB85-767F-41F6-9EC9-9FE05B202BBC}" dt="2024-04-29T00:28:57.821" v="5330" actId="478"/>
          <ac:picMkLst>
            <pc:docMk/>
            <pc:sldMk cId="3996259717" sldId="310"/>
            <ac:picMk id="71" creationId="{E30A2576-E2F8-B4B1-5556-8881F8160814}"/>
          </ac:picMkLst>
        </pc:picChg>
      </pc:sldChg>
      <pc:sldChg chg="addSp delSp modSp mod">
        <pc:chgData name="MYUNG JIN" userId="89f3fa32ababedc4" providerId="LiveId" clId="{61CFDB85-767F-41F6-9EC9-9FE05B202BBC}" dt="2024-04-29T10:59:23.166" v="8942" actId="20577"/>
        <pc:sldMkLst>
          <pc:docMk/>
          <pc:sldMk cId="1496575499" sldId="311"/>
        </pc:sldMkLst>
        <pc:spChg chg="mod">
          <ac:chgData name="MYUNG JIN" userId="89f3fa32ababedc4" providerId="LiveId" clId="{61CFDB85-767F-41F6-9EC9-9FE05B202BBC}" dt="2024-04-28T16:11:58.467" v="2616"/>
          <ac:spMkLst>
            <pc:docMk/>
            <pc:sldMk cId="1496575499" sldId="311"/>
            <ac:spMk id="2" creationId="{00000000-0000-0000-0000-000000000000}"/>
          </ac:spMkLst>
        </pc:spChg>
        <pc:spChg chg="add mod">
          <ac:chgData name="MYUNG JIN" userId="89f3fa32ababedc4" providerId="LiveId" clId="{61CFDB85-767F-41F6-9EC9-9FE05B202BBC}" dt="2024-04-29T07:17:52.898" v="6422" actId="14100"/>
          <ac:spMkLst>
            <pc:docMk/>
            <pc:sldMk cId="1496575499" sldId="311"/>
            <ac:spMk id="3" creationId="{A25BAFEB-4FD0-5A1A-EF81-0C0947D80959}"/>
          </ac:spMkLst>
        </pc:spChg>
        <pc:spChg chg="mod">
          <ac:chgData name="MYUNG JIN" userId="89f3fa32ababedc4" providerId="LiveId" clId="{61CFDB85-767F-41F6-9EC9-9FE05B202BBC}" dt="2024-04-29T10:59:23.166" v="8942" actId="20577"/>
          <ac:spMkLst>
            <pc:docMk/>
            <pc:sldMk cId="1496575499" sldId="311"/>
            <ac:spMk id="8" creationId="{00000000-0000-0000-0000-000000000000}"/>
          </ac:spMkLst>
        </pc:spChg>
        <pc:spChg chg="add mod">
          <ac:chgData name="MYUNG JIN" userId="89f3fa32ababedc4" providerId="LiveId" clId="{61CFDB85-767F-41F6-9EC9-9FE05B202BBC}" dt="2024-04-29T01:17:19.312" v="6001" actId="164"/>
          <ac:spMkLst>
            <pc:docMk/>
            <pc:sldMk cId="1496575499" sldId="311"/>
            <ac:spMk id="9" creationId="{50AFE188-C909-7263-C5B2-9628B519662C}"/>
          </ac:spMkLst>
        </pc:spChg>
        <pc:spChg chg="add mod topLvl">
          <ac:chgData name="MYUNG JIN" userId="89f3fa32ababedc4" providerId="LiveId" clId="{61CFDB85-767F-41F6-9EC9-9FE05B202BBC}" dt="2024-04-29T07:00:13.536" v="6235" actId="165"/>
          <ac:spMkLst>
            <pc:docMk/>
            <pc:sldMk cId="1496575499" sldId="311"/>
            <ac:spMk id="13" creationId="{DCFA512A-9CD4-2809-6E38-AED5EEF8549A}"/>
          </ac:spMkLst>
        </pc:spChg>
        <pc:spChg chg="add mod ord topLvl">
          <ac:chgData name="MYUNG JIN" userId="89f3fa32ababedc4" providerId="LiveId" clId="{61CFDB85-767F-41F6-9EC9-9FE05B202BBC}" dt="2024-04-29T07:00:36.500" v="6244" actId="20577"/>
          <ac:spMkLst>
            <pc:docMk/>
            <pc:sldMk cId="1496575499" sldId="311"/>
            <ac:spMk id="17" creationId="{179E99E3-C668-8633-5559-D226EC49FE30}"/>
          </ac:spMkLst>
        </pc:spChg>
        <pc:spChg chg="add mod">
          <ac:chgData name="MYUNG JIN" userId="89f3fa32ababedc4" providerId="LiveId" clId="{61CFDB85-767F-41F6-9EC9-9FE05B202BBC}" dt="2024-04-29T07:03:12.682" v="6253" actId="20577"/>
          <ac:spMkLst>
            <pc:docMk/>
            <pc:sldMk cId="1496575499" sldId="311"/>
            <ac:spMk id="19" creationId="{FD59805E-5A4C-CB48-2C7A-C7F8E2FE63F3}"/>
          </ac:spMkLst>
        </pc:spChg>
        <pc:spChg chg="add mod">
          <ac:chgData name="MYUNG JIN" userId="89f3fa32ababedc4" providerId="LiveId" clId="{61CFDB85-767F-41F6-9EC9-9FE05B202BBC}" dt="2024-04-29T07:10:07.443" v="6340" actId="20577"/>
          <ac:spMkLst>
            <pc:docMk/>
            <pc:sldMk cId="1496575499" sldId="311"/>
            <ac:spMk id="21" creationId="{236E1B2C-95B0-08CE-3F4A-E61B4F2DD283}"/>
          </ac:spMkLst>
        </pc:spChg>
        <pc:spChg chg="add mod">
          <ac:chgData name="MYUNG JIN" userId="89f3fa32ababedc4" providerId="LiveId" clId="{61CFDB85-767F-41F6-9EC9-9FE05B202BBC}" dt="2024-04-29T07:15:17.376" v="6351" actId="20577"/>
          <ac:spMkLst>
            <pc:docMk/>
            <pc:sldMk cId="1496575499" sldId="311"/>
            <ac:spMk id="23" creationId="{DBD7A8E9-A2A4-07D0-946A-2138BCD6D719}"/>
          </ac:spMkLst>
        </pc:spChg>
        <pc:spChg chg="add mod">
          <ac:chgData name="MYUNG JIN" userId="89f3fa32ababedc4" providerId="LiveId" clId="{61CFDB85-767F-41F6-9EC9-9FE05B202BBC}" dt="2024-04-29T07:17:11.926" v="6359" actId="20577"/>
          <ac:spMkLst>
            <pc:docMk/>
            <pc:sldMk cId="1496575499" sldId="311"/>
            <ac:spMk id="25" creationId="{4232AA51-7498-55D3-B7A9-B10FDC122BB0}"/>
          </ac:spMkLst>
        </pc:spChg>
        <pc:spChg chg="add mod">
          <ac:chgData name="MYUNG JIN" userId="89f3fa32ababedc4" providerId="LiveId" clId="{61CFDB85-767F-41F6-9EC9-9FE05B202BBC}" dt="2024-04-29T07:17:58.748" v="6423" actId="1076"/>
          <ac:spMkLst>
            <pc:docMk/>
            <pc:sldMk cId="1496575499" sldId="311"/>
            <ac:spMk id="26" creationId="{21D00FD2-52B8-F75F-ECF7-E46F3B09C0B9}"/>
          </ac:spMkLst>
        </pc:spChg>
        <pc:grpChg chg="add del mod">
          <ac:chgData name="MYUNG JIN" userId="89f3fa32ababedc4" providerId="LiveId" clId="{61CFDB85-767F-41F6-9EC9-9FE05B202BBC}" dt="2024-04-29T06:54:11.206" v="6117" actId="478"/>
          <ac:grpSpMkLst>
            <pc:docMk/>
            <pc:sldMk cId="1496575499" sldId="311"/>
            <ac:grpSpMk id="10" creationId="{58C31830-3B54-19C9-04D4-429120539E3D}"/>
          </ac:grpSpMkLst>
        </pc:grpChg>
        <pc:grpChg chg="add del mod">
          <ac:chgData name="MYUNG JIN" userId="89f3fa32ababedc4" providerId="LiveId" clId="{61CFDB85-767F-41F6-9EC9-9FE05B202BBC}" dt="2024-04-29T06:59:02.466" v="6224" actId="164"/>
          <ac:grpSpMkLst>
            <pc:docMk/>
            <pc:sldMk cId="1496575499" sldId="311"/>
            <ac:grpSpMk id="14" creationId="{03B4BAD9-FFD9-23B1-F4C4-76549456B2B0}"/>
          </ac:grpSpMkLst>
        </pc:grpChg>
        <pc:grpChg chg="add del mod">
          <ac:chgData name="MYUNG JIN" userId="89f3fa32ababedc4" providerId="LiveId" clId="{61CFDB85-767F-41F6-9EC9-9FE05B202BBC}" dt="2024-04-29T07:00:13.536" v="6235" actId="165"/>
          <ac:grpSpMkLst>
            <pc:docMk/>
            <pc:sldMk cId="1496575499" sldId="311"/>
            <ac:grpSpMk id="15" creationId="{371E0115-FF0D-3A0D-E6EE-ED1254BC021C}"/>
          </ac:grpSpMkLst>
        </pc:grpChg>
        <pc:graphicFrameChg chg="add del mod topLvl">
          <ac:chgData name="MYUNG JIN" userId="89f3fa32ababedc4" providerId="LiveId" clId="{61CFDB85-767F-41F6-9EC9-9FE05B202BBC}" dt="2024-04-29T07:00:13.536" v="6235" actId="165"/>
          <ac:graphicFrameMkLst>
            <pc:docMk/>
            <pc:sldMk cId="1496575499" sldId="311"/>
            <ac:graphicFrameMk id="11" creationId="{024CB2DF-4152-5795-C9D9-E81B96966CC9}"/>
          </ac:graphicFrameMkLst>
        </pc:graphicFrameChg>
        <pc:graphicFrameChg chg="add mod">
          <ac:chgData name="MYUNG JIN" userId="89f3fa32ababedc4" providerId="LiveId" clId="{61CFDB85-767F-41F6-9EC9-9FE05B202BBC}" dt="2024-04-29T07:03:05.653" v="6249" actId="14100"/>
          <ac:graphicFrameMkLst>
            <pc:docMk/>
            <pc:sldMk cId="1496575499" sldId="311"/>
            <ac:graphicFrameMk id="16" creationId="{DA61B0BF-D396-B423-C8AF-55707C379811}"/>
          </ac:graphicFrameMkLst>
        </pc:graphicFrameChg>
        <pc:graphicFrameChg chg="add mod">
          <ac:chgData name="MYUNG JIN" userId="89f3fa32ababedc4" providerId="LiveId" clId="{61CFDB85-767F-41F6-9EC9-9FE05B202BBC}" dt="2024-04-29T07:03:08.555" v="6251" actId="14100"/>
          <ac:graphicFrameMkLst>
            <pc:docMk/>
            <pc:sldMk cId="1496575499" sldId="311"/>
            <ac:graphicFrameMk id="18" creationId="{F0AFD14F-0DAE-E2B0-1E57-A0AB909E71F7}"/>
          </ac:graphicFrameMkLst>
        </pc:graphicFrameChg>
        <pc:graphicFrameChg chg="add mod">
          <ac:chgData name="MYUNG JIN" userId="89f3fa32ababedc4" providerId="LiveId" clId="{61CFDB85-767F-41F6-9EC9-9FE05B202BBC}" dt="2024-04-29T07:10:02.221" v="6337" actId="1076"/>
          <ac:graphicFrameMkLst>
            <pc:docMk/>
            <pc:sldMk cId="1496575499" sldId="311"/>
            <ac:graphicFrameMk id="20" creationId="{EDF44B72-A658-04F6-B799-2FBF8E32595C}"/>
          </ac:graphicFrameMkLst>
        </pc:graphicFrameChg>
        <pc:graphicFrameChg chg="add mod">
          <ac:chgData name="MYUNG JIN" userId="89f3fa32ababedc4" providerId="LiveId" clId="{61CFDB85-767F-41F6-9EC9-9FE05B202BBC}" dt="2024-04-29T07:15:10.985" v="6348" actId="1076"/>
          <ac:graphicFrameMkLst>
            <pc:docMk/>
            <pc:sldMk cId="1496575499" sldId="311"/>
            <ac:graphicFrameMk id="22" creationId="{715E91C0-5912-FD9B-CE41-FBD28F10D0F1}"/>
          </ac:graphicFrameMkLst>
        </pc:graphicFrameChg>
        <pc:graphicFrameChg chg="add mod">
          <ac:chgData name="MYUNG JIN" userId="89f3fa32ababedc4" providerId="LiveId" clId="{61CFDB85-767F-41F6-9EC9-9FE05B202BBC}" dt="2024-04-29T07:17:07.054" v="6356" actId="1076"/>
          <ac:graphicFrameMkLst>
            <pc:docMk/>
            <pc:sldMk cId="1496575499" sldId="311"/>
            <ac:graphicFrameMk id="24" creationId="{C4A0406E-6FA8-1548-4255-4D8C260627D1}"/>
          </ac:graphicFrameMkLst>
        </pc:graphicFrameChg>
        <pc:picChg chg="add mod">
          <ac:chgData name="MYUNG JIN" userId="89f3fa32ababedc4" providerId="LiveId" clId="{61CFDB85-767F-41F6-9EC9-9FE05B202BBC}" dt="2024-04-29T01:17:19.312" v="6001" actId="164"/>
          <ac:picMkLst>
            <pc:docMk/>
            <pc:sldMk cId="1496575499" sldId="311"/>
            <ac:picMk id="4" creationId="{3020DDF6-FDC7-0D4E-F9F7-029A479956F5}"/>
          </ac:picMkLst>
        </pc:picChg>
      </pc:sldChg>
      <pc:sldChg chg="addSp delSp modSp del mod">
        <pc:chgData name="MYUNG JIN" userId="89f3fa32ababedc4" providerId="LiveId" clId="{61CFDB85-767F-41F6-9EC9-9FE05B202BBC}" dt="2024-04-23T07:50:02.685" v="649" actId="47"/>
        <pc:sldMkLst>
          <pc:docMk/>
          <pc:sldMk cId="1679812937" sldId="312"/>
        </pc:sldMkLst>
        <pc:graphicFrameChg chg="add mod">
          <ac:chgData name="MYUNG JIN" userId="89f3fa32ababedc4" providerId="LiveId" clId="{61CFDB85-767F-41F6-9EC9-9FE05B202BBC}" dt="2024-04-12T03:45:22.346" v="511" actId="1076"/>
          <ac:graphicFrameMkLst>
            <pc:docMk/>
            <pc:sldMk cId="1679812937" sldId="312"/>
            <ac:graphicFrameMk id="9" creationId="{613001C5-B0A0-C1D0-F963-1884B3F5CA52}"/>
          </ac:graphicFrameMkLst>
        </pc:graphicFrameChg>
        <pc:picChg chg="add del mod">
          <ac:chgData name="MYUNG JIN" userId="89f3fa32ababedc4" providerId="LiveId" clId="{61CFDB85-767F-41F6-9EC9-9FE05B202BBC}" dt="2024-04-12T01:58:19.809" v="473" actId="478"/>
          <ac:picMkLst>
            <pc:docMk/>
            <pc:sldMk cId="1679812937" sldId="312"/>
            <ac:picMk id="4" creationId="{BC50017D-DB3D-4D58-1FBC-5519960B5FA4}"/>
          </ac:picMkLst>
        </pc:picChg>
        <pc:picChg chg="add mod ord">
          <ac:chgData name="MYUNG JIN" userId="89f3fa32ababedc4" providerId="LiveId" clId="{61CFDB85-767F-41F6-9EC9-9FE05B202BBC}" dt="2024-04-12T01:58:51.606" v="479" actId="167"/>
          <ac:picMkLst>
            <pc:docMk/>
            <pc:sldMk cId="1679812937" sldId="312"/>
            <ac:picMk id="11" creationId="{D10DB20C-B417-0B83-FA29-BAC00517A18A}"/>
          </ac:picMkLst>
        </pc:picChg>
      </pc:sldChg>
      <pc:sldChg chg="addSp delSp modSp mod ord">
        <pc:chgData name="MYUNG JIN" userId="89f3fa32ababedc4" providerId="LiveId" clId="{61CFDB85-767F-41F6-9EC9-9FE05B202BBC}" dt="2024-04-29T11:37:49.731" v="9285"/>
        <pc:sldMkLst>
          <pc:docMk/>
          <pc:sldMk cId="674815858" sldId="313"/>
        </pc:sldMkLst>
        <pc:spChg chg="mod">
          <ac:chgData name="MYUNG JIN" userId="89f3fa32ababedc4" providerId="LiveId" clId="{61CFDB85-767F-41F6-9EC9-9FE05B202BBC}" dt="2024-04-28T06:07:14.269" v="822" actId="20577"/>
          <ac:spMkLst>
            <pc:docMk/>
            <pc:sldMk cId="674815858" sldId="313"/>
            <ac:spMk id="2" creationId="{00000000-0000-0000-0000-000000000000}"/>
          </ac:spMkLst>
        </pc:spChg>
        <pc:spChg chg="add mod">
          <ac:chgData name="MYUNG JIN" userId="89f3fa32ababedc4" providerId="LiveId" clId="{61CFDB85-767F-41F6-9EC9-9FE05B202BBC}" dt="2024-04-28T19:48:13.854" v="3289" actId="20577"/>
          <ac:spMkLst>
            <pc:docMk/>
            <pc:sldMk cId="674815858" sldId="313"/>
            <ac:spMk id="3" creationId="{DAD32A7D-AF51-510C-A578-612A481546CE}"/>
          </ac:spMkLst>
        </pc:spChg>
        <pc:spChg chg="add del mod">
          <ac:chgData name="MYUNG JIN" userId="89f3fa32ababedc4" providerId="LiveId" clId="{61CFDB85-767F-41F6-9EC9-9FE05B202BBC}" dt="2024-04-29T08:55:55.033" v="6701" actId="21"/>
          <ac:spMkLst>
            <pc:docMk/>
            <pc:sldMk cId="674815858" sldId="313"/>
            <ac:spMk id="4" creationId="{AC1296A4-8358-06D9-9D9E-4BD704225A35}"/>
          </ac:spMkLst>
        </pc:spChg>
        <pc:spChg chg="mod">
          <ac:chgData name="MYUNG JIN" userId="89f3fa32ababedc4" providerId="LiveId" clId="{61CFDB85-767F-41F6-9EC9-9FE05B202BBC}" dt="2024-04-29T10:59:27.448" v="8947" actId="20577"/>
          <ac:spMkLst>
            <pc:docMk/>
            <pc:sldMk cId="674815858" sldId="313"/>
            <ac:spMk id="8" creationId="{00000000-0000-0000-0000-000000000000}"/>
          </ac:spMkLst>
        </pc:spChg>
        <pc:spChg chg="add mod">
          <ac:chgData name="MYUNG JIN" userId="89f3fa32ababedc4" providerId="LiveId" clId="{61CFDB85-767F-41F6-9EC9-9FE05B202BBC}" dt="2024-04-29T08:55:47.877" v="6694" actId="1582"/>
          <ac:spMkLst>
            <pc:docMk/>
            <pc:sldMk cId="674815858" sldId="313"/>
            <ac:spMk id="9" creationId="{2559AA51-23DD-D501-EA9C-E9928E960300}"/>
          </ac:spMkLst>
        </pc:spChg>
        <pc:spChg chg="add del mod">
          <ac:chgData name="MYUNG JIN" userId="89f3fa32ababedc4" providerId="LiveId" clId="{61CFDB85-767F-41F6-9EC9-9FE05B202BBC}" dt="2024-04-29T08:55:54.440" v="6700" actId="47"/>
          <ac:spMkLst>
            <pc:docMk/>
            <pc:sldMk cId="674815858" sldId="313"/>
            <ac:spMk id="10" creationId="{B47246E6-029E-25E3-407F-9A581B2690EC}"/>
          </ac:spMkLst>
        </pc:spChg>
        <pc:spChg chg="add mod">
          <ac:chgData name="MYUNG JIN" userId="89f3fa32ababedc4" providerId="LiveId" clId="{61CFDB85-767F-41F6-9EC9-9FE05B202BBC}" dt="2024-04-29T08:56:16.269" v="6736" actId="1076"/>
          <ac:spMkLst>
            <pc:docMk/>
            <pc:sldMk cId="674815858" sldId="313"/>
            <ac:spMk id="11" creationId="{7524DD18-A617-9B0C-726C-3F898CE169F5}"/>
          </ac:spMkLst>
        </pc:spChg>
        <pc:spChg chg="add mod">
          <ac:chgData name="MYUNG JIN" userId="89f3fa32ababedc4" providerId="LiveId" clId="{61CFDB85-767F-41F6-9EC9-9FE05B202BBC}" dt="2024-04-29T11:37:49.731" v="9285"/>
          <ac:spMkLst>
            <pc:docMk/>
            <pc:sldMk cId="674815858" sldId="313"/>
            <ac:spMk id="13" creationId="{30904A41-DC46-701B-4C3B-C3CD40764FCF}"/>
          </ac:spMkLst>
        </pc:spChg>
        <pc:cxnChg chg="add mod">
          <ac:chgData name="MYUNG JIN" userId="89f3fa32ababedc4" providerId="LiveId" clId="{61CFDB85-767F-41F6-9EC9-9FE05B202BBC}" dt="2024-04-29T08:56:30.783" v="6739" actId="1582"/>
          <ac:cxnSpMkLst>
            <pc:docMk/>
            <pc:sldMk cId="674815858" sldId="313"/>
            <ac:cxnSpMk id="14" creationId="{3193D2A0-6B8B-9F6D-25B2-24A4DF6F8C3A}"/>
          </ac:cxnSpMkLst>
        </pc:cxnChg>
      </pc:sldChg>
      <pc:sldChg chg="addSp modSp add">
        <pc:chgData name="MYUNG JIN" userId="89f3fa32ababedc4" providerId="LiveId" clId="{61CFDB85-767F-41F6-9EC9-9FE05B202BBC}" dt="2024-04-09T12:28:50.071" v="321"/>
        <pc:sldMkLst>
          <pc:docMk/>
          <pc:sldMk cId="507047208" sldId="340"/>
        </pc:sldMkLst>
        <pc:spChg chg="add mod">
          <ac:chgData name="MYUNG JIN" userId="89f3fa32ababedc4" providerId="LiveId" clId="{61CFDB85-767F-41F6-9EC9-9FE05B202BBC}" dt="2024-04-09T12:28:50.071" v="321"/>
          <ac:spMkLst>
            <pc:docMk/>
            <pc:sldMk cId="507047208" sldId="340"/>
            <ac:spMk id="19" creationId="{E08C6D82-BA38-EAA5-EA81-849AC8CBF76B}"/>
          </ac:spMkLst>
        </pc:spChg>
      </pc:sldChg>
      <pc:sldChg chg="addSp modSp add mod">
        <pc:chgData name="MYUNG JIN" userId="89f3fa32ababedc4" providerId="LiveId" clId="{61CFDB85-767F-41F6-9EC9-9FE05B202BBC}" dt="2024-04-09T12:28:39.396" v="320" actId="1076"/>
        <pc:sldMkLst>
          <pc:docMk/>
          <pc:sldMk cId="1988742837" sldId="341"/>
        </pc:sldMkLst>
        <pc:spChg chg="add mod">
          <ac:chgData name="MYUNG JIN" userId="89f3fa32ababedc4" providerId="LiveId" clId="{61CFDB85-767F-41F6-9EC9-9FE05B202BBC}" dt="2024-04-09T12:28:39.396" v="320" actId="1076"/>
          <ac:spMkLst>
            <pc:docMk/>
            <pc:sldMk cId="1988742837" sldId="341"/>
            <ac:spMk id="3" creationId="{95FA2142-5EB6-3901-5B9D-AF89A26965F3}"/>
          </ac:spMkLst>
        </pc:spChg>
      </pc:sldChg>
      <pc:sldChg chg="addSp modSp add">
        <pc:chgData name="MYUNG JIN" userId="89f3fa32ababedc4" providerId="LiveId" clId="{61CFDB85-767F-41F6-9EC9-9FE05B202BBC}" dt="2024-04-09T12:28:51.027" v="322"/>
        <pc:sldMkLst>
          <pc:docMk/>
          <pc:sldMk cId="3444908019" sldId="347"/>
        </pc:sldMkLst>
        <pc:spChg chg="add mod">
          <ac:chgData name="MYUNG JIN" userId="89f3fa32ababedc4" providerId="LiveId" clId="{61CFDB85-767F-41F6-9EC9-9FE05B202BBC}" dt="2024-04-09T12:28:51.027" v="322"/>
          <ac:spMkLst>
            <pc:docMk/>
            <pc:sldMk cId="3444908019" sldId="347"/>
            <ac:spMk id="17" creationId="{BFC82DA1-F295-0D69-6872-F2FBEB86FCC5}"/>
          </ac:spMkLst>
        </pc:spChg>
      </pc:sldChg>
      <pc:sldChg chg="addSp modSp add">
        <pc:chgData name="MYUNG JIN" userId="89f3fa32ababedc4" providerId="LiveId" clId="{61CFDB85-767F-41F6-9EC9-9FE05B202BBC}" dt="2024-04-09T12:28:52.321" v="323"/>
        <pc:sldMkLst>
          <pc:docMk/>
          <pc:sldMk cId="2219360768" sldId="349"/>
        </pc:sldMkLst>
        <pc:spChg chg="add mod">
          <ac:chgData name="MYUNG JIN" userId="89f3fa32ababedc4" providerId="LiveId" clId="{61CFDB85-767F-41F6-9EC9-9FE05B202BBC}" dt="2024-04-09T12:28:52.321" v="323"/>
          <ac:spMkLst>
            <pc:docMk/>
            <pc:sldMk cId="2219360768" sldId="349"/>
            <ac:spMk id="3" creationId="{3EA77DD5-4F9F-7A72-5564-38D59C6BD32D}"/>
          </ac:spMkLst>
        </pc:spChg>
      </pc:sldChg>
      <pc:sldChg chg="addSp modSp mod ord">
        <pc:chgData name="MYUNG JIN" userId="89f3fa32ababedc4" providerId="LiveId" clId="{61CFDB85-767F-41F6-9EC9-9FE05B202BBC}" dt="2024-04-29T11:37:27.656" v="9280" actId="20577"/>
        <pc:sldMkLst>
          <pc:docMk/>
          <pc:sldMk cId="3150985815" sldId="350"/>
        </pc:sldMkLst>
        <pc:spChg chg="add mod">
          <ac:chgData name="MYUNG JIN" userId="89f3fa32ababedc4" providerId="LiveId" clId="{61CFDB85-767F-41F6-9EC9-9FE05B202BBC}" dt="2024-04-29T11:37:27.656" v="9280" actId="20577"/>
          <ac:spMkLst>
            <pc:docMk/>
            <pc:sldMk cId="3150985815" sldId="350"/>
            <ac:spMk id="3" creationId="{7278D68A-60AA-B726-A3A9-4A4F576C8682}"/>
          </ac:spMkLst>
        </pc:spChg>
        <pc:spChg chg="mod">
          <ac:chgData name="MYUNG JIN" userId="89f3fa32ababedc4" providerId="LiveId" clId="{61CFDB85-767F-41F6-9EC9-9FE05B202BBC}" dt="2024-04-28T22:00:54.769" v="4715" actId="1076"/>
          <ac:spMkLst>
            <pc:docMk/>
            <pc:sldMk cId="3150985815" sldId="350"/>
            <ac:spMk id="4" creationId="{5A826829-174E-E7B4-20A4-81BE4C51458E}"/>
          </ac:spMkLst>
        </pc:spChg>
        <pc:spChg chg="mod">
          <ac:chgData name="MYUNG JIN" userId="89f3fa32ababedc4" providerId="LiveId" clId="{61CFDB85-767F-41F6-9EC9-9FE05B202BBC}" dt="2024-04-29T10:58:25.713" v="8908" actId="20577"/>
          <ac:spMkLst>
            <pc:docMk/>
            <pc:sldMk cId="3150985815" sldId="350"/>
            <ac:spMk id="8" creationId="{00000000-0000-0000-0000-000000000000}"/>
          </ac:spMkLst>
        </pc:spChg>
        <pc:spChg chg="add mod">
          <ac:chgData name="MYUNG JIN" userId="89f3fa32ababedc4" providerId="LiveId" clId="{61CFDB85-767F-41F6-9EC9-9FE05B202BBC}" dt="2024-04-28T22:00:54.769" v="4715" actId="1076"/>
          <ac:spMkLst>
            <pc:docMk/>
            <pc:sldMk cId="3150985815" sldId="350"/>
            <ac:spMk id="10" creationId="{E292E41E-06B2-D5FD-1DBD-EA4DAE79C441}"/>
          </ac:spMkLst>
        </pc:spChg>
        <pc:spChg chg="add mod">
          <ac:chgData name="MYUNG JIN" userId="89f3fa32ababedc4" providerId="LiveId" clId="{61CFDB85-767F-41F6-9EC9-9FE05B202BBC}" dt="2024-04-28T22:00:44.063" v="4713" actId="1076"/>
          <ac:spMkLst>
            <pc:docMk/>
            <pc:sldMk cId="3150985815" sldId="350"/>
            <ac:spMk id="11" creationId="{9E640C31-2473-EA59-C285-20D03A444BDB}"/>
          </ac:spMkLst>
        </pc:spChg>
        <pc:spChg chg="add mod ord">
          <ac:chgData name="MYUNG JIN" userId="89f3fa32ababedc4" providerId="LiveId" clId="{61CFDB85-767F-41F6-9EC9-9FE05B202BBC}" dt="2024-04-28T22:00:40.652" v="4711" actId="1076"/>
          <ac:spMkLst>
            <pc:docMk/>
            <pc:sldMk cId="3150985815" sldId="350"/>
            <ac:spMk id="18" creationId="{090A0DF5-DF7C-277E-8225-873A69597090}"/>
          </ac:spMkLst>
        </pc:spChg>
        <pc:grpChg chg="add mod">
          <ac:chgData name="MYUNG JIN" userId="89f3fa32ababedc4" providerId="LiveId" clId="{61CFDB85-767F-41F6-9EC9-9FE05B202BBC}" dt="2024-04-28T22:00:54.769" v="4715" actId="1076"/>
          <ac:grpSpMkLst>
            <pc:docMk/>
            <pc:sldMk cId="3150985815" sldId="350"/>
            <ac:grpSpMk id="17" creationId="{476A6443-1A05-1E34-72F2-B527F23B671B}"/>
          </ac:grpSpMkLst>
        </pc:grpChg>
        <pc:grpChg chg="add mod">
          <ac:chgData name="MYUNG JIN" userId="89f3fa32ababedc4" providerId="LiveId" clId="{61CFDB85-767F-41F6-9EC9-9FE05B202BBC}" dt="2024-04-28T22:00:48.517" v="4714" actId="1076"/>
          <ac:grpSpMkLst>
            <pc:docMk/>
            <pc:sldMk cId="3150985815" sldId="350"/>
            <ac:grpSpMk id="19" creationId="{A7A8AEA8-2784-9F80-432F-3D1BE593C48B}"/>
          </ac:grpSpMkLst>
        </pc:grpChg>
        <pc:picChg chg="add mod">
          <ac:chgData name="MYUNG JIN" userId="89f3fa32ababedc4" providerId="LiveId" clId="{61CFDB85-767F-41F6-9EC9-9FE05B202BBC}" dt="2024-04-28T07:39:36.417" v="1192" actId="164"/>
          <ac:picMkLst>
            <pc:docMk/>
            <pc:sldMk cId="3150985815" sldId="350"/>
            <ac:picMk id="9" creationId="{81A197B3-DCF6-BD15-4845-935E0B616121}"/>
          </ac:picMkLst>
        </pc:picChg>
        <pc:cxnChg chg="add mod">
          <ac:chgData name="MYUNG JIN" userId="89f3fa32ababedc4" providerId="LiveId" clId="{61CFDB85-767F-41F6-9EC9-9FE05B202BBC}" dt="2024-04-28T07:39:36.417" v="1192" actId="164"/>
          <ac:cxnSpMkLst>
            <pc:docMk/>
            <pc:sldMk cId="3150985815" sldId="350"/>
            <ac:cxnSpMk id="14" creationId="{5B04B4A5-DCB1-E60C-108C-2D6F8397B46F}"/>
          </ac:cxnSpMkLst>
        </pc:cxnChg>
        <pc:cxnChg chg="add mod">
          <ac:chgData name="MYUNG JIN" userId="89f3fa32ababedc4" providerId="LiveId" clId="{61CFDB85-767F-41F6-9EC9-9FE05B202BBC}" dt="2024-04-28T07:39:36.417" v="1192" actId="164"/>
          <ac:cxnSpMkLst>
            <pc:docMk/>
            <pc:sldMk cId="3150985815" sldId="350"/>
            <ac:cxnSpMk id="15" creationId="{1E457458-5D06-5274-162B-1CD3D9CAAA89}"/>
          </ac:cxnSpMkLst>
        </pc:cxnChg>
      </pc:sldChg>
      <pc:sldChg chg="addSp delSp modSp add del mod">
        <pc:chgData name="MYUNG JIN" userId="89f3fa32ababedc4" providerId="LiveId" clId="{61CFDB85-767F-41F6-9EC9-9FE05B202BBC}" dt="2024-04-29T00:00:58.900" v="4804" actId="47"/>
        <pc:sldMkLst>
          <pc:docMk/>
          <pc:sldMk cId="1942553986" sldId="351"/>
        </pc:sldMkLst>
        <pc:spChg chg="mod">
          <ac:chgData name="MYUNG JIN" userId="89f3fa32ababedc4" providerId="LiveId" clId="{61CFDB85-767F-41F6-9EC9-9FE05B202BBC}" dt="2024-04-29T00:00:54.742" v="4802" actId="20577"/>
          <ac:spMkLst>
            <pc:docMk/>
            <pc:sldMk cId="1942553986" sldId="351"/>
            <ac:spMk id="2" creationId="{00000000-0000-0000-0000-000000000000}"/>
          </ac:spMkLst>
        </pc:spChg>
        <pc:spChg chg="mod">
          <ac:chgData name="MYUNG JIN" userId="89f3fa32ababedc4" providerId="LiveId" clId="{61CFDB85-767F-41F6-9EC9-9FE05B202BBC}" dt="2024-04-29T00:00:28.818" v="4786" actId="20577"/>
          <ac:spMkLst>
            <pc:docMk/>
            <pc:sldMk cId="1942553986" sldId="351"/>
            <ac:spMk id="8" creationId="{00000000-0000-0000-0000-000000000000}"/>
          </ac:spMkLst>
        </pc:spChg>
        <pc:spChg chg="add del">
          <ac:chgData name="MYUNG JIN" userId="89f3fa32ababedc4" providerId="LiveId" clId="{61CFDB85-767F-41F6-9EC9-9FE05B202BBC}" dt="2024-04-28T21:24:06.776" v="3499" actId="478"/>
          <ac:spMkLst>
            <pc:docMk/>
            <pc:sldMk cId="1942553986" sldId="351"/>
            <ac:spMk id="10" creationId="{1BE89668-2EE4-B1A6-DDC9-54B03241A8B0}"/>
          </ac:spMkLst>
        </pc:spChg>
        <pc:spChg chg="add del">
          <ac:chgData name="MYUNG JIN" userId="89f3fa32ababedc4" providerId="LiveId" clId="{61CFDB85-767F-41F6-9EC9-9FE05B202BBC}" dt="2024-04-28T21:24:19.076" v="3501" actId="478"/>
          <ac:spMkLst>
            <pc:docMk/>
            <pc:sldMk cId="1942553986" sldId="351"/>
            <ac:spMk id="11" creationId="{A65DFD1F-4BE3-F4B0-CECC-7C04FC682B18}"/>
          </ac:spMkLst>
        </pc:spChg>
        <pc:spChg chg="add del mod">
          <ac:chgData name="MYUNG JIN" userId="89f3fa32ababedc4" providerId="LiveId" clId="{61CFDB85-767F-41F6-9EC9-9FE05B202BBC}" dt="2024-04-28T21:24:50.408" v="3506" actId="478"/>
          <ac:spMkLst>
            <pc:docMk/>
            <pc:sldMk cId="1942553986" sldId="351"/>
            <ac:spMk id="13" creationId="{BEF23FB8-7E01-A0FE-336E-ED8DFC3498D3}"/>
          </ac:spMkLst>
        </pc:spChg>
        <pc:spChg chg="add mod">
          <ac:chgData name="MYUNG JIN" userId="89f3fa32ababedc4" providerId="LiveId" clId="{61CFDB85-767F-41F6-9EC9-9FE05B202BBC}" dt="2024-04-28T21:25:51.985" v="3513" actId="164"/>
          <ac:spMkLst>
            <pc:docMk/>
            <pc:sldMk cId="1942553986" sldId="351"/>
            <ac:spMk id="14" creationId="{2F537EB0-D7C2-EB81-F11E-6153A1137410}"/>
          </ac:spMkLst>
        </pc:spChg>
        <pc:spChg chg="add mod">
          <ac:chgData name="MYUNG JIN" userId="89f3fa32ababedc4" providerId="LiveId" clId="{61CFDB85-767F-41F6-9EC9-9FE05B202BBC}" dt="2024-04-28T21:27:08.920" v="3529" actId="14100"/>
          <ac:spMkLst>
            <pc:docMk/>
            <pc:sldMk cId="1942553986" sldId="351"/>
            <ac:spMk id="15" creationId="{71136899-B904-00BA-DD51-7F11C1EA7A30}"/>
          </ac:spMkLst>
        </pc:spChg>
        <pc:spChg chg="add mod">
          <ac:chgData name="MYUNG JIN" userId="89f3fa32ababedc4" providerId="LiveId" clId="{61CFDB85-767F-41F6-9EC9-9FE05B202BBC}" dt="2024-04-28T21:26:33.932" v="3523" actId="164"/>
          <ac:spMkLst>
            <pc:docMk/>
            <pc:sldMk cId="1942553986" sldId="351"/>
            <ac:spMk id="17" creationId="{005304D7-642C-151B-31B2-89F591BD368B}"/>
          </ac:spMkLst>
        </pc:spChg>
        <pc:spChg chg="add del mod">
          <ac:chgData name="MYUNG JIN" userId="89f3fa32ababedc4" providerId="LiveId" clId="{61CFDB85-767F-41F6-9EC9-9FE05B202BBC}" dt="2024-04-28T22:05:40.939" v="4734" actId="478"/>
          <ac:spMkLst>
            <pc:docMk/>
            <pc:sldMk cId="1942553986" sldId="351"/>
            <ac:spMk id="31" creationId="{C44EF143-9CF7-522D-3779-2F5B452A4B07}"/>
          </ac:spMkLst>
        </pc:spChg>
        <pc:spChg chg="add del mod">
          <ac:chgData name="MYUNG JIN" userId="89f3fa32ababedc4" providerId="LiveId" clId="{61CFDB85-767F-41F6-9EC9-9FE05B202BBC}" dt="2024-04-28T22:05:40.939" v="4734" actId="478"/>
          <ac:spMkLst>
            <pc:docMk/>
            <pc:sldMk cId="1942553986" sldId="351"/>
            <ac:spMk id="36" creationId="{59179272-1076-0CE5-D070-FEE95066A58F}"/>
          </ac:spMkLst>
        </pc:spChg>
        <pc:spChg chg="add del mod">
          <ac:chgData name="MYUNG JIN" userId="89f3fa32ababedc4" providerId="LiveId" clId="{61CFDB85-767F-41F6-9EC9-9FE05B202BBC}" dt="2024-04-28T22:05:40.939" v="4734" actId="478"/>
          <ac:spMkLst>
            <pc:docMk/>
            <pc:sldMk cId="1942553986" sldId="351"/>
            <ac:spMk id="44" creationId="{0D292F83-9D82-DCAD-13F1-FC1D9E032E29}"/>
          </ac:spMkLst>
        </pc:spChg>
        <pc:spChg chg="add del mod">
          <ac:chgData name="MYUNG JIN" userId="89f3fa32ababedc4" providerId="LiveId" clId="{61CFDB85-767F-41F6-9EC9-9FE05B202BBC}" dt="2024-04-28T22:05:40.939" v="4734" actId="478"/>
          <ac:spMkLst>
            <pc:docMk/>
            <pc:sldMk cId="1942553986" sldId="351"/>
            <ac:spMk id="48" creationId="{6D91E4C4-900B-BAE7-D6D0-5B821E5AD9CE}"/>
          </ac:spMkLst>
        </pc:spChg>
        <pc:spChg chg="mod">
          <ac:chgData name="MYUNG JIN" userId="89f3fa32ababedc4" providerId="LiveId" clId="{61CFDB85-767F-41F6-9EC9-9FE05B202BBC}" dt="2024-04-28T21:39:42.291" v="3896" actId="571"/>
          <ac:spMkLst>
            <pc:docMk/>
            <pc:sldMk cId="1942553986" sldId="351"/>
            <ac:spMk id="56" creationId="{7B03F696-251C-BC65-53D6-31421AA3F18C}"/>
          </ac:spMkLst>
        </pc:spChg>
        <pc:spChg chg="del mod">
          <ac:chgData name="MYUNG JIN" userId="89f3fa32ababedc4" providerId="LiveId" clId="{61CFDB85-767F-41F6-9EC9-9FE05B202BBC}" dt="2024-04-28T21:38:12.813" v="3883" actId="478"/>
          <ac:spMkLst>
            <pc:docMk/>
            <pc:sldMk cId="1942553986" sldId="351"/>
            <ac:spMk id="58" creationId="{64861344-E848-7F61-5DA7-449FDCE267A6}"/>
          </ac:spMkLst>
        </pc:spChg>
        <pc:spChg chg="mod">
          <ac:chgData name="MYUNG JIN" userId="89f3fa32ababedc4" providerId="LiveId" clId="{61CFDB85-767F-41F6-9EC9-9FE05B202BBC}" dt="2024-04-28T21:39:42.291" v="3896" actId="571"/>
          <ac:spMkLst>
            <pc:docMk/>
            <pc:sldMk cId="1942553986" sldId="351"/>
            <ac:spMk id="59" creationId="{148DD96E-989C-B652-D80B-4AD57161AF79}"/>
          </ac:spMkLst>
        </pc:spChg>
        <pc:spChg chg="add mod">
          <ac:chgData name="MYUNG JIN" userId="89f3fa32ababedc4" providerId="LiveId" clId="{61CFDB85-767F-41F6-9EC9-9FE05B202BBC}" dt="2024-04-28T21:39:42.291" v="3896" actId="571"/>
          <ac:spMkLst>
            <pc:docMk/>
            <pc:sldMk cId="1942553986" sldId="351"/>
            <ac:spMk id="61" creationId="{183B6350-015C-EFF0-3E72-6BB447CFE925}"/>
          </ac:spMkLst>
        </pc:spChg>
        <pc:spChg chg="add del mod">
          <ac:chgData name="MYUNG JIN" userId="89f3fa32ababedc4" providerId="LiveId" clId="{61CFDB85-767F-41F6-9EC9-9FE05B202BBC}" dt="2024-04-28T22:05:40.939" v="4734" actId="478"/>
          <ac:spMkLst>
            <pc:docMk/>
            <pc:sldMk cId="1942553986" sldId="351"/>
            <ac:spMk id="70" creationId="{99A6FC56-969C-1483-8E1F-8B9FA606502B}"/>
          </ac:spMkLst>
        </pc:spChg>
        <pc:spChg chg="add del mod">
          <ac:chgData name="MYUNG JIN" userId="89f3fa32ababedc4" providerId="LiveId" clId="{61CFDB85-767F-41F6-9EC9-9FE05B202BBC}" dt="2024-04-28T22:05:40.939" v="4734" actId="478"/>
          <ac:spMkLst>
            <pc:docMk/>
            <pc:sldMk cId="1942553986" sldId="351"/>
            <ac:spMk id="72" creationId="{C350932C-557D-32B7-3D7D-A7A51EC21C34}"/>
          </ac:spMkLst>
        </pc:spChg>
        <pc:spChg chg="add del mod">
          <ac:chgData name="MYUNG JIN" userId="89f3fa32ababedc4" providerId="LiveId" clId="{61CFDB85-767F-41F6-9EC9-9FE05B202BBC}" dt="2024-04-28T22:05:40.939" v="4734" actId="478"/>
          <ac:spMkLst>
            <pc:docMk/>
            <pc:sldMk cId="1942553986" sldId="351"/>
            <ac:spMk id="75" creationId="{E6A2ED5A-0E65-5CEA-753D-9CAF484F6D4F}"/>
          </ac:spMkLst>
        </pc:spChg>
        <pc:spChg chg="add del mod">
          <ac:chgData name="MYUNG JIN" userId="89f3fa32ababedc4" providerId="LiveId" clId="{61CFDB85-767F-41F6-9EC9-9FE05B202BBC}" dt="2024-04-28T22:05:40.939" v="4734" actId="478"/>
          <ac:spMkLst>
            <pc:docMk/>
            <pc:sldMk cId="1942553986" sldId="351"/>
            <ac:spMk id="76" creationId="{2419A7B3-5027-34AF-55F0-B341643067BE}"/>
          </ac:spMkLst>
        </pc:spChg>
        <pc:spChg chg="add del mod">
          <ac:chgData name="MYUNG JIN" userId="89f3fa32ababedc4" providerId="LiveId" clId="{61CFDB85-767F-41F6-9EC9-9FE05B202BBC}" dt="2024-04-28T22:05:40.939" v="4734" actId="478"/>
          <ac:spMkLst>
            <pc:docMk/>
            <pc:sldMk cId="1942553986" sldId="351"/>
            <ac:spMk id="79" creationId="{AE8D5512-B7E3-6C74-115A-4485A41318F6}"/>
          </ac:spMkLst>
        </pc:spChg>
        <pc:spChg chg="add del mod">
          <ac:chgData name="MYUNG JIN" userId="89f3fa32ababedc4" providerId="LiveId" clId="{61CFDB85-767F-41F6-9EC9-9FE05B202BBC}" dt="2024-04-28T22:05:40.939" v="4734" actId="478"/>
          <ac:spMkLst>
            <pc:docMk/>
            <pc:sldMk cId="1942553986" sldId="351"/>
            <ac:spMk id="80" creationId="{B76ECD0E-50BD-92A3-6562-3EBF16EC85EB}"/>
          </ac:spMkLst>
        </pc:spChg>
        <pc:grpChg chg="add mod">
          <ac:chgData name="MYUNG JIN" userId="89f3fa32ababedc4" providerId="LiveId" clId="{61CFDB85-767F-41F6-9EC9-9FE05B202BBC}" dt="2024-04-28T21:26:46.220" v="3525" actId="164"/>
          <ac:grpSpMkLst>
            <pc:docMk/>
            <pc:sldMk cId="1942553986" sldId="351"/>
            <ac:grpSpMk id="16" creationId="{922398DC-5F0E-D644-8EC6-D14DA4A8A2D0}"/>
          </ac:grpSpMkLst>
        </pc:grpChg>
        <pc:grpChg chg="add mod">
          <ac:chgData name="MYUNG JIN" userId="89f3fa32ababedc4" providerId="LiveId" clId="{61CFDB85-767F-41F6-9EC9-9FE05B202BBC}" dt="2024-04-28T21:26:46.220" v="3525" actId="164"/>
          <ac:grpSpMkLst>
            <pc:docMk/>
            <pc:sldMk cId="1942553986" sldId="351"/>
            <ac:grpSpMk id="20" creationId="{00BE292B-236D-E098-4F79-F2EF9A21F596}"/>
          </ac:grpSpMkLst>
        </pc:grpChg>
        <pc:grpChg chg="add mod">
          <ac:chgData name="MYUNG JIN" userId="89f3fa32ababedc4" providerId="LiveId" clId="{61CFDB85-767F-41F6-9EC9-9FE05B202BBC}" dt="2024-04-28T21:29:08.567" v="3552" actId="164"/>
          <ac:grpSpMkLst>
            <pc:docMk/>
            <pc:sldMk cId="1942553986" sldId="351"/>
            <ac:grpSpMk id="21" creationId="{F85669A2-4A53-E612-384F-9809111018D8}"/>
          </ac:grpSpMkLst>
        </pc:grpChg>
        <pc:grpChg chg="add del mod">
          <ac:chgData name="MYUNG JIN" userId="89f3fa32ababedc4" providerId="LiveId" clId="{61CFDB85-767F-41F6-9EC9-9FE05B202BBC}" dt="2024-04-28T22:05:40.939" v="4734" actId="478"/>
          <ac:grpSpMkLst>
            <pc:docMk/>
            <pc:sldMk cId="1942553986" sldId="351"/>
            <ac:grpSpMk id="35" creationId="{C4436EEA-15A0-08C8-077B-D16DE3683275}"/>
          </ac:grpSpMkLst>
        </pc:grpChg>
        <pc:grpChg chg="add mod">
          <ac:chgData name="MYUNG JIN" userId="89f3fa32ababedc4" providerId="LiveId" clId="{61CFDB85-767F-41F6-9EC9-9FE05B202BBC}" dt="2024-04-28T21:39:42.291" v="3896" actId="571"/>
          <ac:grpSpMkLst>
            <pc:docMk/>
            <pc:sldMk cId="1942553986" sldId="351"/>
            <ac:grpSpMk id="49" creationId="{AA8BFD2A-39AB-8254-E303-0E4E00E8B621}"/>
          </ac:grpSpMkLst>
        </pc:grpChg>
        <pc:grpChg chg="mod">
          <ac:chgData name="MYUNG JIN" userId="89f3fa32ababedc4" providerId="LiveId" clId="{61CFDB85-767F-41F6-9EC9-9FE05B202BBC}" dt="2024-04-28T21:39:42.291" v="3896" actId="571"/>
          <ac:grpSpMkLst>
            <pc:docMk/>
            <pc:sldMk cId="1942553986" sldId="351"/>
            <ac:grpSpMk id="50" creationId="{EA92E150-E1D3-4521-AA67-FB1B4BEEF730}"/>
          </ac:grpSpMkLst>
        </pc:grpChg>
        <pc:grpChg chg="del mod">
          <ac:chgData name="MYUNG JIN" userId="89f3fa32ababedc4" providerId="LiveId" clId="{61CFDB85-767F-41F6-9EC9-9FE05B202BBC}" dt="2024-04-28T21:38:12.813" v="3883" actId="478"/>
          <ac:grpSpMkLst>
            <pc:docMk/>
            <pc:sldMk cId="1942553986" sldId="351"/>
            <ac:grpSpMk id="54" creationId="{67FDEF20-05C8-F49F-2AB9-24014AEBD337}"/>
          </ac:grpSpMkLst>
        </pc:grpChg>
        <pc:grpChg chg="mod">
          <ac:chgData name="MYUNG JIN" userId="89f3fa32ababedc4" providerId="LiveId" clId="{61CFDB85-767F-41F6-9EC9-9FE05B202BBC}" dt="2024-04-28T21:39:42.291" v="3896" actId="571"/>
          <ac:grpSpMkLst>
            <pc:docMk/>
            <pc:sldMk cId="1942553986" sldId="351"/>
            <ac:grpSpMk id="55" creationId="{DB12B677-D678-B0A5-4A93-C6CB547B3E32}"/>
          </ac:grpSpMkLst>
        </pc:grpChg>
        <pc:grpChg chg="add del mod">
          <ac:chgData name="MYUNG JIN" userId="89f3fa32ababedc4" providerId="LiveId" clId="{61CFDB85-767F-41F6-9EC9-9FE05B202BBC}" dt="2024-04-28T22:05:42.675" v="4735" actId="478"/>
          <ac:grpSpMkLst>
            <pc:docMk/>
            <pc:sldMk cId="1942553986" sldId="351"/>
            <ac:grpSpMk id="65" creationId="{FDA83113-54E0-ADB8-71F0-CCBAE5DCB083}"/>
          </ac:grpSpMkLst>
        </pc:grpChg>
        <pc:picChg chg="add del mod">
          <ac:chgData name="MYUNG JIN" userId="89f3fa32ababedc4" providerId="LiveId" clId="{61CFDB85-767F-41F6-9EC9-9FE05B202BBC}" dt="2024-04-28T21:23:55.872" v="3497" actId="478"/>
          <ac:picMkLst>
            <pc:docMk/>
            <pc:sldMk cId="1942553986" sldId="351"/>
            <ac:picMk id="9" creationId="{7ADC9086-82B9-E9CC-DEFF-E387E2EC8FD5}"/>
          </ac:picMkLst>
        </pc:picChg>
        <pc:cxnChg chg="add del mod">
          <ac:chgData name="MYUNG JIN" userId="89f3fa32ababedc4" providerId="LiveId" clId="{61CFDB85-767F-41F6-9EC9-9FE05B202BBC}" dt="2024-04-28T22:05:38.182" v="4733" actId="478"/>
          <ac:cxnSpMkLst>
            <pc:docMk/>
            <pc:sldMk cId="1942553986" sldId="351"/>
            <ac:cxnSpMk id="3" creationId="{66592F17-0209-34DB-7AA8-7F4CE2B810BD}"/>
          </ac:cxnSpMkLst>
        </pc:cxnChg>
        <pc:cxnChg chg="del mod">
          <ac:chgData name="MYUNG JIN" userId="89f3fa32ababedc4" providerId="LiveId" clId="{61CFDB85-767F-41F6-9EC9-9FE05B202BBC}" dt="2024-04-28T21:23:02.543" v="3492" actId="478"/>
          <ac:cxnSpMkLst>
            <pc:docMk/>
            <pc:sldMk cId="1942553986" sldId="351"/>
            <ac:cxnSpMk id="12" creationId="{00000000-0000-0000-0000-000000000000}"/>
          </ac:cxnSpMkLst>
        </pc:cxnChg>
        <pc:cxnChg chg="add mod">
          <ac:chgData name="MYUNG JIN" userId="89f3fa32ababedc4" providerId="LiveId" clId="{61CFDB85-767F-41F6-9EC9-9FE05B202BBC}" dt="2024-04-28T21:26:33.932" v="3523" actId="164"/>
          <ac:cxnSpMkLst>
            <pc:docMk/>
            <pc:sldMk cId="1942553986" sldId="351"/>
            <ac:cxnSpMk id="19" creationId="{631EB0A2-199F-5748-0641-E5CCF52395BB}"/>
          </ac:cxnSpMkLst>
        </pc:cxnChg>
        <pc:cxnChg chg="add del mod">
          <ac:chgData name="MYUNG JIN" userId="89f3fa32ababedc4" providerId="LiveId" clId="{61CFDB85-767F-41F6-9EC9-9FE05B202BBC}" dt="2024-04-28T21:29:08.567" v="3552" actId="164"/>
          <ac:cxnSpMkLst>
            <pc:docMk/>
            <pc:sldMk cId="1942553986" sldId="351"/>
            <ac:cxnSpMk id="23" creationId="{C80CB0C7-B954-B9C6-E69E-D40F35F3BA82}"/>
          </ac:cxnSpMkLst>
        </pc:cxnChg>
        <pc:cxnChg chg="add mod">
          <ac:chgData name="MYUNG JIN" userId="89f3fa32ababedc4" providerId="LiveId" clId="{61CFDB85-767F-41F6-9EC9-9FE05B202BBC}" dt="2024-04-28T21:29:08.567" v="3552" actId="164"/>
          <ac:cxnSpMkLst>
            <pc:docMk/>
            <pc:sldMk cId="1942553986" sldId="351"/>
            <ac:cxnSpMk id="28" creationId="{1F2F30D8-EE01-1DF4-1866-784162F14B10}"/>
          </ac:cxnSpMkLst>
        </pc:cxnChg>
        <pc:cxnChg chg="add mod">
          <ac:chgData name="MYUNG JIN" userId="89f3fa32ababedc4" providerId="LiveId" clId="{61CFDB85-767F-41F6-9EC9-9FE05B202BBC}" dt="2024-04-28T21:27:45.123" v="3539" actId="571"/>
          <ac:cxnSpMkLst>
            <pc:docMk/>
            <pc:sldMk cId="1942553986" sldId="351"/>
            <ac:cxnSpMk id="29" creationId="{75B350C3-8391-2174-F76E-73C4D9D707C1}"/>
          </ac:cxnSpMkLst>
        </pc:cxnChg>
        <pc:cxnChg chg="add mod">
          <ac:chgData name="MYUNG JIN" userId="89f3fa32ababedc4" providerId="LiveId" clId="{61CFDB85-767F-41F6-9EC9-9FE05B202BBC}" dt="2024-04-28T21:29:08.567" v="3552" actId="164"/>
          <ac:cxnSpMkLst>
            <pc:docMk/>
            <pc:sldMk cId="1942553986" sldId="351"/>
            <ac:cxnSpMk id="30" creationId="{EBA28C00-09F7-CB6D-45D4-53BDE78A5D09}"/>
          </ac:cxnSpMkLst>
        </pc:cxnChg>
        <pc:cxnChg chg="add del mod">
          <ac:chgData name="MYUNG JIN" userId="89f3fa32ababedc4" providerId="LiveId" clId="{61CFDB85-767F-41F6-9EC9-9FE05B202BBC}" dt="2024-04-28T22:05:40.939" v="4734" actId="478"/>
          <ac:cxnSpMkLst>
            <pc:docMk/>
            <pc:sldMk cId="1942553986" sldId="351"/>
            <ac:cxnSpMk id="33" creationId="{EEA6AA9F-B13F-80F0-F979-631D3E39A77E}"/>
          </ac:cxnSpMkLst>
        </pc:cxnChg>
        <pc:cxnChg chg="add del mod">
          <ac:chgData name="MYUNG JIN" userId="89f3fa32ababedc4" providerId="LiveId" clId="{61CFDB85-767F-41F6-9EC9-9FE05B202BBC}" dt="2024-04-28T22:05:40.939" v="4734" actId="478"/>
          <ac:cxnSpMkLst>
            <pc:docMk/>
            <pc:sldMk cId="1942553986" sldId="351"/>
            <ac:cxnSpMk id="38" creationId="{F6A09F47-ED8A-EAC4-4BCB-1891C666D282}"/>
          </ac:cxnSpMkLst>
        </pc:cxnChg>
        <pc:cxnChg chg="add del mod">
          <ac:chgData name="MYUNG JIN" userId="89f3fa32ababedc4" providerId="LiveId" clId="{61CFDB85-767F-41F6-9EC9-9FE05B202BBC}" dt="2024-04-28T22:05:40.939" v="4734" actId="478"/>
          <ac:cxnSpMkLst>
            <pc:docMk/>
            <pc:sldMk cId="1942553986" sldId="351"/>
            <ac:cxnSpMk id="40" creationId="{EE3D9791-081C-261D-6FB0-BE4B57FE6C25}"/>
          </ac:cxnSpMkLst>
        </pc:cxnChg>
        <pc:cxnChg chg="mod">
          <ac:chgData name="MYUNG JIN" userId="89f3fa32ababedc4" providerId="LiveId" clId="{61CFDB85-767F-41F6-9EC9-9FE05B202BBC}" dt="2024-04-28T21:39:42.291" v="3896" actId="571"/>
          <ac:cxnSpMkLst>
            <pc:docMk/>
            <pc:sldMk cId="1942553986" sldId="351"/>
            <ac:cxnSpMk id="51" creationId="{B59AC7B3-05D6-8C2E-DC73-1EE9AF95579B}"/>
          </ac:cxnSpMkLst>
        </pc:cxnChg>
        <pc:cxnChg chg="mod">
          <ac:chgData name="MYUNG JIN" userId="89f3fa32ababedc4" providerId="LiveId" clId="{61CFDB85-767F-41F6-9EC9-9FE05B202BBC}" dt="2024-04-28T21:39:42.291" v="3896" actId="571"/>
          <ac:cxnSpMkLst>
            <pc:docMk/>
            <pc:sldMk cId="1942553986" sldId="351"/>
            <ac:cxnSpMk id="52" creationId="{908148DD-6A58-17B2-202E-00DFED3D3408}"/>
          </ac:cxnSpMkLst>
        </pc:cxnChg>
        <pc:cxnChg chg="del mod">
          <ac:chgData name="MYUNG JIN" userId="89f3fa32ababedc4" providerId="LiveId" clId="{61CFDB85-767F-41F6-9EC9-9FE05B202BBC}" dt="2024-04-28T21:32:38.734" v="3812" actId="478"/>
          <ac:cxnSpMkLst>
            <pc:docMk/>
            <pc:sldMk cId="1942553986" sldId="351"/>
            <ac:cxnSpMk id="53" creationId="{92E9DE89-2BD5-5A5D-1C25-A989CFB3C0D5}"/>
          </ac:cxnSpMkLst>
        </pc:cxnChg>
        <pc:cxnChg chg="mod">
          <ac:chgData name="MYUNG JIN" userId="89f3fa32ababedc4" providerId="LiveId" clId="{61CFDB85-767F-41F6-9EC9-9FE05B202BBC}" dt="2024-04-28T21:39:42.291" v="3896" actId="571"/>
          <ac:cxnSpMkLst>
            <pc:docMk/>
            <pc:sldMk cId="1942553986" sldId="351"/>
            <ac:cxnSpMk id="57" creationId="{5D2564D7-71D6-7841-C7AE-48F9225595D9}"/>
          </ac:cxnSpMkLst>
        </pc:cxnChg>
        <pc:cxnChg chg="add mod">
          <ac:chgData name="MYUNG JIN" userId="89f3fa32ababedc4" providerId="LiveId" clId="{61CFDB85-767F-41F6-9EC9-9FE05B202BBC}" dt="2024-04-28T22:05:42.675" v="4735" actId="478"/>
          <ac:cxnSpMkLst>
            <pc:docMk/>
            <pc:sldMk cId="1942553986" sldId="351"/>
            <ac:cxnSpMk id="64" creationId="{F3EB3E78-2490-7C3A-8D3D-C67E00466D2C}"/>
          </ac:cxnSpMkLst>
        </pc:cxnChg>
        <pc:cxnChg chg="add mod">
          <ac:chgData name="MYUNG JIN" userId="89f3fa32ababedc4" providerId="LiveId" clId="{61CFDB85-767F-41F6-9EC9-9FE05B202BBC}" dt="2024-04-28T22:05:42.675" v="4735" actId="478"/>
          <ac:cxnSpMkLst>
            <pc:docMk/>
            <pc:sldMk cId="1942553986" sldId="351"/>
            <ac:cxnSpMk id="66" creationId="{01D6DC10-047E-DF44-D8BF-1A0FD548DDA0}"/>
          </ac:cxnSpMkLst>
        </pc:cxnChg>
        <pc:cxnChg chg="add del mod">
          <ac:chgData name="MYUNG JIN" userId="89f3fa32ababedc4" providerId="LiveId" clId="{61CFDB85-767F-41F6-9EC9-9FE05B202BBC}" dt="2024-04-28T22:05:40.939" v="4734" actId="478"/>
          <ac:cxnSpMkLst>
            <pc:docMk/>
            <pc:sldMk cId="1942553986" sldId="351"/>
            <ac:cxnSpMk id="71" creationId="{61D485D2-DF67-BAB1-AC64-8A3BADD5BDBE}"/>
          </ac:cxnSpMkLst>
        </pc:cxnChg>
        <pc:cxnChg chg="add del mod">
          <ac:chgData name="MYUNG JIN" userId="89f3fa32ababedc4" providerId="LiveId" clId="{61CFDB85-767F-41F6-9EC9-9FE05B202BBC}" dt="2024-04-28T22:05:40.939" v="4734" actId="478"/>
          <ac:cxnSpMkLst>
            <pc:docMk/>
            <pc:sldMk cId="1942553986" sldId="351"/>
            <ac:cxnSpMk id="77" creationId="{2D33F2FF-14C1-5F38-8552-0C20BB1D2F12}"/>
          </ac:cxnSpMkLst>
        </pc:cxnChg>
      </pc:sldChg>
      <pc:sldChg chg="addSp delSp modSp add mod">
        <pc:chgData name="MYUNG JIN" userId="89f3fa32ababedc4" providerId="LiveId" clId="{61CFDB85-767F-41F6-9EC9-9FE05B202BBC}" dt="2024-04-29T11:49:33.025" v="9324" actId="115"/>
        <pc:sldMkLst>
          <pc:docMk/>
          <pc:sldMk cId="2976974867" sldId="352"/>
        </pc:sldMkLst>
        <pc:spChg chg="del mod">
          <ac:chgData name="MYUNG JIN" userId="89f3fa32ababedc4" providerId="LiveId" clId="{61CFDB85-767F-41F6-9EC9-9FE05B202BBC}" dt="2024-04-29T01:34:20.190" v="6054" actId="478"/>
          <ac:spMkLst>
            <pc:docMk/>
            <pc:sldMk cId="2976974867" sldId="352"/>
            <ac:spMk id="2" creationId="{00000000-0000-0000-0000-000000000000}"/>
          </ac:spMkLst>
        </pc:spChg>
        <pc:spChg chg="add mod">
          <ac:chgData name="MYUNG JIN" userId="89f3fa32ababedc4" providerId="LiveId" clId="{61CFDB85-767F-41F6-9EC9-9FE05B202BBC}" dt="2024-04-29T01:34:20.404" v="6055"/>
          <ac:spMkLst>
            <pc:docMk/>
            <pc:sldMk cId="2976974867" sldId="352"/>
            <ac:spMk id="3" creationId="{3FC1FB6A-7827-B52C-161D-2D34FF2A7BFD}"/>
          </ac:spMkLst>
        </pc:spChg>
        <pc:spChg chg="mod">
          <ac:chgData name="MYUNG JIN" userId="89f3fa32ababedc4" providerId="LiveId" clId="{61CFDB85-767F-41F6-9EC9-9FE05B202BBC}" dt="2024-04-29T10:59:55.284" v="8987" actId="20577"/>
          <ac:spMkLst>
            <pc:docMk/>
            <pc:sldMk cId="2976974867" sldId="352"/>
            <ac:spMk id="8" creationId="{00000000-0000-0000-0000-000000000000}"/>
          </ac:spMkLst>
        </pc:spChg>
        <pc:spChg chg="add mod">
          <ac:chgData name="MYUNG JIN" userId="89f3fa32ababedc4" providerId="LiveId" clId="{61CFDB85-767F-41F6-9EC9-9FE05B202BBC}" dt="2024-04-28T21:37:07.830" v="3822" actId="1076"/>
          <ac:spMkLst>
            <pc:docMk/>
            <pc:sldMk cId="2976974867" sldId="352"/>
            <ac:spMk id="9" creationId="{5391BC46-A7D1-B840-15EA-0D7E86A8459E}"/>
          </ac:spMkLst>
        </pc:spChg>
        <pc:spChg chg="add mod">
          <ac:chgData name="MYUNG JIN" userId="89f3fa32ababedc4" providerId="LiveId" clId="{61CFDB85-767F-41F6-9EC9-9FE05B202BBC}" dt="2024-04-28T21:37:07.830" v="3822" actId="1076"/>
          <ac:spMkLst>
            <pc:docMk/>
            <pc:sldMk cId="2976974867" sldId="352"/>
            <ac:spMk id="10" creationId="{71626767-7EE2-D5C8-6FB7-96967B3B2858}"/>
          </ac:spMkLst>
        </pc:spChg>
        <pc:spChg chg="add mod">
          <ac:chgData name="MYUNG JIN" userId="89f3fa32ababedc4" providerId="LiveId" clId="{61CFDB85-767F-41F6-9EC9-9FE05B202BBC}" dt="2024-04-28T21:37:07.830" v="3822" actId="1076"/>
          <ac:spMkLst>
            <pc:docMk/>
            <pc:sldMk cId="2976974867" sldId="352"/>
            <ac:spMk id="11" creationId="{D351077A-69A9-D740-C6C6-F1B546AF6ED2}"/>
          </ac:spMkLst>
        </pc:spChg>
        <pc:spChg chg="add mod">
          <ac:chgData name="MYUNG JIN" userId="89f3fa32ababedc4" providerId="LiveId" clId="{61CFDB85-767F-41F6-9EC9-9FE05B202BBC}" dt="2024-04-28T21:37:07.830" v="3822" actId="1076"/>
          <ac:spMkLst>
            <pc:docMk/>
            <pc:sldMk cId="2976974867" sldId="352"/>
            <ac:spMk id="13" creationId="{E969D5BE-23AC-C5C5-585F-0523CF4F3AA6}"/>
          </ac:spMkLst>
        </pc:spChg>
        <pc:spChg chg="add mod">
          <ac:chgData name="MYUNG JIN" userId="89f3fa32ababedc4" providerId="LiveId" clId="{61CFDB85-767F-41F6-9EC9-9FE05B202BBC}" dt="2024-04-29T11:49:20.443" v="9323" actId="13926"/>
          <ac:spMkLst>
            <pc:docMk/>
            <pc:sldMk cId="2976974867" sldId="352"/>
            <ac:spMk id="14" creationId="{C882E087-50DC-4741-2D73-DF91F8C69844}"/>
          </ac:spMkLst>
        </pc:spChg>
        <pc:spChg chg="add mod">
          <ac:chgData name="MYUNG JIN" userId="89f3fa32ababedc4" providerId="LiveId" clId="{61CFDB85-767F-41F6-9EC9-9FE05B202BBC}" dt="2024-04-29T08:47:45.202" v="6559" actId="1076"/>
          <ac:spMkLst>
            <pc:docMk/>
            <pc:sldMk cId="2976974867" sldId="352"/>
            <ac:spMk id="15" creationId="{D3A5E6C6-4DEB-5397-A4D9-57DEAF879BA6}"/>
          </ac:spMkLst>
        </pc:spChg>
        <pc:spChg chg="add mod">
          <ac:chgData name="MYUNG JIN" userId="89f3fa32ababedc4" providerId="LiveId" clId="{61CFDB85-767F-41F6-9EC9-9FE05B202BBC}" dt="2024-04-29T08:47:58.487" v="6563" actId="1076"/>
          <ac:spMkLst>
            <pc:docMk/>
            <pc:sldMk cId="2976974867" sldId="352"/>
            <ac:spMk id="17" creationId="{E2B986B0-961F-448F-CC0C-A6FF87E5D6BB}"/>
          </ac:spMkLst>
        </pc:spChg>
        <pc:spChg chg="add mod">
          <ac:chgData name="MYUNG JIN" userId="89f3fa32ababedc4" providerId="LiveId" clId="{61CFDB85-767F-41F6-9EC9-9FE05B202BBC}" dt="2024-04-28T21:37:10.513" v="3823" actId="1076"/>
          <ac:spMkLst>
            <pc:docMk/>
            <pc:sldMk cId="2976974867" sldId="352"/>
            <ac:spMk id="21" creationId="{21EAAF1E-389D-CB06-13C1-61C84B5286EE}"/>
          </ac:spMkLst>
        </pc:spChg>
        <pc:spChg chg="add mod">
          <ac:chgData name="MYUNG JIN" userId="89f3fa32ababedc4" providerId="LiveId" clId="{61CFDB85-767F-41F6-9EC9-9FE05B202BBC}" dt="2024-04-29T11:20:11.731" v="9273" actId="14100"/>
          <ac:spMkLst>
            <pc:docMk/>
            <pc:sldMk cId="2976974867" sldId="352"/>
            <ac:spMk id="23" creationId="{34888940-D674-1D8F-4800-F8F73FEA2FB7}"/>
          </ac:spMkLst>
        </pc:spChg>
        <pc:spChg chg="add mod">
          <ac:chgData name="MYUNG JIN" userId="89f3fa32ababedc4" providerId="LiveId" clId="{61CFDB85-767F-41F6-9EC9-9FE05B202BBC}" dt="2024-04-29T09:41:49.966" v="7489" actId="164"/>
          <ac:spMkLst>
            <pc:docMk/>
            <pc:sldMk cId="2976974867" sldId="352"/>
            <ac:spMk id="26" creationId="{B76F0298-B4CB-8640-057D-C591293F5404}"/>
          </ac:spMkLst>
        </pc:spChg>
        <pc:spChg chg="add mod">
          <ac:chgData name="MYUNG JIN" userId="89f3fa32ababedc4" providerId="LiveId" clId="{61CFDB85-767F-41F6-9EC9-9FE05B202BBC}" dt="2024-04-28T21:47:53.370" v="4165" actId="571"/>
          <ac:spMkLst>
            <pc:docMk/>
            <pc:sldMk cId="2976974867" sldId="352"/>
            <ac:spMk id="28" creationId="{709D24B1-A743-F5B9-367E-FCB11FD83390}"/>
          </ac:spMkLst>
        </pc:spChg>
        <pc:spChg chg="add mod">
          <ac:chgData name="MYUNG JIN" userId="89f3fa32ababedc4" providerId="LiveId" clId="{61CFDB85-767F-41F6-9EC9-9FE05B202BBC}" dt="2024-04-29T11:49:33.025" v="9324" actId="115"/>
          <ac:spMkLst>
            <pc:docMk/>
            <pc:sldMk cId="2976974867" sldId="352"/>
            <ac:spMk id="30" creationId="{1C68E40D-55E7-7250-9DA4-A70770F2E7F7}"/>
          </ac:spMkLst>
        </pc:spChg>
        <pc:spChg chg="add mod">
          <ac:chgData name="MYUNG JIN" userId="89f3fa32ababedc4" providerId="LiveId" clId="{61CFDB85-767F-41F6-9EC9-9FE05B202BBC}" dt="2024-04-29T09:41:49.966" v="7489" actId="164"/>
          <ac:spMkLst>
            <pc:docMk/>
            <pc:sldMk cId="2976974867" sldId="352"/>
            <ac:spMk id="31" creationId="{EE3CBE01-BB1F-EF89-1231-4914D72823A5}"/>
          </ac:spMkLst>
        </pc:spChg>
        <pc:spChg chg="add mod">
          <ac:chgData name="MYUNG JIN" userId="89f3fa32ababedc4" providerId="LiveId" clId="{61CFDB85-767F-41F6-9EC9-9FE05B202BBC}" dt="2024-04-29T09:41:49.966" v="7489" actId="164"/>
          <ac:spMkLst>
            <pc:docMk/>
            <pc:sldMk cId="2976974867" sldId="352"/>
            <ac:spMk id="34" creationId="{936C0E9D-551E-7D19-EFFE-4B01E931FCF3}"/>
          </ac:spMkLst>
        </pc:spChg>
        <pc:grpChg chg="add mod">
          <ac:chgData name="MYUNG JIN" userId="89f3fa32ababedc4" providerId="LiveId" clId="{61CFDB85-767F-41F6-9EC9-9FE05B202BBC}" dt="2024-04-29T09:41:50.853" v="7490" actId="1076"/>
          <ac:grpSpMkLst>
            <pc:docMk/>
            <pc:sldMk cId="2976974867" sldId="352"/>
            <ac:grpSpMk id="19" creationId="{B4B5B47C-AD4F-4F15-A66A-6376131F07A0}"/>
          </ac:grpSpMkLst>
        </pc:grpChg>
        <pc:picChg chg="add mod">
          <ac:chgData name="MYUNG JIN" userId="89f3fa32ababedc4" providerId="LiveId" clId="{61CFDB85-767F-41F6-9EC9-9FE05B202BBC}" dt="2024-04-28T21:48:51.538" v="4243" actId="1076"/>
          <ac:picMkLst>
            <pc:docMk/>
            <pc:sldMk cId="2976974867" sldId="352"/>
            <ac:picMk id="4" creationId="{55FD7684-842A-8AD8-5B01-F37DE14E6F8F}"/>
          </ac:picMkLst>
        </pc:picChg>
        <pc:picChg chg="add mod">
          <ac:chgData name="MYUNG JIN" userId="89f3fa32ababedc4" providerId="LiveId" clId="{61CFDB85-767F-41F6-9EC9-9FE05B202BBC}" dt="2024-04-29T09:41:49.966" v="7489" actId="164"/>
          <ac:picMkLst>
            <pc:docMk/>
            <pc:sldMk cId="2976974867" sldId="352"/>
            <ac:picMk id="25" creationId="{32DB4F70-E10B-4A3C-6D7E-0A15A826BADD}"/>
          </ac:picMkLst>
        </pc:picChg>
        <pc:picChg chg="add mod">
          <ac:chgData name="MYUNG JIN" userId="89f3fa32ababedc4" providerId="LiveId" clId="{61CFDB85-767F-41F6-9EC9-9FE05B202BBC}" dt="2024-04-28T21:47:53.370" v="4165" actId="571"/>
          <ac:picMkLst>
            <pc:docMk/>
            <pc:sldMk cId="2976974867" sldId="352"/>
            <ac:picMk id="27" creationId="{F6F88184-8F72-807A-7432-3F135972E9EE}"/>
          </ac:picMkLst>
        </pc:picChg>
        <pc:cxnChg chg="del mod">
          <ac:chgData name="MYUNG JIN" userId="89f3fa32ababedc4" providerId="LiveId" clId="{61CFDB85-767F-41F6-9EC9-9FE05B202BBC}" dt="2024-04-28T21:51:00.976" v="4299" actId="478"/>
          <ac:cxnSpMkLst>
            <pc:docMk/>
            <pc:sldMk cId="2976974867" sldId="352"/>
            <ac:cxnSpMk id="12" creationId="{00000000-0000-0000-0000-000000000000}"/>
          </ac:cxnSpMkLst>
        </pc:cxnChg>
        <pc:cxnChg chg="add mod">
          <ac:chgData name="MYUNG JIN" userId="89f3fa32ababedc4" providerId="LiveId" clId="{61CFDB85-767F-41F6-9EC9-9FE05B202BBC}" dt="2024-04-29T01:34:20.404" v="6055"/>
          <ac:cxnSpMkLst>
            <pc:docMk/>
            <pc:sldMk cId="2976974867" sldId="352"/>
            <ac:cxnSpMk id="12" creationId="{0EA3C2FA-3012-873D-A76B-D82C29233B6D}"/>
          </ac:cxnSpMkLst>
        </pc:cxnChg>
        <pc:cxnChg chg="add mod">
          <ac:chgData name="MYUNG JIN" userId="89f3fa32ababedc4" providerId="LiveId" clId="{61CFDB85-767F-41F6-9EC9-9FE05B202BBC}" dt="2024-04-29T11:49:16.685" v="9322" actId="1076"/>
          <ac:cxnSpMkLst>
            <pc:docMk/>
            <pc:sldMk cId="2976974867" sldId="352"/>
            <ac:cxnSpMk id="16" creationId="{C3989BC0-2A4C-EDCE-36D5-0BA3306ED64A}"/>
          </ac:cxnSpMkLst>
        </pc:cxnChg>
        <pc:cxnChg chg="add mod">
          <ac:chgData name="MYUNG JIN" userId="89f3fa32ababedc4" providerId="LiveId" clId="{61CFDB85-767F-41F6-9EC9-9FE05B202BBC}" dt="2024-04-28T21:37:07.830" v="3822" actId="1076"/>
          <ac:cxnSpMkLst>
            <pc:docMk/>
            <pc:sldMk cId="2976974867" sldId="352"/>
            <ac:cxnSpMk id="18" creationId="{0BD1DD76-47D8-BEA4-94F2-51139705986F}"/>
          </ac:cxnSpMkLst>
        </pc:cxnChg>
        <pc:cxnChg chg="add mod">
          <ac:chgData name="MYUNG JIN" userId="89f3fa32ababedc4" providerId="LiveId" clId="{61CFDB85-767F-41F6-9EC9-9FE05B202BBC}" dt="2024-04-29T09:41:49.966" v="7489" actId="164"/>
          <ac:cxnSpMkLst>
            <pc:docMk/>
            <pc:sldMk cId="2976974867" sldId="352"/>
            <ac:cxnSpMk id="33" creationId="{F8F37208-4B31-B9F7-A5C8-3C34C0B60408}"/>
          </ac:cxnSpMkLst>
        </pc:cxnChg>
        <pc:cxnChg chg="add del mod">
          <ac:chgData name="MYUNG JIN" userId="89f3fa32ababedc4" providerId="LiveId" clId="{61CFDB85-767F-41F6-9EC9-9FE05B202BBC}" dt="2024-04-29T01:34:20.190" v="6054" actId="478"/>
          <ac:cxnSpMkLst>
            <pc:docMk/>
            <pc:sldMk cId="2976974867" sldId="352"/>
            <ac:cxnSpMk id="35" creationId="{1D66D047-B58B-2CA2-C108-9D68FAD13827}"/>
          </ac:cxnSpMkLst>
        </pc:cxnChg>
      </pc:sldChg>
      <pc:sldChg chg="addSp delSp modSp add mod">
        <pc:chgData name="MYUNG JIN" userId="89f3fa32ababedc4" providerId="LiveId" clId="{61CFDB85-767F-41F6-9EC9-9FE05B202BBC}" dt="2024-04-29T11:50:41.243" v="9440"/>
        <pc:sldMkLst>
          <pc:docMk/>
          <pc:sldMk cId="2509944515" sldId="353"/>
        </pc:sldMkLst>
        <pc:spChg chg="mod">
          <ac:chgData name="MYUNG JIN" userId="89f3fa32ababedc4" providerId="LiveId" clId="{61CFDB85-767F-41F6-9EC9-9FE05B202BBC}" dt="2024-04-28T21:51:28.710" v="4314" actId="20577"/>
          <ac:spMkLst>
            <pc:docMk/>
            <pc:sldMk cId="2509944515" sldId="353"/>
            <ac:spMk id="2" creationId="{00000000-0000-0000-0000-000000000000}"/>
          </ac:spMkLst>
        </pc:spChg>
        <pc:spChg chg="add mod">
          <ac:chgData name="MYUNG JIN" userId="89f3fa32ababedc4" providerId="LiveId" clId="{61CFDB85-767F-41F6-9EC9-9FE05B202BBC}" dt="2024-04-29T10:10:31.459" v="8453" actId="20577"/>
          <ac:spMkLst>
            <pc:docMk/>
            <pc:sldMk cId="2509944515" sldId="353"/>
            <ac:spMk id="3" creationId="{BBAE80E9-A22F-08CB-8DAC-D1B6803AB8F0}"/>
          </ac:spMkLst>
        </pc:spChg>
        <pc:spChg chg="add mod">
          <ac:chgData name="MYUNG JIN" userId="89f3fa32ababedc4" providerId="LiveId" clId="{61CFDB85-767F-41F6-9EC9-9FE05B202BBC}" dt="2024-04-29T11:50:41.243" v="9440"/>
          <ac:spMkLst>
            <pc:docMk/>
            <pc:sldMk cId="2509944515" sldId="353"/>
            <ac:spMk id="4" creationId="{202D934B-C56C-0A1E-EF6C-3D5680E369C2}"/>
          </ac:spMkLst>
        </pc:spChg>
        <pc:spChg chg="mod">
          <ac:chgData name="MYUNG JIN" userId="89f3fa32ababedc4" providerId="LiveId" clId="{61CFDB85-767F-41F6-9EC9-9FE05B202BBC}" dt="2024-04-29T10:59:57.977" v="8992" actId="20577"/>
          <ac:spMkLst>
            <pc:docMk/>
            <pc:sldMk cId="2509944515" sldId="353"/>
            <ac:spMk id="8" creationId="{00000000-0000-0000-0000-000000000000}"/>
          </ac:spMkLst>
        </pc:spChg>
        <pc:spChg chg="add del mod">
          <ac:chgData name="MYUNG JIN" userId="89f3fa32ababedc4" providerId="LiveId" clId="{61CFDB85-767F-41F6-9EC9-9FE05B202BBC}" dt="2024-04-29T10:12:28.705" v="8689" actId="478"/>
          <ac:spMkLst>
            <pc:docMk/>
            <pc:sldMk cId="2509944515" sldId="353"/>
            <ac:spMk id="9" creationId="{E0F7EB9F-A92F-5B82-4C9A-548911E30577}"/>
          </ac:spMkLst>
        </pc:spChg>
      </pc:sldChg>
      <pc:sldChg chg="add del">
        <pc:chgData name="MYUNG JIN" userId="89f3fa32ababedc4" providerId="LiveId" clId="{61CFDB85-767F-41F6-9EC9-9FE05B202BBC}" dt="2024-04-28T21:51:23.908" v="4302" actId="47"/>
        <pc:sldMkLst>
          <pc:docMk/>
          <pc:sldMk cId="3820499681" sldId="354"/>
        </pc:sldMkLst>
      </pc:sldChg>
      <pc:sldChg chg="addSp delSp modSp add mod ord modAnim">
        <pc:chgData name="MYUNG JIN" userId="89f3fa32ababedc4" providerId="LiveId" clId="{61CFDB85-767F-41F6-9EC9-9FE05B202BBC}" dt="2024-04-29T11:51:23.062" v="9443" actId="20577"/>
        <pc:sldMkLst>
          <pc:docMk/>
          <pc:sldMk cId="158879415" sldId="355"/>
        </pc:sldMkLst>
        <pc:spChg chg="add mod">
          <ac:chgData name="MYUNG JIN" userId="89f3fa32ababedc4" providerId="LiveId" clId="{61CFDB85-767F-41F6-9EC9-9FE05B202BBC}" dt="2024-04-29T07:53:05.193" v="6461" actId="20577"/>
          <ac:spMkLst>
            <pc:docMk/>
            <pc:sldMk cId="158879415" sldId="355"/>
            <ac:spMk id="3" creationId="{74FB315E-CAF5-FB5D-037A-03BAADC67F32}"/>
          </ac:spMkLst>
        </pc:spChg>
        <pc:spChg chg="add mod">
          <ac:chgData name="MYUNG JIN" userId="89f3fa32ababedc4" providerId="LiveId" clId="{61CFDB85-767F-41F6-9EC9-9FE05B202BBC}" dt="2024-04-29T08:53:17.068" v="6594" actId="14100"/>
          <ac:spMkLst>
            <pc:docMk/>
            <pc:sldMk cId="158879415" sldId="355"/>
            <ac:spMk id="4" creationId="{82525789-6125-48EF-ED46-E30EEEC017C2}"/>
          </ac:spMkLst>
        </pc:spChg>
        <pc:spChg chg="mod">
          <ac:chgData name="MYUNG JIN" userId="89f3fa32ababedc4" providerId="LiveId" clId="{61CFDB85-767F-41F6-9EC9-9FE05B202BBC}" dt="2024-04-29T11:51:23.062" v="9443" actId="20577"/>
          <ac:spMkLst>
            <pc:docMk/>
            <pc:sldMk cId="158879415" sldId="355"/>
            <ac:spMk id="8" creationId="{00000000-0000-0000-0000-000000000000}"/>
          </ac:spMkLst>
        </pc:spChg>
        <pc:spChg chg="add mod">
          <ac:chgData name="MYUNG JIN" userId="89f3fa32ababedc4" providerId="LiveId" clId="{61CFDB85-767F-41F6-9EC9-9FE05B202BBC}" dt="2024-04-29T07:58:05.380" v="6472" actId="12"/>
          <ac:spMkLst>
            <pc:docMk/>
            <pc:sldMk cId="158879415" sldId="355"/>
            <ac:spMk id="10" creationId="{F0A2B4B9-0B9F-882E-8E7B-D05E4D5EA5C2}"/>
          </ac:spMkLst>
        </pc:spChg>
        <pc:spChg chg="add mod">
          <ac:chgData name="MYUNG JIN" userId="89f3fa32ababedc4" providerId="LiveId" clId="{61CFDB85-767F-41F6-9EC9-9FE05B202BBC}" dt="2024-04-29T08:05:22.261" v="6529" actId="1076"/>
          <ac:spMkLst>
            <pc:docMk/>
            <pc:sldMk cId="158879415" sldId="355"/>
            <ac:spMk id="11" creationId="{9070E548-9A51-98D0-5EC1-C5C239E9388D}"/>
          </ac:spMkLst>
        </pc:spChg>
        <pc:spChg chg="add mod ord">
          <ac:chgData name="MYUNG JIN" userId="89f3fa32ababedc4" providerId="LiveId" clId="{61CFDB85-767F-41F6-9EC9-9FE05B202BBC}" dt="2024-04-29T08:05:24.255" v="6530" actId="1076"/>
          <ac:spMkLst>
            <pc:docMk/>
            <pc:sldMk cId="158879415" sldId="355"/>
            <ac:spMk id="14" creationId="{92DB20DD-72BA-23B5-06E8-7C5D274D9AF5}"/>
          </ac:spMkLst>
        </pc:spChg>
        <pc:spChg chg="add mod">
          <ac:chgData name="MYUNG JIN" userId="89f3fa32ababedc4" providerId="LiveId" clId="{61CFDB85-767F-41F6-9EC9-9FE05B202BBC}" dt="2024-04-29T08:50:15.359" v="6576" actId="1076"/>
          <ac:spMkLst>
            <pc:docMk/>
            <pc:sldMk cId="158879415" sldId="355"/>
            <ac:spMk id="19" creationId="{D4022270-3119-33BB-7008-E49AD2B4C9CA}"/>
          </ac:spMkLst>
        </pc:spChg>
        <pc:spChg chg="add mod">
          <ac:chgData name="MYUNG JIN" userId="89f3fa32ababedc4" providerId="LiveId" clId="{61CFDB85-767F-41F6-9EC9-9FE05B202BBC}" dt="2024-04-29T08:44:41.079" v="6542" actId="1076"/>
          <ac:spMkLst>
            <pc:docMk/>
            <pc:sldMk cId="158879415" sldId="355"/>
            <ac:spMk id="20" creationId="{E74A0995-D757-9234-AA0B-2B2587F8BC7C}"/>
          </ac:spMkLst>
        </pc:spChg>
        <pc:spChg chg="add mod">
          <ac:chgData name="MYUNG JIN" userId="89f3fa32ababedc4" providerId="LiveId" clId="{61CFDB85-767F-41F6-9EC9-9FE05B202BBC}" dt="2024-04-29T11:15:21.036" v="9059" actId="1076"/>
          <ac:spMkLst>
            <pc:docMk/>
            <pc:sldMk cId="158879415" sldId="355"/>
            <ac:spMk id="22" creationId="{C28D8861-DF8D-8A23-03FA-B3028B38CE4E}"/>
          </ac:spMkLst>
        </pc:spChg>
        <pc:spChg chg="add del">
          <ac:chgData name="MYUNG JIN" userId="89f3fa32ababedc4" providerId="LiveId" clId="{61CFDB85-767F-41F6-9EC9-9FE05B202BBC}" dt="2024-04-29T08:45:34.646" v="6548" actId="22"/>
          <ac:spMkLst>
            <pc:docMk/>
            <pc:sldMk cId="158879415" sldId="355"/>
            <ac:spMk id="24" creationId="{A3DCD004-44E5-7536-FA9D-F49E18CF78C9}"/>
          </ac:spMkLst>
        </pc:spChg>
        <pc:spChg chg="add mod">
          <ac:chgData name="MYUNG JIN" userId="89f3fa32ababedc4" providerId="LiveId" clId="{61CFDB85-767F-41F6-9EC9-9FE05B202BBC}" dt="2024-04-29T11:15:16.981" v="9058" actId="1076"/>
          <ac:spMkLst>
            <pc:docMk/>
            <pc:sldMk cId="158879415" sldId="355"/>
            <ac:spMk id="26" creationId="{14ADB90E-6BF4-1F97-894C-5EBF81BA6EF4}"/>
          </ac:spMkLst>
        </pc:spChg>
        <pc:spChg chg="add mod">
          <ac:chgData name="MYUNG JIN" userId="89f3fa32ababedc4" providerId="LiveId" clId="{61CFDB85-767F-41F6-9EC9-9FE05B202BBC}" dt="2024-04-29T11:15:05.068" v="9056" actId="1076"/>
          <ac:spMkLst>
            <pc:docMk/>
            <pc:sldMk cId="158879415" sldId="355"/>
            <ac:spMk id="28" creationId="{F27AB2D9-543F-F7B9-B9AA-CE7880D2E5BB}"/>
          </ac:spMkLst>
        </pc:spChg>
        <pc:spChg chg="add mod">
          <ac:chgData name="MYUNG JIN" userId="89f3fa32ababedc4" providerId="LiveId" clId="{61CFDB85-767F-41F6-9EC9-9FE05B202BBC}" dt="2024-04-29T11:17:18.651" v="9174" actId="164"/>
          <ac:spMkLst>
            <pc:docMk/>
            <pc:sldMk cId="158879415" sldId="355"/>
            <ac:spMk id="29" creationId="{AD7786D3-3449-270E-28AB-AB1EAB533906}"/>
          </ac:spMkLst>
        </pc:spChg>
        <pc:spChg chg="add mod">
          <ac:chgData name="MYUNG JIN" userId="89f3fa32ababedc4" providerId="LiveId" clId="{61CFDB85-767F-41F6-9EC9-9FE05B202BBC}" dt="2024-04-29T11:17:18.651" v="9174" actId="164"/>
          <ac:spMkLst>
            <pc:docMk/>
            <pc:sldMk cId="158879415" sldId="355"/>
            <ac:spMk id="30" creationId="{7218BC73-2A52-6D65-5DE8-AE2687127B5B}"/>
          </ac:spMkLst>
        </pc:spChg>
        <pc:spChg chg="add mod">
          <ac:chgData name="MYUNG JIN" userId="89f3fa32ababedc4" providerId="LiveId" clId="{61CFDB85-767F-41F6-9EC9-9FE05B202BBC}" dt="2024-04-29T08:52:58.789" v="6589" actId="571"/>
          <ac:spMkLst>
            <pc:docMk/>
            <pc:sldMk cId="158879415" sldId="355"/>
            <ac:spMk id="32" creationId="{B12A05CE-045B-207E-2315-66058DC7DF7E}"/>
          </ac:spMkLst>
        </pc:spChg>
        <pc:spChg chg="add mod">
          <ac:chgData name="MYUNG JIN" userId="89f3fa32ababedc4" providerId="LiveId" clId="{61CFDB85-767F-41F6-9EC9-9FE05B202BBC}" dt="2024-04-29T11:17:18.651" v="9174" actId="164"/>
          <ac:spMkLst>
            <pc:docMk/>
            <pc:sldMk cId="158879415" sldId="355"/>
            <ac:spMk id="35" creationId="{7D30CEB1-04AA-1406-02C1-64BD16379875}"/>
          </ac:spMkLst>
        </pc:spChg>
        <pc:spChg chg="add mod">
          <ac:chgData name="MYUNG JIN" userId="89f3fa32ababedc4" providerId="LiveId" clId="{61CFDB85-767F-41F6-9EC9-9FE05B202BBC}" dt="2024-04-29T11:17:18.651" v="9174" actId="164"/>
          <ac:spMkLst>
            <pc:docMk/>
            <pc:sldMk cId="158879415" sldId="355"/>
            <ac:spMk id="49" creationId="{8E834E35-45C1-E0F8-A537-C293B32FBEC5}"/>
          </ac:spMkLst>
        </pc:spChg>
        <pc:grpChg chg="add mod">
          <ac:chgData name="MYUNG JIN" userId="89f3fa32ababedc4" providerId="LiveId" clId="{61CFDB85-767F-41F6-9EC9-9FE05B202BBC}" dt="2024-04-29T11:17:18.651" v="9174" actId="164"/>
          <ac:grpSpMkLst>
            <pc:docMk/>
            <pc:sldMk cId="158879415" sldId="355"/>
            <ac:grpSpMk id="52" creationId="{E5B47E95-0A22-088F-87B3-443A87FFF160}"/>
          </ac:grpSpMkLst>
        </pc:grpChg>
        <pc:graphicFrameChg chg="add mod">
          <ac:chgData name="MYUNG JIN" userId="89f3fa32ababedc4" providerId="LiveId" clId="{61CFDB85-767F-41F6-9EC9-9FE05B202BBC}" dt="2024-04-29T08:46:27.922" v="6553" actId="14100"/>
          <ac:graphicFrameMkLst>
            <pc:docMk/>
            <pc:sldMk cId="158879415" sldId="355"/>
            <ac:graphicFrameMk id="9" creationId="{000F342B-78C7-C121-411B-5D92372A7E9A}"/>
          </ac:graphicFrameMkLst>
        </pc:graphicFrameChg>
        <pc:graphicFrameChg chg="add del mod">
          <ac:chgData name="MYUNG JIN" userId="89f3fa32ababedc4" providerId="LiveId" clId="{61CFDB85-767F-41F6-9EC9-9FE05B202BBC}" dt="2024-04-29T08:01:38.505" v="6494" actId="478"/>
          <ac:graphicFrameMkLst>
            <pc:docMk/>
            <pc:sldMk cId="158879415" sldId="355"/>
            <ac:graphicFrameMk id="13" creationId="{3DC29DA3-995E-64F8-EE93-8F3017F4DB3F}"/>
          </ac:graphicFrameMkLst>
        </pc:graphicFrameChg>
        <pc:graphicFrameChg chg="add del mod">
          <ac:chgData name="MYUNG JIN" userId="89f3fa32ababedc4" providerId="LiveId" clId="{61CFDB85-767F-41F6-9EC9-9FE05B202BBC}" dt="2024-04-29T08:01:33.461" v="6493" actId="478"/>
          <ac:graphicFrameMkLst>
            <pc:docMk/>
            <pc:sldMk cId="158879415" sldId="355"/>
            <ac:graphicFrameMk id="15" creationId="{BC80DE1C-6894-5577-BADB-2D9400D2B4A3}"/>
          </ac:graphicFrameMkLst>
        </pc:graphicFrameChg>
        <pc:graphicFrameChg chg="add del mod">
          <ac:chgData name="MYUNG JIN" userId="89f3fa32ababedc4" providerId="LiveId" clId="{61CFDB85-767F-41F6-9EC9-9FE05B202BBC}" dt="2024-04-29T08:01:45.161" v="6496" actId="478"/>
          <ac:graphicFrameMkLst>
            <pc:docMk/>
            <pc:sldMk cId="158879415" sldId="355"/>
            <ac:graphicFrameMk id="16" creationId="{2589F97A-E9D3-CD41-D5E0-A9511C82AFBA}"/>
          </ac:graphicFrameMkLst>
        </pc:graphicFrameChg>
        <pc:graphicFrameChg chg="add mod">
          <ac:chgData name="MYUNG JIN" userId="89f3fa32ababedc4" providerId="LiveId" clId="{61CFDB85-767F-41F6-9EC9-9FE05B202BBC}" dt="2024-04-29T08:05:11.779" v="6526" actId="14100"/>
          <ac:graphicFrameMkLst>
            <pc:docMk/>
            <pc:sldMk cId="158879415" sldId="355"/>
            <ac:graphicFrameMk id="17" creationId="{5D804DA8-A417-453D-310E-01DD6D9F222E}"/>
          </ac:graphicFrameMkLst>
        </pc:graphicFrameChg>
        <pc:graphicFrameChg chg="add mod">
          <ac:chgData name="MYUNG JIN" userId="89f3fa32ababedc4" providerId="LiveId" clId="{61CFDB85-767F-41F6-9EC9-9FE05B202BBC}" dt="2024-04-29T08:50:04.766" v="6573" actId="1076"/>
          <ac:graphicFrameMkLst>
            <pc:docMk/>
            <pc:sldMk cId="158879415" sldId="355"/>
            <ac:graphicFrameMk id="18" creationId="{B98285F3-5340-21BC-60F2-07B3EE63DDFD}"/>
          </ac:graphicFrameMkLst>
        </pc:graphicFrameChg>
        <pc:graphicFrameChg chg="add mod">
          <ac:chgData name="MYUNG JIN" userId="89f3fa32ababedc4" providerId="LiveId" clId="{61CFDB85-767F-41F6-9EC9-9FE05B202BBC}" dt="2024-04-29T08:46:25.968" v="6552" actId="14100"/>
          <ac:graphicFrameMkLst>
            <pc:docMk/>
            <pc:sldMk cId="158879415" sldId="355"/>
            <ac:graphicFrameMk id="21" creationId="{3B0D0B7C-674F-5981-B533-FA37CA37D1DC}"/>
          </ac:graphicFrameMkLst>
        </pc:graphicFrameChg>
        <pc:graphicFrameChg chg="add mod">
          <ac:chgData name="MYUNG JIN" userId="89f3fa32ababedc4" providerId="LiveId" clId="{61CFDB85-767F-41F6-9EC9-9FE05B202BBC}" dt="2024-04-29T11:16:55.777" v="9170" actId="1076"/>
          <ac:graphicFrameMkLst>
            <pc:docMk/>
            <pc:sldMk cId="158879415" sldId="355"/>
            <ac:graphicFrameMk id="25" creationId="{15547A7E-6220-1A68-384E-B964BCDE8FEE}"/>
          </ac:graphicFrameMkLst>
        </pc:graphicFrameChg>
        <pc:graphicFrameChg chg="add mod">
          <ac:chgData name="MYUNG JIN" userId="89f3fa32ababedc4" providerId="LiveId" clId="{61CFDB85-767F-41F6-9EC9-9FE05B202BBC}" dt="2024-04-29T08:53:02.053" v="6591" actId="1076"/>
          <ac:graphicFrameMkLst>
            <pc:docMk/>
            <pc:sldMk cId="158879415" sldId="355"/>
            <ac:graphicFrameMk id="27" creationId="{AB24268D-0342-BEB9-6BA5-1A48A676CE7D}"/>
          </ac:graphicFrameMkLst>
        </pc:graphicFrameChg>
        <pc:graphicFrameChg chg="add mod">
          <ac:chgData name="MYUNG JIN" userId="89f3fa32ababedc4" providerId="LiveId" clId="{61CFDB85-767F-41F6-9EC9-9FE05B202BBC}" dt="2024-04-29T08:52:58.789" v="6589" actId="571"/>
          <ac:graphicFrameMkLst>
            <pc:docMk/>
            <pc:sldMk cId="158879415" sldId="355"/>
            <ac:graphicFrameMk id="31" creationId="{09F1983E-5495-E423-3C4E-242729328F36}"/>
          </ac:graphicFrameMkLst>
        </pc:graphicFrameChg>
        <pc:cxnChg chg="add mod">
          <ac:chgData name="MYUNG JIN" userId="89f3fa32ababedc4" providerId="LiveId" clId="{61CFDB85-767F-41F6-9EC9-9FE05B202BBC}" dt="2024-04-29T11:17:18.651" v="9174" actId="164"/>
          <ac:cxnSpMkLst>
            <pc:docMk/>
            <pc:sldMk cId="158879415" sldId="355"/>
            <ac:cxnSpMk id="34" creationId="{3CE61FFB-CDD5-A3F8-5455-8E64452D0394}"/>
          </ac:cxnSpMkLst>
        </pc:cxnChg>
        <pc:cxnChg chg="add del mod">
          <ac:chgData name="MYUNG JIN" userId="89f3fa32ababedc4" providerId="LiveId" clId="{61CFDB85-767F-41F6-9EC9-9FE05B202BBC}" dt="2024-04-29T08:54:33.947" v="6685" actId="478"/>
          <ac:cxnSpMkLst>
            <pc:docMk/>
            <pc:sldMk cId="158879415" sldId="355"/>
            <ac:cxnSpMk id="38" creationId="{2B53546A-BFC5-AA43-79F9-066B0E269910}"/>
          </ac:cxnSpMkLst>
        </pc:cxnChg>
        <pc:cxnChg chg="add mod">
          <ac:chgData name="MYUNG JIN" userId="89f3fa32ababedc4" providerId="LiveId" clId="{61CFDB85-767F-41F6-9EC9-9FE05B202BBC}" dt="2024-04-29T11:17:18.651" v="9174" actId="164"/>
          <ac:cxnSpMkLst>
            <pc:docMk/>
            <pc:sldMk cId="158879415" sldId="355"/>
            <ac:cxnSpMk id="41" creationId="{2CC1A643-2476-8289-C8B4-73BF933B97AF}"/>
          </ac:cxnSpMkLst>
        </pc:cxnChg>
        <pc:cxnChg chg="add mod">
          <ac:chgData name="MYUNG JIN" userId="89f3fa32ababedc4" providerId="LiveId" clId="{61CFDB85-767F-41F6-9EC9-9FE05B202BBC}" dt="2024-04-29T11:17:18.651" v="9174" actId="164"/>
          <ac:cxnSpMkLst>
            <pc:docMk/>
            <pc:sldMk cId="158879415" sldId="355"/>
            <ac:cxnSpMk id="44" creationId="{0A88390E-8B0A-9A60-5574-591EC5A0364E}"/>
          </ac:cxnSpMkLst>
        </pc:cxnChg>
      </pc:sldChg>
      <pc:sldChg chg="addSp delSp modSp add mod">
        <pc:chgData name="MYUNG JIN" userId="89f3fa32ababedc4" providerId="LiveId" clId="{61CFDB85-767F-41F6-9EC9-9FE05B202BBC}" dt="2024-04-29T11:47:38.928" v="9321" actId="14100"/>
        <pc:sldMkLst>
          <pc:docMk/>
          <pc:sldMk cId="1214262277" sldId="356"/>
        </pc:sldMkLst>
        <pc:spChg chg="mod">
          <ac:chgData name="MYUNG JIN" userId="89f3fa32ababedc4" providerId="LiveId" clId="{61CFDB85-767F-41F6-9EC9-9FE05B202BBC}" dt="2024-04-28T07:45:18.561" v="1262" actId="20577"/>
          <ac:spMkLst>
            <pc:docMk/>
            <pc:sldMk cId="1214262277" sldId="356"/>
            <ac:spMk id="2" creationId="{00000000-0000-0000-0000-000000000000}"/>
          </ac:spMkLst>
        </pc:spChg>
        <pc:spChg chg="del">
          <ac:chgData name="MYUNG JIN" userId="89f3fa32ababedc4" providerId="LiveId" clId="{61CFDB85-767F-41F6-9EC9-9FE05B202BBC}" dt="2024-04-28T07:47:23.590" v="1263" actId="478"/>
          <ac:spMkLst>
            <pc:docMk/>
            <pc:sldMk cId="1214262277" sldId="356"/>
            <ac:spMk id="4" creationId="{5A826829-174E-E7B4-20A4-81BE4C51458E}"/>
          </ac:spMkLst>
        </pc:spChg>
        <pc:spChg chg="add mod">
          <ac:chgData name="MYUNG JIN" userId="89f3fa32ababedc4" providerId="LiveId" clId="{61CFDB85-767F-41F6-9EC9-9FE05B202BBC}" dt="2024-04-29T11:37:33.910" v="9281"/>
          <ac:spMkLst>
            <pc:docMk/>
            <pc:sldMk cId="1214262277" sldId="356"/>
            <ac:spMk id="4" creationId="{EE5A94B9-50B2-BACE-840C-FD4B54765A24}"/>
          </ac:spMkLst>
        </pc:spChg>
        <pc:spChg chg="mod">
          <ac:chgData name="MYUNG JIN" userId="89f3fa32ababedc4" providerId="LiveId" clId="{61CFDB85-767F-41F6-9EC9-9FE05B202BBC}" dt="2024-04-29T10:58:28.427" v="8912" actId="20577"/>
          <ac:spMkLst>
            <pc:docMk/>
            <pc:sldMk cId="1214262277" sldId="356"/>
            <ac:spMk id="8" creationId="{00000000-0000-0000-0000-000000000000}"/>
          </ac:spMkLst>
        </pc:spChg>
        <pc:spChg chg="add mod">
          <ac:chgData name="MYUNG JIN" userId="89f3fa32ababedc4" providerId="LiveId" clId="{61CFDB85-767F-41F6-9EC9-9FE05B202BBC}" dt="2024-04-29T11:47:34.869" v="9320" actId="14100"/>
          <ac:spMkLst>
            <pc:docMk/>
            <pc:sldMk cId="1214262277" sldId="356"/>
            <ac:spMk id="10" creationId="{2FFCFB74-F557-0C0E-4BA3-BAFF0F0A6433}"/>
          </ac:spMkLst>
        </pc:spChg>
        <pc:spChg chg="add mod">
          <ac:chgData name="MYUNG JIN" userId="89f3fa32ababedc4" providerId="LiveId" clId="{61CFDB85-767F-41F6-9EC9-9FE05B202BBC}" dt="2024-04-28T07:55:48.451" v="1312" actId="1076"/>
          <ac:spMkLst>
            <pc:docMk/>
            <pc:sldMk cId="1214262277" sldId="356"/>
            <ac:spMk id="13" creationId="{DAACBC9E-F84D-41F4-1993-23775ED218C8}"/>
          </ac:spMkLst>
        </pc:spChg>
        <pc:spChg chg="add mod">
          <ac:chgData name="MYUNG JIN" userId="89f3fa32ababedc4" providerId="LiveId" clId="{61CFDB85-767F-41F6-9EC9-9FE05B202BBC}" dt="2024-04-28T21:58:17.670" v="4690" actId="20577"/>
          <ac:spMkLst>
            <pc:docMk/>
            <pc:sldMk cId="1214262277" sldId="356"/>
            <ac:spMk id="14" creationId="{9A02C858-94AB-4927-C4C7-B0AE7A66E223}"/>
          </ac:spMkLst>
        </pc:spChg>
        <pc:spChg chg="add mod">
          <ac:chgData name="MYUNG JIN" userId="89f3fa32ababedc4" providerId="LiveId" clId="{61CFDB85-767F-41F6-9EC9-9FE05B202BBC}" dt="2024-04-28T21:59:21.737" v="4695" actId="1076"/>
          <ac:spMkLst>
            <pc:docMk/>
            <pc:sldMk cId="1214262277" sldId="356"/>
            <ac:spMk id="16" creationId="{44A1EF4B-10CE-3F98-F61E-1C1AE3DDEFFC}"/>
          </ac:spMkLst>
        </pc:spChg>
        <pc:spChg chg="add mod">
          <ac:chgData name="MYUNG JIN" userId="89f3fa32ababedc4" providerId="LiveId" clId="{61CFDB85-767F-41F6-9EC9-9FE05B202BBC}" dt="2024-04-28T07:58:12.231" v="1363" actId="1076"/>
          <ac:spMkLst>
            <pc:docMk/>
            <pc:sldMk cId="1214262277" sldId="356"/>
            <ac:spMk id="29" creationId="{C516EA41-1519-8AEE-563A-DE9BF688FFBC}"/>
          </ac:spMkLst>
        </pc:spChg>
        <pc:spChg chg="add mod">
          <ac:chgData name="MYUNG JIN" userId="89f3fa32ababedc4" providerId="LiveId" clId="{61CFDB85-767F-41F6-9EC9-9FE05B202BBC}" dt="2024-04-28T07:58:15.675" v="1365" actId="20577"/>
          <ac:spMkLst>
            <pc:docMk/>
            <pc:sldMk cId="1214262277" sldId="356"/>
            <ac:spMk id="30" creationId="{739CD395-5140-20DB-0A3F-7284B624960A}"/>
          </ac:spMkLst>
        </pc:spChg>
        <pc:picChg chg="add mod">
          <ac:chgData name="MYUNG JIN" userId="89f3fa32ababedc4" providerId="LiveId" clId="{61CFDB85-767F-41F6-9EC9-9FE05B202BBC}" dt="2024-04-28T07:48:13.175" v="1266" actId="1076"/>
          <ac:picMkLst>
            <pc:docMk/>
            <pc:sldMk cId="1214262277" sldId="356"/>
            <ac:picMk id="9" creationId="{4A6E073E-19B1-D6EC-337F-3B6CB6647A6B}"/>
          </ac:picMkLst>
        </pc:picChg>
        <pc:picChg chg="add mod">
          <ac:chgData name="MYUNG JIN" userId="89f3fa32ababedc4" providerId="LiveId" clId="{61CFDB85-767F-41F6-9EC9-9FE05B202BBC}" dt="2024-04-28T07:49:21.733" v="1269" actId="1076"/>
          <ac:picMkLst>
            <pc:docMk/>
            <pc:sldMk cId="1214262277" sldId="356"/>
            <ac:picMk id="11" creationId="{D07970B8-4CDD-C2B3-33F4-B5602D7DBEC5}"/>
          </ac:picMkLst>
        </pc:picChg>
        <pc:picChg chg="add mod modCrop">
          <ac:chgData name="MYUNG JIN" userId="89f3fa32ababedc4" providerId="LiveId" clId="{61CFDB85-767F-41F6-9EC9-9FE05B202BBC}" dt="2024-04-28T07:56:06.189" v="1317" actId="1076"/>
          <ac:picMkLst>
            <pc:docMk/>
            <pc:sldMk cId="1214262277" sldId="356"/>
            <ac:picMk id="19" creationId="{87133C7F-00B3-5A5E-93BB-4A07D9CA16BB}"/>
          </ac:picMkLst>
        </pc:picChg>
        <pc:picChg chg="add mod">
          <ac:chgData name="MYUNG JIN" userId="89f3fa32ababedc4" providerId="LiveId" clId="{61CFDB85-767F-41F6-9EC9-9FE05B202BBC}" dt="2024-04-28T07:57:28.266" v="1327" actId="1076"/>
          <ac:picMkLst>
            <pc:docMk/>
            <pc:sldMk cId="1214262277" sldId="356"/>
            <ac:picMk id="22" creationId="{2436C4FF-54A4-73A4-14C7-E9E024830AC9}"/>
          </ac:picMkLst>
        </pc:picChg>
        <pc:cxnChg chg="add mod">
          <ac:chgData name="MYUNG JIN" userId="89f3fa32ababedc4" providerId="LiveId" clId="{61CFDB85-767F-41F6-9EC9-9FE05B202BBC}" dt="2024-04-29T11:47:38.928" v="9321" actId="14100"/>
          <ac:cxnSpMkLst>
            <pc:docMk/>
            <pc:sldMk cId="1214262277" sldId="356"/>
            <ac:cxnSpMk id="3" creationId="{4AA60017-5F0E-F74C-C2AF-85C5B3E1E075}"/>
          </ac:cxnSpMkLst>
        </pc:cxnChg>
        <pc:cxnChg chg="add mod">
          <ac:chgData name="MYUNG JIN" userId="89f3fa32ababedc4" providerId="LiveId" clId="{61CFDB85-767F-41F6-9EC9-9FE05B202BBC}" dt="2024-04-28T07:55:50.372" v="1313" actId="14100"/>
          <ac:cxnSpMkLst>
            <pc:docMk/>
            <pc:sldMk cId="1214262277" sldId="356"/>
            <ac:cxnSpMk id="15" creationId="{08EC6237-A82B-05BC-61EF-E766B8FF45B1}"/>
          </ac:cxnSpMkLst>
        </pc:cxnChg>
        <pc:cxnChg chg="add mod">
          <ac:chgData name="MYUNG JIN" userId="89f3fa32ababedc4" providerId="LiveId" clId="{61CFDB85-767F-41F6-9EC9-9FE05B202BBC}" dt="2024-04-28T21:59:39.121" v="4698" actId="208"/>
          <ac:cxnSpMkLst>
            <pc:docMk/>
            <pc:sldMk cId="1214262277" sldId="356"/>
            <ac:cxnSpMk id="18" creationId="{29077F44-E802-0AD9-151A-3AA6FBF5D2A9}"/>
          </ac:cxnSpMkLst>
        </pc:cxnChg>
        <pc:cxnChg chg="add mod">
          <ac:chgData name="MYUNG JIN" userId="89f3fa32ababedc4" providerId="LiveId" clId="{61CFDB85-767F-41F6-9EC9-9FE05B202BBC}" dt="2024-04-28T07:57:36.645" v="1330" actId="14100"/>
          <ac:cxnSpMkLst>
            <pc:docMk/>
            <pc:sldMk cId="1214262277" sldId="356"/>
            <ac:cxnSpMk id="23" creationId="{82CAB87B-6DD3-F59D-1D32-B1C0E39AD080}"/>
          </ac:cxnSpMkLst>
        </pc:cxnChg>
        <pc:cxnChg chg="add mod">
          <ac:chgData name="MYUNG JIN" userId="89f3fa32ababedc4" providerId="LiveId" clId="{61CFDB85-767F-41F6-9EC9-9FE05B202BBC}" dt="2024-04-28T07:57:43.191" v="1333" actId="14100"/>
          <ac:cxnSpMkLst>
            <pc:docMk/>
            <pc:sldMk cId="1214262277" sldId="356"/>
            <ac:cxnSpMk id="26" creationId="{5472EC34-5381-31BE-4621-0DDD538E51B0}"/>
          </ac:cxnSpMkLst>
        </pc:cxnChg>
      </pc:sldChg>
      <pc:sldChg chg="addSp delSp modSp add mod">
        <pc:chgData name="MYUNG JIN" userId="89f3fa32ababedc4" providerId="LiveId" clId="{61CFDB85-767F-41F6-9EC9-9FE05B202BBC}" dt="2024-04-29T11:37:40.010" v="9282"/>
        <pc:sldMkLst>
          <pc:docMk/>
          <pc:sldMk cId="192353971" sldId="357"/>
        </pc:sldMkLst>
        <pc:spChg chg="add mod">
          <ac:chgData name="MYUNG JIN" userId="89f3fa32ababedc4" providerId="LiveId" clId="{61CFDB85-767F-41F6-9EC9-9FE05B202BBC}" dt="2024-04-28T17:58:57.456" v="2883" actId="1076"/>
          <ac:spMkLst>
            <pc:docMk/>
            <pc:sldMk cId="192353971" sldId="357"/>
            <ac:spMk id="3" creationId="{DC322B89-9686-7260-12E2-91D36848EA54}"/>
          </ac:spMkLst>
        </pc:spChg>
        <pc:spChg chg="add mod">
          <ac:chgData name="MYUNG JIN" userId="89f3fa32ababedc4" providerId="LiveId" clId="{61CFDB85-767F-41F6-9EC9-9FE05B202BBC}" dt="2024-04-29T11:37:40.010" v="9282"/>
          <ac:spMkLst>
            <pc:docMk/>
            <pc:sldMk cId="192353971" sldId="357"/>
            <ac:spMk id="4" creationId="{8E6139E6-AC86-B4DF-0C10-B4AE127F817D}"/>
          </ac:spMkLst>
        </pc:spChg>
        <pc:spChg chg="mod">
          <ac:chgData name="MYUNG JIN" userId="89f3fa32ababedc4" providerId="LiveId" clId="{61CFDB85-767F-41F6-9EC9-9FE05B202BBC}" dt="2024-04-29T10:58:31.416" v="8916" actId="20577"/>
          <ac:spMkLst>
            <pc:docMk/>
            <pc:sldMk cId="192353971" sldId="357"/>
            <ac:spMk id="8" creationId="{00000000-0000-0000-0000-000000000000}"/>
          </ac:spMkLst>
        </pc:spChg>
        <pc:spChg chg="del">
          <ac:chgData name="MYUNG JIN" userId="89f3fa32ababedc4" providerId="LiveId" clId="{61CFDB85-767F-41F6-9EC9-9FE05B202BBC}" dt="2024-04-28T07:56:21.321" v="1321" actId="478"/>
          <ac:spMkLst>
            <pc:docMk/>
            <pc:sldMk cId="192353971" sldId="357"/>
            <ac:spMk id="13" creationId="{DAACBC9E-F84D-41F4-1993-23775ED218C8}"/>
          </ac:spMkLst>
        </pc:spChg>
        <pc:spChg chg="add mod">
          <ac:chgData name="MYUNG JIN" userId="89f3fa32ababedc4" providerId="LiveId" clId="{61CFDB85-767F-41F6-9EC9-9FE05B202BBC}" dt="2024-04-28T17:52:00.991" v="2782" actId="164"/>
          <ac:spMkLst>
            <pc:docMk/>
            <pc:sldMk cId="192353971" sldId="357"/>
            <ac:spMk id="16" creationId="{0C84829F-1A25-E7FB-282A-826D2A0A77B9}"/>
          </ac:spMkLst>
        </pc:spChg>
        <pc:spChg chg="add mod">
          <ac:chgData name="MYUNG JIN" userId="89f3fa32ababedc4" providerId="LiveId" clId="{61CFDB85-767F-41F6-9EC9-9FE05B202BBC}" dt="2024-04-28T17:52:00.991" v="2782" actId="164"/>
          <ac:spMkLst>
            <pc:docMk/>
            <pc:sldMk cId="192353971" sldId="357"/>
            <ac:spMk id="22" creationId="{ED65A7A0-8B15-402E-FE64-ECB10777A7CF}"/>
          </ac:spMkLst>
        </pc:spChg>
        <pc:spChg chg="add mod">
          <ac:chgData name="MYUNG JIN" userId="89f3fa32ababedc4" providerId="LiveId" clId="{61CFDB85-767F-41F6-9EC9-9FE05B202BBC}" dt="2024-04-28T17:52:00.991" v="2782" actId="164"/>
          <ac:spMkLst>
            <pc:docMk/>
            <pc:sldMk cId="192353971" sldId="357"/>
            <ac:spMk id="23" creationId="{136FDB49-42EF-D435-5308-B3631D9331E5}"/>
          </ac:spMkLst>
        </pc:spChg>
        <pc:spChg chg="add mod">
          <ac:chgData name="MYUNG JIN" userId="89f3fa32ababedc4" providerId="LiveId" clId="{61CFDB85-767F-41F6-9EC9-9FE05B202BBC}" dt="2024-04-28T17:52:00.991" v="2782" actId="164"/>
          <ac:spMkLst>
            <pc:docMk/>
            <pc:sldMk cId="192353971" sldId="357"/>
            <ac:spMk id="30" creationId="{563F6055-F577-412E-3925-6F915FBCD9DA}"/>
          </ac:spMkLst>
        </pc:spChg>
        <pc:spChg chg="add mod">
          <ac:chgData name="MYUNG JIN" userId="89f3fa32ababedc4" providerId="LiveId" clId="{61CFDB85-767F-41F6-9EC9-9FE05B202BBC}" dt="2024-04-28T17:52:00.991" v="2782" actId="164"/>
          <ac:spMkLst>
            <pc:docMk/>
            <pc:sldMk cId="192353971" sldId="357"/>
            <ac:spMk id="31" creationId="{7DA62B85-1DC9-43D8-08CB-F3CCD88A3D1F}"/>
          </ac:spMkLst>
        </pc:spChg>
        <pc:spChg chg="add mod">
          <ac:chgData name="MYUNG JIN" userId="89f3fa32ababedc4" providerId="LiveId" clId="{61CFDB85-767F-41F6-9EC9-9FE05B202BBC}" dt="2024-04-28T17:52:00.991" v="2782" actId="164"/>
          <ac:spMkLst>
            <pc:docMk/>
            <pc:sldMk cId="192353971" sldId="357"/>
            <ac:spMk id="32" creationId="{D5124D6F-1B5E-B240-1577-5BDF605DE6D6}"/>
          </ac:spMkLst>
        </pc:spChg>
        <pc:spChg chg="add del mod">
          <ac:chgData name="MYUNG JIN" userId="89f3fa32ababedc4" providerId="LiveId" clId="{61CFDB85-767F-41F6-9EC9-9FE05B202BBC}" dt="2024-04-28T17:51:06.123" v="2755" actId="478"/>
          <ac:spMkLst>
            <pc:docMk/>
            <pc:sldMk cId="192353971" sldId="357"/>
            <ac:spMk id="34" creationId="{B0897E28-D120-376C-DF27-E1D165F423C0}"/>
          </ac:spMkLst>
        </pc:spChg>
        <pc:spChg chg="add mod">
          <ac:chgData name="MYUNG JIN" userId="89f3fa32ababedc4" providerId="LiveId" clId="{61CFDB85-767F-41F6-9EC9-9FE05B202BBC}" dt="2024-04-28T17:52:00.991" v="2782" actId="164"/>
          <ac:spMkLst>
            <pc:docMk/>
            <pc:sldMk cId="192353971" sldId="357"/>
            <ac:spMk id="36" creationId="{12F48A84-4A31-E1E8-19A2-6602CA7DA082}"/>
          </ac:spMkLst>
        </pc:spChg>
        <pc:spChg chg="add mod">
          <ac:chgData name="MYUNG JIN" userId="89f3fa32ababedc4" providerId="LiveId" clId="{61CFDB85-767F-41F6-9EC9-9FE05B202BBC}" dt="2024-04-28T18:01:01.264" v="2934" actId="14100"/>
          <ac:spMkLst>
            <pc:docMk/>
            <pc:sldMk cId="192353971" sldId="357"/>
            <ac:spMk id="42" creationId="{D1F540A3-5FE9-989A-FA85-6BD0A37A9E0C}"/>
          </ac:spMkLst>
        </pc:spChg>
        <pc:spChg chg="add mod">
          <ac:chgData name="MYUNG JIN" userId="89f3fa32ababedc4" providerId="LiveId" clId="{61CFDB85-767F-41F6-9EC9-9FE05B202BBC}" dt="2024-04-28T17:59:46.301" v="2903" actId="1076"/>
          <ac:spMkLst>
            <pc:docMk/>
            <pc:sldMk cId="192353971" sldId="357"/>
            <ac:spMk id="43" creationId="{D2DF9612-6F2D-50B7-730D-53A8F0D2C876}"/>
          </ac:spMkLst>
        </pc:spChg>
        <pc:spChg chg="add mod">
          <ac:chgData name="MYUNG JIN" userId="89f3fa32ababedc4" providerId="LiveId" clId="{61CFDB85-767F-41F6-9EC9-9FE05B202BBC}" dt="2024-04-28T17:59:58.631" v="2907" actId="14100"/>
          <ac:spMkLst>
            <pc:docMk/>
            <pc:sldMk cId="192353971" sldId="357"/>
            <ac:spMk id="44" creationId="{22311225-92ED-463B-D552-87145F0E94A2}"/>
          </ac:spMkLst>
        </pc:spChg>
        <pc:spChg chg="add mod">
          <ac:chgData name="MYUNG JIN" userId="89f3fa32ababedc4" providerId="LiveId" clId="{61CFDB85-767F-41F6-9EC9-9FE05B202BBC}" dt="2024-04-28T18:00:38.029" v="2920" actId="208"/>
          <ac:spMkLst>
            <pc:docMk/>
            <pc:sldMk cId="192353971" sldId="357"/>
            <ac:spMk id="45" creationId="{8C62AE2B-D0F7-8367-C5D4-3F3F41B38777}"/>
          </ac:spMkLst>
        </pc:spChg>
        <pc:grpChg chg="add mod">
          <ac:chgData name="MYUNG JIN" userId="89f3fa32ababedc4" providerId="LiveId" clId="{61CFDB85-767F-41F6-9EC9-9FE05B202BBC}" dt="2024-04-28T17:58:57.456" v="2883" actId="1076"/>
          <ac:grpSpMkLst>
            <pc:docMk/>
            <pc:sldMk cId="192353971" sldId="357"/>
            <ac:grpSpMk id="37" creationId="{19E027CB-739C-89E4-FCCC-63AFB2FD9E69}"/>
          </ac:grpSpMkLst>
        </pc:grpChg>
        <pc:grpChg chg="add mod">
          <ac:chgData name="MYUNG JIN" userId="89f3fa32ababedc4" providerId="LiveId" clId="{61CFDB85-767F-41F6-9EC9-9FE05B202BBC}" dt="2024-04-28T17:58:57.456" v="2883" actId="1076"/>
          <ac:grpSpMkLst>
            <pc:docMk/>
            <pc:sldMk cId="192353971" sldId="357"/>
            <ac:grpSpMk id="41" creationId="{9C44C151-2E02-4E03-AC33-6748B66D9505}"/>
          </ac:grpSpMkLst>
        </pc:grpChg>
        <pc:picChg chg="add mod modCrop">
          <ac:chgData name="MYUNG JIN" userId="89f3fa32ababedc4" providerId="LiveId" clId="{61CFDB85-767F-41F6-9EC9-9FE05B202BBC}" dt="2024-04-28T17:52:48.592" v="2792" actId="164"/>
          <ac:picMkLst>
            <pc:docMk/>
            <pc:sldMk cId="192353971" sldId="357"/>
            <ac:picMk id="9" creationId="{14027771-C3D0-4602-3088-DB1CEF9729A1}"/>
          </ac:picMkLst>
        </pc:picChg>
        <pc:picChg chg="del">
          <ac:chgData name="MYUNG JIN" userId="89f3fa32ababedc4" providerId="LiveId" clId="{61CFDB85-767F-41F6-9EC9-9FE05B202BBC}" dt="2024-04-28T07:56:16.067" v="1319" actId="478"/>
          <ac:picMkLst>
            <pc:docMk/>
            <pc:sldMk cId="192353971" sldId="357"/>
            <ac:picMk id="9" creationId="{4A6E073E-19B1-D6EC-337F-3B6CB6647A6B}"/>
          </ac:picMkLst>
        </pc:picChg>
        <pc:picChg chg="add mod">
          <ac:chgData name="MYUNG JIN" userId="89f3fa32ababedc4" providerId="LiveId" clId="{61CFDB85-767F-41F6-9EC9-9FE05B202BBC}" dt="2024-04-28T17:58:32.571" v="2879" actId="1076"/>
          <ac:picMkLst>
            <pc:docMk/>
            <pc:sldMk cId="192353971" sldId="357"/>
            <ac:picMk id="11" creationId="{0C11B615-136E-DB4B-0CDB-55427AC2D804}"/>
          </ac:picMkLst>
        </pc:picChg>
        <pc:picChg chg="del">
          <ac:chgData name="MYUNG JIN" userId="89f3fa32ababedc4" providerId="LiveId" clId="{61CFDB85-767F-41F6-9EC9-9FE05B202BBC}" dt="2024-04-28T07:56:21.681" v="1322" actId="478"/>
          <ac:picMkLst>
            <pc:docMk/>
            <pc:sldMk cId="192353971" sldId="357"/>
            <ac:picMk id="11" creationId="{D07970B8-4CDD-C2B3-33F4-B5602D7DBEC5}"/>
          </ac:picMkLst>
        </pc:picChg>
        <pc:picChg chg="del">
          <ac:chgData name="MYUNG JIN" userId="89f3fa32ababedc4" providerId="LiveId" clId="{61CFDB85-767F-41F6-9EC9-9FE05B202BBC}" dt="2024-04-28T07:56:20.471" v="1320" actId="478"/>
          <ac:picMkLst>
            <pc:docMk/>
            <pc:sldMk cId="192353971" sldId="357"/>
            <ac:picMk id="19" creationId="{87133C7F-00B3-5A5E-93BB-4A07D9CA16BB}"/>
          </ac:picMkLst>
        </pc:picChg>
        <pc:picChg chg="add mod">
          <ac:chgData name="MYUNG JIN" userId="89f3fa32ababedc4" providerId="LiveId" clId="{61CFDB85-767F-41F6-9EC9-9FE05B202BBC}" dt="2024-04-28T18:00:20.197" v="2915" actId="1076"/>
          <ac:picMkLst>
            <pc:docMk/>
            <pc:sldMk cId="192353971" sldId="357"/>
            <ac:picMk id="39" creationId="{A131A60A-C7FC-669C-6536-A119DCC7414D}"/>
          </ac:picMkLst>
        </pc:picChg>
        <pc:cxnChg chg="add mod">
          <ac:chgData name="MYUNG JIN" userId="89f3fa32ababedc4" providerId="LiveId" clId="{61CFDB85-767F-41F6-9EC9-9FE05B202BBC}" dt="2024-04-28T17:52:48.592" v="2792" actId="164"/>
          <ac:cxnSpMkLst>
            <pc:docMk/>
            <pc:sldMk cId="192353971" sldId="357"/>
            <ac:cxnSpMk id="14" creationId="{B7888C28-26D2-2177-3222-E2AC0EE1CCCF}"/>
          </ac:cxnSpMkLst>
        </pc:cxnChg>
        <pc:cxnChg chg="del mod">
          <ac:chgData name="MYUNG JIN" userId="89f3fa32ababedc4" providerId="LiveId" clId="{61CFDB85-767F-41F6-9EC9-9FE05B202BBC}" dt="2024-04-28T07:56:20.471" v="1320" actId="478"/>
          <ac:cxnSpMkLst>
            <pc:docMk/>
            <pc:sldMk cId="192353971" sldId="357"/>
            <ac:cxnSpMk id="15" creationId="{08EC6237-A82B-05BC-61EF-E766B8FF45B1}"/>
          </ac:cxnSpMkLst>
        </pc:cxnChg>
        <pc:cxnChg chg="add mod">
          <ac:chgData name="MYUNG JIN" userId="89f3fa32ababedc4" providerId="LiveId" clId="{61CFDB85-767F-41F6-9EC9-9FE05B202BBC}" dt="2024-04-28T17:52:00.991" v="2782" actId="164"/>
          <ac:cxnSpMkLst>
            <pc:docMk/>
            <pc:sldMk cId="192353971" sldId="357"/>
            <ac:cxnSpMk id="19" creationId="{A244602E-7335-56C4-049C-1805FB646683}"/>
          </ac:cxnSpMkLst>
        </pc:cxnChg>
        <pc:cxnChg chg="add mod">
          <ac:chgData name="MYUNG JIN" userId="89f3fa32ababedc4" providerId="LiveId" clId="{61CFDB85-767F-41F6-9EC9-9FE05B202BBC}" dt="2024-04-28T17:52:00.991" v="2782" actId="164"/>
          <ac:cxnSpMkLst>
            <pc:docMk/>
            <pc:sldMk cId="192353971" sldId="357"/>
            <ac:cxnSpMk id="20" creationId="{C20E4665-05ED-63AC-38A7-4BB5532A4138}"/>
          </ac:cxnSpMkLst>
        </pc:cxnChg>
        <pc:cxnChg chg="add mod">
          <ac:chgData name="MYUNG JIN" userId="89f3fa32ababedc4" providerId="LiveId" clId="{61CFDB85-767F-41F6-9EC9-9FE05B202BBC}" dt="2024-04-28T17:52:00.991" v="2782" actId="164"/>
          <ac:cxnSpMkLst>
            <pc:docMk/>
            <pc:sldMk cId="192353971" sldId="357"/>
            <ac:cxnSpMk id="25" creationId="{882F69C3-0526-76E5-6A17-2869E556EE48}"/>
          </ac:cxnSpMkLst>
        </pc:cxnChg>
        <pc:cxnChg chg="add mod">
          <ac:chgData name="MYUNG JIN" userId="89f3fa32ababedc4" providerId="LiveId" clId="{61CFDB85-767F-41F6-9EC9-9FE05B202BBC}" dt="2024-04-28T17:52:00.991" v="2782" actId="164"/>
          <ac:cxnSpMkLst>
            <pc:docMk/>
            <pc:sldMk cId="192353971" sldId="357"/>
            <ac:cxnSpMk id="26" creationId="{728F0139-682B-6435-81D4-C5253AFC6EAB}"/>
          </ac:cxnSpMkLst>
        </pc:cxnChg>
        <pc:cxnChg chg="add del mod">
          <ac:chgData name="MYUNG JIN" userId="89f3fa32ababedc4" providerId="LiveId" clId="{61CFDB85-767F-41F6-9EC9-9FE05B202BBC}" dt="2024-04-28T17:51:41.314" v="2779" actId="478"/>
          <ac:cxnSpMkLst>
            <pc:docMk/>
            <pc:sldMk cId="192353971" sldId="357"/>
            <ac:cxnSpMk id="33" creationId="{EAB6A53C-5873-F07F-2178-F05B8E364ECE}"/>
          </ac:cxnSpMkLst>
        </pc:cxnChg>
      </pc:sldChg>
      <pc:sldChg chg="addSp delSp modSp add mod">
        <pc:chgData name="MYUNG JIN" userId="89f3fa32ababedc4" providerId="LiveId" clId="{61CFDB85-767F-41F6-9EC9-9FE05B202BBC}" dt="2024-04-29T10:59:18.757" v="8938" actId="20577"/>
        <pc:sldMkLst>
          <pc:docMk/>
          <pc:sldMk cId="3171752146" sldId="358"/>
        </pc:sldMkLst>
        <pc:spChg chg="mod">
          <ac:chgData name="MYUNG JIN" userId="89f3fa32ababedc4" providerId="LiveId" clId="{61CFDB85-767F-41F6-9EC9-9FE05B202BBC}" dt="2024-04-28T16:11:47.044" v="2615" actId="20577"/>
          <ac:spMkLst>
            <pc:docMk/>
            <pc:sldMk cId="3171752146" sldId="358"/>
            <ac:spMk id="2" creationId="{00000000-0000-0000-0000-000000000000}"/>
          </ac:spMkLst>
        </pc:spChg>
        <pc:spChg chg="add mod">
          <ac:chgData name="MYUNG JIN" userId="89f3fa32ababedc4" providerId="LiveId" clId="{61CFDB85-767F-41F6-9EC9-9FE05B202BBC}" dt="2024-04-28T12:40:07.301" v="1998" actId="20577"/>
          <ac:spMkLst>
            <pc:docMk/>
            <pc:sldMk cId="3171752146" sldId="358"/>
            <ac:spMk id="3" creationId="{858B8869-B810-4C06-55C0-1089F86A81C1}"/>
          </ac:spMkLst>
        </pc:spChg>
        <pc:spChg chg="add del mod">
          <ac:chgData name="MYUNG JIN" userId="89f3fa32ababedc4" providerId="LiveId" clId="{61CFDB85-767F-41F6-9EC9-9FE05B202BBC}" dt="2024-04-28T19:49:13.681" v="3297" actId="478"/>
          <ac:spMkLst>
            <pc:docMk/>
            <pc:sldMk cId="3171752146" sldId="358"/>
            <ac:spMk id="4" creationId="{313F44D5-4107-55A4-129E-402C3C6BC55E}"/>
          </ac:spMkLst>
        </pc:spChg>
        <pc:spChg chg="mod">
          <ac:chgData name="MYUNG JIN" userId="89f3fa32ababedc4" providerId="LiveId" clId="{61CFDB85-767F-41F6-9EC9-9FE05B202BBC}" dt="2024-04-29T10:59:18.757" v="8938" actId="20577"/>
          <ac:spMkLst>
            <pc:docMk/>
            <pc:sldMk cId="3171752146" sldId="358"/>
            <ac:spMk id="8" creationId="{00000000-0000-0000-0000-000000000000}"/>
          </ac:spMkLst>
        </pc:spChg>
        <pc:spChg chg="add mod">
          <ac:chgData name="MYUNG JIN" userId="89f3fa32ababedc4" providerId="LiveId" clId="{61CFDB85-767F-41F6-9EC9-9FE05B202BBC}" dt="2024-04-28T19:49:09.084" v="3295" actId="403"/>
          <ac:spMkLst>
            <pc:docMk/>
            <pc:sldMk cId="3171752146" sldId="358"/>
            <ac:spMk id="10" creationId="{D7CA64C1-80C2-9E89-A537-D7D780D17F68}"/>
          </ac:spMkLst>
        </pc:spChg>
      </pc:sldChg>
      <pc:sldChg chg="addSp delSp modSp add mod ord modAnim">
        <pc:chgData name="MYUNG JIN" userId="89f3fa32ababedc4" providerId="LiveId" clId="{61CFDB85-767F-41F6-9EC9-9FE05B202BBC}" dt="2024-04-29T11:37:41.873" v="9283"/>
        <pc:sldMkLst>
          <pc:docMk/>
          <pc:sldMk cId="8785279" sldId="359"/>
        </pc:sldMkLst>
        <pc:spChg chg="mod">
          <ac:chgData name="MYUNG JIN" userId="89f3fa32ababedc4" providerId="LiveId" clId="{61CFDB85-767F-41F6-9EC9-9FE05B202BBC}" dt="2024-04-28T12:40:22.664" v="1999" actId="255"/>
          <ac:spMkLst>
            <pc:docMk/>
            <pc:sldMk cId="8785279" sldId="359"/>
            <ac:spMk id="2" creationId="{00000000-0000-0000-0000-000000000000}"/>
          </ac:spMkLst>
        </pc:spChg>
        <pc:spChg chg="add mod">
          <ac:chgData name="MYUNG JIN" userId="89f3fa32ababedc4" providerId="LiveId" clId="{61CFDB85-767F-41F6-9EC9-9FE05B202BBC}" dt="2024-04-29T11:37:41.873" v="9283"/>
          <ac:spMkLst>
            <pc:docMk/>
            <pc:sldMk cId="8785279" sldId="359"/>
            <ac:spMk id="3" creationId="{B253F640-989E-53DF-7F83-074A37D83B7E}"/>
          </ac:spMkLst>
        </pc:spChg>
        <pc:spChg chg="mod">
          <ac:chgData name="MYUNG JIN" userId="89f3fa32ababedc4" providerId="LiveId" clId="{61CFDB85-767F-41F6-9EC9-9FE05B202BBC}" dt="2024-04-29T10:58:36.758" v="8918" actId="6549"/>
          <ac:spMkLst>
            <pc:docMk/>
            <pc:sldMk cId="8785279" sldId="359"/>
            <ac:spMk id="8" creationId="{00000000-0000-0000-0000-000000000000}"/>
          </ac:spMkLst>
        </pc:spChg>
        <pc:spChg chg="del mod">
          <ac:chgData name="MYUNG JIN" userId="89f3fa32ababedc4" providerId="LiveId" clId="{61CFDB85-767F-41F6-9EC9-9FE05B202BBC}" dt="2024-04-28T08:28:08.744" v="1534" actId="21"/>
          <ac:spMkLst>
            <pc:docMk/>
            <pc:sldMk cId="8785279" sldId="359"/>
            <ac:spMk id="9" creationId="{B46B4C42-953D-8E8F-FDD0-FD61A1BA0BA1}"/>
          </ac:spMkLst>
        </pc:spChg>
        <pc:spChg chg="add mod">
          <ac:chgData name="MYUNG JIN" userId="89f3fa32ababedc4" providerId="LiveId" clId="{61CFDB85-767F-41F6-9EC9-9FE05B202BBC}" dt="2024-04-28T14:13:09.838" v="2540" actId="1076"/>
          <ac:spMkLst>
            <pc:docMk/>
            <pc:sldMk cId="8785279" sldId="359"/>
            <ac:spMk id="11" creationId="{9FEC6DF9-216D-20BC-1C7A-3283CCB0CBF6}"/>
          </ac:spMkLst>
        </pc:spChg>
        <pc:spChg chg="add mod">
          <ac:chgData name="MYUNG JIN" userId="89f3fa32ababedc4" providerId="LiveId" clId="{61CFDB85-767F-41F6-9EC9-9FE05B202BBC}" dt="2024-04-28T14:15:28.451" v="2579" actId="164"/>
          <ac:spMkLst>
            <pc:docMk/>
            <pc:sldMk cId="8785279" sldId="359"/>
            <ac:spMk id="33" creationId="{756FEB60-ADFD-F5C9-58C5-F5B7598D4D56}"/>
          </ac:spMkLst>
        </pc:spChg>
        <pc:spChg chg="add mod">
          <ac:chgData name="MYUNG JIN" userId="89f3fa32ababedc4" providerId="LiveId" clId="{61CFDB85-767F-41F6-9EC9-9FE05B202BBC}" dt="2024-04-28T13:52:39.803" v="2392" actId="1076"/>
          <ac:spMkLst>
            <pc:docMk/>
            <pc:sldMk cId="8785279" sldId="359"/>
            <ac:spMk id="35" creationId="{B9420B54-AD0C-07F5-B571-21FD38291F77}"/>
          </ac:spMkLst>
        </pc:spChg>
        <pc:spChg chg="add del mod">
          <ac:chgData name="MYUNG JIN" userId="89f3fa32ababedc4" providerId="LiveId" clId="{61CFDB85-767F-41F6-9EC9-9FE05B202BBC}" dt="2024-04-28T14:13:19.867" v="2541" actId="478"/>
          <ac:spMkLst>
            <pc:docMk/>
            <pc:sldMk cId="8785279" sldId="359"/>
            <ac:spMk id="36" creationId="{31182BA2-B749-3CDA-8F35-830F0F19FCB4}"/>
          </ac:spMkLst>
        </pc:spChg>
        <pc:spChg chg="add mod">
          <ac:chgData name="MYUNG JIN" userId="89f3fa32ababedc4" providerId="LiveId" clId="{61CFDB85-767F-41F6-9EC9-9FE05B202BBC}" dt="2024-04-28T14:12:32.159" v="2434" actId="208"/>
          <ac:spMkLst>
            <pc:docMk/>
            <pc:sldMk cId="8785279" sldId="359"/>
            <ac:spMk id="37" creationId="{BB8E51EC-C460-EF53-D07D-9E54E59FE17D}"/>
          </ac:spMkLst>
        </pc:spChg>
        <pc:spChg chg="add mod">
          <ac:chgData name="MYUNG JIN" userId="89f3fa32ababedc4" providerId="LiveId" clId="{61CFDB85-767F-41F6-9EC9-9FE05B202BBC}" dt="2024-04-28T17:27:41.460" v="2671" actId="20577"/>
          <ac:spMkLst>
            <pc:docMk/>
            <pc:sldMk cId="8785279" sldId="359"/>
            <ac:spMk id="38" creationId="{D0D9DD43-7907-4F5D-8077-88C19A6F482F}"/>
          </ac:spMkLst>
        </pc:spChg>
        <pc:spChg chg="add mod">
          <ac:chgData name="MYUNG JIN" userId="89f3fa32ababedc4" providerId="LiveId" clId="{61CFDB85-767F-41F6-9EC9-9FE05B202BBC}" dt="2024-04-28T14:15:28.451" v="2579" actId="164"/>
          <ac:spMkLst>
            <pc:docMk/>
            <pc:sldMk cId="8785279" sldId="359"/>
            <ac:spMk id="41" creationId="{68AB721C-944C-A6CD-8C39-3CDC9F3FEE63}"/>
          </ac:spMkLst>
        </pc:spChg>
        <pc:spChg chg="add mod">
          <ac:chgData name="MYUNG JIN" userId="89f3fa32ababedc4" providerId="LiveId" clId="{61CFDB85-767F-41F6-9EC9-9FE05B202BBC}" dt="2024-04-28T14:15:41.363" v="2584" actId="1076"/>
          <ac:spMkLst>
            <pc:docMk/>
            <pc:sldMk cId="8785279" sldId="359"/>
            <ac:spMk id="45" creationId="{036E8D57-F51B-5C93-5A72-B41B189B4A70}"/>
          </ac:spMkLst>
        </pc:spChg>
        <pc:grpChg chg="add mod ord">
          <ac:chgData name="MYUNG JIN" userId="89f3fa32ababedc4" providerId="LiveId" clId="{61CFDB85-767F-41F6-9EC9-9FE05B202BBC}" dt="2024-04-28T14:15:55.075" v="2588" actId="166"/>
          <ac:grpSpMkLst>
            <pc:docMk/>
            <pc:sldMk cId="8785279" sldId="359"/>
            <ac:grpSpMk id="44" creationId="{1861BD78-420A-CF24-11C1-6212B3D3674D}"/>
          </ac:grpSpMkLst>
        </pc:grpChg>
        <pc:picChg chg="add del mod">
          <ac:chgData name="MYUNG JIN" userId="89f3fa32ababedc4" providerId="LiveId" clId="{61CFDB85-767F-41F6-9EC9-9FE05B202BBC}" dt="2024-04-28T12:00:36.468" v="1831" actId="478"/>
          <ac:picMkLst>
            <pc:docMk/>
            <pc:sldMk cId="8785279" sldId="359"/>
            <ac:picMk id="4" creationId="{34618D44-F75F-F192-DD9B-491C1D2B6606}"/>
          </ac:picMkLst>
        </pc:picChg>
        <pc:picChg chg="del">
          <ac:chgData name="MYUNG JIN" userId="89f3fa32ababedc4" providerId="LiveId" clId="{61CFDB85-767F-41F6-9EC9-9FE05B202BBC}" dt="2024-04-28T08:26:00.579" v="1522" actId="478"/>
          <ac:picMkLst>
            <pc:docMk/>
            <pc:sldMk cId="8785279" sldId="359"/>
            <ac:picMk id="4" creationId="{77751B99-53A8-6FF7-D373-614167B83A64}"/>
          </ac:picMkLst>
        </pc:picChg>
        <pc:picChg chg="add del mod">
          <ac:chgData name="MYUNG JIN" userId="89f3fa32ababedc4" providerId="LiveId" clId="{61CFDB85-767F-41F6-9EC9-9FE05B202BBC}" dt="2024-04-28T12:16:27.578" v="1852" actId="478"/>
          <ac:picMkLst>
            <pc:docMk/>
            <pc:sldMk cId="8785279" sldId="359"/>
            <ac:picMk id="10" creationId="{272C7927-17E9-79F4-2769-E4E4C74AA0E7}"/>
          </ac:picMkLst>
        </pc:picChg>
        <pc:picChg chg="add del mod">
          <ac:chgData name="MYUNG JIN" userId="89f3fa32ababedc4" providerId="LiveId" clId="{61CFDB85-767F-41F6-9EC9-9FE05B202BBC}" dt="2024-04-28T08:28:08.744" v="1534" actId="21"/>
          <ac:picMkLst>
            <pc:docMk/>
            <pc:sldMk cId="8785279" sldId="359"/>
            <ac:picMk id="10" creationId="{5F8129AC-44D0-62F4-0A81-5B8ACC670693}"/>
          </ac:picMkLst>
        </pc:picChg>
        <pc:picChg chg="add mod">
          <ac:chgData name="MYUNG JIN" userId="89f3fa32ababedc4" providerId="LiveId" clId="{61CFDB85-767F-41F6-9EC9-9FE05B202BBC}" dt="2024-04-28T13:51:26.300" v="2375" actId="1076"/>
          <ac:picMkLst>
            <pc:docMk/>
            <pc:sldMk cId="8785279" sldId="359"/>
            <ac:picMk id="14" creationId="{9F0B89C3-E7A2-27F6-A840-F884112BEFF4}"/>
          </ac:picMkLst>
        </pc:picChg>
        <pc:picChg chg="add del mod">
          <ac:chgData name="MYUNG JIN" userId="89f3fa32ababedc4" providerId="LiveId" clId="{61CFDB85-767F-41F6-9EC9-9FE05B202BBC}" dt="2024-04-28T12:07:24.710" v="1844" actId="478"/>
          <ac:picMkLst>
            <pc:docMk/>
            <pc:sldMk cId="8785279" sldId="359"/>
            <ac:picMk id="15" creationId="{136F85E2-3514-315A-48D1-8D8BD9B3D74E}"/>
          </ac:picMkLst>
        </pc:picChg>
        <pc:picChg chg="add del mod">
          <ac:chgData name="MYUNG JIN" userId="89f3fa32ababedc4" providerId="LiveId" clId="{61CFDB85-767F-41F6-9EC9-9FE05B202BBC}" dt="2024-04-28T08:31:12.278" v="1624" actId="478"/>
          <ac:picMkLst>
            <pc:docMk/>
            <pc:sldMk cId="8785279" sldId="359"/>
            <ac:picMk id="16" creationId="{D8327614-47ED-F624-8699-B4712746AE7D}"/>
          </ac:picMkLst>
        </pc:picChg>
        <pc:picChg chg="add del mod">
          <ac:chgData name="MYUNG JIN" userId="89f3fa32ababedc4" providerId="LiveId" clId="{61CFDB85-767F-41F6-9EC9-9FE05B202BBC}" dt="2024-04-28T12:22:30.906" v="1863" actId="478"/>
          <ac:picMkLst>
            <pc:docMk/>
            <pc:sldMk cId="8785279" sldId="359"/>
            <ac:picMk id="16" creationId="{EE846225-BFC3-D605-976C-F0694B2B2CD6}"/>
          </ac:picMkLst>
        </pc:picChg>
        <pc:picChg chg="add del mod">
          <ac:chgData name="MYUNG JIN" userId="89f3fa32ababedc4" providerId="LiveId" clId="{61CFDB85-767F-41F6-9EC9-9FE05B202BBC}" dt="2024-04-28T12:58:40.684" v="2183" actId="478"/>
          <ac:picMkLst>
            <pc:docMk/>
            <pc:sldMk cId="8785279" sldId="359"/>
            <ac:picMk id="18" creationId="{A2BC48FD-D9C7-5B65-7736-947DBFB9D68C}"/>
          </ac:picMkLst>
        </pc:picChg>
        <pc:picChg chg="add del mod">
          <ac:chgData name="MYUNG JIN" userId="89f3fa32ababedc4" providerId="LiveId" clId="{61CFDB85-767F-41F6-9EC9-9FE05B202BBC}" dt="2024-04-28T08:49:29.519" v="1664" actId="478"/>
          <ac:picMkLst>
            <pc:docMk/>
            <pc:sldMk cId="8785279" sldId="359"/>
            <ac:picMk id="18" creationId="{E43BBFF0-A513-1AE1-2B61-3D819F6D5487}"/>
          </ac:picMkLst>
        </pc:picChg>
        <pc:picChg chg="add del mod">
          <ac:chgData name="MYUNG JIN" userId="89f3fa32ababedc4" providerId="LiveId" clId="{61CFDB85-767F-41F6-9EC9-9FE05B202BBC}" dt="2024-04-28T12:59:54.450" v="2192" actId="478"/>
          <ac:picMkLst>
            <pc:docMk/>
            <pc:sldMk cId="8785279" sldId="359"/>
            <ac:picMk id="20" creationId="{3E3277DF-5213-6B2D-3C6D-7531A9ABBDEB}"/>
          </ac:picMkLst>
        </pc:picChg>
        <pc:picChg chg="add del mod">
          <ac:chgData name="MYUNG JIN" userId="89f3fa32ababedc4" providerId="LiveId" clId="{61CFDB85-767F-41F6-9EC9-9FE05B202BBC}" dt="2024-04-28T08:50:23.641" v="1708" actId="478"/>
          <ac:picMkLst>
            <pc:docMk/>
            <pc:sldMk cId="8785279" sldId="359"/>
            <ac:picMk id="20" creationId="{BD8558F4-48BF-0C76-D88D-8D74088215A3}"/>
          </ac:picMkLst>
        </pc:picChg>
        <pc:picChg chg="add del mod">
          <ac:chgData name="MYUNG JIN" userId="89f3fa32ababedc4" providerId="LiveId" clId="{61CFDB85-767F-41F6-9EC9-9FE05B202BBC}" dt="2024-04-28T13:00:18.698" v="2200" actId="478"/>
          <ac:picMkLst>
            <pc:docMk/>
            <pc:sldMk cId="8785279" sldId="359"/>
            <ac:picMk id="22" creationId="{60311B07-4846-8BAB-EEC5-61DABE0F9467}"/>
          </ac:picMkLst>
        </pc:picChg>
        <pc:picChg chg="add del mod">
          <ac:chgData name="MYUNG JIN" userId="89f3fa32ababedc4" providerId="LiveId" clId="{61CFDB85-767F-41F6-9EC9-9FE05B202BBC}" dt="2024-04-28T09:00:02.341" v="1717" actId="478"/>
          <ac:picMkLst>
            <pc:docMk/>
            <pc:sldMk cId="8785279" sldId="359"/>
            <ac:picMk id="22" creationId="{B28A9399-E817-BF86-3D64-667233F65E59}"/>
          </ac:picMkLst>
        </pc:picChg>
        <pc:picChg chg="add del mod">
          <ac:chgData name="MYUNG JIN" userId="89f3fa32ababedc4" providerId="LiveId" clId="{61CFDB85-767F-41F6-9EC9-9FE05B202BBC}" dt="2024-04-28T13:03:09.073" v="2208" actId="478"/>
          <ac:picMkLst>
            <pc:docMk/>
            <pc:sldMk cId="8785279" sldId="359"/>
            <ac:picMk id="24" creationId="{97103CF0-C55F-A705-D8AA-D7815C7B75B0}"/>
          </ac:picMkLst>
        </pc:picChg>
        <pc:picChg chg="add del mod">
          <ac:chgData name="MYUNG JIN" userId="89f3fa32ababedc4" providerId="LiveId" clId="{61CFDB85-767F-41F6-9EC9-9FE05B202BBC}" dt="2024-04-28T11:11:21.721" v="1770" actId="478"/>
          <ac:picMkLst>
            <pc:docMk/>
            <pc:sldMk cId="8785279" sldId="359"/>
            <ac:picMk id="24" creationId="{A711BD4C-6FE2-A49B-03E7-BEFA9A23D8E9}"/>
          </ac:picMkLst>
        </pc:picChg>
        <pc:picChg chg="add del mod">
          <ac:chgData name="MYUNG JIN" userId="89f3fa32ababedc4" providerId="LiveId" clId="{61CFDB85-767F-41F6-9EC9-9FE05B202BBC}" dt="2024-04-28T13:06:49.716" v="2216" actId="478"/>
          <ac:picMkLst>
            <pc:docMk/>
            <pc:sldMk cId="8785279" sldId="359"/>
            <ac:picMk id="26" creationId="{2ED7B4B4-C7D2-BDB1-3450-B4B3DDE1974A}"/>
          </ac:picMkLst>
        </pc:picChg>
        <pc:picChg chg="add del mod">
          <ac:chgData name="MYUNG JIN" userId="89f3fa32ababedc4" providerId="LiveId" clId="{61CFDB85-767F-41F6-9EC9-9FE05B202BBC}" dt="2024-04-28T11:11:43.958" v="1779" actId="478"/>
          <ac:picMkLst>
            <pc:docMk/>
            <pc:sldMk cId="8785279" sldId="359"/>
            <ac:picMk id="26" creationId="{8B8FFD1A-F9B7-5072-9B1C-3E840E3D21EA}"/>
          </ac:picMkLst>
        </pc:picChg>
        <pc:picChg chg="add del mod">
          <ac:chgData name="MYUNG JIN" userId="89f3fa32ababedc4" providerId="LiveId" clId="{61CFDB85-767F-41F6-9EC9-9FE05B202BBC}" dt="2024-04-28T11:13:36.930" v="1787" actId="478"/>
          <ac:picMkLst>
            <pc:docMk/>
            <pc:sldMk cId="8785279" sldId="359"/>
            <ac:picMk id="28" creationId="{000B164C-D0A6-BFA8-37E6-FE3E17AE0C63}"/>
          </ac:picMkLst>
        </pc:picChg>
        <pc:picChg chg="add del mod">
          <ac:chgData name="MYUNG JIN" userId="89f3fa32ababedc4" providerId="LiveId" clId="{61CFDB85-767F-41F6-9EC9-9FE05B202BBC}" dt="2024-04-28T14:16:09.707" v="2608" actId="29295"/>
          <ac:picMkLst>
            <pc:docMk/>
            <pc:sldMk cId="8785279" sldId="359"/>
            <ac:picMk id="28" creationId="{98E1C230-1896-CB53-219D-B7D419931D26}"/>
          </ac:picMkLst>
        </pc:picChg>
        <pc:picChg chg="add del mod">
          <ac:chgData name="MYUNG JIN" userId="89f3fa32ababedc4" providerId="LiveId" clId="{61CFDB85-767F-41F6-9EC9-9FE05B202BBC}" dt="2024-04-28T11:14:51.697" v="1794" actId="478"/>
          <ac:picMkLst>
            <pc:docMk/>
            <pc:sldMk cId="8785279" sldId="359"/>
            <ac:picMk id="30" creationId="{50A2E86A-7B71-7106-F682-25C30EF8715E}"/>
          </ac:picMkLst>
        </pc:picChg>
        <pc:picChg chg="add mod">
          <ac:chgData name="MYUNG JIN" userId="89f3fa32ababedc4" providerId="LiveId" clId="{61CFDB85-767F-41F6-9EC9-9FE05B202BBC}" dt="2024-04-28T13:51:15.128" v="2373" actId="14100"/>
          <ac:picMkLst>
            <pc:docMk/>
            <pc:sldMk cId="8785279" sldId="359"/>
            <ac:picMk id="30" creationId="{54C8076E-C123-DD4A-738D-900B31A7100C}"/>
          </ac:picMkLst>
        </pc:picChg>
        <pc:picChg chg="add mod">
          <ac:chgData name="MYUNG JIN" userId="89f3fa32ababedc4" providerId="LiveId" clId="{61CFDB85-767F-41F6-9EC9-9FE05B202BBC}" dt="2024-04-28T13:51:12.285" v="2372" actId="1076"/>
          <ac:picMkLst>
            <pc:docMk/>
            <pc:sldMk cId="8785279" sldId="359"/>
            <ac:picMk id="31" creationId="{AC323E5A-D01E-AD61-26BD-8CBFCEF9B7C7}"/>
          </ac:picMkLst>
        </pc:picChg>
        <pc:picChg chg="add mod">
          <ac:chgData name="MYUNG JIN" userId="89f3fa32ababedc4" providerId="LiveId" clId="{61CFDB85-767F-41F6-9EC9-9FE05B202BBC}" dt="2024-04-28T13:51:44.406" v="2381" actId="571"/>
          <ac:picMkLst>
            <pc:docMk/>
            <pc:sldMk cId="8785279" sldId="359"/>
            <ac:picMk id="32" creationId="{2C6BA925-124F-0C74-E68A-12BBA68B7957}"/>
          </ac:picMkLst>
        </pc:picChg>
        <pc:picChg chg="add del mod">
          <ac:chgData name="MYUNG JIN" userId="89f3fa32ababedc4" providerId="LiveId" clId="{61CFDB85-767F-41F6-9EC9-9FE05B202BBC}" dt="2024-04-28T11:15:48.560" v="1802" actId="478"/>
          <ac:picMkLst>
            <pc:docMk/>
            <pc:sldMk cId="8785279" sldId="359"/>
            <ac:picMk id="32" creationId="{BFA1D1BD-306F-4F79-0279-84E14F681916}"/>
          </ac:picMkLst>
        </pc:picChg>
        <pc:picChg chg="add del mod">
          <ac:chgData name="MYUNG JIN" userId="89f3fa32ababedc4" providerId="LiveId" clId="{61CFDB85-767F-41F6-9EC9-9FE05B202BBC}" dt="2024-04-28T12:00:10.777" v="1822" actId="478"/>
          <ac:picMkLst>
            <pc:docMk/>
            <pc:sldMk cId="8785279" sldId="359"/>
            <ac:picMk id="34" creationId="{0E8304B5-E8CF-614E-5486-8B62545BA386}"/>
          </ac:picMkLst>
        </pc:picChg>
        <pc:cxnChg chg="add mod">
          <ac:chgData name="MYUNG JIN" userId="89f3fa32ababedc4" providerId="LiveId" clId="{61CFDB85-767F-41F6-9EC9-9FE05B202BBC}" dt="2024-04-28T14:13:46.429" v="2546" actId="208"/>
          <ac:cxnSpMkLst>
            <pc:docMk/>
            <pc:sldMk cId="8785279" sldId="359"/>
            <ac:cxnSpMk id="40" creationId="{11C88C17-FAA0-E1DC-B911-AB1B385126DC}"/>
          </ac:cxnSpMkLst>
        </pc:cxnChg>
        <pc:cxnChg chg="add del mod">
          <ac:chgData name="MYUNG JIN" userId="89f3fa32ababedc4" providerId="LiveId" clId="{61CFDB85-767F-41F6-9EC9-9FE05B202BBC}" dt="2024-04-28T14:15:24.147" v="2578" actId="478"/>
          <ac:cxnSpMkLst>
            <pc:docMk/>
            <pc:sldMk cId="8785279" sldId="359"/>
            <ac:cxnSpMk id="43" creationId="{EBAFD924-7529-DC50-E16F-43497FF323DB}"/>
          </ac:cxnSpMkLst>
        </pc:cxnChg>
        <pc:cxnChg chg="add mod">
          <ac:chgData name="MYUNG JIN" userId="89f3fa32ababedc4" providerId="LiveId" clId="{61CFDB85-767F-41F6-9EC9-9FE05B202BBC}" dt="2024-04-28T14:15:49.412" v="2587" actId="14100"/>
          <ac:cxnSpMkLst>
            <pc:docMk/>
            <pc:sldMk cId="8785279" sldId="359"/>
            <ac:cxnSpMk id="46" creationId="{EA5F2666-4A14-5AA8-191E-2CBC8176F236}"/>
          </ac:cxnSpMkLst>
        </pc:cxnChg>
      </pc:sldChg>
      <pc:sldChg chg="modSp add del mod">
        <pc:chgData name="MYUNG JIN" userId="89f3fa32ababedc4" providerId="LiveId" clId="{61CFDB85-767F-41F6-9EC9-9FE05B202BBC}" dt="2024-04-28T21:44:36.874" v="4157" actId="47"/>
        <pc:sldMkLst>
          <pc:docMk/>
          <pc:sldMk cId="1344186744" sldId="360"/>
        </pc:sldMkLst>
        <pc:spChg chg="mod">
          <ac:chgData name="MYUNG JIN" userId="89f3fa32ababedc4" providerId="LiveId" clId="{61CFDB85-767F-41F6-9EC9-9FE05B202BBC}" dt="2024-04-28T12:47:56.878" v="2175" actId="20577"/>
          <ac:spMkLst>
            <pc:docMk/>
            <pc:sldMk cId="1344186744" sldId="360"/>
            <ac:spMk id="2" creationId="{00000000-0000-0000-0000-000000000000}"/>
          </ac:spMkLst>
        </pc:spChg>
      </pc:sldChg>
      <pc:sldChg chg="addSp delSp modSp add mod">
        <pc:chgData name="MYUNG JIN" userId="89f3fa32ababedc4" providerId="LiveId" clId="{61CFDB85-767F-41F6-9EC9-9FE05B202BBC}" dt="2024-04-29T10:59:52.526" v="8982" actId="20577"/>
        <pc:sldMkLst>
          <pc:docMk/>
          <pc:sldMk cId="2839118988" sldId="360"/>
        </pc:sldMkLst>
        <pc:spChg chg="del">
          <ac:chgData name="MYUNG JIN" userId="89f3fa32ababedc4" providerId="LiveId" clId="{61CFDB85-767F-41F6-9EC9-9FE05B202BBC}" dt="2024-04-29T01:34:13.056" v="6052" actId="478"/>
          <ac:spMkLst>
            <pc:docMk/>
            <pc:sldMk cId="2839118988" sldId="360"/>
            <ac:spMk id="2" creationId="{00000000-0000-0000-0000-000000000000}"/>
          </ac:spMkLst>
        </pc:spChg>
        <pc:spChg chg="add mod">
          <ac:chgData name="MYUNG JIN" userId="89f3fa32ababedc4" providerId="LiveId" clId="{61CFDB85-767F-41F6-9EC9-9FE05B202BBC}" dt="2024-04-29T01:34:13.361" v="6053"/>
          <ac:spMkLst>
            <pc:docMk/>
            <pc:sldMk cId="2839118988" sldId="360"/>
            <ac:spMk id="4" creationId="{1D07914B-D7CD-8607-1DBB-C23AA224E9F5}"/>
          </ac:spMkLst>
        </pc:spChg>
        <pc:spChg chg="mod">
          <ac:chgData name="MYUNG JIN" userId="89f3fa32ababedc4" providerId="LiveId" clId="{61CFDB85-767F-41F6-9EC9-9FE05B202BBC}" dt="2024-04-29T10:59:52.526" v="8982" actId="20577"/>
          <ac:spMkLst>
            <pc:docMk/>
            <pc:sldMk cId="2839118988" sldId="360"/>
            <ac:spMk id="8" creationId="{00000000-0000-0000-0000-000000000000}"/>
          </ac:spMkLst>
        </pc:spChg>
        <pc:spChg chg="add mod">
          <ac:chgData name="MYUNG JIN" userId="89f3fa32ababedc4" providerId="LiveId" clId="{61CFDB85-767F-41F6-9EC9-9FE05B202BBC}" dt="2024-04-29T10:14:37.572" v="8829" actId="1076"/>
          <ac:spMkLst>
            <pc:docMk/>
            <pc:sldMk cId="2839118988" sldId="360"/>
            <ac:spMk id="11" creationId="{5207567A-05FA-3877-4301-16B4DEB7CEA4}"/>
          </ac:spMkLst>
        </pc:spChg>
        <pc:spChg chg="mod">
          <ac:chgData name="MYUNG JIN" userId="89f3fa32ababedc4" providerId="LiveId" clId="{61CFDB85-767F-41F6-9EC9-9FE05B202BBC}" dt="2024-04-29T10:13:51.121" v="8779" actId="20577"/>
          <ac:spMkLst>
            <pc:docMk/>
            <pc:sldMk cId="2839118988" sldId="360"/>
            <ac:spMk id="72" creationId="{C350932C-557D-32B7-3D7D-A7A51EC21C34}"/>
          </ac:spMkLst>
        </pc:spChg>
        <pc:cxnChg chg="del">
          <ac:chgData name="MYUNG JIN" userId="89f3fa32ababedc4" providerId="LiveId" clId="{61CFDB85-767F-41F6-9EC9-9FE05B202BBC}" dt="2024-04-29T01:34:13.056" v="6052" actId="478"/>
          <ac:cxnSpMkLst>
            <pc:docMk/>
            <pc:sldMk cId="2839118988" sldId="360"/>
            <ac:cxnSpMk id="3" creationId="{66592F17-0209-34DB-7AA8-7F4CE2B810BD}"/>
          </ac:cxnSpMkLst>
        </pc:cxnChg>
        <pc:cxnChg chg="add mod">
          <ac:chgData name="MYUNG JIN" userId="89f3fa32ababedc4" providerId="LiveId" clId="{61CFDB85-767F-41F6-9EC9-9FE05B202BBC}" dt="2024-04-29T01:34:13.361" v="6053"/>
          <ac:cxnSpMkLst>
            <pc:docMk/>
            <pc:sldMk cId="2839118988" sldId="360"/>
            <ac:cxnSpMk id="9" creationId="{B4EC46C0-CAB3-F0E4-8222-DF753049F703}"/>
          </ac:cxnSpMkLst>
        </pc:cxnChg>
        <pc:cxnChg chg="mod">
          <ac:chgData name="MYUNG JIN" userId="89f3fa32ababedc4" providerId="LiveId" clId="{61CFDB85-767F-41F6-9EC9-9FE05B202BBC}" dt="2024-04-29T10:13:27.041" v="8768" actId="14100"/>
          <ac:cxnSpMkLst>
            <pc:docMk/>
            <pc:sldMk cId="2839118988" sldId="360"/>
            <ac:cxnSpMk id="71" creationId="{61D485D2-DF67-BAB1-AC64-8A3BADD5BDBE}"/>
          </ac:cxnSpMkLst>
        </pc:cxnChg>
      </pc:sldChg>
      <pc:sldChg chg="addSp delSp modSp add mod">
        <pc:chgData name="MYUNG JIN" userId="89f3fa32ababedc4" providerId="LiveId" clId="{61CFDB85-767F-41F6-9EC9-9FE05B202BBC}" dt="2024-04-29T11:36:44.738" v="9275" actId="13926"/>
        <pc:sldMkLst>
          <pc:docMk/>
          <pc:sldMk cId="490946267" sldId="361"/>
        </pc:sldMkLst>
        <pc:spChg chg="mod">
          <ac:chgData name="MYUNG JIN" userId="89f3fa32ababedc4" providerId="LiveId" clId="{61CFDB85-767F-41F6-9EC9-9FE05B202BBC}" dt="2024-04-29T01:34:00.327" v="6051" actId="20577"/>
          <ac:spMkLst>
            <pc:docMk/>
            <pc:sldMk cId="490946267" sldId="361"/>
            <ac:spMk id="2" creationId="{00000000-0000-0000-0000-000000000000}"/>
          </ac:spMkLst>
        </pc:spChg>
        <pc:spChg chg="add mod">
          <ac:chgData name="MYUNG JIN" userId="89f3fa32ababedc4" providerId="LiveId" clId="{61CFDB85-767F-41F6-9EC9-9FE05B202BBC}" dt="2024-04-29T09:02:00.119" v="6768" actId="20577"/>
          <ac:spMkLst>
            <pc:docMk/>
            <pc:sldMk cId="490946267" sldId="361"/>
            <ac:spMk id="3" creationId="{54BCC48C-F790-1AA2-986E-E255B934B64E}"/>
          </ac:spMkLst>
        </pc:spChg>
        <pc:spChg chg="add mod">
          <ac:chgData name="MYUNG JIN" userId="89f3fa32ababedc4" providerId="LiveId" clId="{61CFDB85-767F-41F6-9EC9-9FE05B202BBC}" dt="2024-04-29T09:02:06.362" v="6769" actId="1076"/>
          <ac:spMkLst>
            <pc:docMk/>
            <pc:sldMk cId="490946267" sldId="361"/>
            <ac:spMk id="4" creationId="{3190A1EF-5507-B863-4443-0359571934FB}"/>
          </ac:spMkLst>
        </pc:spChg>
        <pc:spChg chg="mod">
          <ac:chgData name="MYUNG JIN" userId="89f3fa32ababedc4" providerId="LiveId" clId="{61CFDB85-767F-41F6-9EC9-9FE05B202BBC}" dt="2024-04-29T10:59:49.325" v="8977" actId="20577"/>
          <ac:spMkLst>
            <pc:docMk/>
            <pc:sldMk cId="490946267" sldId="361"/>
            <ac:spMk id="8" creationId="{00000000-0000-0000-0000-000000000000}"/>
          </ac:spMkLst>
        </pc:spChg>
        <pc:spChg chg="add del mod">
          <ac:chgData name="MYUNG JIN" userId="89f3fa32ababedc4" providerId="LiveId" clId="{61CFDB85-767F-41F6-9EC9-9FE05B202BBC}" dt="2024-04-29T09:01:54.150" v="6766" actId="478"/>
          <ac:spMkLst>
            <pc:docMk/>
            <pc:sldMk cId="490946267" sldId="361"/>
            <ac:spMk id="9" creationId="{755ED3D0-22C9-939B-1886-439F859F5B01}"/>
          </ac:spMkLst>
        </pc:spChg>
        <pc:spChg chg="add mod">
          <ac:chgData name="MYUNG JIN" userId="89f3fa32ababedc4" providerId="LiveId" clId="{61CFDB85-767F-41F6-9EC9-9FE05B202BBC}" dt="2024-04-29T01:34:45.591" v="6115" actId="20577"/>
          <ac:spMkLst>
            <pc:docMk/>
            <pc:sldMk cId="490946267" sldId="361"/>
            <ac:spMk id="10" creationId="{1F66AC40-B54E-A673-8A8C-295CFAF69B46}"/>
          </ac:spMkLst>
        </pc:spChg>
        <pc:spChg chg="add del mod">
          <ac:chgData name="MYUNG JIN" userId="89f3fa32ababedc4" providerId="LiveId" clId="{61CFDB85-767F-41F6-9EC9-9FE05B202BBC}" dt="2024-04-29T00:38:04.654" v="5602" actId="478"/>
          <ac:spMkLst>
            <pc:docMk/>
            <pc:sldMk cId="490946267" sldId="361"/>
            <ac:spMk id="10" creationId="{F5B2A6EE-3CBE-B9A2-2C42-137A1ED29E09}"/>
          </ac:spMkLst>
        </pc:spChg>
        <pc:spChg chg="add mod">
          <ac:chgData name="MYUNG JIN" userId="89f3fa32ababedc4" providerId="LiveId" clId="{61CFDB85-767F-41F6-9EC9-9FE05B202BBC}" dt="2024-04-29T09:19:33.382" v="6922" actId="1076"/>
          <ac:spMkLst>
            <pc:docMk/>
            <pc:sldMk cId="490946267" sldId="361"/>
            <ac:spMk id="11" creationId="{06D29649-51BE-9F16-5FFA-0276379A775E}"/>
          </ac:spMkLst>
        </pc:spChg>
        <pc:spChg chg="add mod">
          <ac:chgData name="MYUNG JIN" userId="89f3fa32ababedc4" providerId="LiveId" clId="{61CFDB85-767F-41F6-9EC9-9FE05B202BBC}" dt="2024-04-29T11:36:44.738" v="9275" actId="13926"/>
          <ac:spMkLst>
            <pc:docMk/>
            <pc:sldMk cId="490946267" sldId="361"/>
            <ac:spMk id="13" creationId="{1EBDFEB8-0FD2-3847-DB37-0B623DDFDA6E}"/>
          </ac:spMkLst>
        </pc:spChg>
      </pc:sldChg>
      <pc:sldChg chg="addSp delSp modSp add mod">
        <pc:chgData name="MYUNG JIN" userId="89f3fa32ababedc4" providerId="LiveId" clId="{61CFDB85-767F-41F6-9EC9-9FE05B202BBC}" dt="2024-04-29T11:19:28.809" v="9256" actId="20577"/>
        <pc:sldMkLst>
          <pc:docMk/>
          <pc:sldMk cId="1471832175" sldId="362"/>
        </pc:sldMkLst>
        <pc:spChg chg="mod">
          <ac:chgData name="MYUNG JIN" userId="89f3fa32ababedc4" providerId="LiveId" clId="{61CFDB85-767F-41F6-9EC9-9FE05B202BBC}" dt="2024-04-29T07:04:53.877" v="6332" actId="20577"/>
          <ac:spMkLst>
            <pc:docMk/>
            <pc:sldMk cId="1471832175" sldId="362"/>
            <ac:spMk id="2" creationId="{00000000-0000-0000-0000-000000000000}"/>
          </ac:spMkLst>
        </pc:spChg>
        <pc:spChg chg="add mod">
          <ac:chgData name="MYUNG JIN" userId="89f3fa32ababedc4" providerId="LiveId" clId="{61CFDB85-767F-41F6-9EC9-9FE05B202BBC}" dt="2024-04-29T09:46:49.067" v="7792" actId="1076"/>
          <ac:spMkLst>
            <pc:docMk/>
            <pc:sldMk cId="1471832175" sldId="362"/>
            <ac:spMk id="3" creationId="{96504BAC-819A-6375-1968-909202BD4386}"/>
          </ac:spMkLst>
        </pc:spChg>
        <pc:spChg chg="add del mod">
          <ac:chgData name="MYUNG JIN" userId="89f3fa32ababedc4" providerId="LiveId" clId="{61CFDB85-767F-41F6-9EC9-9FE05B202BBC}" dt="2024-04-29T09:46:06.307" v="7778" actId="478"/>
          <ac:spMkLst>
            <pc:docMk/>
            <pc:sldMk cId="1471832175" sldId="362"/>
            <ac:spMk id="4" creationId="{3CF30983-0CBE-BE25-8E73-3F061C585670}"/>
          </ac:spMkLst>
        </pc:spChg>
        <pc:spChg chg="mod">
          <ac:chgData name="MYUNG JIN" userId="89f3fa32ababedc4" providerId="LiveId" clId="{61CFDB85-767F-41F6-9EC9-9FE05B202BBC}" dt="2024-04-29T10:59:46.036" v="8970" actId="20577"/>
          <ac:spMkLst>
            <pc:docMk/>
            <pc:sldMk cId="1471832175" sldId="362"/>
            <ac:spMk id="8" creationId="{00000000-0000-0000-0000-000000000000}"/>
          </ac:spMkLst>
        </pc:spChg>
        <pc:spChg chg="add del mod">
          <ac:chgData name="MYUNG JIN" userId="89f3fa32ababedc4" providerId="LiveId" clId="{61CFDB85-767F-41F6-9EC9-9FE05B202BBC}" dt="2024-04-29T09:46:29.959" v="7787" actId="478"/>
          <ac:spMkLst>
            <pc:docMk/>
            <pc:sldMk cId="1471832175" sldId="362"/>
            <ac:spMk id="9" creationId="{3E43BA9F-6400-3157-9A00-6CF106BD589C}"/>
          </ac:spMkLst>
        </pc:spChg>
        <pc:spChg chg="add mod">
          <ac:chgData name="MYUNG JIN" userId="89f3fa32ababedc4" providerId="LiveId" clId="{61CFDB85-767F-41F6-9EC9-9FE05B202BBC}" dt="2024-04-29T10:04:06.064" v="8061" actId="20577"/>
          <ac:spMkLst>
            <pc:docMk/>
            <pc:sldMk cId="1471832175" sldId="362"/>
            <ac:spMk id="10" creationId="{1C1CA780-5DCE-A6F0-565F-70A12D904E9C}"/>
          </ac:spMkLst>
        </pc:spChg>
        <pc:spChg chg="add mod">
          <ac:chgData name="MYUNG JIN" userId="89f3fa32ababedc4" providerId="LiveId" clId="{61CFDB85-767F-41F6-9EC9-9FE05B202BBC}" dt="2024-04-29T10:05:24.656" v="8201" actId="20577"/>
          <ac:spMkLst>
            <pc:docMk/>
            <pc:sldMk cId="1471832175" sldId="362"/>
            <ac:spMk id="11" creationId="{6847A9AE-0804-2C55-95A3-9995A53BE6CB}"/>
          </ac:spMkLst>
        </pc:spChg>
        <pc:spChg chg="add mod">
          <ac:chgData name="MYUNG JIN" userId="89f3fa32ababedc4" providerId="LiveId" clId="{61CFDB85-767F-41F6-9EC9-9FE05B202BBC}" dt="2024-04-29T09:47:00.394" v="7800" actId="1076"/>
          <ac:spMkLst>
            <pc:docMk/>
            <pc:sldMk cId="1471832175" sldId="362"/>
            <ac:spMk id="13" creationId="{7DCE0101-51DA-9829-2ABB-F1C0DB263BB2}"/>
          </ac:spMkLst>
        </pc:spChg>
        <pc:spChg chg="add del mod">
          <ac:chgData name="MYUNG JIN" userId="89f3fa32ababedc4" providerId="LiveId" clId="{61CFDB85-767F-41F6-9EC9-9FE05B202BBC}" dt="2024-04-29T10:07:11.259" v="8207" actId="20577"/>
          <ac:spMkLst>
            <pc:docMk/>
            <pc:sldMk cId="1471832175" sldId="362"/>
            <ac:spMk id="14" creationId="{E971B84D-87D8-3745-2CF6-4FC85EFFF122}"/>
          </ac:spMkLst>
        </pc:spChg>
        <pc:spChg chg="add mod">
          <ac:chgData name="MYUNG JIN" userId="89f3fa32ababedc4" providerId="LiveId" clId="{61CFDB85-767F-41F6-9EC9-9FE05B202BBC}" dt="2024-04-29T09:50:46.594" v="8001" actId="20577"/>
          <ac:spMkLst>
            <pc:docMk/>
            <pc:sldMk cId="1471832175" sldId="362"/>
            <ac:spMk id="15" creationId="{7E3F79E4-613C-E5BE-C6FB-C17D0055D3F4}"/>
          </ac:spMkLst>
        </pc:spChg>
        <pc:spChg chg="add mod">
          <ac:chgData name="MYUNG JIN" userId="89f3fa32ababedc4" providerId="LiveId" clId="{61CFDB85-767F-41F6-9EC9-9FE05B202BBC}" dt="2024-04-29T09:48:33.098" v="7896" actId="5793"/>
          <ac:spMkLst>
            <pc:docMk/>
            <pc:sldMk cId="1471832175" sldId="362"/>
            <ac:spMk id="16" creationId="{9AAD26DF-2590-EB2A-7BFF-3E38A171D46A}"/>
          </ac:spMkLst>
        </pc:spChg>
        <pc:spChg chg="add mod">
          <ac:chgData name="MYUNG JIN" userId="89f3fa32ababedc4" providerId="LiveId" clId="{61CFDB85-767F-41F6-9EC9-9FE05B202BBC}" dt="2024-04-29T09:49:15.913" v="7926" actId="571"/>
          <ac:spMkLst>
            <pc:docMk/>
            <pc:sldMk cId="1471832175" sldId="362"/>
            <ac:spMk id="17" creationId="{FD69D255-08FA-2B86-3833-4FE0CF221CD3}"/>
          </ac:spMkLst>
        </pc:spChg>
        <pc:spChg chg="add mod">
          <ac:chgData name="MYUNG JIN" userId="89f3fa32ababedc4" providerId="LiveId" clId="{61CFDB85-767F-41F6-9EC9-9FE05B202BBC}" dt="2024-04-29T11:19:28.809" v="9256" actId="20577"/>
          <ac:spMkLst>
            <pc:docMk/>
            <pc:sldMk cId="1471832175" sldId="362"/>
            <ac:spMk id="18" creationId="{BE95CEEB-8389-452A-B7F0-20EF73F9D828}"/>
          </ac:spMkLst>
        </pc:spChg>
      </pc:sldChg>
      <pc:sldChg chg="addSp delSp modSp add del mod">
        <pc:chgData name="MYUNG JIN" userId="89f3fa32ababedc4" providerId="LiveId" clId="{61CFDB85-767F-41F6-9EC9-9FE05B202BBC}" dt="2024-04-29T10:09:19.278" v="8328" actId="47"/>
        <pc:sldMkLst>
          <pc:docMk/>
          <pc:sldMk cId="225936962" sldId="363"/>
        </pc:sldMkLst>
        <pc:spChg chg="add mod">
          <ac:chgData name="MYUNG JIN" userId="89f3fa32ababedc4" providerId="LiveId" clId="{61CFDB85-767F-41F6-9EC9-9FE05B202BBC}" dt="2024-04-29T09:41:23.716" v="7486" actId="20577"/>
          <ac:spMkLst>
            <pc:docMk/>
            <pc:sldMk cId="225936962" sldId="363"/>
            <ac:spMk id="2" creationId="{12E3D444-B5C7-ED71-038F-1CCC40C7E466}"/>
          </ac:spMkLst>
        </pc:spChg>
        <pc:spChg chg="del">
          <ac:chgData name="MYUNG JIN" userId="89f3fa32ababedc4" providerId="LiveId" clId="{61CFDB85-767F-41F6-9EC9-9FE05B202BBC}" dt="2024-04-29T08:48:43.188" v="6565" actId="478"/>
          <ac:spMkLst>
            <pc:docMk/>
            <pc:sldMk cId="225936962" sldId="363"/>
            <ac:spMk id="9" creationId="{5391BC46-A7D1-B840-15EA-0D7E86A8459E}"/>
          </ac:spMkLst>
        </pc:spChg>
        <pc:spChg chg="del">
          <ac:chgData name="MYUNG JIN" userId="89f3fa32ababedc4" providerId="LiveId" clId="{61CFDB85-767F-41F6-9EC9-9FE05B202BBC}" dt="2024-04-29T08:48:43.188" v="6565" actId="478"/>
          <ac:spMkLst>
            <pc:docMk/>
            <pc:sldMk cId="225936962" sldId="363"/>
            <ac:spMk id="10" creationId="{71626767-7EE2-D5C8-6FB7-96967B3B2858}"/>
          </ac:spMkLst>
        </pc:spChg>
        <pc:spChg chg="del">
          <ac:chgData name="MYUNG JIN" userId="89f3fa32ababedc4" providerId="LiveId" clId="{61CFDB85-767F-41F6-9EC9-9FE05B202BBC}" dt="2024-04-29T08:48:43.188" v="6565" actId="478"/>
          <ac:spMkLst>
            <pc:docMk/>
            <pc:sldMk cId="225936962" sldId="363"/>
            <ac:spMk id="11" creationId="{D351077A-69A9-D740-C6C6-F1B546AF6ED2}"/>
          </ac:spMkLst>
        </pc:spChg>
        <pc:spChg chg="del">
          <ac:chgData name="MYUNG JIN" userId="89f3fa32ababedc4" providerId="LiveId" clId="{61CFDB85-767F-41F6-9EC9-9FE05B202BBC}" dt="2024-04-29T08:48:43.188" v="6565" actId="478"/>
          <ac:spMkLst>
            <pc:docMk/>
            <pc:sldMk cId="225936962" sldId="363"/>
            <ac:spMk id="13" creationId="{E969D5BE-23AC-C5C5-585F-0523CF4F3AA6}"/>
          </ac:spMkLst>
        </pc:spChg>
        <pc:spChg chg="del">
          <ac:chgData name="MYUNG JIN" userId="89f3fa32ababedc4" providerId="LiveId" clId="{61CFDB85-767F-41F6-9EC9-9FE05B202BBC}" dt="2024-04-29T08:48:46.495" v="6566" actId="478"/>
          <ac:spMkLst>
            <pc:docMk/>
            <pc:sldMk cId="225936962" sldId="363"/>
            <ac:spMk id="14" creationId="{C882E087-50DC-4741-2D73-DF91F8C69844}"/>
          </ac:spMkLst>
        </pc:spChg>
        <pc:spChg chg="del">
          <ac:chgData name="MYUNG JIN" userId="89f3fa32ababedc4" providerId="LiveId" clId="{61CFDB85-767F-41F6-9EC9-9FE05B202BBC}" dt="2024-04-29T08:48:43.188" v="6565" actId="478"/>
          <ac:spMkLst>
            <pc:docMk/>
            <pc:sldMk cId="225936962" sldId="363"/>
            <ac:spMk id="15" creationId="{D3A5E6C6-4DEB-5397-A4D9-57DEAF879BA6}"/>
          </ac:spMkLst>
        </pc:spChg>
        <pc:spChg chg="del">
          <ac:chgData name="MYUNG JIN" userId="89f3fa32ababedc4" providerId="LiveId" clId="{61CFDB85-767F-41F6-9EC9-9FE05B202BBC}" dt="2024-04-29T08:48:43.188" v="6565" actId="478"/>
          <ac:spMkLst>
            <pc:docMk/>
            <pc:sldMk cId="225936962" sldId="363"/>
            <ac:spMk id="17" creationId="{E2B986B0-961F-448F-CC0C-A6FF87E5D6BB}"/>
          </ac:spMkLst>
        </pc:spChg>
        <pc:spChg chg="del">
          <ac:chgData name="MYUNG JIN" userId="89f3fa32ababedc4" providerId="LiveId" clId="{61CFDB85-767F-41F6-9EC9-9FE05B202BBC}" dt="2024-04-29T08:48:46.495" v="6566" actId="478"/>
          <ac:spMkLst>
            <pc:docMk/>
            <pc:sldMk cId="225936962" sldId="363"/>
            <ac:spMk id="21" creationId="{21EAAF1E-389D-CB06-13C1-61C84B5286EE}"/>
          </ac:spMkLst>
        </pc:spChg>
        <pc:spChg chg="del">
          <ac:chgData name="MYUNG JIN" userId="89f3fa32ababedc4" providerId="LiveId" clId="{61CFDB85-767F-41F6-9EC9-9FE05B202BBC}" dt="2024-04-29T08:48:43.188" v="6565" actId="478"/>
          <ac:spMkLst>
            <pc:docMk/>
            <pc:sldMk cId="225936962" sldId="363"/>
            <ac:spMk id="23" creationId="{34888940-D674-1D8F-4800-F8F73FEA2FB7}"/>
          </ac:spMkLst>
        </pc:spChg>
        <pc:spChg chg="del">
          <ac:chgData name="MYUNG JIN" userId="89f3fa32ababedc4" providerId="LiveId" clId="{61CFDB85-767F-41F6-9EC9-9FE05B202BBC}" dt="2024-04-29T08:48:43.188" v="6565" actId="478"/>
          <ac:spMkLst>
            <pc:docMk/>
            <pc:sldMk cId="225936962" sldId="363"/>
            <ac:spMk id="26" creationId="{B76F0298-B4CB-8640-057D-C591293F5404}"/>
          </ac:spMkLst>
        </pc:spChg>
        <pc:spChg chg="del">
          <ac:chgData name="MYUNG JIN" userId="89f3fa32ababedc4" providerId="LiveId" clId="{61CFDB85-767F-41F6-9EC9-9FE05B202BBC}" dt="2024-04-29T08:48:43.188" v="6565" actId="478"/>
          <ac:spMkLst>
            <pc:docMk/>
            <pc:sldMk cId="225936962" sldId="363"/>
            <ac:spMk id="30" creationId="{1C68E40D-55E7-7250-9DA4-A70770F2E7F7}"/>
          </ac:spMkLst>
        </pc:spChg>
        <pc:spChg chg="del">
          <ac:chgData name="MYUNG JIN" userId="89f3fa32ababedc4" providerId="LiveId" clId="{61CFDB85-767F-41F6-9EC9-9FE05B202BBC}" dt="2024-04-29T08:48:43.188" v="6565" actId="478"/>
          <ac:spMkLst>
            <pc:docMk/>
            <pc:sldMk cId="225936962" sldId="363"/>
            <ac:spMk id="31" creationId="{EE3CBE01-BB1F-EF89-1231-4914D72823A5}"/>
          </ac:spMkLst>
        </pc:spChg>
        <pc:spChg chg="del">
          <ac:chgData name="MYUNG JIN" userId="89f3fa32ababedc4" providerId="LiveId" clId="{61CFDB85-767F-41F6-9EC9-9FE05B202BBC}" dt="2024-04-29T08:48:43.188" v="6565" actId="478"/>
          <ac:spMkLst>
            <pc:docMk/>
            <pc:sldMk cId="225936962" sldId="363"/>
            <ac:spMk id="34" creationId="{936C0E9D-551E-7D19-EFFE-4B01E931FCF3}"/>
          </ac:spMkLst>
        </pc:spChg>
        <pc:picChg chg="del">
          <ac:chgData name="MYUNG JIN" userId="89f3fa32ababedc4" providerId="LiveId" clId="{61CFDB85-767F-41F6-9EC9-9FE05B202BBC}" dt="2024-04-29T08:48:43.188" v="6565" actId="478"/>
          <ac:picMkLst>
            <pc:docMk/>
            <pc:sldMk cId="225936962" sldId="363"/>
            <ac:picMk id="4" creationId="{55FD7684-842A-8AD8-5B01-F37DE14E6F8F}"/>
          </ac:picMkLst>
        </pc:picChg>
        <pc:picChg chg="del">
          <ac:chgData name="MYUNG JIN" userId="89f3fa32ababedc4" providerId="LiveId" clId="{61CFDB85-767F-41F6-9EC9-9FE05B202BBC}" dt="2024-04-29T08:48:43.188" v="6565" actId="478"/>
          <ac:picMkLst>
            <pc:docMk/>
            <pc:sldMk cId="225936962" sldId="363"/>
            <ac:picMk id="25" creationId="{32DB4F70-E10B-4A3C-6D7E-0A15A826BADD}"/>
          </ac:picMkLst>
        </pc:picChg>
        <pc:cxnChg chg="del mod">
          <ac:chgData name="MYUNG JIN" userId="89f3fa32ababedc4" providerId="LiveId" clId="{61CFDB85-767F-41F6-9EC9-9FE05B202BBC}" dt="2024-04-29T08:48:43.188" v="6565" actId="478"/>
          <ac:cxnSpMkLst>
            <pc:docMk/>
            <pc:sldMk cId="225936962" sldId="363"/>
            <ac:cxnSpMk id="16" creationId="{C3989BC0-2A4C-EDCE-36D5-0BA3306ED64A}"/>
          </ac:cxnSpMkLst>
        </pc:cxnChg>
        <pc:cxnChg chg="del">
          <ac:chgData name="MYUNG JIN" userId="89f3fa32ababedc4" providerId="LiveId" clId="{61CFDB85-767F-41F6-9EC9-9FE05B202BBC}" dt="2024-04-29T08:48:43.188" v="6565" actId="478"/>
          <ac:cxnSpMkLst>
            <pc:docMk/>
            <pc:sldMk cId="225936962" sldId="363"/>
            <ac:cxnSpMk id="18" creationId="{0BD1DD76-47D8-BEA4-94F2-51139705986F}"/>
          </ac:cxnSpMkLst>
        </pc:cxnChg>
        <pc:cxnChg chg="del">
          <ac:chgData name="MYUNG JIN" userId="89f3fa32ababedc4" providerId="LiveId" clId="{61CFDB85-767F-41F6-9EC9-9FE05B202BBC}" dt="2024-04-29T08:48:43.188" v="6565" actId="478"/>
          <ac:cxnSpMkLst>
            <pc:docMk/>
            <pc:sldMk cId="225936962" sldId="363"/>
            <ac:cxnSpMk id="33" creationId="{F8F37208-4B31-B9F7-A5C8-3C34C0B60408}"/>
          </ac:cxnSpMkLst>
        </pc:cxnChg>
      </pc:sldChg>
    </pc:docChg>
  </pc:docChgLst>
  <pc:docChgLst>
    <pc:chgData name="MYUNG JIN" userId="89f3fa32ababedc4" providerId="LiveId" clId="{2064FFF0-9098-4989-BB02-01CC49AFBD41}"/>
    <pc:docChg chg="custSel addSld delSld modSld">
      <pc:chgData name="MYUNG JIN" userId="89f3fa32ababedc4" providerId="LiveId" clId="{2064FFF0-9098-4989-BB02-01CC49AFBD41}" dt="2024-04-20T14:09:13.655" v="855" actId="14100"/>
      <pc:docMkLst>
        <pc:docMk/>
      </pc:docMkLst>
      <pc:sldChg chg="modSp mod">
        <pc:chgData name="MYUNG JIN" userId="89f3fa32ababedc4" providerId="LiveId" clId="{2064FFF0-9098-4989-BB02-01CC49AFBD41}" dt="2024-04-20T13:12:37.687" v="70" actId="20577"/>
        <pc:sldMkLst>
          <pc:docMk/>
          <pc:sldMk cId="1552810297" sldId="308"/>
        </pc:sldMkLst>
        <pc:spChg chg="mod">
          <ac:chgData name="MYUNG JIN" userId="89f3fa32ababedc4" providerId="LiveId" clId="{2064FFF0-9098-4989-BB02-01CC49AFBD41}" dt="2024-04-20T13:12:07.255" v="13" actId="20577"/>
          <ac:spMkLst>
            <pc:docMk/>
            <pc:sldMk cId="1552810297" sldId="308"/>
            <ac:spMk id="2" creationId="{00000000-0000-0000-0000-000000000000}"/>
          </ac:spMkLst>
        </pc:spChg>
        <pc:spChg chg="mod">
          <ac:chgData name="MYUNG JIN" userId="89f3fa32ababedc4" providerId="LiveId" clId="{2064FFF0-9098-4989-BB02-01CC49AFBD41}" dt="2024-04-20T13:12:37.687" v="70" actId="20577"/>
          <ac:spMkLst>
            <pc:docMk/>
            <pc:sldMk cId="1552810297" sldId="308"/>
            <ac:spMk id="4" creationId="{5A826829-174E-E7B4-20A4-81BE4C51458E}"/>
          </ac:spMkLst>
        </pc:spChg>
      </pc:sldChg>
      <pc:sldChg chg="delSp modSp mod">
        <pc:chgData name="MYUNG JIN" userId="89f3fa32ababedc4" providerId="LiveId" clId="{2064FFF0-9098-4989-BB02-01CC49AFBD41}" dt="2024-04-20T13:22:04.947" v="680" actId="478"/>
        <pc:sldMkLst>
          <pc:docMk/>
          <pc:sldMk cId="1679812937" sldId="312"/>
        </pc:sldMkLst>
        <pc:graphicFrameChg chg="del mod">
          <ac:chgData name="MYUNG JIN" userId="89f3fa32ababedc4" providerId="LiveId" clId="{2064FFF0-9098-4989-BB02-01CC49AFBD41}" dt="2024-04-20T13:22:04.947" v="680" actId="478"/>
          <ac:graphicFrameMkLst>
            <pc:docMk/>
            <pc:sldMk cId="1679812937" sldId="312"/>
            <ac:graphicFrameMk id="9" creationId="{613001C5-B0A0-C1D0-F963-1884B3F5CA52}"/>
          </ac:graphicFrameMkLst>
        </pc:graphicFrameChg>
      </pc:sldChg>
      <pc:sldChg chg="del">
        <pc:chgData name="MYUNG JIN" userId="89f3fa32ababedc4" providerId="LiveId" clId="{2064FFF0-9098-4989-BB02-01CC49AFBD41}" dt="2024-04-20T13:12:43.172" v="72" actId="47"/>
        <pc:sldMkLst>
          <pc:docMk/>
          <pc:sldMk cId="507047208" sldId="340"/>
        </pc:sldMkLst>
      </pc:sldChg>
      <pc:sldChg chg="del">
        <pc:chgData name="MYUNG JIN" userId="89f3fa32ababedc4" providerId="LiveId" clId="{2064FFF0-9098-4989-BB02-01CC49AFBD41}" dt="2024-04-20T13:12:42.293" v="71" actId="47"/>
        <pc:sldMkLst>
          <pc:docMk/>
          <pc:sldMk cId="1988742837" sldId="341"/>
        </pc:sldMkLst>
      </pc:sldChg>
      <pc:sldChg chg="del">
        <pc:chgData name="MYUNG JIN" userId="89f3fa32ababedc4" providerId="LiveId" clId="{2064FFF0-9098-4989-BB02-01CC49AFBD41}" dt="2024-04-20T13:12:44.596" v="73" actId="47"/>
        <pc:sldMkLst>
          <pc:docMk/>
          <pc:sldMk cId="3444908019" sldId="347"/>
        </pc:sldMkLst>
      </pc:sldChg>
      <pc:sldChg chg="del">
        <pc:chgData name="MYUNG JIN" userId="89f3fa32ababedc4" providerId="LiveId" clId="{2064FFF0-9098-4989-BB02-01CC49AFBD41}" dt="2024-04-20T13:12:45.366" v="74" actId="47"/>
        <pc:sldMkLst>
          <pc:docMk/>
          <pc:sldMk cId="2219360768" sldId="349"/>
        </pc:sldMkLst>
      </pc:sldChg>
      <pc:sldChg chg="modSp add mod">
        <pc:chgData name="MYUNG JIN" userId="89f3fa32ababedc4" providerId="LiveId" clId="{2064FFF0-9098-4989-BB02-01CC49AFBD41}" dt="2024-04-20T14:09:13.655" v="855" actId="14100"/>
        <pc:sldMkLst>
          <pc:docMk/>
          <pc:sldMk cId="3150985815" sldId="350"/>
        </pc:sldMkLst>
        <pc:spChg chg="mod">
          <ac:chgData name="MYUNG JIN" userId="89f3fa32ababedc4" providerId="LiveId" clId="{2064FFF0-9098-4989-BB02-01CC49AFBD41}" dt="2024-04-20T14:09:13.655" v="855" actId="14100"/>
          <ac:spMkLst>
            <pc:docMk/>
            <pc:sldMk cId="3150985815" sldId="350"/>
            <ac:spMk id="4" creationId="{5A826829-174E-E7B4-20A4-81BE4C51458E}"/>
          </ac:spMkLst>
        </pc:spChg>
      </pc:sldChg>
    </pc:docChg>
  </pc:docChgLst>
  <pc:docChgLst>
    <pc:chgData name="MYUNG JIN" userId="89f3fa32ababedc4" providerId="LiveId" clId="{154B50E6-7093-4140-88E2-0B2CACD86831}"/>
    <pc:docChg chg="undo redo custSel addSld modSld">
      <pc:chgData name="MYUNG JIN" userId="89f3fa32ababedc4" providerId="LiveId" clId="{154B50E6-7093-4140-88E2-0B2CACD86831}" dt="2024-05-30T16:17:06.081" v="1725" actId="164"/>
      <pc:docMkLst>
        <pc:docMk/>
      </pc:docMkLst>
      <pc:sldChg chg="modSp mod">
        <pc:chgData name="MYUNG JIN" userId="89f3fa32ababedc4" providerId="LiveId" clId="{154B50E6-7093-4140-88E2-0B2CACD86831}" dt="2024-05-30T15:54:07.401" v="1015" actId="20577"/>
        <pc:sldMkLst>
          <pc:docMk/>
          <pc:sldMk cId="0" sldId="257"/>
        </pc:sldMkLst>
        <pc:spChg chg="mod">
          <ac:chgData name="MYUNG JIN" userId="89f3fa32ababedc4" providerId="LiveId" clId="{154B50E6-7093-4140-88E2-0B2CACD86831}" dt="2024-05-30T15:54:07.401" v="1015" actId="20577"/>
          <ac:spMkLst>
            <pc:docMk/>
            <pc:sldMk cId="0" sldId="257"/>
            <ac:spMk id="15" creationId="{00000000-0000-0000-0000-000000000000}"/>
          </ac:spMkLst>
        </pc:spChg>
      </pc:sldChg>
      <pc:sldChg chg="modSp mod">
        <pc:chgData name="MYUNG JIN" userId="89f3fa32ababedc4" providerId="LiveId" clId="{154B50E6-7093-4140-88E2-0B2CACD86831}" dt="2024-05-30T16:08:15.488" v="1439" actId="20577"/>
        <pc:sldMkLst>
          <pc:docMk/>
          <pc:sldMk cId="1552810297" sldId="308"/>
        </pc:sldMkLst>
        <pc:spChg chg="mod">
          <ac:chgData name="MYUNG JIN" userId="89f3fa32ababedc4" providerId="LiveId" clId="{154B50E6-7093-4140-88E2-0B2CACD86831}" dt="2024-05-30T16:08:15.488" v="1439" actId="20577"/>
          <ac:spMkLst>
            <pc:docMk/>
            <pc:sldMk cId="1552810297" sldId="308"/>
            <ac:spMk id="4" creationId="{5A826829-174E-E7B4-20A4-81BE4C51458E}"/>
          </ac:spMkLst>
        </pc:spChg>
      </pc:sldChg>
      <pc:sldChg chg="addSp delSp modSp mod">
        <pc:chgData name="MYUNG JIN" userId="89f3fa32ababedc4" providerId="LiveId" clId="{154B50E6-7093-4140-88E2-0B2CACD86831}" dt="2024-05-30T16:09:12.003" v="1532" actId="14100"/>
        <pc:sldMkLst>
          <pc:docMk/>
          <pc:sldMk cId="1314399414" sldId="359"/>
        </pc:sldMkLst>
        <pc:spChg chg="mod">
          <ac:chgData name="MYUNG JIN" userId="89f3fa32ababedc4" providerId="LiveId" clId="{154B50E6-7093-4140-88E2-0B2CACD86831}" dt="2024-05-30T16:08:52.751" v="1484"/>
          <ac:spMkLst>
            <pc:docMk/>
            <pc:sldMk cId="1314399414" sldId="359"/>
            <ac:spMk id="3" creationId="{8CB451E1-9417-A3FF-952B-12CF14D5D70D}"/>
          </ac:spMkLst>
        </pc:spChg>
        <pc:spChg chg="add mod">
          <ac:chgData name="MYUNG JIN" userId="89f3fa32ababedc4" providerId="LiveId" clId="{154B50E6-7093-4140-88E2-0B2CACD86831}" dt="2024-05-30T16:09:12.003" v="1532" actId="14100"/>
          <ac:spMkLst>
            <pc:docMk/>
            <pc:sldMk cId="1314399414" sldId="359"/>
            <ac:spMk id="4" creationId="{0A8FCDC4-BD7E-5491-1CEF-8F6838C70494}"/>
          </ac:spMkLst>
        </pc:spChg>
        <pc:spChg chg="mod">
          <ac:chgData name="MYUNG JIN" userId="89f3fa32ababedc4" providerId="LiveId" clId="{154B50E6-7093-4140-88E2-0B2CACD86831}" dt="2024-05-30T15:52:27.872" v="921" actId="20577"/>
          <ac:spMkLst>
            <pc:docMk/>
            <pc:sldMk cId="1314399414" sldId="359"/>
            <ac:spMk id="8" creationId="{00000000-0000-0000-0000-000000000000}"/>
          </ac:spMkLst>
        </pc:spChg>
        <pc:spChg chg="mod">
          <ac:chgData name="MYUNG JIN" userId="89f3fa32ababedc4" providerId="LiveId" clId="{154B50E6-7093-4140-88E2-0B2CACD86831}" dt="2024-05-30T16:08:52.751" v="1484"/>
          <ac:spMkLst>
            <pc:docMk/>
            <pc:sldMk cId="1314399414" sldId="359"/>
            <ac:spMk id="10" creationId="{B3F85612-185D-0BA9-1561-662C8E1F64E3}"/>
          </ac:spMkLst>
        </pc:spChg>
        <pc:spChg chg="mod">
          <ac:chgData name="MYUNG JIN" userId="89f3fa32ababedc4" providerId="LiveId" clId="{154B50E6-7093-4140-88E2-0B2CACD86831}" dt="2024-05-30T16:08:52.751" v="1484"/>
          <ac:spMkLst>
            <pc:docMk/>
            <pc:sldMk cId="1314399414" sldId="359"/>
            <ac:spMk id="14" creationId="{2AC8B1F5-58AC-050D-E2FF-A68AF80598A4}"/>
          </ac:spMkLst>
        </pc:spChg>
        <pc:spChg chg="mod">
          <ac:chgData name="MYUNG JIN" userId="89f3fa32ababedc4" providerId="LiveId" clId="{154B50E6-7093-4140-88E2-0B2CACD86831}" dt="2024-05-30T16:08:52.751" v="1484"/>
          <ac:spMkLst>
            <pc:docMk/>
            <pc:sldMk cId="1314399414" sldId="359"/>
            <ac:spMk id="22" creationId="{6E41FD84-F189-0C41-8D0A-1378966991E3}"/>
          </ac:spMkLst>
        </pc:spChg>
        <pc:spChg chg="mod">
          <ac:chgData name="MYUNG JIN" userId="89f3fa32ababedc4" providerId="LiveId" clId="{154B50E6-7093-4140-88E2-0B2CACD86831}" dt="2024-05-30T16:08:52.751" v="1484"/>
          <ac:spMkLst>
            <pc:docMk/>
            <pc:sldMk cId="1314399414" sldId="359"/>
            <ac:spMk id="23" creationId="{B98C7E77-DD14-C7E9-0EE8-19482DB6AB79}"/>
          </ac:spMkLst>
        </pc:spChg>
        <pc:spChg chg="mod">
          <ac:chgData name="MYUNG JIN" userId="89f3fa32ababedc4" providerId="LiveId" clId="{154B50E6-7093-4140-88E2-0B2CACD86831}" dt="2024-05-30T16:08:52.751" v="1484"/>
          <ac:spMkLst>
            <pc:docMk/>
            <pc:sldMk cId="1314399414" sldId="359"/>
            <ac:spMk id="24" creationId="{4D973672-D028-9FA3-64FC-ADDEF54C6304}"/>
          </ac:spMkLst>
        </pc:spChg>
        <pc:spChg chg="mod">
          <ac:chgData name="MYUNG JIN" userId="89f3fa32ababedc4" providerId="LiveId" clId="{154B50E6-7093-4140-88E2-0B2CACD86831}" dt="2024-05-30T16:08:52.751" v="1484"/>
          <ac:spMkLst>
            <pc:docMk/>
            <pc:sldMk cId="1314399414" sldId="359"/>
            <ac:spMk id="25" creationId="{1D471BBF-5879-DFD0-55B2-B3989DFC8F99}"/>
          </ac:spMkLst>
        </pc:spChg>
        <pc:spChg chg="mod">
          <ac:chgData name="MYUNG JIN" userId="89f3fa32ababedc4" providerId="LiveId" clId="{154B50E6-7093-4140-88E2-0B2CACD86831}" dt="2024-05-30T16:08:52.751" v="1484"/>
          <ac:spMkLst>
            <pc:docMk/>
            <pc:sldMk cId="1314399414" sldId="359"/>
            <ac:spMk id="26" creationId="{6BC07AB8-33A5-379F-C7D1-82B8DF166B5F}"/>
          </ac:spMkLst>
        </pc:spChg>
        <pc:spChg chg="mod">
          <ac:chgData name="MYUNG JIN" userId="89f3fa32ababedc4" providerId="LiveId" clId="{154B50E6-7093-4140-88E2-0B2CACD86831}" dt="2024-05-30T16:08:52.751" v="1484"/>
          <ac:spMkLst>
            <pc:docMk/>
            <pc:sldMk cId="1314399414" sldId="359"/>
            <ac:spMk id="28" creationId="{76069121-B30A-79F4-2A7F-E3CAA36F27A6}"/>
          </ac:spMkLst>
        </pc:spChg>
        <pc:spChg chg="mod">
          <ac:chgData name="MYUNG JIN" userId="89f3fa32ababedc4" providerId="LiveId" clId="{154B50E6-7093-4140-88E2-0B2CACD86831}" dt="2024-05-30T16:08:52.751" v="1484"/>
          <ac:spMkLst>
            <pc:docMk/>
            <pc:sldMk cId="1314399414" sldId="359"/>
            <ac:spMk id="30" creationId="{A71D165B-EC5A-70FD-C3E6-0E6259ECAE4C}"/>
          </ac:spMkLst>
        </pc:spChg>
        <pc:spChg chg="mod">
          <ac:chgData name="MYUNG JIN" userId="89f3fa32ababedc4" providerId="LiveId" clId="{154B50E6-7093-4140-88E2-0B2CACD86831}" dt="2024-05-30T16:08:52.751" v="1484"/>
          <ac:spMkLst>
            <pc:docMk/>
            <pc:sldMk cId="1314399414" sldId="359"/>
            <ac:spMk id="33" creationId="{F2451EDD-6B56-F2B5-136F-081862CB718A}"/>
          </ac:spMkLst>
        </pc:spChg>
        <pc:spChg chg="mod">
          <ac:chgData name="MYUNG JIN" userId="89f3fa32ababedc4" providerId="LiveId" clId="{154B50E6-7093-4140-88E2-0B2CACD86831}" dt="2024-05-30T16:08:52.751" v="1484"/>
          <ac:spMkLst>
            <pc:docMk/>
            <pc:sldMk cId="1314399414" sldId="359"/>
            <ac:spMk id="37" creationId="{8877BDD1-DDD0-A425-68A6-B610192C12B2}"/>
          </ac:spMkLst>
        </pc:spChg>
        <pc:spChg chg="mod">
          <ac:chgData name="MYUNG JIN" userId="89f3fa32ababedc4" providerId="LiveId" clId="{154B50E6-7093-4140-88E2-0B2CACD86831}" dt="2024-05-30T16:08:52.751" v="1484"/>
          <ac:spMkLst>
            <pc:docMk/>
            <pc:sldMk cId="1314399414" sldId="359"/>
            <ac:spMk id="38" creationId="{B4998906-3B25-4E4D-C032-781F7688B60F}"/>
          </ac:spMkLst>
        </pc:spChg>
        <pc:spChg chg="mod">
          <ac:chgData name="MYUNG JIN" userId="89f3fa32ababedc4" providerId="LiveId" clId="{154B50E6-7093-4140-88E2-0B2CACD86831}" dt="2024-05-30T16:08:52.751" v="1484"/>
          <ac:spMkLst>
            <pc:docMk/>
            <pc:sldMk cId="1314399414" sldId="359"/>
            <ac:spMk id="40" creationId="{C914029B-E23D-E2A5-E80F-7FBD4C902609}"/>
          </ac:spMkLst>
        </pc:spChg>
        <pc:spChg chg="mod">
          <ac:chgData name="MYUNG JIN" userId="89f3fa32ababedc4" providerId="LiveId" clId="{154B50E6-7093-4140-88E2-0B2CACD86831}" dt="2024-05-30T16:08:52.751" v="1484"/>
          <ac:spMkLst>
            <pc:docMk/>
            <pc:sldMk cId="1314399414" sldId="359"/>
            <ac:spMk id="49" creationId="{D64B882F-FBC8-CC91-4B66-B22817F9A184}"/>
          </ac:spMkLst>
        </pc:spChg>
        <pc:spChg chg="mod">
          <ac:chgData name="MYUNG JIN" userId="89f3fa32ababedc4" providerId="LiveId" clId="{154B50E6-7093-4140-88E2-0B2CACD86831}" dt="2024-05-30T16:08:52.751" v="1484"/>
          <ac:spMkLst>
            <pc:docMk/>
            <pc:sldMk cId="1314399414" sldId="359"/>
            <ac:spMk id="50" creationId="{6B763A37-2992-77E9-EEAB-42E300491EC0}"/>
          </ac:spMkLst>
        </pc:spChg>
        <pc:spChg chg="mod">
          <ac:chgData name="MYUNG JIN" userId="89f3fa32ababedc4" providerId="LiveId" clId="{154B50E6-7093-4140-88E2-0B2CACD86831}" dt="2024-05-30T16:08:52.751" v="1484"/>
          <ac:spMkLst>
            <pc:docMk/>
            <pc:sldMk cId="1314399414" sldId="359"/>
            <ac:spMk id="51" creationId="{409AE64C-97BB-C81A-8385-0AABEEB2401A}"/>
          </ac:spMkLst>
        </pc:spChg>
        <pc:spChg chg="mod">
          <ac:chgData name="MYUNG JIN" userId="89f3fa32ababedc4" providerId="LiveId" clId="{154B50E6-7093-4140-88E2-0B2CACD86831}" dt="2024-05-30T16:08:52.751" v="1484"/>
          <ac:spMkLst>
            <pc:docMk/>
            <pc:sldMk cId="1314399414" sldId="359"/>
            <ac:spMk id="52" creationId="{2827A1BA-A9D5-15AC-BF4F-8D0DB8C36796}"/>
          </ac:spMkLst>
        </pc:spChg>
        <pc:spChg chg="mod">
          <ac:chgData name="MYUNG JIN" userId="89f3fa32ababedc4" providerId="LiveId" clId="{154B50E6-7093-4140-88E2-0B2CACD86831}" dt="2024-05-30T16:08:52.751" v="1484"/>
          <ac:spMkLst>
            <pc:docMk/>
            <pc:sldMk cId="1314399414" sldId="359"/>
            <ac:spMk id="53" creationId="{0E207B2F-362F-BB33-D6C1-B01940401E1A}"/>
          </ac:spMkLst>
        </pc:spChg>
        <pc:spChg chg="mod">
          <ac:chgData name="MYUNG JIN" userId="89f3fa32ababedc4" providerId="LiveId" clId="{154B50E6-7093-4140-88E2-0B2CACD86831}" dt="2024-05-30T16:08:52.751" v="1484"/>
          <ac:spMkLst>
            <pc:docMk/>
            <pc:sldMk cId="1314399414" sldId="359"/>
            <ac:spMk id="56" creationId="{EEE58EC4-31A0-03CB-E4D5-74511DFA364D}"/>
          </ac:spMkLst>
        </pc:spChg>
        <pc:spChg chg="mod">
          <ac:chgData name="MYUNG JIN" userId="89f3fa32ababedc4" providerId="LiveId" clId="{154B50E6-7093-4140-88E2-0B2CACD86831}" dt="2024-05-30T16:08:52.751" v="1484"/>
          <ac:spMkLst>
            <pc:docMk/>
            <pc:sldMk cId="1314399414" sldId="359"/>
            <ac:spMk id="57" creationId="{2115684B-7F2F-0709-6531-4B640B95A91E}"/>
          </ac:spMkLst>
        </pc:spChg>
        <pc:spChg chg="mod">
          <ac:chgData name="MYUNG JIN" userId="89f3fa32ababedc4" providerId="LiveId" clId="{154B50E6-7093-4140-88E2-0B2CACD86831}" dt="2024-05-30T16:08:52.751" v="1484"/>
          <ac:spMkLst>
            <pc:docMk/>
            <pc:sldMk cId="1314399414" sldId="359"/>
            <ac:spMk id="58" creationId="{7C1B966F-BDBF-14B3-BA85-F754D84985ED}"/>
          </ac:spMkLst>
        </pc:spChg>
        <pc:spChg chg="mod">
          <ac:chgData name="MYUNG JIN" userId="89f3fa32ababedc4" providerId="LiveId" clId="{154B50E6-7093-4140-88E2-0B2CACD86831}" dt="2024-05-30T16:08:52.751" v="1484"/>
          <ac:spMkLst>
            <pc:docMk/>
            <pc:sldMk cId="1314399414" sldId="359"/>
            <ac:spMk id="60" creationId="{830B34F5-85BD-FBBC-255E-00FEA5B2C23C}"/>
          </ac:spMkLst>
        </pc:spChg>
        <pc:grpChg chg="mod">
          <ac:chgData name="MYUNG JIN" userId="89f3fa32ababedc4" providerId="LiveId" clId="{154B50E6-7093-4140-88E2-0B2CACD86831}" dt="2024-05-30T16:08:52.751" v="1484"/>
          <ac:grpSpMkLst>
            <pc:docMk/>
            <pc:sldMk cId="1314399414" sldId="359"/>
            <ac:grpSpMk id="9" creationId="{B9DA0AB4-CBD2-7410-8DBF-67A853A832A0}"/>
          </ac:grpSpMkLst>
        </pc:grpChg>
        <pc:grpChg chg="mod">
          <ac:chgData name="MYUNG JIN" userId="89f3fa32ababedc4" providerId="LiveId" clId="{154B50E6-7093-4140-88E2-0B2CACD86831}" dt="2024-05-30T16:08:52.751" v="1484"/>
          <ac:grpSpMkLst>
            <pc:docMk/>
            <pc:sldMk cId="1314399414" sldId="359"/>
            <ac:grpSpMk id="19" creationId="{EA88B740-21BA-B844-99DC-48BCE1574C3E}"/>
          </ac:grpSpMkLst>
        </pc:grpChg>
        <pc:grpChg chg="mod">
          <ac:chgData name="MYUNG JIN" userId="89f3fa32ababedc4" providerId="LiveId" clId="{154B50E6-7093-4140-88E2-0B2CACD86831}" dt="2024-05-30T16:08:52.751" v="1484"/>
          <ac:grpSpMkLst>
            <pc:docMk/>
            <pc:sldMk cId="1314399414" sldId="359"/>
            <ac:grpSpMk id="27" creationId="{C41C125D-C6C8-9F17-F0F6-C4F01E9B0AF7}"/>
          </ac:grpSpMkLst>
        </pc:grpChg>
        <pc:grpChg chg="mod">
          <ac:chgData name="MYUNG JIN" userId="89f3fa32ababedc4" providerId="LiveId" clId="{154B50E6-7093-4140-88E2-0B2CACD86831}" dt="2024-05-30T16:08:52.751" v="1484"/>
          <ac:grpSpMkLst>
            <pc:docMk/>
            <pc:sldMk cId="1314399414" sldId="359"/>
            <ac:grpSpMk id="35" creationId="{31209406-7F18-52A9-1DA0-7A388B3EE57B}"/>
          </ac:grpSpMkLst>
        </pc:grpChg>
        <pc:grpChg chg="mod">
          <ac:chgData name="MYUNG JIN" userId="89f3fa32ababedc4" providerId="LiveId" clId="{154B50E6-7093-4140-88E2-0B2CACD86831}" dt="2024-05-30T16:08:52.751" v="1484"/>
          <ac:grpSpMkLst>
            <pc:docMk/>
            <pc:sldMk cId="1314399414" sldId="359"/>
            <ac:grpSpMk id="61" creationId="{525FA864-36BE-0756-1CD2-28DB90CD1E8A}"/>
          </ac:grpSpMkLst>
        </pc:grpChg>
        <pc:picChg chg="del mod">
          <ac:chgData name="MYUNG JIN" userId="89f3fa32ababedc4" providerId="LiveId" clId="{154B50E6-7093-4140-88E2-0B2CACD86831}" dt="2024-05-25T14:01:33.710" v="1" actId="478"/>
          <ac:picMkLst>
            <pc:docMk/>
            <pc:sldMk cId="1314399414" sldId="359"/>
            <ac:picMk id="34" creationId="{ACC8C424-6F43-F735-C5A6-B9112EEB1493}"/>
          </ac:picMkLst>
        </pc:picChg>
        <pc:cxnChg chg="mod">
          <ac:chgData name="MYUNG JIN" userId="89f3fa32ababedc4" providerId="LiveId" clId="{154B50E6-7093-4140-88E2-0B2CACD86831}" dt="2024-05-30T16:08:52.751" v="1484"/>
          <ac:cxnSpMkLst>
            <pc:docMk/>
            <pc:sldMk cId="1314399414" sldId="359"/>
            <ac:cxnSpMk id="17" creationId="{C7E3E9C3-36B2-76E9-4A79-1CCAA9F4C69D}"/>
          </ac:cxnSpMkLst>
        </pc:cxnChg>
        <pc:cxnChg chg="mod">
          <ac:chgData name="MYUNG JIN" userId="89f3fa32ababedc4" providerId="LiveId" clId="{154B50E6-7093-4140-88E2-0B2CACD86831}" dt="2024-05-30T16:08:52.751" v="1484"/>
          <ac:cxnSpMkLst>
            <pc:docMk/>
            <pc:sldMk cId="1314399414" sldId="359"/>
            <ac:cxnSpMk id="31" creationId="{2A8E3C93-B7E4-E090-2D00-80164CBD8BD4}"/>
          </ac:cxnSpMkLst>
        </pc:cxnChg>
      </pc:sldChg>
      <pc:sldChg chg="addSp modSp mod">
        <pc:chgData name="MYUNG JIN" userId="89f3fa32ababedc4" providerId="LiveId" clId="{154B50E6-7093-4140-88E2-0B2CACD86831}" dt="2024-05-30T16:13:34.490" v="1714" actId="1076"/>
        <pc:sldMkLst>
          <pc:docMk/>
          <pc:sldMk cId="2839118988" sldId="360"/>
        </pc:sldMkLst>
        <pc:spChg chg="mod">
          <ac:chgData name="MYUNG JIN" userId="89f3fa32ababedc4" providerId="LiveId" clId="{154B50E6-7093-4140-88E2-0B2CACD86831}" dt="2024-05-30T15:52:51.765" v="930" actId="20577"/>
          <ac:spMkLst>
            <pc:docMk/>
            <pc:sldMk cId="2839118988" sldId="360"/>
            <ac:spMk id="8" creationId="{00000000-0000-0000-0000-000000000000}"/>
          </ac:spMkLst>
        </pc:spChg>
        <pc:spChg chg="mod">
          <ac:chgData name="MYUNG JIN" userId="89f3fa32ababedc4" providerId="LiveId" clId="{154B50E6-7093-4140-88E2-0B2CACD86831}" dt="2024-05-30T15:54:20.735" v="1016" actId="1076"/>
          <ac:spMkLst>
            <pc:docMk/>
            <pc:sldMk cId="2839118988" sldId="360"/>
            <ac:spMk id="10" creationId="{CDE8D150-73D9-B3D4-1220-7AA20C357D55}"/>
          </ac:spMkLst>
        </pc:spChg>
        <pc:spChg chg="add mod ord">
          <ac:chgData name="MYUNG JIN" userId="89f3fa32ababedc4" providerId="LiveId" clId="{154B50E6-7093-4140-88E2-0B2CACD86831}" dt="2024-05-30T16:13:03.417" v="1664" actId="207"/>
          <ac:spMkLst>
            <pc:docMk/>
            <pc:sldMk cId="2839118988" sldId="360"/>
            <ac:spMk id="11" creationId="{16E2ACB5-CFF1-D427-FA1B-BE424E49785B}"/>
          </ac:spMkLst>
        </pc:spChg>
        <pc:spChg chg="mod">
          <ac:chgData name="MYUNG JIN" userId="89f3fa32ababedc4" providerId="LiveId" clId="{154B50E6-7093-4140-88E2-0B2CACD86831}" dt="2024-05-30T15:54:20.735" v="1016" actId="1076"/>
          <ac:spMkLst>
            <pc:docMk/>
            <pc:sldMk cId="2839118988" sldId="360"/>
            <ac:spMk id="18" creationId="{3E07BEBF-E006-4691-96B3-21BA01CC213B}"/>
          </ac:spMkLst>
        </pc:spChg>
        <pc:spChg chg="add mod">
          <ac:chgData name="MYUNG JIN" userId="89f3fa32ababedc4" providerId="LiveId" clId="{154B50E6-7093-4140-88E2-0B2CACD86831}" dt="2024-05-30T16:13:34.490" v="1714" actId="1076"/>
          <ac:spMkLst>
            <pc:docMk/>
            <pc:sldMk cId="2839118988" sldId="360"/>
            <ac:spMk id="22" creationId="{3740C2E1-DF48-814E-11FA-D77592BA4F37}"/>
          </ac:spMkLst>
        </pc:spChg>
        <pc:spChg chg="mod">
          <ac:chgData name="MYUNG JIN" userId="89f3fa32ababedc4" providerId="LiveId" clId="{154B50E6-7093-4140-88E2-0B2CACD86831}" dt="2024-05-30T15:54:20.735" v="1016" actId="1076"/>
          <ac:spMkLst>
            <pc:docMk/>
            <pc:sldMk cId="2839118988" sldId="360"/>
            <ac:spMk id="44" creationId="{0D292F83-9D82-DCAD-13F1-FC1D9E032E29}"/>
          </ac:spMkLst>
        </pc:spChg>
        <pc:spChg chg="mod">
          <ac:chgData name="MYUNG JIN" userId="89f3fa32ababedc4" providerId="LiveId" clId="{154B50E6-7093-4140-88E2-0B2CACD86831}" dt="2024-05-30T15:54:20.735" v="1016" actId="1076"/>
          <ac:spMkLst>
            <pc:docMk/>
            <pc:sldMk cId="2839118988" sldId="360"/>
            <ac:spMk id="70" creationId="{99A6FC56-969C-1483-8E1F-8B9FA606502B}"/>
          </ac:spMkLst>
        </pc:spChg>
        <pc:spChg chg="mod">
          <ac:chgData name="MYUNG JIN" userId="89f3fa32ababedc4" providerId="LiveId" clId="{154B50E6-7093-4140-88E2-0B2CACD86831}" dt="2024-05-30T15:54:20.735" v="1016" actId="1076"/>
          <ac:spMkLst>
            <pc:docMk/>
            <pc:sldMk cId="2839118988" sldId="360"/>
            <ac:spMk id="75" creationId="{E6A2ED5A-0E65-5CEA-753D-9CAF484F6D4F}"/>
          </ac:spMkLst>
        </pc:spChg>
        <pc:spChg chg="mod">
          <ac:chgData name="MYUNG JIN" userId="89f3fa32ababedc4" providerId="LiveId" clId="{154B50E6-7093-4140-88E2-0B2CACD86831}" dt="2024-05-30T15:54:20.735" v="1016" actId="1076"/>
          <ac:spMkLst>
            <pc:docMk/>
            <pc:sldMk cId="2839118988" sldId="360"/>
            <ac:spMk id="76" creationId="{2419A7B3-5027-34AF-55F0-B341643067BE}"/>
          </ac:spMkLst>
        </pc:spChg>
        <pc:spChg chg="mod">
          <ac:chgData name="MYUNG JIN" userId="89f3fa32ababedc4" providerId="LiveId" clId="{154B50E6-7093-4140-88E2-0B2CACD86831}" dt="2024-05-30T15:54:20.735" v="1016" actId="1076"/>
          <ac:spMkLst>
            <pc:docMk/>
            <pc:sldMk cId="2839118988" sldId="360"/>
            <ac:spMk id="79" creationId="{AE8D5512-B7E3-6C74-115A-4485A41318F6}"/>
          </ac:spMkLst>
        </pc:spChg>
        <pc:grpChg chg="mod">
          <ac:chgData name="MYUNG JIN" userId="89f3fa32ababedc4" providerId="LiveId" clId="{154B50E6-7093-4140-88E2-0B2CACD86831}" dt="2024-05-30T15:54:20.735" v="1016" actId="1076"/>
          <ac:grpSpMkLst>
            <pc:docMk/>
            <pc:sldMk cId="2839118988" sldId="360"/>
            <ac:grpSpMk id="35" creationId="{C4436EEA-15A0-08C8-077B-D16DE3683275}"/>
          </ac:grpSpMkLst>
        </pc:grpChg>
        <pc:grpChg chg="mod">
          <ac:chgData name="MYUNG JIN" userId="89f3fa32ababedc4" providerId="LiveId" clId="{154B50E6-7093-4140-88E2-0B2CACD86831}" dt="2024-05-30T15:54:20.735" v="1016" actId="1076"/>
          <ac:grpSpMkLst>
            <pc:docMk/>
            <pc:sldMk cId="2839118988" sldId="360"/>
            <ac:grpSpMk id="65" creationId="{FDA83113-54E0-ADB8-71F0-CCBAE5DCB083}"/>
          </ac:grpSpMkLst>
        </pc:grpChg>
        <pc:cxnChg chg="mod">
          <ac:chgData name="MYUNG JIN" userId="89f3fa32ababedc4" providerId="LiveId" clId="{154B50E6-7093-4140-88E2-0B2CACD86831}" dt="2024-05-30T15:54:20.735" v="1016" actId="1076"/>
          <ac:cxnSpMkLst>
            <pc:docMk/>
            <pc:sldMk cId="2839118988" sldId="360"/>
            <ac:cxnSpMk id="38" creationId="{F6A09F47-ED8A-EAC4-4BCB-1891C666D282}"/>
          </ac:cxnSpMkLst>
        </pc:cxnChg>
        <pc:cxnChg chg="mod">
          <ac:chgData name="MYUNG JIN" userId="89f3fa32ababedc4" providerId="LiveId" clId="{154B50E6-7093-4140-88E2-0B2CACD86831}" dt="2024-05-30T15:54:20.735" v="1016" actId="1076"/>
          <ac:cxnSpMkLst>
            <pc:docMk/>
            <pc:sldMk cId="2839118988" sldId="360"/>
            <ac:cxnSpMk id="77" creationId="{2D33F2FF-14C1-5F38-8552-0C20BB1D2F12}"/>
          </ac:cxnSpMkLst>
        </pc:cxnChg>
      </pc:sldChg>
      <pc:sldChg chg="addSp modSp mod">
        <pc:chgData name="MYUNG JIN" userId="89f3fa32ababedc4" providerId="LiveId" clId="{154B50E6-7093-4140-88E2-0B2CACD86831}" dt="2024-05-26T16:47:57.823" v="227" actId="1076"/>
        <pc:sldMkLst>
          <pc:docMk/>
          <pc:sldMk cId="3063599940" sldId="360"/>
        </pc:sldMkLst>
        <pc:spChg chg="mod">
          <ac:chgData name="MYUNG JIN" userId="89f3fa32ababedc4" providerId="LiveId" clId="{154B50E6-7093-4140-88E2-0B2CACD86831}" dt="2024-05-26T16:47:23.180" v="92" actId="1076"/>
          <ac:spMkLst>
            <pc:docMk/>
            <pc:sldMk cId="3063599940" sldId="360"/>
            <ac:spMk id="4" creationId="{1A32104B-B31F-BEA7-2888-DA8F8CC72059}"/>
          </ac:spMkLst>
        </pc:spChg>
        <pc:spChg chg="add mod">
          <ac:chgData name="MYUNG JIN" userId="89f3fa32ababedc4" providerId="LiveId" clId="{154B50E6-7093-4140-88E2-0B2CACD86831}" dt="2024-05-26T16:47:57.823" v="227" actId="1076"/>
          <ac:spMkLst>
            <pc:docMk/>
            <pc:sldMk cId="3063599940" sldId="360"/>
            <ac:spMk id="9" creationId="{9B922DB4-B3F2-8D5A-0438-348F98820190}"/>
          </ac:spMkLst>
        </pc:spChg>
      </pc:sldChg>
      <pc:sldChg chg="modSp mod">
        <pc:chgData name="MYUNG JIN" userId="89f3fa32ababedc4" providerId="LiveId" clId="{154B50E6-7093-4140-88E2-0B2CACD86831}" dt="2024-05-30T16:01:06.944" v="1269" actId="14100"/>
        <pc:sldMkLst>
          <pc:docMk/>
          <pc:sldMk cId="517398555" sldId="361"/>
        </pc:sldMkLst>
        <pc:spChg chg="mod">
          <ac:chgData name="MYUNG JIN" userId="89f3fa32ababedc4" providerId="LiveId" clId="{154B50E6-7093-4140-88E2-0B2CACD86831}" dt="2024-05-30T15:52:48.412" v="928" actId="20577"/>
          <ac:spMkLst>
            <pc:docMk/>
            <pc:sldMk cId="517398555" sldId="361"/>
            <ac:spMk id="8" creationId="{00000000-0000-0000-0000-000000000000}"/>
          </ac:spMkLst>
        </pc:spChg>
        <pc:spChg chg="mod">
          <ac:chgData name="MYUNG JIN" userId="89f3fa32ababedc4" providerId="LiveId" clId="{154B50E6-7093-4140-88E2-0B2CACD86831}" dt="2024-05-30T16:01:06.944" v="1269" actId="14100"/>
          <ac:spMkLst>
            <pc:docMk/>
            <pc:sldMk cId="517398555" sldId="361"/>
            <ac:spMk id="22" creationId="{6440BED2-8DA0-BC2C-7273-08FF1D97E0D0}"/>
          </ac:spMkLst>
        </pc:spChg>
      </pc:sldChg>
      <pc:sldChg chg="addSp delSp modSp mod">
        <pc:chgData name="MYUNG JIN" userId="89f3fa32ababedc4" providerId="LiveId" clId="{154B50E6-7093-4140-88E2-0B2CACD86831}" dt="2024-05-30T15:55:31.516" v="1023" actId="1076"/>
        <pc:sldMkLst>
          <pc:docMk/>
          <pc:sldMk cId="757566272" sldId="362"/>
        </pc:sldMkLst>
        <pc:spChg chg="add mod">
          <ac:chgData name="MYUNG JIN" userId="89f3fa32ababedc4" providerId="LiveId" clId="{154B50E6-7093-4140-88E2-0B2CACD86831}" dt="2024-05-25T14:04:05.103" v="81" actId="164"/>
          <ac:spMkLst>
            <pc:docMk/>
            <pc:sldMk cId="757566272" sldId="362"/>
            <ac:spMk id="4" creationId="{2118ADDB-3D85-77BA-DD7C-9FC5F7D911E0}"/>
          </ac:spMkLst>
        </pc:spChg>
        <pc:spChg chg="mod">
          <ac:chgData name="MYUNG JIN" userId="89f3fa32ababedc4" providerId="LiveId" clId="{154B50E6-7093-4140-88E2-0B2CACD86831}" dt="2024-05-30T15:52:30.744" v="922" actId="20577"/>
          <ac:spMkLst>
            <pc:docMk/>
            <pc:sldMk cId="757566272" sldId="362"/>
            <ac:spMk id="8" creationId="{00000000-0000-0000-0000-000000000000}"/>
          </ac:spMkLst>
        </pc:spChg>
        <pc:spChg chg="add mod">
          <ac:chgData name="MYUNG JIN" userId="89f3fa32ababedc4" providerId="LiveId" clId="{154B50E6-7093-4140-88E2-0B2CACD86831}" dt="2024-05-25T14:04:05.103" v="81" actId="164"/>
          <ac:spMkLst>
            <pc:docMk/>
            <pc:sldMk cId="757566272" sldId="362"/>
            <ac:spMk id="9" creationId="{7452030F-2DB4-A087-C7C4-BFFF89BD4EA3}"/>
          </ac:spMkLst>
        </pc:spChg>
        <pc:spChg chg="mod">
          <ac:chgData name="MYUNG JIN" userId="89f3fa32ababedc4" providerId="LiveId" clId="{154B50E6-7093-4140-88E2-0B2CACD86831}" dt="2024-05-25T14:02:54.630" v="62" actId="20577"/>
          <ac:spMkLst>
            <pc:docMk/>
            <pc:sldMk cId="757566272" sldId="362"/>
            <ac:spMk id="10" creationId="{DEEE8CF4-5BE6-E9DD-F5EE-F54894823935}"/>
          </ac:spMkLst>
        </pc:spChg>
        <pc:spChg chg="mod">
          <ac:chgData name="MYUNG JIN" userId="89f3fa32ababedc4" providerId="LiveId" clId="{154B50E6-7093-4140-88E2-0B2CACD86831}" dt="2024-05-25T14:03:14.179" v="65" actId="1076"/>
          <ac:spMkLst>
            <pc:docMk/>
            <pc:sldMk cId="757566272" sldId="362"/>
            <ac:spMk id="13" creationId="{6B1E3A14-6FA2-727A-F2AF-7D3C473BAC47}"/>
          </ac:spMkLst>
        </pc:spChg>
        <pc:spChg chg="mod">
          <ac:chgData name="MYUNG JIN" userId="89f3fa32ababedc4" providerId="LiveId" clId="{154B50E6-7093-4140-88E2-0B2CACD86831}" dt="2024-05-25T14:03:14.179" v="65" actId="1076"/>
          <ac:spMkLst>
            <pc:docMk/>
            <pc:sldMk cId="757566272" sldId="362"/>
            <ac:spMk id="14" creationId="{8B724531-8505-EF24-013A-CB5FC2C1B592}"/>
          </ac:spMkLst>
        </pc:spChg>
        <pc:spChg chg="mod">
          <ac:chgData name="MYUNG JIN" userId="89f3fa32ababedc4" providerId="LiveId" clId="{154B50E6-7093-4140-88E2-0B2CACD86831}" dt="2024-05-25T14:03:14.179" v="65" actId="1076"/>
          <ac:spMkLst>
            <pc:docMk/>
            <pc:sldMk cId="757566272" sldId="362"/>
            <ac:spMk id="15" creationId="{F3A6E4CD-1E05-A771-9C87-141ABD3E6109}"/>
          </ac:spMkLst>
        </pc:spChg>
        <pc:spChg chg="mod">
          <ac:chgData name="MYUNG JIN" userId="89f3fa32ababedc4" providerId="LiveId" clId="{154B50E6-7093-4140-88E2-0B2CACD86831}" dt="2024-05-25T14:03:14.179" v="65" actId="1076"/>
          <ac:spMkLst>
            <pc:docMk/>
            <pc:sldMk cId="757566272" sldId="362"/>
            <ac:spMk id="16" creationId="{1FFAA050-54C4-AD64-4D0E-1CD937D94E12}"/>
          </ac:spMkLst>
        </pc:spChg>
        <pc:spChg chg="mod">
          <ac:chgData name="MYUNG JIN" userId="89f3fa32ababedc4" providerId="LiveId" clId="{154B50E6-7093-4140-88E2-0B2CACD86831}" dt="2024-05-30T15:55:31.516" v="1023" actId="1076"/>
          <ac:spMkLst>
            <pc:docMk/>
            <pc:sldMk cId="757566272" sldId="362"/>
            <ac:spMk id="18" creationId="{787B30B8-C992-3CA2-7C9F-4E00164E9A35}"/>
          </ac:spMkLst>
        </pc:spChg>
        <pc:spChg chg="mod">
          <ac:chgData name="MYUNG JIN" userId="89f3fa32ababedc4" providerId="LiveId" clId="{154B50E6-7093-4140-88E2-0B2CACD86831}" dt="2024-05-30T15:55:31.516" v="1023" actId="1076"/>
          <ac:spMkLst>
            <pc:docMk/>
            <pc:sldMk cId="757566272" sldId="362"/>
            <ac:spMk id="19" creationId="{A338C695-77DB-AFA8-9CDF-1B21872B6744}"/>
          </ac:spMkLst>
        </pc:spChg>
        <pc:spChg chg="mod">
          <ac:chgData name="MYUNG JIN" userId="89f3fa32ababedc4" providerId="LiveId" clId="{154B50E6-7093-4140-88E2-0B2CACD86831}" dt="2024-05-25T14:01:52.348" v="4" actId="164"/>
          <ac:spMkLst>
            <pc:docMk/>
            <pc:sldMk cId="757566272" sldId="362"/>
            <ac:spMk id="20" creationId="{845FF4F3-883E-6790-A38E-66AA0456913D}"/>
          </ac:spMkLst>
        </pc:spChg>
        <pc:spChg chg="mod">
          <ac:chgData name="MYUNG JIN" userId="89f3fa32ababedc4" providerId="LiveId" clId="{154B50E6-7093-4140-88E2-0B2CACD86831}" dt="2024-05-25T14:01:52.348" v="4" actId="164"/>
          <ac:spMkLst>
            <pc:docMk/>
            <pc:sldMk cId="757566272" sldId="362"/>
            <ac:spMk id="21" creationId="{C0BF2DFE-8D44-BC0B-AFAC-7F76740F39E7}"/>
          </ac:spMkLst>
        </pc:spChg>
        <pc:spChg chg="mod">
          <ac:chgData name="MYUNG JIN" userId="89f3fa32ababedc4" providerId="LiveId" clId="{154B50E6-7093-4140-88E2-0B2CACD86831}" dt="2024-05-25T14:01:52.348" v="4" actId="164"/>
          <ac:spMkLst>
            <pc:docMk/>
            <pc:sldMk cId="757566272" sldId="362"/>
            <ac:spMk id="22" creationId="{F5FA0E57-5F21-D7CF-990F-CC1EFA5C2082}"/>
          </ac:spMkLst>
        </pc:spChg>
        <pc:spChg chg="mod">
          <ac:chgData name="MYUNG JIN" userId="89f3fa32ababedc4" providerId="LiveId" clId="{154B50E6-7093-4140-88E2-0B2CACD86831}" dt="2024-05-25T14:01:52.348" v="4" actId="164"/>
          <ac:spMkLst>
            <pc:docMk/>
            <pc:sldMk cId="757566272" sldId="362"/>
            <ac:spMk id="23" creationId="{B58C91B7-1AC8-2F67-C38E-E8A756FF5FF4}"/>
          </ac:spMkLst>
        </pc:spChg>
        <pc:spChg chg="mod">
          <ac:chgData name="MYUNG JIN" userId="89f3fa32ababedc4" providerId="LiveId" clId="{154B50E6-7093-4140-88E2-0B2CACD86831}" dt="2024-05-25T14:01:52.348" v="4" actId="164"/>
          <ac:spMkLst>
            <pc:docMk/>
            <pc:sldMk cId="757566272" sldId="362"/>
            <ac:spMk id="24" creationId="{438540AF-2459-2892-B9D3-931322C2CE24}"/>
          </ac:spMkLst>
        </pc:spChg>
        <pc:spChg chg="del">
          <ac:chgData name="MYUNG JIN" userId="89f3fa32ababedc4" providerId="LiveId" clId="{154B50E6-7093-4140-88E2-0B2CACD86831}" dt="2024-05-25T14:02:58.634" v="63" actId="478"/>
          <ac:spMkLst>
            <pc:docMk/>
            <pc:sldMk cId="757566272" sldId="362"/>
            <ac:spMk id="25" creationId="{986CE1C7-B5A9-291A-DAA3-78927716F5EE}"/>
          </ac:spMkLst>
        </pc:spChg>
        <pc:spChg chg="mod">
          <ac:chgData name="MYUNG JIN" userId="89f3fa32ababedc4" providerId="LiveId" clId="{154B50E6-7093-4140-88E2-0B2CACD86831}" dt="2024-05-25T14:03:45.497" v="73" actId="571"/>
          <ac:spMkLst>
            <pc:docMk/>
            <pc:sldMk cId="757566272" sldId="362"/>
            <ac:spMk id="26" creationId="{3DDD6CD7-5BAB-15BE-CE68-E01B0656DCCD}"/>
          </ac:spMkLst>
        </pc:spChg>
        <pc:spChg chg="mod">
          <ac:chgData name="MYUNG JIN" userId="89f3fa32ababedc4" providerId="LiveId" clId="{154B50E6-7093-4140-88E2-0B2CACD86831}" dt="2024-05-25T14:03:45.497" v="73" actId="571"/>
          <ac:spMkLst>
            <pc:docMk/>
            <pc:sldMk cId="757566272" sldId="362"/>
            <ac:spMk id="30" creationId="{E0C0E27E-48FF-4812-2ECF-86EC23270B02}"/>
          </ac:spMkLst>
        </pc:spChg>
        <pc:spChg chg="mod">
          <ac:chgData name="MYUNG JIN" userId="89f3fa32ababedc4" providerId="LiveId" clId="{154B50E6-7093-4140-88E2-0B2CACD86831}" dt="2024-05-25T14:03:45.497" v="73" actId="571"/>
          <ac:spMkLst>
            <pc:docMk/>
            <pc:sldMk cId="757566272" sldId="362"/>
            <ac:spMk id="34" creationId="{6CEBD014-C538-AD58-48E9-0FB4C85FCC14}"/>
          </ac:spMkLst>
        </pc:spChg>
        <pc:spChg chg="mod">
          <ac:chgData name="MYUNG JIN" userId="89f3fa32ababedc4" providerId="LiveId" clId="{154B50E6-7093-4140-88E2-0B2CACD86831}" dt="2024-05-25T14:03:45.497" v="73" actId="571"/>
          <ac:spMkLst>
            <pc:docMk/>
            <pc:sldMk cId="757566272" sldId="362"/>
            <ac:spMk id="35" creationId="{9B40580D-4181-DFF0-8B83-B3C6CF8232EE}"/>
          </ac:spMkLst>
        </pc:spChg>
        <pc:spChg chg="mod">
          <ac:chgData name="MYUNG JIN" userId="89f3fa32ababedc4" providerId="LiveId" clId="{154B50E6-7093-4140-88E2-0B2CACD86831}" dt="2024-05-25T14:03:45.497" v="73" actId="571"/>
          <ac:spMkLst>
            <pc:docMk/>
            <pc:sldMk cId="757566272" sldId="362"/>
            <ac:spMk id="36" creationId="{0E33D69C-23AD-D3C4-9B34-36476BD47573}"/>
          </ac:spMkLst>
        </pc:spChg>
        <pc:spChg chg="add mod">
          <ac:chgData name="MYUNG JIN" userId="89f3fa32ababedc4" providerId="LiveId" clId="{154B50E6-7093-4140-88E2-0B2CACD86831}" dt="2024-05-25T14:03:45.497" v="73" actId="571"/>
          <ac:spMkLst>
            <pc:docMk/>
            <pc:sldMk cId="757566272" sldId="362"/>
            <ac:spMk id="43" creationId="{00BEF7CE-9AE8-874B-8913-952C2BA5C7D3}"/>
          </ac:spMkLst>
        </pc:spChg>
        <pc:spChg chg="add mod">
          <ac:chgData name="MYUNG JIN" userId="89f3fa32ababedc4" providerId="LiveId" clId="{154B50E6-7093-4140-88E2-0B2CACD86831}" dt="2024-05-25T14:04:05.103" v="81" actId="164"/>
          <ac:spMkLst>
            <pc:docMk/>
            <pc:sldMk cId="757566272" sldId="362"/>
            <ac:spMk id="44" creationId="{F6267B80-C012-1C53-EDF3-A9A18F67FD40}"/>
          </ac:spMkLst>
        </pc:spChg>
        <pc:spChg chg="mod">
          <ac:chgData name="MYUNG JIN" userId="89f3fa32ababedc4" providerId="LiveId" clId="{154B50E6-7093-4140-88E2-0B2CACD86831}" dt="2024-05-25T14:03:50.765" v="76" actId="571"/>
          <ac:spMkLst>
            <pc:docMk/>
            <pc:sldMk cId="757566272" sldId="362"/>
            <ac:spMk id="46" creationId="{30CBCB58-4928-5976-8E44-C6F27BBE1E38}"/>
          </ac:spMkLst>
        </pc:spChg>
        <pc:spChg chg="mod">
          <ac:chgData name="MYUNG JIN" userId="89f3fa32ababedc4" providerId="LiveId" clId="{154B50E6-7093-4140-88E2-0B2CACD86831}" dt="2024-05-25T14:03:50.765" v="76" actId="571"/>
          <ac:spMkLst>
            <pc:docMk/>
            <pc:sldMk cId="757566272" sldId="362"/>
            <ac:spMk id="47" creationId="{735FED53-4244-0F35-63BE-28EDEF0607D7}"/>
          </ac:spMkLst>
        </pc:spChg>
        <pc:spChg chg="mod">
          <ac:chgData name="MYUNG JIN" userId="89f3fa32ababedc4" providerId="LiveId" clId="{154B50E6-7093-4140-88E2-0B2CACD86831}" dt="2024-05-25T14:03:50.765" v="76" actId="571"/>
          <ac:spMkLst>
            <pc:docMk/>
            <pc:sldMk cId="757566272" sldId="362"/>
            <ac:spMk id="48" creationId="{A40AB60D-8037-3D01-22FB-2C178187E1D8}"/>
          </ac:spMkLst>
        </pc:spChg>
        <pc:spChg chg="mod">
          <ac:chgData name="MYUNG JIN" userId="89f3fa32ababedc4" providerId="LiveId" clId="{154B50E6-7093-4140-88E2-0B2CACD86831}" dt="2024-05-25T14:03:50.765" v="76" actId="571"/>
          <ac:spMkLst>
            <pc:docMk/>
            <pc:sldMk cId="757566272" sldId="362"/>
            <ac:spMk id="49" creationId="{65E10891-5CA5-0A7E-603B-0C33CB80077A}"/>
          </ac:spMkLst>
        </pc:spChg>
        <pc:spChg chg="mod">
          <ac:chgData name="MYUNG JIN" userId="89f3fa32ababedc4" providerId="LiveId" clId="{154B50E6-7093-4140-88E2-0B2CACD86831}" dt="2024-05-25T14:03:50.765" v="76" actId="571"/>
          <ac:spMkLst>
            <pc:docMk/>
            <pc:sldMk cId="757566272" sldId="362"/>
            <ac:spMk id="50" creationId="{37EBFF67-517B-0113-6309-F1687E3D2BD0}"/>
          </ac:spMkLst>
        </pc:spChg>
        <pc:spChg chg="add mod">
          <ac:chgData name="MYUNG JIN" userId="89f3fa32ababedc4" providerId="LiveId" clId="{154B50E6-7093-4140-88E2-0B2CACD86831}" dt="2024-05-25T14:03:50.765" v="76" actId="571"/>
          <ac:spMkLst>
            <pc:docMk/>
            <pc:sldMk cId="757566272" sldId="362"/>
            <ac:spMk id="57" creationId="{B5278088-6EE2-2276-2F92-55F611BEBDE1}"/>
          </ac:spMkLst>
        </pc:spChg>
        <pc:spChg chg="mod">
          <ac:chgData name="MYUNG JIN" userId="89f3fa32ababedc4" providerId="LiveId" clId="{154B50E6-7093-4140-88E2-0B2CACD86831}" dt="2024-05-25T14:03:54.816" v="78" actId="571"/>
          <ac:spMkLst>
            <pc:docMk/>
            <pc:sldMk cId="757566272" sldId="362"/>
            <ac:spMk id="59" creationId="{58928588-474C-5216-2206-248CDC7B14C1}"/>
          </ac:spMkLst>
        </pc:spChg>
        <pc:spChg chg="mod">
          <ac:chgData name="MYUNG JIN" userId="89f3fa32ababedc4" providerId="LiveId" clId="{154B50E6-7093-4140-88E2-0B2CACD86831}" dt="2024-05-25T14:03:54.816" v="78" actId="571"/>
          <ac:spMkLst>
            <pc:docMk/>
            <pc:sldMk cId="757566272" sldId="362"/>
            <ac:spMk id="60" creationId="{E69C74DD-C402-D7B4-E540-CEF5B40B76B3}"/>
          </ac:spMkLst>
        </pc:spChg>
        <pc:spChg chg="mod">
          <ac:chgData name="MYUNG JIN" userId="89f3fa32ababedc4" providerId="LiveId" clId="{154B50E6-7093-4140-88E2-0B2CACD86831}" dt="2024-05-25T14:03:54.816" v="78" actId="571"/>
          <ac:spMkLst>
            <pc:docMk/>
            <pc:sldMk cId="757566272" sldId="362"/>
            <ac:spMk id="61" creationId="{4B12BFB0-287C-FB4F-FE2D-B454C31EE49A}"/>
          </ac:spMkLst>
        </pc:spChg>
        <pc:spChg chg="mod">
          <ac:chgData name="MYUNG JIN" userId="89f3fa32ababedc4" providerId="LiveId" clId="{154B50E6-7093-4140-88E2-0B2CACD86831}" dt="2024-05-25T14:03:54.816" v="78" actId="571"/>
          <ac:spMkLst>
            <pc:docMk/>
            <pc:sldMk cId="757566272" sldId="362"/>
            <ac:spMk id="62" creationId="{0072F209-A6CA-48F3-5DCF-823719B24ABA}"/>
          </ac:spMkLst>
        </pc:spChg>
        <pc:spChg chg="mod">
          <ac:chgData name="MYUNG JIN" userId="89f3fa32ababedc4" providerId="LiveId" clId="{154B50E6-7093-4140-88E2-0B2CACD86831}" dt="2024-05-25T14:03:54.816" v="78" actId="571"/>
          <ac:spMkLst>
            <pc:docMk/>
            <pc:sldMk cId="757566272" sldId="362"/>
            <ac:spMk id="63" creationId="{CEA52F01-D44E-283E-D264-6B9D5908E5AC}"/>
          </ac:spMkLst>
        </pc:spChg>
        <pc:spChg chg="add mod">
          <ac:chgData name="MYUNG JIN" userId="89f3fa32ababedc4" providerId="LiveId" clId="{154B50E6-7093-4140-88E2-0B2CACD86831}" dt="2024-05-25T14:03:54.816" v="78" actId="571"/>
          <ac:spMkLst>
            <pc:docMk/>
            <pc:sldMk cId="757566272" sldId="362"/>
            <ac:spMk id="70" creationId="{65D0A1C0-AAF5-F996-D520-559FE0AAD899}"/>
          </ac:spMkLst>
        </pc:spChg>
        <pc:spChg chg="add mod">
          <ac:chgData name="MYUNG JIN" userId="89f3fa32ababedc4" providerId="LiveId" clId="{154B50E6-7093-4140-88E2-0B2CACD86831}" dt="2024-05-25T14:04:05.103" v="81" actId="164"/>
          <ac:spMkLst>
            <pc:docMk/>
            <pc:sldMk cId="757566272" sldId="362"/>
            <ac:spMk id="71" creationId="{0B3D8C66-E931-C6CF-050A-37E783A42B93}"/>
          </ac:spMkLst>
        </pc:spChg>
        <pc:spChg chg="add mod">
          <ac:chgData name="MYUNG JIN" userId="89f3fa32ababedc4" providerId="LiveId" clId="{154B50E6-7093-4140-88E2-0B2CACD86831}" dt="2024-05-25T14:04:05.103" v="81" actId="164"/>
          <ac:spMkLst>
            <pc:docMk/>
            <pc:sldMk cId="757566272" sldId="362"/>
            <ac:spMk id="72" creationId="{6443FD9B-F96D-1CAC-AFB8-34FF979EEF3C}"/>
          </ac:spMkLst>
        </pc:spChg>
        <pc:grpChg chg="add mod">
          <ac:chgData name="MYUNG JIN" userId="89f3fa32ababedc4" providerId="LiveId" clId="{154B50E6-7093-4140-88E2-0B2CACD86831}" dt="2024-05-25T14:04:05.103" v="81" actId="164"/>
          <ac:grpSpMkLst>
            <pc:docMk/>
            <pc:sldMk cId="757566272" sldId="362"/>
            <ac:grpSpMk id="3" creationId="{EB7A8A3A-7E3A-1D27-6F4A-7261FAF892F1}"/>
          </ac:grpSpMkLst>
        </pc:grpChg>
        <pc:grpChg chg="add mod">
          <ac:chgData name="MYUNG JIN" userId="89f3fa32ababedc4" providerId="LiveId" clId="{154B50E6-7093-4140-88E2-0B2CACD86831}" dt="2024-05-25T14:03:45.497" v="73" actId="571"/>
          <ac:grpSpMkLst>
            <pc:docMk/>
            <pc:sldMk cId="757566272" sldId="362"/>
            <ac:grpSpMk id="11" creationId="{5B266295-5CF9-794B-9E3A-C25A83531289}"/>
          </ac:grpSpMkLst>
        </pc:grpChg>
        <pc:grpChg chg="mod">
          <ac:chgData name="MYUNG JIN" userId="89f3fa32ababedc4" providerId="LiveId" clId="{154B50E6-7093-4140-88E2-0B2CACD86831}" dt="2024-05-25T14:02:14.856" v="11" actId="404"/>
          <ac:grpSpMkLst>
            <pc:docMk/>
            <pc:sldMk cId="757566272" sldId="362"/>
            <ac:grpSpMk id="17" creationId="{88F96F7F-BC17-EDA3-FCCE-726C2556749C}"/>
          </ac:grpSpMkLst>
        </pc:grpChg>
        <pc:grpChg chg="add mod">
          <ac:chgData name="MYUNG JIN" userId="89f3fa32ababedc4" providerId="LiveId" clId="{154B50E6-7093-4140-88E2-0B2CACD86831}" dt="2024-05-25T14:03:50.765" v="76" actId="571"/>
          <ac:grpSpMkLst>
            <pc:docMk/>
            <pc:sldMk cId="757566272" sldId="362"/>
            <ac:grpSpMk id="45" creationId="{D9469922-7F27-8E11-B7F9-CF89764CF575}"/>
          </ac:grpSpMkLst>
        </pc:grpChg>
        <pc:grpChg chg="add mod">
          <ac:chgData name="MYUNG JIN" userId="89f3fa32ababedc4" providerId="LiveId" clId="{154B50E6-7093-4140-88E2-0B2CACD86831}" dt="2024-05-25T14:03:54.816" v="78" actId="571"/>
          <ac:grpSpMkLst>
            <pc:docMk/>
            <pc:sldMk cId="757566272" sldId="362"/>
            <ac:grpSpMk id="58" creationId="{E963957E-63F4-33FF-D65C-A54AE2F41B85}"/>
          </ac:grpSpMkLst>
        </pc:grpChg>
        <pc:grpChg chg="add mod">
          <ac:chgData name="MYUNG JIN" userId="89f3fa32ababedc4" providerId="LiveId" clId="{154B50E6-7093-4140-88E2-0B2CACD86831}" dt="2024-05-25T14:04:05.103" v="81" actId="164"/>
          <ac:grpSpMkLst>
            <pc:docMk/>
            <pc:sldMk cId="757566272" sldId="362"/>
            <ac:grpSpMk id="73" creationId="{25380692-27C4-02AF-1CE4-2EE5636905FD}"/>
          </ac:grpSpMkLst>
        </pc:grpChg>
        <pc:picChg chg="mod">
          <ac:chgData name="MYUNG JIN" userId="89f3fa32ababedc4" providerId="LiveId" clId="{154B50E6-7093-4140-88E2-0B2CACD86831}" dt="2024-05-25T14:01:52.348" v="4" actId="164"/>
          <ac:picMkLst>
            <pc:docMk/>
            <pc:sldMk cId="757566272" sldId="362"/>
            <ac:picMk id="27" creationId="{3A933E01-6732-5576-E23F-344E34AFDCD6}"/>
          </ac:picMkLst>
        </pc:picChg>
        <pc:picChg chg="mod">
          <ac:chgData name="MYUNG JIN" userId="89f3fa32ababedc4" providerId="LiveId" clId="{154B50E6-7093-4140-88E2-0B2CACD86831}" dt="2024-05-25T14:01:52.348" v="4" actId="164"/>
          <ac:picMkLst>
            <pc:docMk/>
            <pc:sldMk cId="757566272" sldId="362"/>
            <ac:picMk id="28" creationId="{A9371289-FF14-5AD2-0155-F130C9C7397E}"/>
          </ac:picMkLst>
        </pc:picChg>
        <pc:picChg chg="mod">
          <ac:chgData name="MYUNG JIN" userId="89f3fa32ababedc4" providerId="LiveId" clId="{154B50E6-7093-4140-88E2-0B2CACD86831}" dt="2024-05-25T14:01:52.348" v="4" actId="164"/>
          <ac:picMkLst>
            <pc:docMk/>
            <pc:sldMk cId="757566272" sldId="362"/>
            <ac:picMk id="29" creationId="{CF365555-3A97-C2F5-B1B5-A69B67A0D677}"/>
          </ac:picMkLst>
        </pc:picChg>
        <pc:picChg chg="mod">
          <ac:chgData name="MYUNG JIN" userId="89f3fa32ababedc4" providerId="LiveId" clId="{154B50E6-7093-4140-88E2-0B2CACD86831}" dt="2024-05-25T14:01:52.348" v="4" actId="164"/>
          <ac:picMkLst>
            <pc:docMk/>
            <pc:sldMk cId="757566272" sldId="362"/>
            <ac:picMk id="31" creationId="{CB7615AD-9246-F275-884F-F6FA5A3C08BB}"/>
          </ac:picMkLst>
        </pc:picChg>
        <pc:picChg chg="mod">
          <ac:chgData name="MYUNG JIN" userId="89f3fa32ababedc4" providerId="LiveId" clId="{154B50E6-7093-4140-88E2-0B2CACD86831}" dt="2024-05-25T14:01:52.348" v="4" actId="164"/>
          <ac:picMkLst>
            <pc:docMk/>
            <pc:sldMk cId="757566272" sldId="362"/>
            <ac:picMk id="32" creationId="{900C5ACB-757F-3567-D4AA-4079A4F526BE}"/>
          </ac:picMkLst>
        </pc:picChg>
        <pc:picChg chg="mod">
          <ac:chgData name="MYUNG JIN" userId="89f3fa32ababedc4" providerId="LiveId" clId="{154B50E6-7093-4140-88E2-0B2CACD86831}" dt="2024-05-25T14:01:52.348" v="4" actId="164"/>
          <ac:picMkLst>
            <pc:docMk/>
            <pc:sldMk cId="757566272" sldId="362"/>
            <ac:picMk id="33" creationId="{0767DC58-0AF5-1C2F-6328-56A41A949416}"/>
          </ac:picMkLst>
        </pc:picChg>
        <pc:picChg chg="mod">
          <ac:chgData name="MYUNG JIN" userId="89f3fa32ababedc4" providerId="LiveId" clId="{154B50E6-7093-4140-88E2-0B2CACD86831}" dt="2024-05-25T14:03:45.497" v="73" actId="571"/>
          <ac:picMkLst>
            <pc:docMk/>
            <pc:sldMk cId="757566272" sldId="362"/>
            <ac:picMk id="37" creationId="{064900C3-CA55-A70F-3B3A-5DFDA8BC7255}"/>
          </ac:picMkLst>
        </pc:picChg>
        <pc:picChg chg="mod">
          <ac:chgData name="MYUNG JIN" userId="89f3fa32ababedc4" providerId="LiveId" clId="{154B50E6-7093-4140-88E2-0B2CACD86831}" dt="2024-05-25T14:03:45.497" v="73" actId="571"/>
          <ac:picMkLst>
            <pc:docMk/>
            <pc:sldMk cId="757566272" sldId="362"/>
            <ac:picMk id="38" creationId="{2848CC02-F2ED-FA6F-2BA7-A94DD5F74229}"/>
          </ac:picMkLst>
        </pc:picChg>
        <pc:picChg chg="mod">
          <ac:chgData name="MYUNG JIN" userId="89f3fa32ababedc4" providerId="LiveId" clId="{154B50E6-7093-4140-88E2-0B2CACD86831}" dt="2024-05-25T14:03:45.497" v="73" actId="571"/>
          <ac:picMkLst>
            <pc:docMk/>
            <pc:sldMk cId="757566272" sldId="362"/>
            <ac:picMk id="39" creationId="{4770932C-AD08-344F-B2D4-B7A63D325D55}"/>
          </ac:picMkLst>
        </pc:picChg>
        <pc:picChg chg="mod">
          <ac:chgData name="MYUNG JIN" userId="89f3fa32ababedc4" providerId="LiveId" clId="{154B50E6-7093-4140-88E2-0B2CACD86831}" dt="2024-05-25T14:03:45.497" v="73" actId="571"/>
          <ac:picMkLst>
            <pc:docMk/>
            <pc:sldMk cId="757566272" sldId="362"/>
            <ac:picMk id="40" creationId="{555E2EE3-92DA-5A23-045D-20577C801153}"/>
          </ac:picMkLst>
        </pc:picChg>
        <pc:picChg chg="mod">
          <ac:chgData name="MYUNG JIN" userId="89f3fa32ababedc4" providerId="LiveId" clId="{154B50E6-7093-4140-88E2-0B2CACD86831}" dt="2024-05-25T14:03:45.497" v="73" actId="571"/>
          <ac:picMkLst>
            <pc:docMk/>
            <pc:sldMk cId="757566272" sldId="362"/>
            <ac:picMk id="41" creationId="{725B2E33-10B4-3FA3-C86F-B66A4AEA225B}"/>
          </ac:picMkLst>
        </pc:picChg>
        <pc:picChg chg="mod">
          <ac:chgData name="MYUNG JIN" userId="89f3fa32ababedc4" providerId="LiveId" clId="{154B50E6-7093-4140-88E2-0B2CACD86831}" dt="2024-05-25T14:03:45.497" v="73" actId="571"/>
          <ac:picMkLst>
            <pc:docMk/>
            <pc:sldMk cId="757566272" sldId="362"/>
            <ac:picMk id="42" creationId="{C8633DD8-66AD-AD23-E1B1-907A88AEFC95}"/>
          </ac:picMkLst>
        </pc:picChg>
        <pc:picChg chg="mod">
          <ac:chgData name="MYUNG JIN" userId="89f3fa32ababedc4" providerId="LiveId" clId="{154B50E6-7093-4140-88E2-0B2CACD86831}" dt="2024-05-25T14:03:50.765" v="76" actId="571"/>
          <ac:picMkLst>
            <pc:docMk/>
            <pc:sldMk cId="757566272" sldId="362"/>
            <ac:picMk id="51" creationId="{14A81701-296C-6634-90E7-1640D1BB8970}"/>
          </ac:picMkLst>
        </pc:picChg>
        <pc:picChg chg="mod">
          <ac:chgData name="MYUNG JIN" userId="89f3fa32ababedc4" providerId="LiveId" clId="{154B50E6-7093-4140-88E2-0B2CACD86831}" dt="2024-05-25T14:03:50.765" v="76" actId="571"/>
          <ac:picMkLst>
            <pc:docMk/>
            <pc:sldMk cId="757566272" sldId="362"/>
            <ac:picMk id="52" creationId="{F1C84833-9E2A-E184-06C9-9BBA11DC1D8D}"/>
          </ac:picMkLst>
        </pc:picChg>
        <pc:picChg chg="mod">
          <ac:chgData name="MYUNG JIN" userId="89f3fa32ababedc4" providerId="LiveId" clId="{154B50E6-7093-4140-88E2-0B2CACD86831}" dt="2024-05-25T14:03:50.765" v="76" actId="571"/>
          <ac:picMkLst>
            <pc:docMk/>
            <pc:sldMk cId="757566272" sldId="362"/>
            <ac:picMk id="53" creationId="{CCD977F9-7F93-2627-D558-FF4BF0730B78}"/>
          </ac:picMkLst>
        </pc:picChg>
        <pc:picChg chg="mod">
          <ac:chgData name="MYUNG JIN" userId="89f3fa32ababedc4" providerId="LiveId" clId="{154B50E6-7093-4140-88E2-0B2CACD86831}" dt="2024-05-25T14:03:50.765" v="76" actId="571"/>
          <ac:picMkLst>
            <pc:docMk/>
            <pc:sldMk cId="757566272" sldId="362"/>
            <ac:picMk id="54" creationId="{5676BCD9-8ACC-F631-A29F-EEDDA26830E7}"/>
          </ac:picMkLst>
        </pc:picChg>
        <pc:picChg chg="mod">
          <ac:chgData name="MYUNG JIN" userId="89f3fa32ababedc4" providerId="LiveId" clId="{154B50E6-7093-4140-88E2-0B2CACD86831}" dt="2024-05-25T14:03:50.765" v="76" actId="571"/>
          <ac:picMkLst>
            <pc:docMk/>
            <pc:sldMk cId="757566272" sldId="362"/>
            <ac:picMk id="55" creationId="{FD64F33B-1BD1-976E-6506-02E4E50CCA7F}"/>
          </ac:picMkLst>
        </pc:picChg>
        <pc:picChg chg="mod">
          <ac:chgData name="MYUNG JIN" userId="89f3fa32ababedc4" providerId="LiveId" clId="{154B50E6-7093-4140-88E2-0B2CACD86831}" dt="2024-05-25T14:03:50.765" v="76" actId="571"/>
          <ac:picMkLst>
            <pc:docMk/>
            <pc:sldMk cId="757566272" sldId="362"/>
            <ac:picMk id="56" creationId="{EE4F9656-A505-680D-FF9B-E6C32BAEAB0A}"/>
          </ac:picMkLst>
        </pc:picChg>
        <pc:picChg chg="mod">
          <ac:chgData name="MYUNG JIN" userId="89f3fa32ababedc4" providerId="LiveId" clId="{154B50E6-7093-4140-88E2-0B2CACD86831}" dt="2024-05-25T14:03:54.816" v="78" actId="571"/>
          <ac:picMkLst>
            <pc:docMk/>
            <pc:sldMk cId="757566272" sldId="362"/>
            <ac:picMk id="64" creationId="{E3F90585-4D63-02D9-6F06-A7E421146D1D}"/>
          </ac:picMkLst>
        </pc:picChg>
        <pc:picChg chg="mod">
          <ac:chgData name="MYUNG JIN" userId="89f3fa32ababedc4" providerId="LiveId" clId="{154B50E6-7093-4140-88E2-0B2CACD86831}" dt="2024-05-25T14:03:54.816" v="78" actId="571"/>
          <ac:picMkLst>
            <pc:docMk/>
            <pc:sldMk cId="757566272" sldId="362"/>
            <ac:picMk id="65" creationId="{C53C87A9-DAED-8072-75D7-61E88B8E0548}"/>
          </ac:picMkLst>
        </pc:picChg>
        <pc:picChg chg="mod">
          <ac:chgData name="MYUNG JIN" userId="89f3fa32ababedc4" providerId="LiveId" clId="{154B50E6-7093-4140-88E2-0B2CACD86831}" dt="2024-05-25T14:03:54.816" v="78" actId="571"/>
          <ac:picMkLst>
            <pc:docMk/>
            <pc:sldMk cId="757566272" sldId="362"/>
            <ac:picMk id="66" creationId="{27C69EAF-1372-F6C6-F7C0-7949614082C9}"/>
          </ac:picMkLst>
        </pc:picChg>
        <pc:picChg chg="mod">
          <ac:chgData name="MYUNG JIN" userId="89f3fa32ababedc4" providerId="LiveId" clId="{154B50E6-7093-4140-88E2-0B2CACD86831}" dt="2024-05-25T14:03:54.816" v="78" actId="571"/>
          <ac:picMkLst>
            <pc:docMk/>
            <pc:sldMk cId="757566272" sldId="362"/>
            <ac:picMk id="67" creationId="{6D9E884C-3472-568B-059A-7A56ED8A3AA2}"/>
          </ac:picMkLst>
        </pc:picChg>
        <pc:picChg chg="mod">
          <ac:chgData name="MYUNG JIN" userId="89f3fa32ababedc4" providerId="LiveId" clId="{154B50E6-7093-4140-88E2-0B2CACD86831}" dt="2024-05-25T14:03:54.816" v="78" actId="571"/>
          <ac:picMkLst>
            <pc:docMk/>
            <pc:sldMk cId="757566272" sldId="362"/>
            <ac:picMk id="68" creationId="{44BEBCE2-F4F0-B236-B53E-9A231990632D}"/>
          </ac:picMkLst>
        </pc:picChg>
        <pc:picChg chg="mod">
          <ac:chgData name="MYUNG JIN" userId="89f3fa32ababedc4" providerId="LiveId" clId="{154B50E6-7093-4140-88E2-0B2CACD86831}" dt="2024-05-25T14:03:54.816" v="78" actId="571"/>
          <ac:picMkLst>
            <pc:docMk/>
            <pc:sldMk cId="757566272" sldId="362"/>
            <ac:picMk id="69" creationId="{A4B424A1-EBEA-4BF1-5186-4BB6D04EAEA5}"/>
          </ac:picMkLst>
        </pc:picChg>
      </pc:sldChg>
      <pc:sldChg chg="addSp delSp modSp add mod">
        <pc:chgData name="MYUNG JIN" userId="89f3fa32ababedc4" providerId="LiveId" clId="{154B50E6-7093-4140-88E2-0B2CACD86831}" dt="2024-05-30T15:52:33.274" v="923" actId="20577"/>
        <pc:sldMkLst>
          <pc:docMk/>
          <pc:sldMk cId="3364838397" sldId="363"/>
        </pc:sldMkLst>
        <pc:spChg chg="mod">
          <ac:chgData name="MYUNG JIN" userId="89f3fa32ababedc4" providerId="LiveId" clId="{154B50E6-7093-4140-88E2-0B2CACD86831}" dt="2024-05-30T15:52:33.274" v="923" actId="20577"/>
          <ac:spMkLst>
            <pc:docMk/>
            <pc:sldMk cId="3364838397" sldId="363"/>
            <ac:spMk id="8" creationId="{00000000-0000-0000-0000-000000000000}"/>
          </ac:spMkLst>
        </pc:spChg>
        <pc:spChg chg="add mod">
          <ac:chgData name="MYUNG JIN" userId="89f3fa32ababedc4" providerId="LiveId" clId="{154B50E6-7093-4140-88E2-0B2CACD86831}" dt="2024-05-26T13:25:52.043" v="91" actId="1076"/>
          <ac:spMkLst>
            <pc:docMk/>
            <pc:sldMk cId="3364838397" sldId="363"/>
            <ac:spMk id="11" creationId="{92B08AD0-CC11-BFC4-7117-FE339CBB8926}"/>
          </ac:spMkLst>
        </pc:spChg>
        <pc:grpChg chg="del">
          <ac:chgData name="MYUNG JIN" userId="89f3fa32ababedc4" providerId="LiveId" clId="{154B50E6-7093-4140-88E2-0B2CACD86831}" dt="2024-05-26T12:46:54.601" v="83" actId="478"/>
          <ac:grpSpMkLst>
            <pc:docMk/>
            <pc:sldMk cId="3364838397" sldId="363"/>
            <ac:grpSpMk id="17" creationId="{88F96F7F-BC17-EDA3-FCCE-726C2556749C}"/>
          </ac:grpSpMkLst>
        </pc:grpChg>
        <pc:grpChg chg="mod">
          <ac:chgData name="MYUNG JIN" userId="89f3fa32ababedc4" providerId="LiveId" clId="{154B50E6-7093-4140-88E2-0B2CACD86831}" dt="2024-05-26T12:47:00.221" v="84" actId="1076"/>
          <ac:grpSpMkLst>
            <pc:docMk/>
            <pc:sldMk cId="3364838397" sldId="363"/>
            <ac:grpSpMk id="73" creationId="{25380692-27C4-02AF-1CE4-2EE5636905FD}"/>
          </ac:grpSpMkLst>
        </pc:grpChg>
      </pc:sldChg>
      <pc:sldChg chg="delSp modSp add mod">
        <pc:chgData name="MYUNG JIN" userId="89f3fa32ababedc4" providerId="LiveId" clId="{154B50E6-7093-4140-88E2-0B2CACD86831}" dt="2024-05-28T14:52:07.850" v="263" actId="20577"/>
        <pc:sldMkLst>
          <pc:docMk/>
          <pc:sldMk cId="1812981324" sldId="364"/>
        </pc:sldMkLst>
        <pc:spChg chg="mod">
          <ac:chgData name="MYUNG JIN" userId="89f3fa32ababedc4" providerId="LiveId" clId="{154B50E6-7093-4140-88E2-0B2CACD86831}" dt="2024-05-28T14:52:07.850" v="263" actId="20577"/>
          <ac:spMkLst>
            <pc:docMk/>
            <pc:sldMk cId="1812981324" sldId="364"/>
            <ac:spMk id="2" creationId="{00000000-0000-0000-0000-000000000000}"/>
          </ac:spMkLst>
        </pc:spChg>
        <pc:spChg chg="del">
          <ac:chgData name="MYUNG JIN" userId="89f3fa32ababedc4" providerId="LiveId" clId="{154B50E6-7093-4140-88E2-0B2CACD86831}" dt="2024-05-28T14:52:00.666" v="229" actId="478"/>
          <ac:spMkLst>
            <pc:docMk/>
            <pc:sldMk cId="1812981324" sldId="364"/>
            <ac:spMk id="4" creationId="{5A826829-174E-E7B4-20A4-81BE4C51458E}"/>
          </ac:spMkLst>
        </pc:spChg>
      </pc:sldChg>
      <pc:sldChg chg="modSp mod">
        <pc:chgData name="MYUNG JIN" userId="89f3fa32ababedc4" providerId="LiveId" clId="{154B50E6-7093-4140-88E2-0B2CACD86831}" dt="2024-05-30T15:52:40.279" v="925" actId="20577"/>
        <pc:sldMkLst>
          <pc:docMk/>
          <pc:sldMk cId="164901796" sldId="365"/>
        </pc:sldMkLst>
        <pc:spChg chg="mod">
          <ac:chgData name="MYUNG JIN" userId="89f3fa32ababedc4" providerId="LiveId" clId="{154B50E6-7093-4140-88E2-0B2CACD86831}" dt="2024-05-30T15:52:40.279" v="925" actId="20577"/>
          <ac:spMkLst>
            <pc:docMk/>
            <pc:sldMk cId="164901796" sldId="365"/>
            <ac:spMk id="8" creationId="{00000000-0000-0000-0000-000000000000}"/>
          </ac:spMkLst>
        </pc:spChg>
        <pc:grpChg chg="mod">
          <ac:chgData name="MYUNG JIN" userId="89f3fa32ababedc4" providerId="LiveId" clId="{154B50E6-7093-4140-88E2-0B2CACD86831}" dt="2024-05-30T15:47:24.438" v="639" actId="1076"/>
          <ac:grpSpMkLst>
            <pc:docMk/>
            <pc:sldMk cId="164901796" sldId="365"/>
            <ac:grpSpMk id="18" creationId="{2F87EA0C-922F-527E-C17F-888ED9ABBC3B}"/>
          </ac:grpSpMkLst>
        </pc:grpChg>
      </pc:sldChg>
      <pc:sldChg chg="modSp mod">
        <pc:chgData name="MYUNG JIN" userId="89f3fa32ababedc4" providerId="LiveId" clId="{154B50E6-7093-4140-88E2-0B2CACD86831}" dt="2024-05-30T15:53:09.100" v="944" actId="20577"/>
        <pc:sldMkLst>
          <pc:docMk/>
          <pc:sldMk cId="4029701056" sldId="366"/>
        </pc:sldMkLst>
        <pc:spChg chg="mod">
          <ac:chgData name="MYUNG JIN" userId="89f3fa32ababedc4" providerId="LiveId" clId="{154B50E6-7093-4140-88E2-0B2CACD86831}" dt="2024-05-30T15:51:09.139" v="920" actId="20577"/>
          <ac:spMkLst>
            <pc:docMk/>
            <pc:sldMk cId="4029701056" sldId="366"/>
            <ac:spMk id="3" creationId="{078A6BE1-74F9-D80E-B2D0-A6CD49F17336}"/>
          </ac:spMkLst>
        </pc:spChg>
        <pc:spChg chg="mod">
          <ac:chgData name="MYUNG JIN" userId="89f3fa32ababedc4" providerId="LiveId" clId="{154B50E6-7093-4140-88E2-0B2CACD86831}" dt="2024-05-30T15:53:09.100" v="944" actId="20577"/>
          <ac:spMkLst>
            <pc:docMk/>
            <pc:sldMk cId="4029701056" sldId="366"/>
            <ac:spMk id="8" creationId="{00000000-0000-0000-0000-000000000000}"/>
          </ac:spMkLst>
        </pc:spChg>
      </pc:sldChg>
      <pc:sldChg chg="addSp modSp mod">
        <pc:chgData name="MYUNG JIN" userId="89f3fa32ababedc4" providerId="LiveId" clId="{154B50E6-7093-4140-88E2-0B2CACD86831}" dt="2024-05-30T16:10:57.573" v="1637" actId="20577"/>
        <pc:sldMkLst>
          <pc:docMk/>
          <pc:sldMk cId="4145184080" sldId="367"/>
        </pc:sldMkLst>
        <pc:spChg chg="add mod">
          <ac:chgData name="MYUNG JIN" userId="89f3fa32ababedc4" providerId="LiveId" clId="{154B50E6-7093-4140-88E2-0B2CACD86831}" dt="2024-05-30T16:10:57.573" v="1637" actId="20577"/>
          <ac:spMkLst>
            <pc:docMk/>
            <pc:sldMk cId="4145184080" sldId="367"/>
            <ac:spMk id="3" creationId="{7D39D514-1FD5-43A2-964D-F309210F5DF3}"/>
          </ac:spMkLst>
        </pc:spChg>
        <pc:spChg chg="mod">
          <ac:chgData name="MYUNG JIN" userId="89f3fa32ababedc4" providerId="LiveId" clId="{154B50E6-7093-4140-88E2-0B2CACD86831}" dt="2024-05-30T15:52:38.032" v="924" actId="20577"/>
          <ac:spMkLst>
            <pc:docMk/>
            <pc:sldMk cId="4145184080" sldId="367"/>
            <ac:spMk id="8" creationId="{00000000-0000-0000-0000-000000000000}"/>
          </ac:spMkLst>
        </pc:spChg>
        <pc:spChg chg="mod">
          <ac:chgData name="MYUNG JIN" userId="89f3fa32ababedc4" providerId="LiveId" clId="{154B50E6-7093-4140-88E2-0B2CACD86831}" dt="2024-05-30T15:55:56.555" v="1024" actId="14100"/>
          <ac:spMkLst>
            <pc:docMk/>
            <pc:sldMk cId="4145184080" sldId="367"/>
            <ac:spMk id="50" creationId="{4CF0B2AD-8357-A4D3-F550-E59368CC27E8}"/>
          </ac:spMkLst>
        </pc:spChg>
      </pc:sldChg>
      <pc:sldChg chg="addSp delSp modSp mod modAnim">
        <pc:chgData name="MYUNG JIN" userId="89f3fa32ababedc4" providerId="LiveId" clId="{154B50E6-7093-4140-88E2-0B2CACD86831}" dt="2024-05-30T16:14:40.640" v="1719"/>
        <pc:sldMkLst>
          <pc:docMk/>
          <pc:sldMk cId="1475466487" sldId="368"/>
        </pc:sldMkLst>
        <pc:spChg chg="add mod">
          <ac:chgData name="MYUNG JIN" userId="89f3fa32ababedc4" providerId="LiveId" clId="{154B50E6-7093-4140-88E2-0B2CACD86831}" dt="2024-05-30T16:14:12.038" v="1715" actId="164"/>
          <ac:spMkLst>
            <pc:docMk/>
            <pc:sldMk cId="1475466487" sldId="368"/>
            <ac:spMk id="3" creationId="{62CE35BF-66AD-40AF-60A1-9F1A750CF582}"/>
          </ac:spMkLst>
        </pc:spChg>
        <pc:spChg chg="mod">
          <ac:chgData name="MYUNG JIN" userId="89f3fa32ababedc4" providerId="LiveId" clId="{154B50E6-7093-4140-88E2-0B2CACD86831}" dt="2024-05-30T15:52:55.052" v="932" actId="20577"/>
          <ac:spMkLst>
            <pc:docMk/>
            <pc:sldMk cId="1475466487" sldId="368"/>
            <ac:spMk id="8" creationId="{00000000-0000-0000-0000-000000000000}"/>
          </ac:spMkLst>
        </pc:spChg>
        <pc:spChg chg="add mod">
          <ac:chgData name="MYUNG JIN" userId="89f3fa32ababedc4" providerId="LiveId" clId="{154B50E6-7093-4140-88E2-0B2CACD86831}" dt="2024-05-30T16:01:59.289" v="1272" actId="164"/>
          <ac:spMkLst>
            <pc:docMk/>
            <pc:sldMk cId="1475466487" sldId="368"/>
            <ac:spMk id="9" creationId="{AD7E0484-2DE6-E547-B037-D6E35FD10DA2}"/>
          </ac:spMkLst>
        </pc:spChg>
        <pc:spChg chg="del">
          <ac:chgData name="MYUNG JIN" userId="89f3fa32ababedc4" providerId="LiveId" clId="{154B50E6-7093-4140-88E2-0B2CACD86831}" dt="2024-05-30T15:55:11.640" v="1020" actId="478"/>
          <ac:spMkLst>
            <pc:docMk/>
            <pc:sldMk cId="1475466487" sldId="368"/>
            <ac:spMk id="69" creationId="{D0D843CA-73D2-1A4E-FD5B-D696A04DA2D5}"/>
          </ac:spMkLst>
        </pc:spChg>
        <pc:spChg chg="mod">
          <ac:chgData name="MYUNG JIN" userId="89f3fa32ababedc4" providerId="LiveId" clId="{154B50E6-7093-4140-88E2-0B2CACD86831}" dt="2024-05-30T16:14:12.038" v="1715" actId="164"/>
          <ac:spMkLst>
            <pc:docMk/>
            <pc:sldMk cId="1475466487" sldId="368"/>
            <ac:spMk id="71" creationId="{0D94578E-568D-E968-BA41-EBBE2EC8FAE5}"/>
          </ac:spMkLst>
        </pc:spChg>
        <pc:spChg chg="mod">
          <ac:chgData name="MYUNG JIN" userId="89f3fa32ababedc4" providerId="LiveId" clId="{154B50E6-7093-4140-88E2-0B2CACD86831}" dt="2024-05-30T16:14:12.038" v="1715" actId="164"/>
          <ac:spMkLst>
            <pc:docMk/>
            <pc:sldMk cId="1475466487" sldId="368"/>
            <ac:spMk id="75" creationId="{ACFEB05B-111D-F39B-DF0C-84C79D12469F}"/>
          </ac:spMkLst>
        </pc:spChg>
        <pc:grpChg chg="add mod">
          <ac:chgData name="MYUNG JIN" userId="89f3fa32ababedc4" providerId="LiveId" clId="{154B50E6-7093-4140-88E2-0B2CACD86831}" dt="2024-05-30T16:01:59.289" v="1272" actId="164"/>
          <ac:grpSpMkLst>
            <pc:docMk/>
            <pc:sldMk cId="1475466487" sldId="368"/>
            <ac:grpSpMk id="13" creationId="{C46F869F-4413-9832-37E1-42FFCED59B0C}"/>
          </ac:grpSpMkLst>
        </pc:grpChg>
        <pc:grpChg chg="add mod">
          <ac:chgData name="MYUNG JIN" userId="89f3fa32ababedc4" providerId="LiveId" clId="{154B50E6-7093-4140-88E2-0B2CACD86831}" dt="2024-05-30T16:14:12.038" v="1715" actId="164"/>
          <ac:grpSpMkLst>
            <pc:docMk/>
            <pc:sldMk cId="1475466487" sldId="368"/>
            <ac:grpSpMk id="14" creationId="{656B871E-72D4-54AF-634D-87B76D5741F6}"/>
          </ac:grpSpMkLst>
        </pc:grpChg>
        <pc:grpChg chg="mod">
          <ac:chgData name="MYUNG JIN" userId="89f3fa32ababedc4" providerId="LiveId" clId="{154B50E6-7093-4140-88E2-0B2CACD86831}" dt="2024-05-30T16:14:12.038" v="1715" actId="164"/>
          <ac:grpSpMkLst>
            <pc:docMk/>
            <pc:sldMk cId="1475466487" sldId="368"/>
            <ac:grpSpMk id="40" creationId="{5D16F255-4A25-D11B-44AC-AB8B446B028C}"/>
          </ac:grpSpMkLst>
        </pc:grpChg>
        <pc:grpChg chg="mod">
          <ac:chgData name="MYUNG JIN" userId="89f3fa32ababedc4" providerId="LiveId" clId="{154B50E6-7093-4140-88E2-0B2CACD86831}" dt="2024-05-30T16:01:59.289" v="1272" actId="164"/>
          <ac:grpSpMkLst>
            <pc:docMk/>
            <pc:sldMk cId="1475466487" sldId="368"/>
            <ac:grpSpMk id="238" creationId="{BFD562D5-9721-C6D6-31DC-E9AAC74C88BB}"/>
          </ac:grpSpMkLst>
        </pc:grpChg>
        <pc:cxnChg chg="mod">
          <ac:chgData name="MYUNG JIN" userId="89f3fa32ababedc4" providerId="LiveId" clId="{154B50E6-7093-4140-88E2-0B2CACD86831}" dt="2024-05-30T16:14:12.038" v="1715" actId="164"/>
          <ac:cxnSpMkLst>
            <pc:docMk/>
            <pc:sldMk cId="1475466487" sldId="368"/>
            <ac:cxnSpMk id="72" creationId="{99B4107F-0B85-895B-81FA-2ED5678311E2}"/>
          </ac:cxnSpMkLst>
        </pc:cxnChg>
        <pc:cxnChg chg="mod">
          <ac:chgData name="MYUNG JIN" userId="89f3fa32ababedc4" providerId="LiveId" clId="{154B50E6-7093-4140-88E2-0B2CACD86831}" dt="2024-05-30T16:14:12.038" v="1715" actId="164"/>
          <ac:cxnSpMkLst>
            <pc:docMk/>
            <pc:sldMk cId="1475466487" sldId="368"/>
            <ac:cxnSpMk id="73" creationId="{F99782EF-E544-A135-137E-99561B8ABF51}"/>
          </ac:cxnSpMkLst>
        </pc:cxnChg>
        <pc:cxnChg chg="mod">
          <ac:chgData name="MYUNG JIN" userId="89f3fa32ababedc4" providerId="LiveId" clId="{154B50E6-7093-4140-88E2-0B2CACD86831}" dt="2024-05-30T16:14:12.038" v="1715" actId="164"/>
          <ac:cxnSpMkLst>
            <pc:docMk/>
            <pc:sldMk cId="1475466487" sldId="368"/>
            <ac:cxnSpMk id="74" creationId="{CD7140E8-EE60-5275-D593-C86F7722465D}"/>
          </ac:cxnSpMkLst>
        </pc:cxnChg>
      </pc:sldChg>
      <pc:sldChg chg="addSp modSp mod">
        <pc:chgData name="MYUNG JIN" userId="89f3fa32ababedc4" providerId="LiveId" clId="{154B50E6-7093-4140-88E2-0B2CACD86831}" dt="2024-05-30T15:59:22.103" v="1214" actId="1076"/>
        <pc:sldMkLst>
          <pc:docMk/>
          <pc:sldMk cId="3058989422" sldId="369"/>
        </pc:sldMkLst>
        <pc:spChg chg="add mod">
          <ac:chgData name="MYUNG JIN" userId="89f3fa32ababedc4" providerId="LiveId" clId="{154B50E6-7093-4140-88E2-0B2CACD86831}" dt="2024-05-30T15:58:17.318" v="1176" actId="1076"/>
          <ac:spMkLst>
            <pc:docMk/>
            <pc:sldMk cId="3058989422" sldId="369"/>
            <ac:spMk id="3" creationId="{1EA6D278-8679-49AA-3EEB-4B3499C236BF}"/>
          </ac:spMkLst>
        </pc:spChg>
        <pc:spChg chg="mod">
          <ac:chgData name="MYUNG JIN" userId="89f3fa32ababedc4" providerId="LiveId" clId="{154B50E6-7093-4140-88E2-0B2CACD86831}" dt="2024-05-30T15:52:42.836" v="926" actId="20577"/>
          <ac:spMkLst>
            <pc:docMk/>
            <pc:sldMk cId="3058989422" sldId="369"/>
            <ac:spMk id="8" creationId="{00000000-0000-0000-0000-000000000000}"/>
          </ac:spMkLst>
        </pc:spChg>
        <pc:spChg chg="mod">
          <ac:chgData name="MYUNG JIN" userId="89f3fa32ababedc4" providerId="LiveId" clId="{154B50E6-7093-4140-88E2-0B2CACD86831}" dt="2024-05-30T15:58:01.394" v="1169" actId="1076"/>
          <ac:spMkLst>
            <pc:docMk/>
            <pc:sldMk cId="3058989422" sldId="369"/>
            <ac:spMk id="30" creationId="{03D4F16B-7E6B-3DDE-C5DB-4ACC9A48EB91}"/>
          </ac:spMkLst>
        </pc:spChg>
        <pc:spChg chg="mod">
          <ac:chgData name="MYUNG JIN" userId="89f3fa32ababedc4" providerId="LiveId" clId="{154B50E6-7093-4140-88E2-0B2CACD86831}" dt="2024-05-30T15:57:50.704" v="1165" actId="1076"/>
          <ac:spMkLst>
            <pc:docMk/>
            <pc:sldMk cId="3058989422" sldId="369"/>
            <ac:spMk id="31" creationId="{EEEBB9CD-1F39-6637-2488-F4380C8CB2CF}"/>
          </ac:spMkLst>
        </pc:spChg>
        <pc:spChg chg="mod">
          <ac:chgData name="MYUNG JIN" userId="89f3fa32ababedc4" providerId="LiveId" clId="{154B50E6-7093-4140-88E2-0B2CACD86831}" dt="2024-05-30T15:59:14.691" v="1211" actId="1076"/>
          <ac:spMkLst>
            <pc:docMk/>
            <pc:sldMk cId="3058989422" sldId="369"/>
            <ac:spMk id="32" creationId="{DF7E3B30-0A51-7D84-E721-112A0682BDB0}"/>
          </ac:spMkLst>
        </pc:spChg>
        <pc:spChg chg="mod">
          <ac:chgData name="MYUNG JIN" userId="89f3fa32ababedc4" providerId="LiveId" clId="{154B50E6-7093-4140-88E2-0B2CACD86831}" dt="2024-05-30T15:59:12.746" v="1210" actId="1076"/>
          <ac:spMkLst>
            <pc:docMk/>
            <pc:sldMk cId="3058989422" sldId="369"/>
            <ac:spMk id="33" creationId="{E94123F7-94B9-297A-CCC6-FF6C2F61068C}"/>
          </ac:spMkLst>
        </pc:spChg>
        <pc:spChg chg="mod">
          <ac:chgData name="MYUNG JIN" userId="89f3fa32ababedc4" providerId="LiveId" clId="{154B50E6-7093-4140-88E2-0B2CACD86831}" dt="2024-05-30T15:57:50.704" v="1165" actId="1076"/>
          <ac:spMkLst>
            <pc:docMk/>
            <pc:sldMk cId="3058989422" sldId="369"/>
            <ac:spMk id="34" creationId="{00A99ACE-390B-4B12-52ED-C10B09125508}"/>
          </ac:spMkLst>
        </pc:spChg>
        <pc:spChg chg="mod">
          <ac:chgData name="MYUNG JIN" userId="89f3fa32ababedc4" providerId="LiveId" clId="{154B50E6-7093-4140-88E2-0B2CACD86831}" dt="2024-05-30T15:59:12.746" v="1210" actId="1076"/>
          <ac:spMkLst>
            <pc:docMk/>
            <pc:sldMk cId="3058989422" sldId="369"/>
            <ac:spMk id="35" creationId="{D9588FB2-1E00-A361-6A97-F1CDEFC260EB}"/>
          </ac:spMkLst>
        </pc:spChg>
        <pc:spChg chg="mod">
          <ac:chgData name="MYUNG JIN" userId="89f3fa32ababedc4" providerId="LiveId" clId="{154B50E6-7093-4140-88E2-0B2CACD86831}" dt="2024-05-30T15:58:42.186" v="1198" actId="1076"/>
          <ac:spMkLst>
            <pc:docMk/>
            <pc:sldMk cId="3058989422" sldId="369"/>
            <ac:spMk id="38" creationId="{50EE309E-1205-61F6-599A-C0E858A3A5D7}"/>
          </ac:spMkLst>
        </pc:spChg>
        <pc:graphicFrameChg chg="mod">
          <ac:chgData name="MYUNG JIN" userId="89f3fa32ababedc4" providerId="LiveId" clId="{154B50E6-7093-4140-88E2-0B2CACD86831}" dt="2024-05-30T15:57:57.059" v="1166" actId="1076"/>
          <ac:graphicFrameMkLst>
            <pc:docMk/>
            <pc:sldMk cId="3058989422" sldId="369"/>
            <ac:graphicFrameMk id="29" creationId="{A5BA3E56-520E-AAC4-9017-6338EA02D213}"/>
          </ac:graphicFrameMkLst>
        </pc:graphicFrameChg>
        <pc:graphicFrameChg chg="mod">
          <ac:chgData name="MYUNG JIN" userId="89f3fa32ababedc4" providerId="LiveId" clId="{154B50E6-7093-4140-88E2-0B2CACD86831}" dt="2024-05-30T15:58:58.017" v="1207" actId="1076"/>
          <ac:graphicFrameMkLst>
            <pc:docMk/>
            <pc:sldMk cId="3058989422" sldId="369"/>
            <ac:graphicFrameMk id="37" creationId="{023DEFE7-56E2-3F1F-4466-4E8F1C522CC8}"/>
          </ac:graphicFrameMkLst>
        </pc:graphicFrameChg>
        <pc:picChg chg="mod">
          <ac:chgData name="MYUNG JIN" userId="89f3fa32ababedc4" providerId="LiveId" clId="{154B50E6-7093-4140-88E2-0B2CACD86831}" dt="2024-05-30T15:59:22.103" v="1214" actId="1076"/>
          <ac:picMkLst>
            <pc:docMk/>
            <pc:sldMk cId="3058989422" sldId="369"/>
            <ac:picMk id="11" creationId="{A9C8DA92-B06B-1A6A-0D12-B4D0BA0FF1F2}"/>
          </ac:picMkLst>
        </pc:picChg>
        <pc:picChg chg="mod">
          <ac:chgData name="MYUNG JIN" userId="89f3fa32ababedc4" providerId="LiveId" clId="{154B50E6-7093-4140-88E2-0B2CACD86831}" dt="2024-05-30T15:57:57.059" v="1166" actId="1076"/>
          <ac:picMkLst>
            <pc:docMk/>
            <pc:sldMk cId="3058989422" sldId="369"/>
            <ac:picMk id="28" creationId="{39785DE0-67EF-350A-0C5F-27204CCFDE85}"/>
          </ac:picMkLst>
        </pc:picChg>
        <pc:picChg chg="mod">
          <ac:chgData name="MYUNG JIN" userId="89f3fa32ababedc4" providerId="LiveId" clId="{154B50E6-7093-4140-88E2-0B2CACD86831}" dt="2024-05-30T15:59:01.245" v="1208" actId="1076"/>
          <ac:picMkLst>
            <pc:docMk/>
            <pc:sldMk cId="3058989422" sldId="369"/>
            <ac:picMk id="36" creationId="{CCE8DA03-9F86-E5EF-B59E-EB528E644AB3}"/>
          </ac:picMkLst>
        </pc:picChg>
      </pc:sldChg>
      <pc:sldChg chg="addSp delSp modSp mod delAnim modAnim">
        <pc:chgData name="MYUNG JIN" userId="89f3fa32ababedc4" providerId="LiveId" clId="{154B50E6-7093-4140-88E2-0B2CACD86831}" dt="2024-05-30T16:12:09.722" v="1658" actId="1076"/>
        <pc:sldMkLst>
          <pc:docMk/>
          <pc:sldMk cId="1062592511" sldId="370"/>
        </pc:sldMkLst>
        <pc:spChg chg="add del mod">
          <ac:chgData name="MYUNG JIN" userId="89f3fa32ababedc4" providerId="LiveId" clId="{154B50E6-7093-4140-88E2-0B2CACD86831}" dt="2024-05-30T16:11:58.606" v="1640" actId="478"/>
          <ac:spMkLst>
            <pc:docMk/>
            <pc:sldMk cId="1062592511" sldId="370"/>
            <ac:spMk id="11" creationId="{384669DC-6B80-9B74-23CF-A237B2623F9E}"/>
          </ac:spMkLst>
        </pc:spChg>
        <pc:spChg chg="mod">
          <ac:chgData name="MYUNG JIN" userId="89f3fa32ababedc4" providerId="LiveId" clId="{154B50E6-7093-4140-88E2-0B2CACD86831}" dt="2024-05-30T16:12:09.722" v="1658" actId="1076"/>
          <ac:spMkLst>
            <pc:docMk/>
            <pc:sldMk cId="1062592511" sldId="370"/>
            <ac:spMk id="14" creationId="{10EA3BA8-AA84-6153-C5CF-94C5D4C86540}"/>
          </ac:spMkLst>
        </pc:spChg>
        <pc:spChg chg="add">
          <ac:chgData name="MYUNG JIN" userId="89f3fa32ababedc4" providerId="LiveId" clId="{154B50E6-7093-4140-88E2-0B2CACD86831}" dt="2024-05-30T15:59:47.717" v="1218" actId="11529"/>
          <ac:spMkLst>
            <pc:docMk/>
            <pc:sldMk cId="1062592511" sldId="370"/>
            <ac:spMk id="15" creationId="{45918094-3E95-C67F-2B33-DBDAD439BA82}"/>
          </ac:spMkLst>
        </pc:spChg>
        <pc:spChg chg="add mod">
          <ac:chgData name="MYUNG JIN" userId="89f3fa32ababedc4" providerId="LiveId" clId="{154B50E6-7093-4140-88E2-0B2CACD86831}" dt="2024-05-30T16:00:07.932" v="1248" actId="1076"/>
          <ac:spMkLst>
            <pc:docMk/>
            <pc:sldMk cId="1062592511" sldId="370"/>
            <ac:spMk id="16" creationId="{34A60783-620D-198F-E55E-A774B280399C}"/>
          </ac:spMkLst>
        </pc:spChg>
        <pc:graphicFrameChg chg="mod">
          <ac:chgData name="MYUNG JIN" userId="89f3fa32ababedc4" providerId="LiveId" clId="{154B50E6-7093-4140-88E2-0B2CACD86831}" dt="2024-05-30T15:59:38.087" v="1217" actId="1076"/>
          <ac:graphicFrameMkLst>
            <pc:docMk/>
            <pc:sldMk cId="1062592511" sldId="370"/>
            <ac:graphicFrameMk id="3" creationId="{EC1D800F-FCF6-F222-FC24-DACAAE6B1FA7}"/>
          </ac:graphicFrameMkLst>
        </pc:graphicFrameChg>
        <pc:graphicFrameChg chg="add mod">
          <ac:chgData name="MYUNG JIN" userId="89f3fa32ababedc4" providerId="LiveId" clId="{154B50E6-7093-4140-88E2-0B2CACD86831}" dt="2024-05-30T15:59:35.709" v="1216" actId="571"/>
          <ac:graphicFrameMkLst>
            <pc:docMk/>
            <pc:sldMk cId="1062592511" sldId="370"/>
            <ac:graphicFrameMk id="11" creationId="{01AE213E-CC01-7B97-B170-7DDBD09A1237}"/>
          </ac:graphicFrameMkLst>
        </pc:graphicFrameChg>
      </pc:sldChg>
      <pc:sldChg chg="addSp delSp modSp mod">
        <pc:chgData name="MYUNG JIN" userId="89f3fa32ababedc4" providerId="LiveId" clId="{154B50E6-7093-4140-88E2-0B2CACD86831}" dt="2024-05-30T16:02:08.250" v="1274" actId="20577"/>
        <pc:sldMkLst>
          <pc:docMk/>
          <pc:sldMk cId="592253937" sldId="371"/>
        </pc:sldMkLst>
        <pc:spChg chg="add mod">
          <ac:chgData name="MYUNG JIN" userId="89f3fa32ababedc4" providerId="LiveId" clId="{154B50E6-7093-4140-88E2-0B2CACD86831}" dt="2024-05-30T16:02:08.250" v="1274" actId="20577"/>
          <ac:spMkLst>
            <pc:docMk/>
            <pc:sldMk cId="592253937" sldId="371"/>
            <ac:spMk id="3" creationId="{74BEF6CE-E37B-9E2B-D15C-5294AF1A5906}"/>
          </ac:spMkLst>
        </pc:spChg>
        <pc:spChg chg="mod">
          <ac:chgData name="MYUNG JIN" userId="89f3fa32ababedc4" providerId="LiveId" clId="{154B50E6-7093-4140-88E2-0B2CACD86831}" dt="2024-05-30T15:52:59.955" v="936" actId="20577"/>
          <ac:spMkLst>
            <pc:docMk/>
            <pc:sldMk cId="592253937" sldId="371"/>
            <ac:spMk id="8" creationId="{00000000-0000-0000-0000-000000000000}"/>
          </ac:spMkLst>
        </pc:spChg>
        <pc:spChg chg="del">
          <ac:chgData name="MYUNG JIN" userId="89f3fa32ababedc4" providerId="LiveId" clId="{154B50E6-7093-4140-88E2-0B2CACD86831}" dt="2024-05-30T15:55:05.240" v="1019" actId="478"/>
          <ac:spMkLst>
            <pc:docMk/>
            <pc:sldMk cId="592253937" sldId="371"/>
            <ac:spMk id="69" creationId="{D0D843CA-73D2-1A4E-FD5B-D696A04DA2D5}"/>
          </ac:spMkLst>
        </pc:spChg>
      </pc:sldChg>
      <pc:sldChg chg="addSp delSp modSp mod">
        <pc:chgData name="MYUNG JIN" userId="89f3fa32ababedc4" providerId="LiveId" clId="{154B50E6-7093-4140-88E2-0B2CACD86831}" dt="2024-05-30T16:04:39.470" v="1376" actId="14100"/>
        <pc:sldMkLst>
          <pc:docMk/>
          <pc:sldMk cId="1152505063" sldId="372"/>
        </pc:sldMkLst>
        <pc:spChg chg="mod">
          <ac:chgData name="MYUNG JIN" userId="89f3fa32ababedc4" providerId="LiveId" clId="{154B50E6-7093-4140-88E2-0B2CACD86831}" dt="2024-05-30T15:53:02.808" v="938" actId="20577"/>
          <ac:spMkLst>
            <pc:docMk/>
            <pc:sldMk cId="1152505063" sldId="372"/>
            <ac:spMk id="8" creationId="{00000000-0000-0000-0000-000000000000}"/>
          </ac:spMkLst>
        </pc:spChg>
        <pc:spChg chg="mod">
          <ac:chgData name="MYUNG JIN" userId="89f3fa32ababedc4" providerId="LiveId" clId="{154B50E6-7093-4140-88E2-0B2CACD86831}" dt="2024-05-30T16:04:39.470" v="1376" actId="14100"/>
          <ac:spMkLst>
            <pc:docMk/>
            <pc:sldMk cId="1152505063" sldId="372"/>
            <ac:spMk id="23" creationId="{79C9216A-E92B-3B77-B67A-22B89DC4705B}"/>
          </ac:spMkLst>
        </pc:spChg>
        <pc:spChg chg="add mod">
          <ac:chgData name="MYUNG JIN" userId="89f3fa32ababedc4" providerId="LiveId" clId="{154B50E6-7093-4140-88E2-0B2CACD86831}" dt="2024-05-30T16:03:28.586" v="1287" actId="1076"/>
          <ac:spMkLst>
            <pc:docMk/>
            <pc:sldMk cId="1152505063" sldId="372"/>
            <ac:spMk id="27" creationId="{4CF6C32E-5DFD-9192-0DED-16BF0782630E}"/>
          </ac:spMkLst>
        </pc:spChg>
        <pc:spChg chg="add mod">
          <ac:chgData name="MYUNG JIN" userId="89f3fa32ababedc4" providerId="LiveId" clId="{154B50E6-7093-4140-88E2-0B2CACD86831}" dt="2024-05-30T16:03:56.563" v="1316" actId="1076"/>
          <ac:spMkLst>
            <pc:docMk/>
            <pc:sldMk cId="1152505063" sldId="372"/>
            <ac:spMk id="28" creationId="{7D92764F-EB6E-203F-5780-3AFBAD237865}"/>
          </ac:spMkLst>
        </pc:spChg>
        <pc:spChg chg="add mod">
          <ac:chgData name="MYUNG JIN" userId="89f3fa32ababedc4" providerId="LiveId" clId="{154B50E6-7093-4140-88E2-0B2CACD86831}" dt="2024-05-30T16:04:07.604" v="1322" actId="14100"/>
          <ac:spMkLst>
            <pc:docMk/>
            <pc:sldMk cId="1152505063" sldId="372"/>
            <ac:spMk id="29" creationId="{DFD56AE3-1CC4-B2C9-4AE2-5864A279C13A}"/>
          </ac:spMkLst>
        </pc:spChg>
        <pc:spChg chg="add mod">
          <ac:chgData name="MYUNG JIN" userId="89f3fa32ababedc4" providerId="LiveId" clId="{154B50E6-7093-4140-88E2-0B2CACD86831}" dt="2024-05-30T16:04:09.764" v="1323" actId="571"/>
          <ac:spMkLst>
            <pc:docMk/>
            <pc:sldMk cId="1152505063" sldId="372"/>
            <ac:spMk id="30" creationId="{C85DCA15-D35D-78E3-42E6-CA7429DCF112}"/>
          </ac:spMkLst>
        </pc:spChg>
        <pc:spChg chg="del">
          <ac:chgData name="MYUNG JIN" userId="89f3fa32ababedc4" providerId="LiveId" clId="{154B50E6-7093-4140-88E2-0B2CACD86831}" dt="2024-05-30T15:55:14.004" v="1021" actId="478"/>
          <ac:spMkLst>
            <pc:docMk/>
            <pc:sldMk cId="1152505063" sldId="372"/>
            <ac:spMk id="69" creationId="{D0D843CA-73D2-1A4E-FD5B-D696A04DA2D5}"/>
          </ac:spMkLst>
        </pc:spChg>
        <pc:cxnChg chg="add">
          <ac:chgData name="MYUNG JIN" userId="89f3fa32ababedc4" providerId="LiveId" clId="{154B50E6-7093-4140-88E2-0B2CACD86831}" dt="2024-05-30T16:02:44.799" v="1275" actId="11529"/>
          <ac:cxnSpMkLst>
            <pc:docMk/>
            <pc:sldMk cId="1152505063" sldId="372"/>
            <ac:cxnSpMk id="4" creationId="{40366D21-FC6D-72E1-3420-2DAAF7E130AA}"/>
          </ac:cxnSpMkLst>
        </pc:cxnChg>
        <pc:cxnChg chg="add mod">
          <ac:chgData name="MYUNG JIN" userId="89f3fa32ababedc4" providerId="LiveId" clId="{154B50E6-7093-4140-88E2-0B2CACD86831}" dt="2024-05-30T16:02:54.955" v="1278" actId="14100"/>
          <ac:cxnSpMkLst>
            <pc:docMk/>
            <pc:sldMk cId="1152505063" sldId="372"/>
            <ac:cxnSpMk id="10" creationId="{FEB71058-6903-8633-047E-0D9D4EAC3454}"/>
          </ac:cxnSpMkLst>
        </pc:cxnChg>
        <pc:cxnChg chg="add mod">
          <ac:chgData name="MYUNG JIN" userId="89f3fa32ababedc4" providerId="LiveId" clId="{154B50E6-7093-4140-88E2-0B2CACD86831}" dt="2024-05-30T16:03:07.029" v="1282" actId="14100"/>
          <ac:cxnSpMkLst>
            <pc:docMk/>
            <pc:sldMk cId="1152505063" sldId="372"/>
            <ac:cxnSpMk id="24" creationId="{91E70AE1-45AF-A9B7-0756-7B49D07426FD}"/>
          </ac:cxnSpMkLst>
        </pc:cxnChg>
      </pc:sldChg>
      <pc:sldChg chg="addSp delSp modSp add mod delAnim modAnim">
        <pc:chgData name="MYUNG JIN" userId="89f3fa32ababedc4" providerId="LiveId" clId="{154B50E6-7093-4140-88E2-0B2CACD86831}" dt="2024-05-30T16:17:06.081" v="1725" actId="164"/>
        <pc:sldMkLst>
          <pc:docMk/>
          <pc:sldMk cId="710050563" sldId="373"/>
        </pc:sldMkLst>
        <pc:spChg chg="mod">
          <ac:chgData name="MYUNG JIN" userId="89f3fa32ababedc4" providerId="LiveId" clId="{154B50E6-7093-4140-88E2-0B2CACD86831}" dt="2024-05-30T15:53:05.263" v="940" actId="20577"/>
          <ac:spMkLst>
            <pc:docMk/>
            <pc:sldMk cId="710050563" sldId="373"/>
            <ac:spMk id="8" creationId="{00000000-0000-0000-0000-000000000000}"/>
          </ac:spMkLst>
        </pc:spChg>
        <pc:spChg chg="del">
          <ac:chgData name="MYUNG JIN" userId="89f3fa32ababedc4" providerId="LiveId" clId="{154B50E6-7093-4140-88E2-0B2CACD86831}" dt="2024-05-30T15:45:09.653" v="522" actId="478"/>
          <ac:spMkLst>
            <pc:docMk/>
            <pc:sldMk cId="710050563" sldId="373"/>
            <ac:spMk id="9" creationId="{4E0E8617-9D92-87C5-EEA6-3A135514A9B5}"/>
          </ac:spMkLst>
        </pc:spChg>
        <pc:spChg chg="add mod">
          <ac:chgData name="MYUNG JIN" userId="89f3fa32ababedc4" providerId="LiveId" clId="{154B50E6-7093-4140-88E2-0B2CACD86831}" dt="2024-05-30T15:46:42.044" v="596" actId="1076"/>
          <ac:spMkLst>
            <pc:docMk/>
            <pc:sldMk cId="710050563" sldId="373"/>
            <ac:spMk id="10" creationId="{4B1D941C-D526-6F2B-A0AB-ACDAF81A1BEB}"/>
          </ac:spMkLst>
        </pc:spChg>
        <pc:spChg chg="add mod">
          <ac:chgData name="MYUNG JIN" userId="89f3fa32ababedc4" providerId="LiveId" clId="{154B50E6-7093-4140-88E2-0B2CACD86831}" dt="2024-05-30T15:47:11.009" v="637" actId="14100"/>
          <ac:spMkLst>
            <pc:docMk/>
            <pc:sldMk cId="710050563" sldId="373"/>
            <ac:spMk id="13" creationId="{3D2FB1E9-3695-BBA8-8D7F-06E92F26E6EF}"/>
          </ac:spMkLst>
        </pc:spChg>
        <pc:spChg chg="del">
          <ac:chgData name="MYUNG JIN" userId="89f3fa32ababedc4" providerId="LiveId" clId="{154B50E6-7093-4140-88E2-0B2CACD86831}" dt="2024-05-30T15:45:08.177" v="520" actId="478"/>
          <ac:spMkLst>
            <pc:docMk/>
            <pc:sldMk cId="710050563" sldId="373"/>
            <ac:spMk id="15" creationId="{13844470-0A01-F092-C149-0CB6AF0B0103}"/>
          </ac:spMkLst>
        </pc:spChg>
        <pc:spChg chg="del">
          <ac:chgData name="MYUNG JIN" userId="89f3fa32ababedc4" providerId="LiveId" clId="{154B50E6-7093-4140-88E2-0B2CACD86831}" dt="2024-05-30T15:45:08.177" v="520" actId="478"/>
          <ac:spMkLst>
            <pc:docMk/>
            <pc:sldMk cId="710050563" sldId="373"/>
            <ac:spMk id="16" creationId="{2CBF560F-3ECA-F444-B0FD-70978D22AA31}"/>
          </ac:spMkLst>
        </pc:spChg>
        <pc:spChg chg="del">
          <ac:chgData name="MYUNG JIN" userId="89f3fa32ababedc4" providerId="LiveId" clId="{154B50E6-7093-4140-88E2-0B2CACD86831}" dt="2024-05-30T15:45:08.177" v="520" actId="478"/>
          <ac:spMkLst>
            <pc:docMk/>
            <pc:sldMk cId="710050563" sldId="373"/>
            <ac:spMk id="17" creationId="{8D659B80-72D0-64E3-247E-6D7AA76971FB}"/>
          </ac:spMkLst>
        </pc:spChg>
        <pc:spChg chg="mod">
          <ac:chgData name="MYUNG JIN" userId="89f3fa32ababedc4" providerId="LiveId" clId="{154B50E6-7093-4140-88E2-0B2CACD86831}" dt="2024-05-30T15:46:19.741" v="573" actId="1076"/>
          <ac:spMkLst>
            <pc:docMk/>
            <pc:sldMk cId="710050563" sldId="373"/>
            <ac:spMk id="23" creationId="{79C9216A-E92B-3B77-B67A-22B89DC4705B}"/>
          </ac:spMkLst>
        </pc:spChg>
        <pc:spChg chg="add del">
          <ac:chgData name="MYUNG JIN" userId="89f3fa32ababedc4" providerId="LiveId" clId="{154B50E6-7093-4140-88E2-0B2CACD86831}" dt="2024-05-30T15:48:05.136" v="644" actId="478"/>
          <ac:spMkLst>
            <pc:docMk/>
            <pc:sldMk cId="710050563" sldId="373"/>
            <ac:spMk id="25" creationId="{248FF2EB-F144-DC81-94AC-A3015C7313C1}"/>
          </ac:spMkLst>
        </pc:spChg>
        <pc:spChg chg="add del mod">
          <ac:chgData name="MYUNG JIN" userId="89f3fa32ababedc4" providerId="LiveId" clId="{154B50E6-7093-4140-88E2-0B2CACD86831}" dt="2024-05-30T15:48:27.877" v="647" actId="478"/>
          <ac:spMkLst>
            <pc:docMk/>
            <pc:sldMk cId="710050563" sldId="373"/>
            <ac:spMk id="26" creationId="{DE161861-93DB-2CF7-D88F-F32A10138029}"/>
          </ac:spMkLst>
        </pc:spChg>
        <pc:spChg chg="add mod">
          <ac:chgData name="MYUNG JIN" userId="89f3fa32ababedc4" providerId="LiveId" clId="{154B50E6-7093-4140-88E2-0B2CACD86831}" dt="2024-05-30T15:50:06.506" v="812" actId="1076"/>
          <ac:spMkLst>
            <pc:docMk/>
            <pc:sldMk cId="710050563" sldId="373"/>
            <ac:spMk id="27" creationId="{BB5B6AFE-FC51-168E-57C2-A558DC781E21}"/>
          </ac:spMkLst>
        </pc:spChg>
        <pc:spChg chg="del">
          <ac:chgData name="MYUNG JIN" userId="89f3fa32ababedc4" providerId="LiveId" clId="{154B50E6-7093-4140-88E2-0B2CACD86831}" dt="2024-05-30T15:55:16.447" v="1022" actId="478"/>
          <ac:spMkLst>
            <pc:docMk/>
            <pc:sldMk cId="710050563" sldId="373"/>
            <ac:spMk id="69" creationId="{D0D843CA-73D2-1A4E-FD5B-D696A04DA2D5}"/>
          </ac:spMkLst>
        </pc:spChg>
        <pc:grpChg chg="add mod">
          <ac:chgData name="MYUNG JIN" userId="89f3fa32ababedc4" providerId="LiveId" clId="{154B50E6-7093-4140-88E2-0B2CACD86831}" dt="2024-05-30T16:17:06.081" v="1725" actId="164"/>
          <ac:grpSpMkLst>
            <pc:docMk/>
            <pc:sldMk cId="710050563" sldId="373"/>
            <ac:grpSpMk id="15" creationId="{3FE4FF18-4B6C-04AD-6214-9ABA795D5D45}"/>
          </ac:grpSpMkLst>
        </pc:grpChg>
        <pc:graphicFrameChg chg="add del mod">
          <ac:chgData name="MYUNG JIN" userId="89f3fa32ababedc4" providerId="LiveId" clId="{154B50E6-7093-4140-88E2-0B2CACD86831}" dt="2024-05-30T15:47:34.964" v="642" actId="478"/>
          <ac:graphicFrameMkLst>
            <pc:docMk/>
            <pc:sldMk cId="710050563" sldId="373"/>
            <ac:graphicFrameMk id="24" creationId="{25255B94-C20C-A43A-C016-0C04CC504394}"/>
          </ac:graphicFrameMkLst>
        </pc:graphicFrameChg>
        <pc:graphicFrameChg chg="add del mod">
          <ac:chgData name="MYUNG JIN" userId="89f3fa32ababedc4" providerId="LiveId" clId="{154B50E6-7093-4140-88E2-0B2CACD86831}" dt="2024-05-30T15:50:02.158" v="811" actId="478"/>
          <ac:graphicFrameMkLst>
            <pc:docMk/>
            <pc:sldMk cId="710050563" sldId="373"/>
            <ac:graphicFrameMk id="28" creationId="{EC5C1488-6D9C-44E2-21EE-76FFF92A73BC}"/>
          </ac:graphicFrameMkLst>
        </pc:graphicFrameChg>
        <pc:picChg chg="add mod">
          <ac:chgData name="MYUNG JIN" userId="89f3fa32ababedc4" providerId="LiveId" clId="{154B50E6-7093-4140-88E2-0B2CACD86831}" dt="2024-05-30T16:17:06.081" v="1725" actId="164"/>
          <ac:picMkLst>
            <pc:docMk/>
            <pc:sldMk cId="710050563" sldId="373"/>
            <ac:picMk id="4" creationId="{5356F965-C467-FFB9-5C11-DC360E89836E}"/>
          </ac:picMkLst>
        </pc:picChg>
        <pc:picChg chg="del">
          <ac:chgData name="MYUNG JIN" userId="89f3fa32ababedc4" providerId="LiveId" clId="{154B50E6-7093-4140-88E2-0B2CACD86831}" dt="2024-05-30T15:45:06.070" v="519" actId="478"/>
          <ac:picMkLst>
            <pc:docMk/>
            <pc:sldMk cId="710050563" sldId="373"/>
            <ac:picMk id="14" creationId="{7F819E0B-BE8A-E7EC-F813-6F4CD60CD2E9}"/>
          </ac:picMkLst>
        </pc:picChg>
        <pc:picChg chg="del">
          <ac:chgData name="MYUNG JIN" userId="89f3fa32ababedc4" providerId="LiveId" clId="{154B50E6-7093-4140-88E2-0B2CACD86831}" dt="2024-05-30T15:45:08.177" v="520" actId="478"/>
          <ac:picMkLst>
            <pc:docMk/>
            <pc:sldMk cId="710050563" sldId="373"/>
            <ac:picMk id="18" creationId="{A1BD3F8C-1A8A-814D-6D25-0C5138DFC025}"/>
          </ac:picMkLst>
        </pc:picChg>
        <pc:picChg chg="del">
          <ac:chgData name="MYUNG JIN" userId="89f3fa32ababedc4" providerId="LiveId" clId="{154B50E6-7093-4140-88E2-0B2CACD86831}" dt="2024-05-30T15:45:08.177" v="520" actId="478"/>
          <ac:picMkLst>
            <pc:docMk/>
            <pc:sldMk cId="710050563" sldId="373"/>
            <ac:picMk id="19" creationId="{B855CA32-ADBC-C0C3-041D-7D30D55F00A4}"/>
          </ac:picMkLst>
        </pc:picChg>
        <pc:picChg chg="del">
          <ac:chgData name="MYUNG JIN" userId="89f3fa32ababedc4" providerId="LiveId" clId="{154B50E6-7093-4140-88E2-0B2CACD86831}" dt="2024-05-30T15:45:08.177" v="520" actId="478"/>
          <ac:picMkLst>
            <pc:docMk/>
            <pc:sldMk cId="710050563" sldId="373"/>
            <ac:picMk id="20" creationId="{19FDCE1F-4FD0-C35E-BF1A-A8BA4CC5B83E}"/>
          </ac:picMkLst>
        </pc:picChg>
        <pc:picChg chg="del">
          <ac:chgData name="MYUNG JIN" userId="89f3fa32ababedc4" providerId="LiveId" clId="{154B50E6-7093-4140-88E2-0B2CACD86831}" dt="2024-05-30T15:45:08.177" v="520" actId="478"/>
          <ac:picMkLst>
            <pc:docMk/>
            <pc:sldMk cId="710050563" sldId="373"/>
            <ac:picMk id="21" creationId="{F0523B80-DF5E-1A06-19F2-F7256DE581B6}"/>
          </ac:picMkLst>
        </pc:picChg>
        <pc:picChg chg="del">
          <ac:chgData name="MYUNG JIN" userId="89f3fa32ababedc4" providerId="LiveId" clId="{154B50E6-7093-4140-88E2-0B2CACD86831}" dt="2024-05-30T15:45:08.177" v="520" actId="478"/>
          <ac:picMkLst>
            <pc:docMk/>
            <pc:sldMk cId="710050563" sldId="373"/>
            <ac:picMk id="22" creationId="{A8F6F27C-F271-C33C-AFC6-5D66565E9143}"/>
          </ac:picMkLst>
        </pc:picChg>
        <pc:picChg chg="del">
          <ac:chgData name="MYUNG JIN" userId="89f3fa32ababedc4" providerId="LiveId" clId="{154B50E6-7093-4140-88E2-0B2CACD86831}" dt="2024-05-30T15:45:08.915" v="521" actId="478"/>
          <ac:picMkLst>
            <pc:docMk/>
            <pc:sldMk cId="710050563" sldId="373"/>
            <ac:picMk id="186" creationId="{C4C58B95-E4B1-5F10-2104-7C1899619528}"/>
          </ac:picMkLst>
        </pc:picChg>
        <pc:cxnChg chg="add mod">
          <ac:chgData name="MYUNG JIN" userId="89f3fa32ababedc4" providerId="LiveId" clId="{154B50E6-7093-4140-88E2-0B2CACD86831}" dt="2024-05-30T16:17:06.081" v="1725" actId="164"/>
          <ac:cxnSpMkLst>
            <pc:docMk/>
            <pc:sldMk cId="710050563" sldId="373"/>
            <ac:cxnSpMk id="9" creationId="{AC32A6F8-9881-9B0B-6FE9-CE5ECB5BB267}"/>
          </ac:cxnSpMkLst>
        </pc:cxnChg>
        <pc:cxnChg chg="add mod">
          <ac:chgData name="MYUNG JIN" userId="89f3fa32ababedc4" providerId="LiveId" clId="{154B50E6-7093-4140-88E2-0B2CACD86831}" dt="2024-05-30T16:17:06.081" v="1725" actId="164"/>
          <ac:cxnSpMkLst>
            <pc:docMk/>
            <pc:sldMk cId="710050563" sldId="373"/>
            <ac:cxnSpMk id="11" creationId="{4BFF39DF-5D03-B188-8A7A-F78721799091}"/>
          </ac:cxnSpMkLst>
        </pc:cxnChg>
        <pc:cxnChg chg="del">
          <ac:chgData name="MYUNG JIN" userId="89f3fa32ababedc4" providerId="LiveId" clId="{154B50E6-7093-4140-88E2-0B2CACD86831}" dt="2024-05-30T15:45:08.177" v="520" actId="478"/>
          <ac:cxnSpMkLst>
            <pc:docMk/>
            <pc:sldMk cId="710050563" sldId="373"/>
            <ac:cxnSpMk id="11" creationId="{E079F93B-A151-130D-8824-CA21783B1A7F}"/>
          </ac:cxnSpMkLst>
        </pc:cxnChg>
      </pc:sldChg>
    </pc:docChg>
  </pc:docChgLst>
  <pc:docChgLst>
    <pc:chgData name="MYUNG JIN" userId="89f3fa32ababedc4" providerId="LiveId" clId="{6A819448-9C74-403A-93EF-38E481433A77}"/>
    <pc:docChg chg="undo redo custSel addSld delSld modSld sldOrd">
      <pc:chgData name="MYUNG JIN" userId="89f3fa32ababedc4" providerId="LiveId" clId="{6A819448-9C74-403A-93EF-38E481433A77}" dt="2024-07-05T00:35:10.033" v="8724" actId="20577"/>
      <pc:docMkLst>
        <pc:docMk/>
      </pc:docMkLst>
      <pc:sldChg chg="modSp mod">
        <pc:chgData name="MYUNG JIN" userId="89f3fa32ababedc4" providerId="LiveId" clId="{6A819448-9C74-403A-93EF-38E481433A77}" dt="2024-05-20T06:43:39.482" v="73" actId="20577"/>
        <pc:sldMkLst>
          <pc:docMk/>
          <pc:sldMk cId="0" sldId="257"/>
        </pc:sldMkLst>
        <pc:spChg chg="mod">
          <ac:chgData name="MYUNG JIN" userId="89f3fa32ababedc4" providerId="LiveId" clId="{6A819448-9C74-403A-93EF-38E481433A77}" dt="2024-05-20T06:43:39.482" v="73" actId="20577"/>
          <ac:spMkLst>
            <pc:docMk/>
            <pc:sldMk cId="0" sldId="257"/>
            <ac:spMk id="15" creationId="{00000000-0000-0000-0000-000000000000}"/>
          </ac:spMkLst>
        </pc:spChg>
      </pc:sldChg>
      <pc:sldChg chg="modSp mod">
        <pc:chgData name="MYUNG JIN" userId="89f3fa32ababedc4" providerId="LiveId" clId="{6A819448-9C74-403A-93EF-38E481433A77}" dt="2024-05-30T11:24:56.236" v="6528" actId="1076"/>
        <pc:sldMkLst>
          <pc:docMk/>
          <pc:sldMk cId="1552810297" sldId="308"/>
        </pc:sldMkLst>
        <pc:spChg chg="mod">
          <ac:chgData name="MYUNG JIN" userId="89f3fa32ababedc4" providerId="LiveId" clId="{6A819448-9C74-403A-93EF-38E481433A77}" dt="2024-05-30T11:21:15.766" v="6048"/>
          <ac:spMkLst>
            <pc:docMk/>
            <pc:sldMk cId="1552810297" sldId="308"/>
            <ac:spMk id="2" creationId="{00000000-0000-0000-0000-000000000000}"/>
          </ac:spMkLst>
        </pc:spChg>
        <pc:spChg chg="mod">
          <ac:chgData name="MYUNG JIN" userId="89f3fa32ababedc4" providerId="LiveId" clId="{6A819448-9C74-403A-93EF-38E481433A77}" dt="2024-05-30T11:24:56.236" v="6528" actId="1076"/>
          <ac:spMkLst>
            <pc:docMk/>
            <pc:sldMk cId="1552810297" sldId="308"/>
            <ac:spMk id="4" creationId="{5A826829-174E-E7B4-20A4-81BE4C51458E}"/>
          </ac:spMkLst>
        </pc:spChg>
      </pc:sldChg>
      <pc:sldChg chg="del">
        <pc:chgData name="MYUNG JIN" userId="89f3fa32ababedc4" providerId="LiveId" clId="{6A819448-9C74-403A-93EF-38E481433A77}" dt="2024-05-20T06:43:48.991" v="76" actId="47"/>
        <pc:sldMkLst>
          <pc:docMk/>
          <pc:sldMk cId="3996259717" sldId="310"/>
        </pc:sldMkLst>
      </pc:sldChg>
      <pc:sldChg chg="addSp delSp modSp del mod ord">
        <pc:chgData name="MYUNG JIN" userId="89f3fa32ababedc4" providerId="LiveId" clId="{6A819448-9C74-403A-93EF-38E481433A77}" dt="2024-05-30T11:07:18.223" v="5749" actId="47"/>
        <pc:sldMkLst>
          <pc:docMk/>
          <pc:sldMk cId="1496575499" sldId="311"/>
        </pc:sldMkLst>
        <pc:spChg chg="mod">
          <ac:chgData name="MYUNG JIN" userId="89f3fa32ababedc4" providerId="LiveId" clId="{6A819448-9C74-403A-93EF-38E481433A77}" dt="2024-05-22T09:30:22.604" v="633" actId="20577"/>
          <ac:spMkLst>
            <pc:docMk/>
            <pc:sldMk cId="1496575499" sldId="311"/>
            <ac:spMk id="2" creationId="{00000000-0000-0000-0000-000000000000}"/>
          </ac:spMkLst>
        </pc:spChg>
        <pc:spChg chg="add mod">
          <ac:chgData name="MYUNG JIN" userId="89f3fa32ababedc4" providerId="LiveId" clId="{6A819448-9C74-403A-93EF-38E481433A77}" dt="2024-05-29T18:19:00.257" v="2481" actId="1076"/>
          <ac:spMkLst>
            <pc:docMk/>
            <pc:sldMk cId="1496575499" sldId="311"/>
            <ac:spMk id="3" creationId="{6DBDE423-6F74-513D-F498-22C614C0B45F}"/>
          </ac:spMkLst>
        </pc:spChg>
        <pc:spChg chg="del">
          <ac:chgData name="MYUNG JIN" userId="89f3fa32ababedc4" providerId="LiveId" clId="{6A819448-9C74-403A-93EF-38E481433A77}" dt="2024-05-22T09:30:11.125" v="596" actId="478"/>
          <ac:spMkLst>
            <pc:docMk/>
            <pc:sldMk cId="1496575499" sldId="311"/>
            <ac:spMk id="3" creationId="{A25BAFEB-4FD0-5A1A-EF81-0C0947D80959}"/>
          </ac:spMkLst>
        </pc:spChg>
        <pc:spChg chg="add mod">
          <ac:chgData name="MYUNG JIN" userId="89f3fa32ababedc4" providerId="LiveId" clId="{6A819448-9C74-403A-93EF-38E481433A77}" dt="2024-05-29T18:19:00.257" v="2481" actId="1076"/>
          <ac:spMkLst>
            <pc:docMk/>
            <pc:sldMk cId="1496575499" sldId="311"/>
            <ac:spMk id="4" creationId="{5FC4898D-0066-9A3B-3F8B-B6BDEE56A93B}"/>
          </ac:spMkLst>
        </pc:spChg>
        <pc:spChg chg="add mod">
          <ac:chgData name="MYUNG JIN" userId="89f3fa32ababedc4" providerId="LiveId" clId="{6A819448-9C74-403A-93EF-38E481433A77}" dt="2024-05-29T18:19:00.257" v="2481" actId="1076"/>
          <ac:spMkLst>
            <pc:docMk/>
            <pc:sldMk cId="1496575499" sldId="311"/>
            <ac:spMk id="9" creationId="{02380735-ABBA-23E0-E7B6-152099CEC8E9}"/>
          </ac:spMkLst>
        </pc:spChg>
        <pc:spChg chg="add mod">
          <ac:chgData name="MYUNG JIN" userId="89f3fa32ababedc4" providerId="LiveId" clId="{6A819448-9C74-403A-93EF-38E481433A77}" dt="2024-05-29T18:19:00.257" v="2481" actId="1076"/>
          <ac:spMkLst>
            <pc:docMk/>
            <pc:sldMk cId="1496575499" sldId="311"/>
            <ac:spMk id="10" creationId="{2D4888A4-4CD0-8332-CEBC-8B62FEA4598C}"/>
          </ac:spMkLst>
        </pc:spChg>
        <pc:spChg chg="add mod">
          <ac:chgData name="MYUNG JIN" userId="89f3fa32ababedc4" providerId="LiveId" clId="{6A819448-9C74-403A-93EF-38E481433A77}" dt="2024-05-22T09:30:31.539" v="634" actId="164"/>
          <ac:spMkLst>
            <pc:docMk/>
            <pc:sldMk cId="1496575499" sldId="311"/>
            <ac:spMk id="10" creationId="{FE3F2303-35DF-57F9-CE5B-C335E3AE8E3A}"/>
          </ac:spMkLst>
        </pc:spChg>
        <pc:spChg chg="add mod">
          <ac:chgData name="MYUNG JIN" userId="89f3fa32ababedc4" providerId="LiveId" clId="{6A819448-9C74-403A-93EF-38E481433A77}" dt="2024-05-24T00:22:28.831" v="1267" actId="208"/>
          <ac:spMkLst>
            <pc:docMk/>
            <pc:sldMk cId="1496575499" sldId="311"/>
            <ac:spMk id="11" creationId="{E022AB08-9BC4-7448-C4B1-0C0701317616}"/>
          </ac:spMkLst>
        </pc:spChg>
        <pc:spChg chg="del">
          <ac:chgData name="MYUNG JIN" userId="89f3fa32ababedc4" providerId="LiveId" clId="{6A819448-9C74-403A-93EF-38E481433A77}" dt="2024-05-22T09:30:11.125" v="596" actId="478"/>
          <ac:spMkLst>
            <pc:docMk/>
            <pc:sldMk cId="1496575499" sldId="311"/>
            <ac:spMk id="13" creationId="{DCFA512A-9CD4-2809-6E38-AED5EEF8549A}"/>
          </ac:spMkLst>
        </pc:spChg>
        <pc:spChg chg="add mod">
          <ac:chgData name="MYUNG JIN" userId="89f3fa32ababedc4" providerId="LiveId" clId="{6A819448-9C74-403A-93EF-38E481433A77}" dt="2024-05-29T18:19:19.867" v="2490" actId="20577"/>
          <ac:spMkLst>
            <pc:docMk/>
            <pc:sldMk cId="1496575499" sldId="311"/>
            <ac:spMk id="15" creationId="{14DC7E14-D4D9-CDE9-0F86-9A35FB58436E}"/>
          </ac:spMkLst>
        </pc:spChg>
        <pc:spChg chg="add mod">
          <ac:chgData name="MYUNG JIN" userId="89f3fa32ababedc4" providerId="LiveId" clId="{6A819448-9C74-403A-93EF-38E481433A77}" dt="2024-05-22T09:30:31.539" v="634" actId="164"/>
          <ac:spMkLst>
            <pc:docMk/>
            <pc:sldMk cId="1496575499" sldId="311"/>
            <ac:spMk id="15" creationId="{154FE07F-2EDB-4858-847D-116BE695FF0A}"/>
          </ac:spMkLst>
        </pc:spChg>
        <pc:spChg chg="del">
          <ac:chgData name="MYUNG JIN" userId="89f3fa32ababedc4" providerId="LiveId" clId="{6A819448-9C74-403A-93EF-38E481433A77}" dt="2024-05-22T09:30:11.125" v="596" actId="478"/>
          <ac:spMkLst>
            <pc:docMk/>
            <pc:sldMk cId="1496575499" sldId="311"/>
            <ac:spMk id="17" creationId="{179E99E3-C668-8633-5559-D226EC49FE30}"/>
          </ac:spMkLst>
        </pc:spChg>
        <pc:spChg chg="del">
          <ac:chgData name="MYUNG JIN" userId="89f3fa32ababedc4" providerId="LiveId" clId="{6A819448-9C74-403A-93EF-38E481433A77}" dt="2024-05-22T09:30:11.125" v="596" actId="478"/>
          <ac:spMkLst>
            <pc:docMk/>
            <pc:sldMk cId="1496575499" sldId="311"/>
            <ac:spMk id="19" creationId="{FD59805E-5A4C-CB48-2C7A-C7F8E2FE63F3}"/>
          </ac:spMkLst>
        </pc:spChg>
        <pc:spChg chg="del">
          <ac:chgData name="MYUNG JIN" userId="89f3fa32ababedc4" providerId="LiveId" clId="{6A819448-9C74-403A-93EF-38E481433A77}" dt="2024-05-22T09:30:11.125" v="596" actId="478"/>
          <ac:spMkLst>
            <pc:docMk/>
            <pc:sldMk cId="1496575499" sldId="311"/>
            <ac:spMk id="21" creationId="{236E1B2C-95B0-08CE-3F4A-E61B4F2DD283}"/>
          </ac:spMkLst>
        </pc:spChg>
        <pc:spChg chg="del">
          <ac:chgData name="MYUNG JIN" userId="89f3fa32ababedc4" providerId="LiveId" clId="{6A819448-9C74-403A-93EF-38E481433A77}" dt="2024-05-22T09:30:11.125" v="596" actId="478"/>
          <ac:spMkLst>
            <pc:docMk/>
            <pc:sldMk cId="1496575499" sldId="311"/>
            <ac:spMk id="23" creationId="{DBD7A8E9-A2A4-07D0-946A-2138BCD6D719}"/>
          </ac:spMkLst>
        </pc:spChg>
        <pc:spChg chg="del">
          <ac:chgData name="MYUNG JIN" userId="89f3fa32ababedc4" providerId="LiveId" clId="{6A819448-9C74-403A-93EF-38E481433A77}" dt="2024-05-22T09:30:11.125" v="596" actId="478"/>
          <ac:spMkLst>
            <pc:docMk/>
            <pc:sldMk cId="1496575499" sldId="311"/>
            <ac:spMk id="25" creationId="{4232AA51-7498-55D3-B7A9-B10FDC122BB0}"/>
          </ac:spMkLst>
        </pc:spChg>
        <pc:spChg chg="del">
          <ac:chgData name="MYUNG JIN" userId="89f3fa32ababedc4" providerId="LiveId" clId="{6A819448-9C74-403A-93EF-38E481433A77}" dt="2024-05-22T09:30:11.125" v="596" actId="478"/>
          <ac:spMkLst>
            <pc:docMk/>
            <pc:sldMk cId="1496575499" sldId="311"/>
            <ac:spMk id="26" creationId="{21D00FD2-52B8-F75F-ECF7-E46F3B09C0B9}"/>
          </ac:spMkLst>
        </pc:spChg>
        <pc:spChg chg="add mod">
          <ac:chgData name="MYUNG JIN" userId="89f3fa32ababedc4" providerId="LiveId" clId="{6A819448-9C74-403A-93EF-38E481433A77}" dt="2024-05-22T09:30:31.539" v="634" actId="164"/>
          <ac:spMkLst>
            <pc:docMk/>
            <pc:sldMk cId="1496575499" sldId="311"/>
            <ac:spMk id="27" creationId="{F6D77249-0DFF-B95F-901F-A94DB14A41D5}"/>
          </ac:spMkLst>
        </pc:spChg>
        <pc:spChg chg="add mod">
          <ac:chgData name="MYUNG JIN" userId="89f3fa32ababedc4" providerId="LiveId" clId="{6A819448-9C74-403A-93EF-38E481433A77}" dt="2024-05-22T09:30:31.539" v="634" actId="164"/>
          <ac:spMkLst>
            <pc:docMk/>
            <pc:sldMk cId="1496575499" sldId="311"/>
            <ac:spMk id="28" creationId="{1938F2D6-A591-35DB-0523-EC5C3B0E6018}"/>
          </ac:spMkLst>
        </pc:spChg>
        <pc:spChg chg="mod">
          <ac:chgData name="MYUNG JIN" userId="89f3fa32ababedc4" providerId="LiveId" clId="{6A819448-9C74-403A-93EF-38E481433A77}" dt="2024-05-22T09:30:35.641" v="635"/>
          <ac:spMkLst>
            <pc:docMk/>
            <pc:sldMk cId="1496575499" sldId="311"/>
            <ac:spMk id="34" creationId="{4FB0C111-9880-83A1-FCC0-DA4572042814}"/>
          </ac:spMkLst>
        </pc:spChg>
        <pc:spChg chg="mod">
          <ac:chgData name="MYUNG JIN" userId="89f3fa32ababedc4" providerId="LiveId" clId="{6A819448-9C74-403A-93EF-38E481433A77}" dt="2024-05-22T09:30:35.641" v="635"/>
          <ac:spMkLst>
            <pc:docMk/>
            <pc:sldMk cId="1496575499" sldId="311"/>
            <ac:spMk id="36" creationId="{70D87F4C-E5AA-ADBB-6BB7-ACD61EDA57FB}"/>
          </ac:spMkLst>
        </pc:spChg>
        <pc:spChg chg="mod">
          <ac:chgData name="MYUNG JIN" userId="89f3fa32ababedc4" providerId="LiveId" clId="{6A819448-9C74-403A-93EF-38E481433A77}" dt="2024-05-22T09:30:35.641" v="635"/>
          <ac:spMkLst>
            <pc:docMk/>
            <pc:sldMk cId="1496575499" sldId="311"/>
            <ac:spMk id="37" creationId="{18E86459-6B1D-9498-25D7-81D6EC074EBD}"/>
          </ac:spMkLst>
        </pc:spChg>
        <pc:spChg chg="mod">
          <ac:chgData name="MYUNG JIN" userId="89f3fa32ababedc4" providerId="LiveId" clId="{6A819448-9C74-403A-93EF-38E481433A77}" dt="2024-05-22T09:30:35.641" v="635"/>
          <ac:spMkLst>
            <pc:docMk/>
            <pc:sldMk cId="1496575499" sldId="311"/>
            <ac:spMk id="38" creationId="{0987EC9F-242A-CBB2-7BEB-9D4FCCF81A51}"/>
          </ac:spMkLst>
        </pc:spChg>
        <pc:spChg chg="add del">
          <ac:chgData name="MYUNG JIN" userId="89f3fa32ababedc4" providerId="LiveId" clId="{6A819448-9C74-403A-93EF-38E481433A77}" dt="2024-05-22T11:30:00.615" v="645" actId="478"/>
          <ac:spMkLst>
            <pc:docMk/>
            <pc:sldMk cId="1496575499" sldId="311"/>
            <ac:spMk id="42" creationId="{73CE2086-4C49-DFAB-05D0-A0A08DBAF8DF}"/>
          </ac:spMkLst>
        </pc:spChg>
        <pc:grpChg chg="add del mod">
          <ac:chgData name="MYUNG JIN" userId="89f3fa32ababedc4" providerId="LiveId" clId="{6A819448-9C74-403A-93EF-38E481433A77}" dt="2024-05-22T09:30:41.043" v="638" actId="478"/>
          <ac:grpSpMkLst>
            <pc:docMk/>
            <pc:sldMk cId="1496575499" sldId="311"/>
            <ac:grpSpMk id="30" creationId="{E74A210E-4092-7DD7-AC85-3AB5BA87F3EF}"/>
          </ac:grpSpMkLst>
        </pc:grpChg>
        <pc:grpChg chg="add mod">
          <ac:chgData name="MYUNG JIN" userId="89f3fa32ababedc4" providerId="LiveId" clId="{6A819448-9C74-403A-93EF-38E481433A77}" dt="2024-05-22T09:30:35.641" v="635"/>
          <ac:grpSpMkLst>
            <pc:docMk/>
            <pc:sldMk cId="1496575499" sldId="311"/>
            <ac:grpSpMk id="31" creationId="{B577F2F1-424B-04EE-AEF2-54ED29DA46E3}"/>
          </ac:grpSpMkLst>
        </pc:grpChg>
        <pc:graphicFrameChg chg="del">
          <ac:chgData name="MYUNG JIN" userId="89f3fa32ababedc4" providerId="LiveId" clId="{6A819448-9C74-403A-93EF-38E481433A77}" dt="2024-05-22T09:30:11.125" v="596" actId="478"/>
          <ac:graphicFrameMkLst>
            <pc:docMk/>
            <pc:sldMk cId="1496575499" sldId="311"/>
            <ac:graphicFrameMk id="11" creationId="{024CB2DF-4152-5795-C9D9-E81B96966CC9}"/>
          </ac:graphicFrameMkLst>
        </pc:graphicFrameChg>
        <pc:graphicFrameChg chg="del">
          <ac:chgData name="MYUNG JIN" userId="89f3fa32ababedc4" providerId="LiveId" clId="{6A819448-9C74-403A-93EF-38E481433A77}" dt="2024-05-22T09:30:11.125" v="596" actId="478"/>
          <ac:graphicFrameMkLst>
            <pc:docMk/>
            <pc:sldMk cId="1496575499" sldId="311"/>
            <ac:graphicFrameMk id="16" creationId="{DA61B0BF-D396-B423-C8AF-55707C379811}"/>
          </ac:graphicFrameMkLst>
        </pc:graphicFrameChg>
        <pc:graphicFrameChg chg="del">
          <ac:chgData name="MYUNG JIN" userId="89f3fa32ababedc4" providerId="LiveId" clId="{6A819448-9C74-403A-93EF-38E481433A77}" dt="2024-05-22T09:30:11.125" v="596" actId="478"/>
          <ac:graphicFrameMkLst>
            <pc:docMk/>
            <pc:sldMk cId="1496575499" sldId="311"/>
            <ac:graphicFrameMk id="18" creationId="{F0AFD14F-0DAE-E2B0-1E57-A0AB909E71F7}"/>
          </ac:graphicFrameMkLst>
        </pc:graphicFrameChg>
        <pc:graphicFrameChg chg="del">
          <ac:chgData name="MYUNG JIN" userId="89f3fa32ababedc4" providerId="LiveId" clId="{6A819448-9C74-403A-93EF-38E481433A77}" dt="2024-05-22T09:30:11.125" v="596" actId="478"/>
          <ac:graphicFrameMkLst>
            <pc:docMk/>
            <pc:sldMk cId="1496575499" sldId="311"/>
            <ac:graphicFrameMk id="20" creationId="{EDF44B72-A658-04F6-B799-2FBF8E32595C}"/>
          </ac:graphicFrameMkLst>
        </pc:graphicFrameChg>
        <pc:graphicFrameChg chg="del">
          <ac:chgData name="MYUNG JIN" userId="89f3fa32ababedc4" providerId="LiveId" clId="{6A819448-9C74-403A-93EF-38E481433A77}" dt="2024-05-22T09:30:11.125" v="596" actId="478"/>
          <ac:graphicFrameMkLst>
            <pc:docMk/>
            <pc:sldMk cId="1496575499" sldId="311"/>
            <ac:graphicFrameMk id="22" creationId="{715E91C0-5912-FD9B-CE41-FBD28F10D0F1}"/>
          </ac:graphicFrameMkLst>
        </pc:graphicFrameChg>
        <pc:graphicFrameChg chg="del">
          <ac:chgData name="MYUNG JIN" userId="89f3fa32ababedc4" providerId="LiveId" clId="{6A819448-9C74-403A-93EF-38E481433A77}" dt="2024-05-22T09:30:11.125" v="596" actId="478"/>
          <ac:graphicFrameMkLst>
            <pc:docMk/>
            <pc:sldMk cId="1496575499" sldId="311"/>
            <ac:graphicFrameMk id="24" creationId="{C4A0406E-6FA8-1548-4255-4D8C260627D1}"/>
          </ac:graphicFrameMkLst>
        </pc:graphicFrameChg>
        <pc:picChg chg="add mod">
          <ac:chgData name="MYUNG JIN" userId="89f3fa32ababedc4" providerId="LiveId" clId="{6A819448-9C74-403A-93EF-38E481433A77}" dt="2024-05-22T09:30:31.539" v="634" actId="164"/>
          <ac:picMkLst>
            <pc:docMk/>
            <pc:sldMk cId="1496575499" sldId="311"/>
            <ac:picMk id="4" creationId="{7AE09008-6F76-24D3-177A-257D999934AD}"/>
          </ac:picMkLst>
        </pc:picChg>
        <pc:picChg chg="add mod">
          <ac:chgData name="MYUNG JIN" userId="89f3fa32ababedc4" providerId="LiveId" clId="{6A819448-9C74-403A-93EF-38E481433A77}" dt="2024-05-22T09:30:31.539" v="634" actId="164"/>
          <ac:picMkLst>
            <pc:docMk/>
            <pc:sldMk cId="1496575499" sldId="311"/>
            <ac:picMk id="9" creationId="{914976F5-76F2-D9A0-A4AF-F1EC47F727EB}"/>
          </ac:picMkLst>
        </pc:picChg>
        <pc:picChg chg="mod">
          <ac:chgData name="MYUNG JIN" userId="89f3fa32ababedc4" providerId="LiveId" clId="{6A819448-9C74-403A-93EF-38E481433A77}" dt="2024-05-22T09:30:35.641" v="635"/>
          <ac:picMkLst>
            <pc:docMk/>
            <pc:sldMk cId="1496575499" sldId="311"/>
            <ac:picMk id="32" creationId="{575AE9DE-A2B6-E846-9704-77C8DF0535E5}"/>
          </ac:picMkLst>
        </pc:picChg>
        <pc:picChg chg="mod">
          <ac:chgData name="MYUNG JIN" userId="89f3fa32ababedc4" providerId="LiveId" clId="{6A819448-9C74-403A-93EF-38E481433A77}" dt="2024-05-22T09:30:35.641" v="635"/>
          <ac:picMkLst>
            <pc:docMk/>
            <pc:sldMk cId="1496575499" sldId="311"/>
            <ac:picMk id="33" creationId="{B8F04CB7-4E3A-7E6E-A545-F683421BB86A}"/>
          </ac:picMkLst>
        </pc:picChg>
        <pc:picChg chg="add del mod">
          <ac:chgData name="MYUNG JIN" userId="89f3fa32ababedc4" providerId="LiveId" clId="{6A819448-9C74-403A-93EF-38E481433A77}" dt="2024-05-22T09:30:45.876" v="641" actId="21"/>
          <ac:picMkLst>
            <pc:docMk/>
            <pc:sldMk cId="1496575499" sldId="311"/>
            <ac:picMk id="40" creationId="{ACC8C424-6F43-F735-C5A6-B9112EEB1493}"/>
          </ac:picMkLst>
        </pc:picChg>
        <pc:picChg chg="add mod">
          <ac:chgData name="MYUNG JIN" userId="89f3fa32ababedc4" providerId="LiveId" clId="{6A819448-9C74-403A-93EF-38E481433A77}" dt="2024-05-24T00:20:22.822" v="1210" actId="1076"/>
          <ac:picMkLst>
            <pc:docMk/>
            <pc:sldMk cId="1496575499" sldId="311"/>
            <ac:picMk id="43" creationId="{143D631F-F76D-25EF-0986-A173686F3EF4}"/>
          </ac:picMkLst>
        </pc:picChg>
        <pc:cxnChg chg="add mod">
          <ac:chgData name="MYUNG JIN" userId="89f3fa32ababedc4" providerId="LiveId" clId="{6A819448-9C74-403A-93EF-38E481433A77}" dt="2024-05-22T09:30:41.043" v="638" actId="478"/>
          <ac:cxnSpMkLst>
            <pc:docMk/>
            <pc:sldMk cId="1496575499" sldId="311"/>
            <ac:cxnSpMk id="14" creationId="{5B3ED33C-C55A-3C1A-690F-A8905A478A11}"/>
          </ac:cxnSpMkLst>
        </pc:cxnChg>
        <pc:cxnChg chg="add mod">
          <ac:chgData name="MYUNG JIN" userId="89f3fa32ababedc4" providerId="LiveId" clId="{6A819448-9C74-403A-93EF-38E481433A77}" dt="2024-05-24T00:22:44.823" v="1270" actId="208"/>
          <ac:cxnSpMkLst>
            <pc:docMk/>
            <pc:sldMk cId="1496575499" sldId="311"/>
            <ac:cxnSpMk id="14" creationId="{A0BA63B3-EC61-D535-A7FD-06E2F44688F2}"/>
          </ac:cxnSpMkLst>
        </pc:cxnChg>
        <pc:cxnChg chg="add mod">
          <ac:chgData name="MYUNG JIN" userId="89f3fa32ababedc4" providerId="LiveId" clId="{6A819448-9C74-403A-93EF-38E481433A77}" dt="2024-05-22T09:30:31.539" v="634" actId="164"/>
          <ac:cxnSpMkLst>
            <pc:docMk/>
            <pc:sldMk cId="1496575499" sldId="311"/>
            <ac:cxnSpMk id="29" creationId="{40896E88-6F19-20E8-5887-2E3471401452}"/>
          </ac:cxnSpMkLst>
        </pc:cxnChg>
        <pc:cxnChg chg="mod">
          <ac:chgData name="MYUNG JIN" userId="89f3fa32ababedc4" providerId="LiveId" clId="{6A819448-9C74-403A-93EF-38E481433A77}" dt="2024-05-22T09:30:35.641" v="635"/>
          <ac:cxnSpMkLst>
            <pc:docMk/>
            <pc:sldMk cId="1496575499" sldId="311"/>
            <ac:cxnSpMk id="35" creationId="{C2EBDB60-9BD4-F71C-656D-8F3DA97D2479}"/>
          </ac:cxnSpMkLst>
        </pc:cxnChg>
        <pc:cxnChg chg="mod">
          <ac:chgData name="MYUNG JIN" userId="89f3fa32ababedc4" providerId="LiveId" clId="{6A819448-9C74-403A-93EF-38E481433A77}" dt="2024-05-22T09:30:35.641" v="635"/>
          <ac:cxnSpMkLst>
            <pc:docMk/>
            <pc:sldMk cId="1496575499" sldId="311"/>
            <ac:cxnSpMk id="39" creationId="{F0EA6C05-C249-FBE4-3AAB-0B15C120F8E5}"/>
          </ac:cxnSpMkLst>
        </pc:cxnChg>
      </pc:sldChg>
      <pc:sldChg chg="del">
        <pc:chgData name="MYUNG JIN" userId="89f3fa32ababedc4" providerId="LiveId" clId="{6A819448-9C74-403A-93EF-38E481433A77}" dt="2024-05-22T12:49:26.042" v="1173" actId="47"/>
        <pc:sldMkLst>
          <pc:docMk/>
          <pc:sldMk cId="674815858" sldId="313"/>
        </pc:sldMkLst>
      </pc:sldChg>
      <pc:sldChg chg="del">
        <pc:chgData name="MYUNG JIN" userId="89f3fa32ababedc4" providerId="LiveId" clId="{6A819448-9C74-403A-93EF-38E481433A77}" dt="2024-05-20T06:43:46.216" v="74" actId="47"/>
        <pc:sldMkLst>
          <pc:docMk/>
          <pc:sldMk cId="3150985815" sldId="350"/>
        </pc:sldMkLst>
      </pc:sldChg>
      <pc:sldChg chg="del">
        <pc:chgData name="MYUNG JIN" userId="89f3fa32ababedc4" providerId="LiveId" clId="{6A819448-9C74-403A-93EF-38E481433A77}" dt="2024-05-20T06:45:15.049" v="81" actId="47"/>
        <pc:sldMkLst>
          <pc:docMk/>
          <pc:sldMk cId="2976974867" sldId="352"/>
        </pc:sldMkLst>
      </pc:sldChg>
      <pc:sldChg chg="del">
        <pc:chgData name="MYUNG JIN" userId="89f3fa32ababedc4" providerId="LiveId" clId="{6A819448-9C74-403A-93EF-38E481433A77}" dt="2024-05-20T06:45:18.610" v="82" actId="47"/>
        <pc:sldMkLst>
          <pc:docMk/>
          <pc:sldMk cId="2509944515" sldId="353"/>
        </pc:sldMkLst>
      </pc:sldChg>
      <pc:sldChg chg="del">
        <pc:chgData name="MYUNG JIN" userId="89f3fa32ababedc4" providerId="LiveId" clId="{6A819448-9C74-403A-93EF-38E481433A77}" dt="2024-05-20T06:44:06.826" v="77" actId="47"/>
        <pc:sldMkLst>
          <pc:docMk/>
          <pc:sldMk cId="158879415" sldId="355"/>
        </pc:sldMkLst>
      </pc:sldChg>
      <pc:sldChg chg="del">
        <pc:chgData name="MYUNG JIN" userId="89f3fa32ababedc4" providerId="LiveId" clId="{6A819448-9C74-403A-93EF-38E481433A77}" dt="2024-05-20T06:43:46.216" v="74" actId="47"/>
        <pc:sldMkLst>
          <pc:docMk/>
          <pc:sldMk cId="1214262277" sldId="356"/>
        </pc:sldMkLst>
      </pc:sldChg>
      <pc:sldChg chg="del">
        <pc:chgData name="MYUNG JIN" userId="89f3fa32ababedc4" providerId="LiveId" clId="{6A819448-9C74-403A-93EF-38E481433A77}" dt="2024-05-20T06:43:46.216" v="74" actId="47"/>
        <pc:sldMkLst>
          <pc:docMk/>
          <pc:sldMk cId="192353971" sldId="357"/>
        </pc:sldMkLst>
      </pc:sldChg>
      <pc:sldChg chg="modSp del mod">
        <pc:chgData name="MYUNG JIN" userId="89f3fa32ababedc4" providerId="LiveId" clId="{6A819448-9C74-403A-93EF-38E481433A77}" dt="2024-05-22T12:49:25.368" v="1172" actId="47"/>
        <pc:sldMkLst>
          <pc:docMk/>
          <pc:sldMk cId="3171752146" sldId="358"/>
        </pc:sldMkLst>
        <pc:spChg chg="mod">
          <ac:chgData name="MYUNG JIN" userId="89f3fa32ababedc4" providerId="LiveId" clId="{6A819448-9C74-403A-93EF-38E481433A77}" dt="2024-05-22T09:30:04.518" v="595" actId="1076"/>
          <ac:spMkLst>
            <pc:docMk/>
            <pc:sldMk cId="3171752146" sldId="358"/>
            <ac:spMk id="10" creationId="{D7CA64C1-80C2-9E89-A537-D7D780D17F68}"/>
          </ac:spMkLst>
        </pc:spChg>
      </pc:sldChg>
      <pc:sldChg chg="del">
        <pc:chgData name="MYUNG JIN" userId="89f3fa32ababedc4" providerId="LiveId" clId="{6A819448-9C74-403A-93EF-38E481433A77}" dt="2024-05-20T06:43:47.594" v="75" actId="47"/>
        <pc:sldMkLst>
          <pc:docMk/>
          <pc:sldMk cId="8785279" sldId="359"/>
        </pc:sldMkLst>
      </pc:sldChg>
      <pc:sldChg chg="addSp delSp modSp add mod">
        <pc:chgData name="MYUNG JIN" userId="89f3fa32ababedc4" providerId="LiveId" clId="{6A819448-9C74-403A-93EF-38E481433A77}" dt="2024-05-30T11:10:06.952" v="5896" actId="1076"/>
        <pc:sldMkLst>
          <pc:docMk/>
          <pc:sldMk cId="1314399414" sldId="359"/>
        </pc:sldMkLst>
        <pc:spChg chg="mod">
          <ac:chgData name="MYUNG JIN" userId="89f3fa32ababedc4" providerId="LiveId" clId="{6A819448-9C74-403A-93EF-38E481433A77}" dt="2024-05-20T06:45:48.095" v="103" actId="20577"/>
          <ac:spMkLst>
            <pc:docMk/>
            <pc:sldMk cId="1314399414" sldId="359"/>
            <ac:spMk id="2" creationId="{00000000-0000-0000-0000-000000000000}"/>
          </ac:spMkLst>
        </pc:spChg>
        <pc:spChg chg="add mod">
          <ac:chgData name="MYUNG JIN" userId="89f3fa32ababedc4" providerId="LiveId" clId="{6A819448-9C74-403A-93EF-38E481433A77}" dt="2024-05-24T00:24:03.011" v="1356" actId="1076"/>
          <ac:spMkLst>
            <pc:docMk/>
            <pc:sldMk cId="1314399414" sldId="359"/>
            <ac:spMk id="3" creationId="{8CB451E1-9417-A3FF-952B-12CF14D5D70D}"/>
          </ac:spMkLst>
        </pc:spChg>
        <pc:spChg chg="add del">
          <ac:chgData name="MYUNG JIN" userId="89f3fa32ababedc4" providerId="LiveId" clId="{6A819448-9C74-403A-93EF-38E481433A77}" dt="2024-05-22T09:20:18.607" v="422" actId="478"/>
          <ac:spMkLst>
            <pc:docMk/>
            <pc:sldMk cId="1314399414" sldId="359"/>
            <ac:spMk id="3" creationId="{E902135C-6CF9-14FA-5DFF-21E00841C16D}"/>
          </ac:spMkLst>
        </pc:spChg>
        <pc:spChg chg="del">
          <ac:chgData name="MYUNG JIN" userId="89f3fa32ababedc4" providerId="LiveId" clId="{6A819448-9C74-403A-93EF-38E481433A77}" dt="2024-05-20T06:45:35.650" v="86" actId="478"/>
          <ac:spMkLst>
            <pc:docMk/>
            <pc:sldMk cId="1314399414" sldId="359"/>
            <ac:spMk id="4" creationId="{5A826829-174E-E7B4-20A4-81BE4C51458E}"/>
          </ac:spMkLst>
        </pc:spChg>
        <pc:spChg chg="add del">
          <ac:chgData name="MYUNG JIN" userId="89f3fa32ababedc4" providerId="LiveId" clId="{6A819448-9C74-403A-93EF-38E481433A77}" dt="2024-05-22T09:21:05.332" v="426" actId="478"/>
          <ac:spMkLst>
            <pc:docMk/>
            <pc:sldMk cId="1314399414" sldId="359"/>
            <ac:spMk id="4" creationId="{CCF89432-069E-A9AF-3CF8-AFD39156F3C6}"/>
          </ac:spMkLst>
        </pc:spChg>
        <pc:spChg chg="add mod">
          <ac:chgData name="MYUNG JIN" userId="89f3fa32ababedc4" providerId="LiveId" clId="{6A819448-9C74-403A-93EF-38E481433A77}" dt="2024-05-24T00:23:31.316" v="1323" actId="571"/>
          <ac:spMkLst>
            <pc:docMk/>
            <pc:sldMk cId="1314399414" sldId="359"/>
            <ac:spMk id="10" creationId="{B3F85612-185D-0BA9-1561-662C8E1F64E3}"/>
          </ac:spMkLst>
        </pc:spChg>
        <pc:spChg chg="add del mod">
          <ac:chgData name="MYUNG JIN" userId="89f3fa32ababedc4" providerId="LiveId" clId="{6A819448-9C74-403A-93EF-38E481433A77}" dt="2024-05-22T09:23:31.178" v="509" actId="478"/>
          <ac:spMkLst>
            <pc:docMk/>
            <pc:sldMk cId="1314399414" sldId="359"/>
            <ac:spMk id="11" creationId="{A50ECB99-C3EC-F941-7B32-183930A59B4E}"/>
          </ac:spMkLst>
        </pc:spChg>
        <pc:spChg chg="add del mod">
          <ac:chgData name="MYUNG JIN" userId="89f3fa32ababedc4" providerId="LiveId" clId="{6A819448-9C74-403A-93EF-38E481433A77}" dt="2024-05-22T09:23:10.375" v="498" actId="478"/>
          <ac:spMkLst>
            <pc:docMk/>
            <pc:sldMk cId="1314399414" sldId="359"/>
            <ac:spMk id="13" creationId="{DD144D8A-BE67-D889-B64D-779FBA94950A}"/>
          </ac:spMkLst>
        </pc:spChg>
        <pc:spChg chg="add mod">
          <ac:chgData name="MYUNG JIN" userId="89f3fa32ababedc4" providerId="LiveId" clId="{6A819448-9C74-403A-93EF-38E481433A77}" dt="2024-05-24T00:23:31.316" v="1323" actId="571"/>
          <ac:spMkLst>
            <pc:docMk/>
            <pc:sldMk cId="1314399414" sldId="359"/>
            <ac:spMk id="14" creationId="{2AC8B1F5-58AC-050D-E2FF-A68AF80598A4}"/>
          </ac:spMkLst>
        </pc:spChg>
        <pc:spChg chg="add del">
          <ac:chgData name="MYUNG JIN" userId="89f3fa32ababedc4" providerId="LiveId" clId="{6A819448-9C74-403A-93EF-38E481433A77}" dt="2024-05-22T09:23:50.735" v="513" actId="478"/>
          <ac:spMkLst>
            <pc:docMk/>
            <pc:sldMk cId="1314399414" sldId="359"/>
            <ac:spMk id="15" creationId="{45DDB554-C6B8-0076-D494-43FF4D82823A}"/>
          </ac:spMkLst>
        </pc:spChg>
        <pc:spChg chg="add mod">
          <ac:chgData name="MYUNG JIN" userId="89f3fa32ababedc4" providerId="LiveId" clId="{6A819448-9C74-403A-93EF-38E481433A77}" dt="2024-05-30T11:10:06.952" v="5896" actId="1076"/>
          <ac:spMkLst>
            <pc:docMk/>
            <pc:sldMk cId="1314399414" sldId="359"/>
            <ac:spMk id="15" creationId="{76BED725-AF8D-AC54-6754-6E284CD3ABD5}"/>
          </ac:spMkLst>
        </pc:spChg>
        <pc:spChg chg="del mod topLvl">
          <ac:chgData name="MYUNG JIN" userId="89f3fa32ababedc4" providerId="LiveId" clId="{6A819448-9C74-403A-93EF-38E481433A77}" dt="2024-05-20T06:46:25.207" v="107" actId="478"/>
          <ac:spMkLst>
            <pc:docMk/>
            <pc:sldMk cId="1314399414" sldId="359"/>
            <ac:spMk id="17" creationId="{8B13D76D-9F0A-2324-18FF-3E504A209EC1}"/>
          </ac:spMkLst>
        </pc:spChg>
        <pc:spChg chg="del mod topLvl">
          <ac:chgData name="MYUNG JIN" userId="89f3fa32ababedc4" providerId="LiveId" clId="{6A819448-9C74-403A-93EF-38E481433A77}" dt="2024-05-20T06:46:25.207" v="107" actId="478"/>
          <ac:spMkLst>
            <pc:docMk/>
            <pc:sldMk cId="1314399414" sldId="359"/>
            <ac:spMk id="18" creationId="{A8A3E56F-A2DF-6B11-F5D2-9B6F055F40D6}"/>
          </ac:spMkLst>
        </pc:spChg>
        <pc:spChg chg="del mod">
          <ac:chgData name="MYUNG JIN" userId="89f3fa32ababedc4" providerId="LiveId" clId="{6A819448-9C74-403A-93EF-38E481433A77}" dt="2024-05-20T06:46:28.576" v="108" actId="478"/>
          <ac:spMkLst>
            <pc:docMk/>
            <pc:sldMk cId="1314399414" sldId="359"/>
            <ac:spMk id="20" creationId="{3983B3AB-8917-97D9-8669-4665DABF8EA2}"/>
          </ac:spMkLst>
        </pc:spChg>
        <pc:spChg chg="del mod">
          <ac:chgData name="MYUNG JIN" userId="89f3fa32ababedc4" providerId="LiveId" clId="{6A819448-9C74-403A-93EF-38E481433A77}" dt="2024-05-20T06:46:28.576" v="108" actId="478"/>
          <ac:spMkLst>
            <pc:docMk/>
            <pc:sldMk cId="1314399414" sldId="359"/>
            <ac:spMk id="21" creationId="{93E9B039-6042-BB45-AB74-84FFFB1876DD}"/>
          </ac:spMkLst>
        </pc:spChg>
        <pc:spChg chg="mod">
          <ac:chgData name="MYUNG JIN" userId="89f3fa32ababedc4" providerId="LiveId" clId="{6A819448-9C74-403A-93EF-38E481433A77}" dt="2024-05-24T00:23:31.316" v="1323" actId="571"/>
          <ac:spMkLst>
            <pc:docMk/>
            <pc:sldMk cId="1314399414" sldId="359"/>
            <ac:spMk id="22" creationId="{6E41FD84-F189-0C41-8D0A-1378966991E3}"/>
          </ac:spMkLst>
        </pc:spChg>
        <pc:spChg chg="mod">
          <ac:chgData name="MYUNG JIN" userId="89f3fa32ababedc4" providerId="LiveId" clId="{6A819448-9C74-403A-93EF-38E481433A77}" dt="2024-05-24T00:23:31.316" v="1323" actId="571"/>
          <ac:spMkLst>
            <pc:docMk/>
            <pc:sldMk cId="1314399414" sldId="359"/>
            <ac:spMk id="23" creationId="{B98C7E77-DD14-C7E9-0EE8-19482DB6AB79}"/>
          </ac:spMkLst>
        </pc:spChg>
        <pc:spChg chg="mod">
          <ac:chgData name="MYUNG JIN" userId="89f3fa32ababedc4" providerId="LiveId" clId="{6A819448-9C74-403A-93EF-38E481433A77}" dt="2024-05-24T00:23:31.316" v="1323" actId="571"/>
          <ac:spMkLst>
            <pc:docMk/>
            <pc:sldMk cId="1314399414" sldId="359"/>
            <ac:spMk id="24" creationId="{4D973672-D028-9FA3-64FC-ADDEF54C6304}"/>
          </ac:spMkLst>
        </pc:spChg>
        <pc:spChg chg="mod">
          <ac:chgData name="MYUNG JIN" userId="89f3fa32ababedc4" providerId="LiveId" clId="{6A819448-9C74-403A-93EF-38E481433A77}" dt="2024-05-24T00:23:31.316" v="1323" actId="571"/>
          <ac:spMkLst>
            <pc:docMk/>
            <pc:sldMk cId="1314399414" sldId="359"/>
            <ac:spMk id="25" creationId="{1D471BBF-5879-DFD0-55B2-B3989DFC8F99}"/>
          </ac:spMkLst>
        </pc:spChg>
        <pc:spChg chg="mod">
          <ac:chgData name="MYUNG JIN" userId="89f3fa32ababedc4" providerId="LiveId" clId="{6A819448-9C74-403A-93EF-38E481433A77}" dt="2024-05-24T00:23:31.316" v="1323" actId="571"/>
          <ac:spMkLst>
            <pc:docMk/>
            <pc:sldMk cId="1314399414" sldId="359"/>
            <ac:spMk id="26" creationId="{6BC07AB8-33A5-379F-C7D1-82B8DF166B5F}"/>
          </ac:spMkLst>
        </pc:spChg>
        <pc:spChg chg="del mod">
          <ac:chgData name="MYUNG JIN" userId="89f3fa32ababedc4" providerId="LiveId" clId="{6A819448-9C74-403A-93EF-38E481433A77}" dt="2024-05-20T06:47:06.089" v="119" actId="478"/>
          <ac:spMkLst>
            <pc:docMk/>
            <pc:sldMk cId="1314399414" sldId="359"/>
            <ac:spMk id="27" creationId="{B7700D23-99E3-8714-76F1-1C6D0C08D9DD}"/>
          </ac:spMkLst>
        </pc:spChg>
        <pc:spChg chg="mod">
          <ac:chgData name="MYUNG JIN" userId="89f3fa32ababedc4" providerId="LiveId" clId="{6A819448-9C74-403A-93EF-38E481433A77}" dt="2024-05-24T00:23:31.316" v="1323" actId="571"/>
          <ac:spMkLst>
            <pc:docMk/>
            <pc:sldMk cId="1314399414" sldId="359"/>
            <ac:spMk id="28" creationId="{76069121-B30A-79F4-2A7F-E3CAA36F27A6}"/>
          </ac:spMkLst>
        </pc:spChg>
        <pc:spChg chg="add mod">
          <ac:chgData name="MYUNG JIN" userId="89f3fa32ababedc4" providerId="LiveId" clId="{6A819448-9C74-403A-93EF-38E481433A77}" dt="2024-05-29T18:46:05.232" v="2492" actId="14100"/>
          <ac:spMkLst>
            <pc:docMk/>
            <pc:sldMk cId="1314399414" sldId="359"/>
            <ac:spMk id="29" creationId="{C41799CF-27D5-0410-C826-83569A900F77}"/>
          </ac:spMkLst>
        </pc:spChg>
        <pc:spChg chg="del mod">
          <ac:chgData name="MYUNG JIN" userId="89f3fa32ababedc4" providerId="LiveId" clId="{6A819448-9C74-403A-93EF-38E481433A77}" dt="2024-05-20T06:47:10.605" v="121" actId="478"/>
          <ac:spMkLst>
            <pc:docMk/>
            <pc:sldMk cId="1314399414" sldId="359"/>
            <ac:spMk id="29" creationId="{E25565CE-4A41-88EF-587D-CB03D410924E}"/>
          </ac:spMkLst>
        </pc:spChg>
        <pc:spChg chg="mod">
          <ac:chgData name="MYUNG JIN" userId="89f3fa32ababedc4" providerId="LiveId" clId="{6A819448-9C74-403A-93EF-38E481433A77}" dt="2024-05-24T00:23:31.316" v="1323" actId="571"/>
          <ac:spMkLst>
            <pc:docMk/>
            <pc:sldMk cId="1314399414" sldId="359"/>
            <ac:spMk id="30" creationId="{A71D165B-EC5A-70FD-C3E6-0E6259ECAE4C}"/>
          </ac:spMkLst>
        </pc:spChg>
        <pc:spChg chg="del mod">
          <ac:chgData name="MYUNG JIN" userId="89f3fa32ababedc4" providerId="LiveId" clId="{6A819448-9C74-403A-93EF-38E481433A77}" dt="2024-05-20T06:47:03.418" v="117" actId="478"/>
          <ac:spMkLst>
            <pc:docMk/>
            <pc:sldMk cId="1314399414" sldId="359"/>
            <ac:spMk id="31" creationId="{B0E69BCB-558B-5C9B-37DA-7ACF470DF126}"/>
          </ac:spMkLst>
        </pc:spChg>
        <pc:spChg chg="del mod">
          <ac:chgData name="MYUNG JIN" userId="89f3fa32ababedc4" providerId="LiveId" clId="{6A819448-9C74-403A-93EF-38E481433A77}" dt="2024-05-20T06:46:59.495" v="115" actId="478"/>
          <ac:spMkLst>
            <pc:docMk/>
            <pc:sldMk cId="1314399414" sldId="359"/>
            <ac:spMk id="32" creationId="{D7434A97-E2DA-573D-9A79-DE4B0687204E}"/>
          </ac:spMkLst>
        </pc:spChg>
        <pc:spChg chg="del mod">
          <ac:chgData name="MYUNG JIN" userId="89f3fa32ababedc4" providerId="LiveId" clId="{6A819448-9C74-403A-93EF-38E481433A77}" dt="2024-05-20T06:47:21.966" v="125" actId="478"/>
          <ac:spMkLst>
            <pc:docMk/>
            <pc:sldMk cId="1314399414" sldId="359"/>
            <ac:spMk id="33" creationId="{66611900-E47A-9356-E5BC-3BF62CCCD920}"/>
          </ac:spMkLst>
        </pc:spChg>
        <pc:spChg chg="add mod">
          <ac:chgData name="MYUNG JIN" userId="89f3fa32ababedc4" providerId="LiveId" clId="{6A819448-9C74-403A-93EF-38E481433A77}" dt="2024-05-24T00:23:31.316" v="1323" actId="571"/>
          <ac:spMkLst>
            <pc:docMk/>
            <pc:sldMk cId="1314399414" sldId="359"/>
            <ac:spMk id="33" creationId="{F2451EDD-6B56-F2B5-136F-081862CB718A}"/>
          </ac:spMkLst>
        </pc:spChg>
        <pc:spChg chg="del mod">
          <ac:chgData name="MYUNG JIN" userId="89f3fa32ababedc4" providerId="LiveId" clId="{6A819448-9C74-403A-93EF-38E481433A77}" dt="2024-05-20T06:47:13.234" v="122" actId="478"/>
          <ac:spMkLst>
            <pc:docMk/>
            <pc:sldMk cId="1314399414" sldId="359"/>
            <ac:spMk id="34" creationId="{84A5A4D4-4A89-32A4-877F-95BE0D7740E7}"/>
          </ac:spMkLst>
        </pc:spChg>
        <pc:spChg chg="del mod">
          <ac:chgData name="MYUNG JIN" userId="89f3fa32ababedc4" providerId="LiveId" clId="{6A819448-9C74-403A-93EF-38E481433A77}" dt="2024-05-20T06:47:05.008" v="118" actId="478"/>
          <ac:spMkLst>
            <pc:docMk/>
            <pc:sldMk cId="1314399414" sldId="359"/>
            <ac:spMk id="36" creationId="{EF1C4D33-8C8A-7CFA-53FE-316F23421B72}"/>
          </ac:spMkLst>
        </pc:spChg>
        <pc:spChg chg="mod">
          <ac:chgData name="MYUNG JIN" userId="89f3fa32ababedc4" providerId="LiveId" clId="{6A819448-9C74-403A-93EF-38E481433A77}" dt="2024-05-24T00:23:31.316" v="1323" actId="571"/>
          <ac:spMkLst>
            <pc:docMk/>
            <pc:sldMk cId="1314399414" sldId="359"/>
            <ac:spMk id="37" creationId="{8877BDD1-DDD0-A425-68A6-B610192C12B2}"/>
          </ac:spMkLst>
        </pc:spChg>
        <pc:spChg chg="mod">
          <ac:chgData name="MYUNG JIN" userId="89f3fa32ababedc4" providerId="LiveId" clId="{6A819448-9C74-403A-93EF-38E481433A77}" dt="2024-05-24T00:23:31.316" v="1323" actId="571"/>
          <ac:spMkLst>
            <pc:docMk/>
            <pc:sldMk cId="1314399414" sldId="359"/>
            <ac:spMk id="38" creationId="{B4998906-3B25-4E4D-C032-781F7688B60F}"/>
          </ac:spMkLst>
        </pc:spChg>
        <pc:spChg chg="del mod">
          <ac:chgData name="MYUNG JIN" userId="89f3fa32ababedc4" providerId="LiveId" clId="{6A819448-9C74-403A-93EF-38E481433A77}" dt="2024-05-20T06:47:02.334" v="116" actId="478"/>
          <ac:spMkLst>
            <pc:docMk/>
            <pc:sldMk cId="1314399414" sldId="359"/>
            <ac:spMk id="39" creationId="{E3BC0ABC-CA2D-D10F-C387-77032986E6A9}"/>
          </ac:spMkLst>
        </pc:spChg>
        <pc:spChg chg="mod">
          <ac:chgData name="MYUNG JIN" userId="89f3fa32ababedc4" providerId="LiveId" clId="{6A819448-9C74-403A-93EF-38E481433A77}" dt="2024-05-24T00:23:31.316" v="1323" actId="571"/>
          <ac:spMkLst>
            <pc:docMk/>
            <pc:sldMk cId="1314399414" sldId="359"/>
            <ac:spMk id="40" creationId="{C914029B-E23D-E2A5-E80F-7FBD4C902609}"/>
          </ac:spMkLst>
        </pc:spChg>
        <pc:spChg chg="del mod">
          <ac:chgData name="MYUNG JIN" userId="89f3fa32ababedc4" providerId="LiveId" clId="{6A819448-9C74-403A-93EF-38E481433A77}" dt="2024-05-20T06:46:56.588" v="114" actId="478"/>
          <ac:spMkLst>
            <pc:docMk/>
            <pc:sldMk cId="1314399414" sldId="359"/>
            <ac:spMk id="41" creationId="{6A4A36A5-FC40-7B29-C6D5-B8F164F302F7}"/>
          </ac:spMkLst>
        </pc:spChg>
        <pc:spChg chg="del mod">
          <ac:chgData name="MYUNG JIN" userId="89f3fa32ababedc4" providerId="LiveId" clId="{6A819448-9C74-403A-93EF-38E481433A77}" dt="2024-05-20T06:46:56.588" v="114" actId="478"/>
          <ac:spMkLst>
            <pc:docMk/>
            <pc:sldMk cId="1314399414" sldId="359"/>
            <ac:spMk id="42" creationId="{13145F3A-D39B-9EFE-E204-AB467DBAF92D}"/>
          </ac:spMkLst>
        </pc:spChg>
        <pc:spChg chg="del mod">
          <ac:chgData name="MYUNG JIN" userId="89f3fa32ababedc4" providerId="LiveId" clId="{6A819448-9C74-403A-93EF-38E481433A77}" dt="2024-05-20T06:46:56.588" v="114" actId="478"/>
          <ac:spMkLst>
            <pc:docMk/>
            <pc:sldMk cId="1314399414" sldId="359"/>
            <ac:spMk id="43" creationId="{DA9D3CD3-B14E-A4D5-EAF7-326355512731}"/>
          </ac:spMkLst>
        </pc:spChg>
        <pc:spChg chg="del mod">
          <ac:chgData name="MYUNG JIN" userId="89f3fa32ababedc4" providerId="LiveId" clId="{6A819448-9C74-403A-93EF-38E481433A77}" dt="2024-05-20T06:47:19.336" v="124" actId="478"/>
          <ac:spMkLst>
            <pc:docMk/>
            <pc:sldMk cId="1314399414" sldId="359"/>
            <ac:spMk id="44" creationId="{11A2E615-6654-5D27-E386-959BA82F0A17}"/>
          </ac:spMkLst>
        </pc:spChg>
        <pc:spChg chg="del mod">
          <ac:chgData name="MYUNG JIN" userId="89f3fa32ababedc4" providerId="LiveId" clId="{6A819448-9C74-403A-93EF-38E481433A77}" dt="2024-05-20T06:47:19.336" v="124" actId="478"/>
          <ac:spMkLst>
            <pc:docMk/>
            <pc:sldMk cId="1314399414" sldId="359"/>
            <ac:spMk id="45" creationId="{CA07B19C-D6E4-19FA-A8F9-8229EAFCBE1E}"/>
          </ac:spMkLst>
        </pc:spChg>
        <pc:spChg chg="del mod">
          <ac:chgData name="MYUNG JIN" userId="89f3fa32ababedc4" providerId="LiveId" clId="{6A819448-9C74-403A-93EF-38E481433A77}" dt="2024-05-20T06:47:19.336" v="124" actId="478"/>
          <ac:spMkLst>
            <pc:docMk/>
            <pc:sldMk cId="1314399414" sldId="359"/>
            <ac:spMk id="46" creationId="{0703411B-D0D9-E7E0-07C9-6AB18906F75A}"/>
          </ac:spMkLst>
        </pc:spChg>
        <pc:spChg chg="del mod">
          <ac:chgData name="MYUNG JIN" userId="89f3fa32ababedc4" providerId="LiveId" clId="{6A819448-9C74-403A-93EF-38E481433A77}" dt="2024-05-20T06:47:08.972" v="120" actId="478"/>
          <ac:spMkLst>
            <pc:docMk/>
            <pc:sldMk cId="1314399414" sldId="359"/>
            <ac:spMk id="47" creationId="{0743EBE9-572D-E49F-BBE3-F0FCEF2390D9}"/>
          </ac:spMkLst>
        </pc:spChg>
        <pc:spChg chg="del mod">
          <ac:chgData name="MYUNG JIN" userId="89f3fa32ababedc4" providerId="LiveId" clId="{6A819448-9C74-403A-93EF-38E481433A77}" dt="2024-05-20T06:47:15.629" v="123" actId="478"/>
          <ac:spMkLst>
            <pc:docMk/>
            <pc:sldMk cId="1314399414" sldId="359"/>
            <ac:spMk id="48" creationId="{5D9ECF97-9FF4-E3D1-B10B-BB58B5A05364}"/>
          </ac:spMkLst>
        </pc:spChg>
        <pc:spChg chg="mod">
          <ac:chgData name="MYUNG JIN" userId="89f3fa32ababedc4" providerId="LiveId" clId="{6A819448-9C74-403A-93EF-38E481433A77}" dt="2024-05-24T00:23:31.316" v="1323" actId="571"/>
          <ac:spMkLst>
            <pc:docMk/>
            <pc:sldMk cId="1314399414" sldId="359"/>
            <ac:spMk id="49" creationId="{D64B882F-FBC8-CC91-4B66-B22817F9A184}"/>
          </ac:spMkLst>
        </pc:spChg>
        <pc:spChg chg="mod">
          <ac:chgData name="MYUNG JIN" userId="89f3fa32ababedc4" providerId="LiveId" clId="{6A819448-9C74-403A-93EF-38E481433A77}" dt="2024-05-24T00:23:31.316" v="1323" actId="571"/>
          <ac:spMkLst>
            <pc:docMk/>
            <pc:sldMk cId="1314399414" sldId="359"/>
            <ac:spMk id="50" creationId="{6B763A37-2992-77E9-EEAB-42E300491EC0}"/>
          </ac:spMkLst>
        </pc:spChg>
        <pc:spChg chg="add del mod">
          <ac:chgData name="MYUNG JIN" userId="89f3fa32ababedc4" providerId="LiveId" clId="{6A819448-9C74-403A-93EF-38E481433A77}" dt="2024-05-24T00:23:31.316" v="1323" actId="571"/>
          <ac:spMkLst>
            <pc:docMk/>
            <pc:sldMk cId="1314399414" sldId="359"/>
            <ac:spMk id="51" creationId="{409AE64C-97BB-C81A-8385-0AABEEB2401A}"/>
          </ac:spMkLst>
        </pc:spChg>
        <pc:spChg chg="mod">
          <ac:chgData name="MYUNG JIN" userId="89f3fa32ababedc4" providerId="LiveId" clId="{6A819448-9C74-403A-93EF-38E481433A77}" dt="2024-05-24T00:23:31.316" v="1323" actId="571"/>
          <ac:spMkLst>
            <pc:docMk/>
            <pc:sldMk cId="1314399414" sldId="359"/>
            <ac:spMk id="52" creationId="{2827A1BA-A9D5-15AC-BF4F-8D0DB8C36796}"/>
          </ac:spMkLst>
        </pc:spChg>
        <pc:spChg chg="add del mod">
          <ac:chgData name="MYUNG JIN" userId="89f3fa32ababedc4" providerId="LiveId" clId="{6A819448-9C74-403A-93EF-38E481433A77}" dt="2024-05-24T00:23:31.316" v="1323" actId="571"/>
          <ac:spMkLst>
            <pc:docMk/>
            <pc:sldMk cId="1314399414" sldId="359"/>
            <ac:spMk id="53" creationId="{0E207B2F-362F-BB33-D6C1-B01940401E1A}"/>
          </ac:spMkLst>
        </pc:spChg>
        <pc:spChg chg="del mod">
          <ac:chgData name="MYUNG JIN" userId="89f3fa32ababedc4" providerId="LiveId" clId="{6A819448-9C74-403A-93EF-38E481433A77}" dt="2024-05-20T06:46:32.879" v="109" actId="478"/>
          <ac:spMkLst>
            <pc:docMk/>
            <pc:sldMk cId="1314399414" sldId="359"/>
            <ac:spMk id="54" creationId="{A679F322-1DCE-33E5-06C3-54DD373E0407}"/>
          </ac:spMkLst>
        </pc:spChg>
        <pc:spChg chg="del mod">
          <ac:chgData name="MYUNG JIN" userId="89f3fa32ababedc4" providerId="LiveId" clId="{6A819448-9C74-403A-93EF-38E481433A77}" dt="2024-05-20T06:46:35.889" v="110" actId="478"/>
          <ac:spMkLst>
            <pc:docMk/>
            <pc:sldMk cId="1314399414" sldId="359"/>
            <ac:spMk id="55" creationId="{A1E3E8D0-D317-0AD8-0D15-96E6E1F153F2}"/>
          </ac:spMkLst>
        </pc:spChg>
        <pc:spChg chg="add mod">
          <ac:chgData name="MYUNG JIN" userId="89f3fa32ababedc4" providerId="LiveId" clId="{6A819448-9C74-403A-93EF-38E481433A77}" dt="2024-05-24T00:23:31.316" v="1323" actId="571"/>
          <ac:spMkLst>
            <pc:docMk/>
            <pc:sldMk cId="1314399414" sldId="359"/>
            <ac:spMk id="56" creationId="{EEE58EC4-31A0-03CB-E4D5-74511DFA364D}"/>
          </ac:spMkLst>
        </pc:spChg>
        <pc:spChg chg="add mod">
          <ac:chgData name="MYUNG JIN" userId="89f3fa32ababedc4" providerId="LiveId" clId="{6A819448-9C74-403A-93EF-38E481433A77}" dt="2024-05-24T00:23:31.316" v="1323" actId="571"/>
          <ac:spMkLst>
            <pc:docMk/>
            <pc:sldMk cId="1314399414" sldId="359"/>
            <ac:spMk id="57" creationId="{2115684B-7F2F-0709-6531-4B640B95A91E}"/>
          </ac:spMkLst>
        </pc:spChg>
        <pc:spChg chg="add mod">
          <ac:chgData name="MYUNG JIN" userId="89f3fa32ababedc4" providerId="LiveId" clId="{6A819448-9C74-403A-93EF-38E481433A77}" dt="2024-05-24T00:23:31.316" v="1323" actId="571"/>
          <ac:spMkLst>
            <pc:docMk/>
            <pc:sldMk cId="1314399414" sldId="359"/>
            <ac:spMk id="58" creationId="{7C1B966F-BDBF-14B3-BA85-F754D84985ED}"/>
          </ac:spMkLst>
        </pc:spChg>
        <pc:spChg chg="add del mod">
          <ac:chgData name="MYUNG JIN" userId="89f3fa32ababedc4" providerId="LiveId" clId="{6A819448-9C74-403A-93EF-38E481433A77}" dt="2024-05-22T09:23:39.190" v="511" actId="478"/>
          <ac:spMkLst>
            <pc:docMk/>
            <pc:sldMk cId="1314399414" sldId="359"/>
            <ac:spMk id="59" creationId="{E10CD889-293A-88B7-0AF8-405D4AEEC1D7}"/>
          </ac:spMkLst>
        </pc:spChg>
        <pc:spChg chg="add mod">
          <ac:chgData name="MYUNG JIN" userId="89f3fa32ababedc4" providerId="LiveId" clId="{6A819448-9C74-403A-93EF-38E481433A77}" dt="2024-05-29T18:45:58.011" v="2491" actId="14100"/>
          <ac:spMkLst>
            <pc:docMk/>
            <pc:sldMk cId="1314399414" sldId="359"/>
            <ac:spMk id="60" creationId="{830B34F5-85BD-FBBC-255E-00FEA5B2C23C}"/>
          </ac:spMkLst>
        </pc:spChg>
        <pc:grpChg chg="add del mod">
          <ac:chgData name="MYUNG JIN" userId="89f3fa32ababedc4" providerId="LiveId" clId="{6A819448-9C74-403A-93EF-38E481433A77}" dt="2024-05-20T06:46:19.258" v="106" actId="165"/>
          <ac:grpSpMkLst>
            <pc:docMk/>
            <pc:sldMk cId="1314399414" sldId="359"/>
            <ac:grpSpMk id="3" creationId="{A1526E01-F746-D674-7E04-DCDAAB6BC4AB}"/>
          </ac:grpSpMkLst>
        </pc:grpChg>
        <pc:grpChg chg="mod topLvl">
          <ac:chgData name="MYUNG JIN" userId="89f3fa32ababedc4" providerId="LiveId" clId="{6A819448-9C74-403A-93EF-38E481433A77}" dt="2024-05-24T00:23:31.316" v="1323" actId="571"/>
          <ac:grpSpMkLst>
            <pc:docMk/>
            <pc:sldMk cId="1314399414" sldId="359"/>
            <ac:grpSpMk id="9" creationId="{B9DA0AB4-CBD2-7410-8DBF-67A853A832A0}"/>
          </ac:grpSpMkLst>
        </pc:grpChg>
        <pc:grpChg chg="mod">
          <ac:chgData name="MYUNG JIN" userId="89f3fa32ababedc4" providerId="LiveId" clId="{6A819448-9C74-403A-93EF-38E481433A77}" dt="2024-05-24T00:23:31.316" v="1323" actId="571"/>
          <ac:grpSpMkLst>
            <pc:docMk/>
            <pc:sldMk cId="1314399414" sldId="359"/>
            <ac:grpSpMk id="19" creationId="{EA88B740-21BA-B844-99DC-48BCE1574C3E}"/>
          </ac:grpSpMkLst>
        </pc:grpChg>
        <pc:grpChg chg="add mod">
          <ac:chgData name="MYUNG JIN" userId="89f3fa32ababedc4" providerId="LiveId" clId="{6A819448-9C74-403A-93EF-38E481433A77}" dt="2024-05-24T00:23:31.316" v="1323" actId="571"/>
          <ac:grpSpMkLst>
            <pc:docMk/>
            <pc:sldMk cId="1314399414" sldId="359"/>
            <ac:grpSpMk id="27" creationId="{C41C125D-C6C8-9F17-F0F6-C4F01E9B0AF7}"/>
          </ac:grpSpMkLst>
        </pc:grpChg>
        <pc:grpChg chg="mod">
          <ac:chgData name="MYUNG JIN" userId="89f3fa32ababedc4" providerId="LiveId" clId="{6A819448-9C74-403A-93EF-38E481433A77}" dt="2024-05-24T00:23:31.316" v="1323" actId="571"/>
          <ac:grpSpMkLst>
            <pc:docMk/>
            <pc:sldMk cId="1314399414" sldId="359"/>
            <ac:grpSpMk id="35" creationId="{31209406-7F18-52A9-1DA0-7A388B3EE57B}"/>
          </ac:grpSpMkLst>
        </pc:grpChg>
        <pc:grpChg chg="add mod">
          <ac:chgData name="MYUNG JIN" userId="89f3fa32ababedc4" providerId="LiveId" clId="{6A819448-9C74-403A-93EF-38E481433A77}" dt="2024-05-24T00:23:31.316" v="1323" actId="571"/>
          <ac:grpSpMkLst>
            <pc:docMk/>
            <pc:sldMk cId="1314399414" sldId="359"/>
            <ac:grpSpMk id="61" creationId="{525FA864-36BE-0756-1CD2-28DB90CD1E8A}"/>
          </ac:grpSpMkLst>
        </pc:grpChg>
        <pc:picChg chg="add del">
          <ac:chgData name="MYUNG JIN" userId="89f3fa32ababedc4" providerId="LiveId" clId="{6A819448-9C74-403A-93EF-38E481433A77}" dt="2024-05-29T15:50:08.463" v="2003" actId="22"/>
          <ac:picMkLst>
            <pc:docMk/>
            <pc:sldMk cId="1314399414" sldId="359"/>
            <ac:picMk id="11" creationId="{008EFEF9-A04B-F7BE-DAB0-EF47C35DAFC3}"/>
          </ac:picMkLst>
        </pc:picChg>
        <pc:picChg chg="add mod">
          <ac:chgData name="MYUNG JIN" userId="89f3fa32ababedc4" providerId="LiveId" clId="{6A819448-9C74-403A-93EF-38E481433A77}" dt="2024-05-22T09:30:48.643" v="643" actId="1076"/>
          <ac:picMkLst>
            <pc:docMk/>
            <pc:sldMk cId="1314399414" sldId="359"/>
            <ac:picMk id="34" creationId="{ACC8C424-6F43-F735-C5A6-B9112EEB1493}"/>
          </ac:picMkLst>
        </pc:picChg>
        <pc:cxnChg chg="del mod topLvl">
          <ac:chgData name="MYUNG JIN" userId="89f3fa32ababedc4" providerId="LiveId" clId="{6A819448-9C74-403A-93EF-38E481433A77}" dt="2024-05-20T06:46:25.207" v="107" actId="478"/>
          <ac:cxnSpMkLst>
            <pc:docMk/>
            <pc:sldMk cId="1314399414" sldId="359"/>
            <ac:cxnSpMk id="10" creationId="{1695A2EF-9DAD-0269-B5EF-71E4F7D3DCC2}"/>
          </ac:cxnSpMkLst>
        </pc:cxnChg>
        <pc:cxnChg chg="del mod topLvl">
          <ac:chgData name="MYUNG JIN" userId="89f3fa32ababedc4" providerId="LiveId" clId="{6A819448-9C74-403A-93EF-38E481433A77}" dt="2024-05-20T06:46:25.207" v="107" actId="478"/>
          <ac:cxnSpMkLst>
            <pc:docMk/>
            <pc:sldMk cId="1314399414" sldId="359"/>
            <ac:cxnSpMk id="11" creationId="{1886BFD2-8D25-8929-2C7C-813DBA1557D5}"/>
          </ac:cxnSpMkLst>
        </pc:cxnChg>
        <pc:cxnChg chg="del mod topLvl">
          <ac:chgData name="MYUNG JIN" userId="89f3fa32ababedc4" providerId="LiveId" clId="{6A819448-9C74-403A-93EF-38E481433A77}" dt="2024-05-20T06:46:25.207" v="107" actId="478"/>
          <ac:cxnSpMkLst>
            <pc:docMk/>
            <pc:sldMk cId="1314399414" sldId="359"/>
            <ac:cxnSpMk id="13" creationId="{A2F4B150-948B-C57E-8B5F-1AD45998BDD0}"/>
          </ac:cxnSpMkLst>
        </pc:cxnChg>
        <pc:cxnChg chg="del mod topLvl">
          <ac:chgData name="MYUNG JIN" userId="89f3fa32ababedc4" providerId="LiveId" clId="{6A819448-9C74-403A-93EF-38E481433A77}" dt="2024-05-20T06:46:25.207" v="107" actId="478"/>
          <ac:cxnSpMkLst>
            <pc:docMk/>
            <pc:sldMk cId="1314399414" sldId="359"/>
            <ac:cxnSpMk id="14" creationId="{508C9B96-D0EE-CFA1-4F03-406AB42034FB}"/>
          </ac:cxnSpMkLst>
        </pc:cxnChg>
        <pc:cxnChg chg="del mod topLvl">
          <ac:chgData name="MYUNG JIN" userId="89f3fa32ababedc4" providerId="LiveId" clId="{6A819448-9C74-403A-93EF-38E481433A77}" dt="2024-05-20T06:46:25.207" v="107" actId="478"/>
          <ac:cxnSpMkLst>
            <pc:docMk/>
            <pc:sldMk cId="1314399414" sldId="359"/>
            <ac:cxnSpMk id="15" creationId="{8E854B47-0238-A596-590D-8322622E9A48}"/>
          </ac:cxnSpMkLst>
        </pc:cxnChg>
        <pc:cxnChg chg="del mod topLvl">
          <ac:chgData name="MYUNG JIN" userId="89f3fa32ababedc4" providerId="LiveId" clId="{6A819448-9C74-403A-93EF-38E481433A77}" dt="2024-05-20T06:46:25.207" v="107" actId="478"/>
          <ac:cxnSpMkLst>
            <pc:docMk/>
            <pc:sldMk cId="1314399414" sldId="359"/>
            <ac:cxnSpMk id="16" creationId="{AA014394-0A12-1A7A-80F2-0FAE7FB1ADEA}"/>
          </ac:cxnSpMkLst>
        </pc:cxnChg>
        <pc:cxnChg chg="add mod">
          <ac:chgData name="MYUNG JIN" userId="89f3fa32ababedc4" providerId="LiveId" clId="{6A819448-9C74-403A-93EF-38E481433A77}" dt="2024-05-24T00:23:31.316" v="1323" actId="571"/>
          <ac:cxnSpMkLst>
            <pc:docMk/>
            <pc:sldMk cId="1314399414" sldId="359"/>
            <ac:cxnSpMk id="17" creationId="{C7E3E9C3-36B2-76E9-4A79-1CCAA9F4C69D}"/>
          </ac:cxnSpMkLst>
        </pc:cxnChg>
        <pc:cxnChg chg="add mod">
          <ac:chgData name="MYUNG JIN" userId="89f3fa32ababedc4" providerId="LiveId" clId="{6A819448-9C74-403A-93EF-38E481433A77}" dt="2024-05-29T18:46:09.764" v="2493" actId="14100"/>
          <ac:cxnSpMkLst>
            <pc:docMk/>
            <pc:sldMk cId="1314399414" sldId="359"/>
            <ac:cxnSpMk id="31" creationId="{2A8E3C93-B7E4-E090-2D00-80164CBD8BD4}"/>
          </ac:cxnSpMkLst>
        </pc:cxnChg>
      </pc:sldChg>
      <pc:sldChg chg="add del">
        <pc:chgData name="MYUNG JIN" userId="89f3fa32ababedc4" providerId="LiveId" clId="{6A819448-9C74-403A-93EF-38E481433A77}" dt="2024-05-20T06:45:31.981" v="85"/>
        <pc:sldMkLst>
          <pc:docMk/>
          <pc:sldMk cId="2735250194" sldId="360"/>
        </pc:sldMkLst>
      </pc:sldChg>
      <pc:sldChg chg="addSp delSp modSp add del mod">
        <pc:chgData name="MYUNG JIN" userId="89f3fa32ababedc4" providerId="LiveId" clId="{6A819448-9C74-403A-93EF-38E481433A77}" dt="2024-05-30T13:58:40.418" v="8492" actId="21"/>
        <pc:sldMkLst>
          <pc:docMk/>
          <pc:sldMk cId="2839118988" sldId="360"/>
        </pc:sldMkLst>
        <pc:spChg chg="add mod">
          <ac:chgData name="MYUNG JIN" userId="89f3fa32ababedc4" providerId="LiveId" clId="{6A819448-9C74-403A-93EF-38E481433A77}" dt="2024-05-30T12:29:48.349" v="7095" actId="571"/>
          <ac:spMkLst>
            <pc:docMk/>
            <pc:sldMk cId="2839118988" sldId="360"/>
            <ac:spMk id="2" creationId="{AC538F67-CBCC-2ADB-B004-A6946188D851}"/>
          </ac:spMkLst>
        </pc:spChg>
        <pc:spChg chg="mod">
          <ac:chgData name="MYUNG JIN" userId="89f3fa32ababedc4" providerId="LiveId" clId="{6A819448-9C74-403A-93EF-38E481433A77}" dt="2024-05-30T12:27:37.610" v="7060"/>
          <ac:spMkLst>
            <pc:docMk/>
            <pc:sldMk cId="2839118988" sldId="360"/>
            <ac:spMk id="4" creationId="{1D07914B-D7CD-8607-1DBB-C23AA224E9F5}"/>
          </ac:spMkLst>
        </pc:spChg>
        <pc:spChg chg="add mod">
          <ac:chgData name="MYUNG JIN" userId="89f3fa32ababedc4" providerId="LiveId" clId="{6A819448-9C74-403A-93EF-38E481433A77}" dt="2024-05-30T12:31:36.654" v="7192" actId="1076"/>
          <ac:spMkLst>
            <pc:docMk/>
            <pc:sldMk cId="2839118988" sldId="360"/>
            <ac:spMk id="10" creationId="{CDE8D150-73D9-B3D4-1220-7AA20C357D55}"/>
          </ac:spMkLst>
        </pc:spChg>
        <pc:spChg chg="del mod">
          <ac:chgData name="MYUNG JIN" userId="89f3fa32ababedc4" providerId="LiveId" clId="{6A819448-9C74-403A-93EF-38E481433A77}" dt="2024-05-30T12:29:06.107" v="7082" actId="478"/>
          <ac:spMkLst>
            <pc:docMk/>
            <pc:sldMk cId="2839118988" sldId="360"/>
            <ac:spMk id="11" creationId="{5207567A-05FA-3877-4301-16B4DEB7CEA4}"/>
          </ac:spMkLst>
        </pc:spChg>
        <pc:spChg chg="add mod">
          <ac:chgData name="MYUNG JIN" userId="89f3fa32ababedc4" providerId="LiveId" clId="{6A819448-9C74-403A-93EF-38E481433A77}" dt="2024-05-30T12:30:57.786" v="7126" actId="571"/>
          <ac:spMkLst>
            <pc:docMk/>
            <pc:sldMk cId="2839118988" sldId="360"/>
            <ac:spMk id="12" creationId="{EA6F8BB2-F210-EF7C-4B41-48A990DF20D3}"/>
          </ac:spMkLst>
        </pc:spChg>
        <pc:spChg chg="mod">
          <ac:chgData name="MYUNG JIN" userId="89f3fa32ababedc4" providerId="LiveId" clId="{6A819448-9C74-403A-93EF-38E481433A77}" dt="2024-05-30T12:30:57.786" v="7126" actId="571"/>
          <ac:spMkLst>
            <pc:docMk/>
            <pc:sldMk cId="2839118988" sldId="360"/>
            <ac:spMk id="14" creationId="{2F537EB0-D7C2-EB81-F11E-6153A1137410}"/>
          </ac:spMkLst>
        </pc:spChg>
        <pc:spChg chg="mod">
          <ac:chgData name="MYUNG JIN" userId="89f3fa32ababedc4" providerId="LiveId" clId="{6A819448-9C74-403A-93EF-38E481433A77}" dt="2024-05-30T12:30:57.786" v="7126" actId="571"/>
          <ac:spMkLst>
            <pc:docMk/>
            <pc:sldMk cId="2839118988" sldId="360"/>
            <ac:spMk id="15" creationId="{71136899-B904-00BA-DD51-7F11C1EA7A30}"/>
          </ac:spMkLst>
        </pc:spChg>
        <pc:spChg chg="mod">
          <ac:chgData name="MYUNG JIN" userId="89f3fa32ababedc4" providerId="LiveId" clId="{6A819448-9C74-403A-93EF-38E481433A77}" dt="2024-05-30T12:30:57.786" v="7126" actId="571"/>
          <ac:spMkLst>
            <pc:docMk/>
            <pc:sldMk cId="2839118988" sldId="360"/>
            <ac:spMk id="17" creationId="{005304D7-642C-151B-31B2-89F591BD368B}"/>
          </ac:spMkLst>
        </pc:spChg>
        <pc:spChg chg="add mod">
          <ac:chgData name="MYUNG JIN" userId="89f3fa32ababedc4" providerId="LiveId" clId="{6A819448-9C74-403A-93EF-38E481433A77}" dt="2024-05-30T12:31:54.354" v="7239" actId="14100"/>
          <ac:spMkLst>
            <pc:docMk/>
            <pc:sldMk cId="2839118988" sldId="360"/>
            <ac:spMk id="18" creationId="{3E07BEBF-E006-4691-96B3-21BA01CC213B}"/>
          </ac:spMkLst>
        </pc:spChg>
        <pc:spChg chg="add mod">
          <ac:chgData name="MYUNG JIN" userId="89f3fa32ababedc4" providerId="LiveId" clId="{6A819448-9C74-403A-93EF-38E481433A77}" dt="2024-05-30T13:58:31.559" v="8488" actId="164"/>
          <ac:spMkLst>
            <pc:docMk/>
            <pc:sldMk cId="2839118988" sldId="360"/>
            <ac:spMk id="25" creationId="{FDB8E655-B1F3-FCA5-067B-F108AF92EE3A}"/>
          </ac:spMkLst>
        </pc:spChg>
        <pc:spChg chg="del">
          <ac:chgData name="MYUNG JIN" userId="89f3fa32ababedc4" providerId="LiveId" clId="{6A819448-9C74-403A-93EF-38E481433A77}" dt="2024-05-30T12:31:01.146" v="7127" actId="478"/>
          <ac:spMkLst>
            <pc:docMk/>
            <pc:sldMk cId="2839118988" sldId="360"/>
            <ac:spMk id="31" creationId="{C44EF143-9CF7-522D-3779-2F5B452A4B07}"/>
          </ac:spMkLst>
        </pc:spChg>
        <pc:spChg chg="mod">
          <ac:chgData name="MYUNG JIN" userId="89f3fa32ababedc4" providerId="LiveId" clId="{6A819448-9C74-403A-93EF-38E481433A77}" dt="2024-05-30T13:58:33.191" v="8489"/>
          <ac:spMkLst>
            <pc:docMk/>
            <pc:sldMk cId="2839118988" sldId="360"/>
            <ac:spMk id="32" creationId="{DA0C1AFD-F9B5-3DAB-F46A-78B20F10B05E}"/>
          </ac:spMkLst>
        </pc:spChg>
        <pc:spChg chg="del">
          <ac:chgData name="MYUNG JIN" userId="89f3fa32ababedc4" providerId="LiveId" clId="{6A819448-9C74-403A-93EF-38E481433A77}" dt="2024-05-30T12:28:01.828" v="7066" actId="478"/>
          <ac:spMkLst>
            <pc:docMk/>
            <pc:sldMk cId="2839118988" sldId="360"/>
            <ac:spMk id="36" creationId="{59179272-1076-0CE5-D070-FEE95066A58F}"/>
          </ac:spMkLst>
        </pc:spChg>
        <pc:spChg chg="mod">
          <ac:chgData name="MYUNG JIN" userId="89f3fa32ababedc4" providerId="LiveId" clId="{6A819448-9C74-403A-93EF-38E481433A77}" dt="2024-05-30T12:31:06.618" v="7128" actId="1076"/>
          <ac:spMkLst>
            <pc:docMk/>
            <pc:sldMk cId="2839118988" sldId="360"/>
            <ac:spMk id="44" creationId="{0D292F83-9D82-DCAD-13F1-FC1D9E032E29}"/>
          </ac:spMkLst>
        </pc:spChg>
        <pc:spChg chg="del">
          <ac:chgData name="MYUNG JIN" userId="89f3fa32ababedc4" providerId="LiveId" clId="{6A819448-9C74-403A-93EF-38E481433A77}" dt="2024-05-30T12:27:51.486" v="7062" actId="478"/>
          <ac:spMkLst>
            <pc:docMk/>
            <pc:sldMk cId="2839118988" sldId="360"/>
            <ac:spMk id="48" creationId="{6D91E4C4-900B-BAE7-D6D0-5B821E5AD9CE}"/>
          </ac:spMkLst>
        </pc:spChg>
        <pc:spChg chg="add del mod">
          <ac:chgData name="MYUNG JIN" userId="89f3fa32ababedc4" providerId="LiveId" clId="{6A819448-9C74-403A-93EF-38E481433A77}" dt="2024-05-30T13:58:25.721" v="8485" actId="21"/>
          <ac:spMkLst>
            <pc:docMk/>
            <pc:sldMk cId="2839118988" sldId="360"/>
            <ac:spMk id="56" creationId="{7B03F696-251C-BC65-53D6-31421AA3F18C}"/>
          </ac:spMkLst>
        </pc:spChg>
        <pc:spChg chg="mod">
          <ac:chgData name="MYUNG JIN" userId="89f3fa32ababedc4" providerId="LiveId" clId="{6A819448-9C74-403A-93EF-38E481433A77}" dt="2024-05-30T12:29:48.349" v="7095" actId="571"/>
          <ac:spMkLst>
            <pc:docMk/>
            <pc:sldMk cId="2839118988" sldId="360"/>
            <ac:spMk id="59" creationId="{148DD96E-989C-B652-D80B-4AD57161AF79}"/>
          </ac:spMkLst>
        </pc:spChg>
        <pc:spChg chg="mod">
          <ac:chgData name="MYUNG JIN" userId="89f3fa32ababedc4" providerId="LiveId" clId="{6A819448-9C74-403A-93EF-38E481433A77}" dt="2024-05-30T12:29:48.349" v="7095" actId="571"/>
          <ac:spMkLst>
            <pc:docMk/>
            <pc:sldMk cId="2839118988" sldId="360"/>
            <ac:spMk id="61" creationId="{183B6350-015C-EFF0-3E72-6BB447CFE925}"/>
          </ac:spMkLst>
        </pc:spChg>
        <pc:spChg chg="mod">
          <ac:chgData name="MYUNG JIN" userId="89f3fa32ababedc4" providerId="LiveId" clId="{6A819448-9C74-403A-93EF-38E481433A77}" dt="2024-05-30T12:32:01.091" v="7240" actId="1076"/>
          <ac:spMkLst>
            <pc:docMk/>
            <pc:sldMk cId="2839118988" sldId="360"/>
            <ac:spMk id="70" creationId="{99A6FC56-969C-1483-8E1F-8B9FA606502B}"/>
          </ac:spMkLst>
        </pc:spChg>
        <pc:spChg chg="del">
          <ac:chgData name="MYUNG JIN" userId="89f3fa32ababedc4" providerId="LiveId" clId="{6A819448-9C74-403A-93EF-38E481433A77}" dt="2024-05-30T12:28:57.183" v="7078" actId="478"/>
          <ac:spMkLst>
            <pc:docMk/>
            <pc:sldMk cId="2839118988" sldId="360"/>
            <ac:spMk id="72" creationId="{C350932C-557D-32B7-3D7D-A7A51EC21C34}"/>
          </ac:spMkLst>
        </pc:spChg>
        <pc:spChg chg="mod">
          <ac:chgData name="MYUNG JIN" userId="89f3fa32ababedc4" providerId="LiveId" clId="{6A819448-9C74-403A-93EF-38E481433A77}" dt="2024-05-30T12:28:17.364" v="7072" actId="14100"/>
          <ac:spMkLst>
            <pc:docMk/>
            <pc:sldMk cId="2839118988" sldId="360"/>
            <ac:spMk id="75" creationId="{E6A2ED5A-0E65-5CEA-753D-9CAF484F6D4F}"/>
          </ac:spMkLst>
        </pc:spChg>
        <pc:spChg chg="mod">
          <ac:chgData name="MYUNG JIN" userId="89f3fa32ababedc4" providerId="LiveId" clId="{6A819448-9C74-403A-93EF-38E481433A77}" dt="2024-05-30T12:28:34.931" v="7077" actId="1076"/>
          <ac:spMkLst>
            <pc:docMk/>
            <pc:sldMk cId="2839118988" sldId="360"/>
            <ac:spMk id="76" creationId="{2419A7B3-5027-34AF-55F0-B341643067BE}"/>
          </ac:spMkLst>
        </pc:spChg>
        <pc:spChg chg="mod">
          <ac:chgData name="MYUNG JIN" userId="89f3fa32ababedc4" providerId="LiveId" clId="{6A819448-9C74-403A-93EF-38E481433A77}" dt="2024-05-30T12:32:01.091" v="7240" actId="1076"/>
          <ac:spMkLst>
            <pc:docMk/>
            <pc:sldMk cId="2839118988" sldId="360"/>
            <ac:spMk id="79" creationId="{AE8D5512-B7E3-6C74-115A-4485A41318F6}"/>
          </ac:spMkLst>
        </pc:spChg>
        <pc:spChg chg="del">
          <ac:chgData name="MYUNG JIN" userId="89f3fa32ababedc4" providerId="LiveId" clId="{6A819448-9C74-403A-93EF-38E481433A77}" dt="2024-05-30T12:28:59.791" v="7079" actId="478"/>
          <ac:spMkLst>
            <pc:docMk/>
            <pc:sldMk cId="2839118988" sldId="360"/>
            <ac:spMk id="80" creationId="{B76ECD0E-50BD-92A3-6562-3EBF16EC85EB}"/>
          </ac:spMkLst>
        </pc:spChg>
        <pc:grpChg chg="mod">
          <ac:chgData name="MYUNG JIN" userId="89f3fa32ababedc4" providerId="LiveId" clId="{6A819448-9C74-403A-93EF-38E481433A77}" dt="2024-05-30T12:30:57.786" v="7126" actId="571"/>
          <ac:grpSpMkLst>
            <pc:docMk/>
            <pc:sldMk cId="2839118988" sldId="360"/>
            <ac:grpSpMk id="16" creationId="{922398DC-5F0E-D644-8EC6-D14DA4A8A2D0}"/>
          </ac:grpSpMkLst>
        </pc:grpChg>
        <pc:grpChg chg="mod">
          <ac:chgData name="MYUNG JIN" userId="89f3fa32ababedc4" providerId="LiveId" clId="{6A819448-9C74-403A-93EF-38E481433A77}" dt="2024-05-30T12:30:57.786" v="7126" actId="571"/>
          <ac:grpSpMkLst>
            <pc:docMk/>
            <pc:sldMk cId="2839118988" sldId="360"/>
            <ac:grpSpMk id="20" creationId="{00BE292B-236D-E098-4F79-F2EF9A21F596}"/>
          </ac:grpSpMkLst>
        </pc:grpChg>
        <pc:grpChg chg="mod">
          <ac:chgData name="MYUNG JIN" userId="89f3fa32ababedc4" providerId="LiveId" clId="{6A819448-9C74-403A-93EF-38E481433A77}" dt="2024-05-30T12:30:57.786" v="7126" actId="571"/>
          <ac:grpSpMkLst>
            <pc:docMk/>
            <pc:sldMk cId="2839118988" sldId="360"/>
            <ac:grpSpMk id="21" creationId="{F85669A2-4A53-E612-384F-9809111018D8}"/>
          </ac:grpSpMkLst>
        </pc:grpChg>
        <pc:grpChg chg="add del mod">
          <ac:chgData name="MYUNG JIN" userId="89f3fa32ababedc4" providerId="LiveId" clId="{6A819448-9C74-403A-93EF-38E481433A77}" dt="2024-05-30T13:58:38.278" v="8491" actId="478"/>
          <ac:grpSpMkLst>
            <pc:docMk/>
            <pc:sldMk cId="2839118988" sldId="360"/>
            <ac:grpSpMk id="27" creationId="{14582729-7080-D44F-5032-26CAAC410F97}"/>
          </ac:grpSpMkLst>
        </pc:grpChg>
        <pc:grpChg chg="add mod">
          <ac:chgData name="MYUNG JIN" userId="89f3fa32ababedc4" providerId="LiveId" clId="{6A819448-9C74-403A-93EF-38E481433A77}" dt="2024-05-30T13:58:33.191" v="8489"/>
          <ac:grpSpMkLst>
            <pc:docMk/>
            <pc:sldMk cId="2839118988" sldId="360"/>
            <ac:grpSpMk id="29" creationId="{AD52C5B2-3934-DFCC-5C27-A1A8809AFEF2}"/>
          </ac:grpSpMkLst>
        </pc:grpChg>
        <pc:grpChg chg="mod">
          <ac:chgData name="MYUNG JIN" userId="89f3fa32ababedc4" providerId="LiveId" clId="{6A819448-9C74-403A-93EF-38E481433A77}" dt="2024-05-30T12:30:57.786" v="7126" actId="571"/>
          <ac:grpSpMkLst>
            <pc:docMk/>
            <pc:sldMk cId="2839118988" sldId="360"/>
            <ac:grpSpMk id="35" creationId="{C4436EEA-15A0-08C8-077B-D16DE3683275}"/>
          </ac:grpSpMkLst>
        </pc:grpChg>
        <pc:grpChg chg="mod">
          <ac:chgData name="MYUNG JIN" userId="89f3fa32ababedc4" providerId="LiveId" clId="{6A819448-9C74-403A-93EF-38E481433A77}" dt="2024-05-30T12:29:48.349" v="7095" actId="571"/>
          <ac:grpSpMkLst>
            <pc:docMk/>
            <pc:sldMk cId="2839118988" sldId="360"/>
            <ac:grpSpMk id="49" creationId="{AA8BFD2A-39AB-8254-E303-0E4E00E8B621}"/>
          </ac:grpSpMkLst>
        </pc:grpChg>
        <pc:grpChg chg="mod">
          <ac:chgData name="MYUNG JIN" userId="89f3fa32ababedc4" providerId="LiveId" clId="{6A819448-9C74-403A-93EF-38E481433A77}" dt="2024-05-30T12:29:48.349" v="7095" actId="571"/>
          <ac:grpSpMkLst>
            <pc:docMk/>
            <pc:sldMk cId="2839118988" sldId="360"/>
            <ac:grpSpMk id="50" creationId="{EA92E150-E1D3-4521-AA67-FB1B4BEEF730}"/>
          </ac:grpSpMkLst>
        </pc:grpChg>
        <pc:grpChg chg="mod">
          <ac:chgData name="MYUNG JIN" userId="89f3fa32ababedc4" providerId="LiveId" clId="{6A819448-9C74-403A-93EF-38E481433A77}" dt="2024-05-30T12:29:48.349" v="7095" actId="571"/>
          <ac:grpSpMkLst>
            <pc:docMk/>
            <pc:sldMk cId="2839118988" sldId="360"/>
            <ac:grpSpMk id="55" creationId="{DB12B677-D678-B0A5-4A93-C6CB547B3E32}"/>
          </ac:grpSpMkLst>
        </pc:grpChg>
        <pc:grpChg chg="mod">
          <ac:chgData name="MYUNG JIN" userId="89f3fa32ababedc4" providerId="LiveId" clId="{6A819448-9C74-403A-93EF-38E481433A77}" dt="2024-05-30T12:32:01.091" v="7240" actId="1076"/>
          <ac:grpSpMkLst>
            <pc:docMk/>
            <pc:sldMk cId="2839118988" sldId="360"/>
            <ac:grpSpMk id="65" creationId="{FDA83113-54E0-ADB8-71F0-CCBAE5DCB083}"/>
          </ac:grpSpMkLst>
        </pc:grpChg>
        <pc:picChg chg="add del">
          <ac:chgData name="MYUNG JIN" userId="89f3fa32ababedc4" providerId="LiveId" clId="{6A819448-9C74-403A-93EF-38E481433A77}" dt="2024-05-30T13:58:40.418" v="8492" actId="21"/>
          <ac:picMkLst>
            <pc:docMk/>
            <pc:sldMk cId="2839118988" sldId="360"/>
            <ac:picMk id="37" creationId="{9A8272D3-C6B8-D063-0B82-EA32E06A95E5}"/>
          </ac:picMkLst>
        </pc:picChg>
        <pc:cxnChg chg="add mod">
          <ac:chgData name="MYUNG JIN" userId="89f3fa32ababedc4" providerId="LiveId" clId="{6A819448-9C74-403A-93EF-38E481433A77}" dt="2024-05-30T12:29:48.349" v="7095" actId="571"/>
          <ac:cxnSpMkLst>
            <pc:docMk/>
            <pc:sldMk cId="2839118988" sldId="360"/>
            <ac:cxnSpMk id="3" creationId="{ED1708BF-85D6-9C5A-5924-688497E20980}"/>
          </ac:cxnSpMkLst>
        </pc:cxnChg>
        <pc:cxnChg chg="add mod">
          <ac:chgData name="MYUNG JIN" userId="89f3fa32ababedc4" providerId="LiveId" clId="{6A819448-9C74-403A-93EF-38E481433A77}" dt="2024-05-30T12:30:57.786" v="7126" actId="571"/>
          <ac:cxnSpMkLst>
            <pc:docMk/>
            <pc:sldMk cId="2839118988" sldId="360"/>
            <ac:cxnSpMk id="13" creationId="{DE22FA4B-F97E-8593-BC45-939261FDFBBC}"/>
          </ac:cxnSpMkLst>
        </pc:cxnChg>
        <pc:cxnChg chg="mod">
          <ac:chgData name="MYUNG JIN" userId="89f3fa32ababedc4" providerId="LiveId" clId="{6A819448-9C74-403A-93EF-38E481433A77}" dt="2024-05-30T12:30:57.786" v="7126" actId="571"/>
          <ac:cxnSpMkLst>
            <pc:docMk/>
            <pc:sldMk cId="2839118988" sldId="360"/>
            <ac:cxnSpMk id="19" creationId="{631EB0A2-199F-5748-0641-E5CCF52395BB}"/>
          </ac:cxnSpMkLst>
        </pc:cxnChg>
        <pc:cxnChg chg="mod">
          <ac:chgData name="MYUNG JIN" userId="89f3fa32ababedc4" providerId="LiveId" clId="{6A819448-9C74-403A-93EF-38E481433A77}" dt="2024-05-30T12:30:57.786" v="7126" actId="571"/>
          <ac:cxnSpMkLst>
            <pc:docMk/>
            <pc:sldMk cId="2839118988" sldId="360"/>
            <ac:cxnSpMk id="23" creationId="{C80CB0C7-B954-B9C6-E69E-D40F35F3BA82}"/>
          </ac:cxnSpMkLst>
        </pc:cxnChg>
        <pc:cxnChg chg="add mod">
          <ac:chgData name="MYUNG JIN" userId="89f3fa32ababedc4" providerId="LiveId" clId="{6A819448-9C74-403A-93EF-38E481433A77}" dt="2024-05-30T12:32:37.980" v="7243" actId="208"/>
          <ac:cxnSpMkLst>
            <pc:docMk/>
            <pc:sldMk cId="2839118988" sldId="360"/>
            <ac:cxnSpMk id="24" creationId="{3CA63C36-6124-B72F-0F48-DF4F8A9B23AD}"/>
          </ac:cxnSpMkLst>
        </pc:cxnChg>
        <pc:cxnChg chg="add mod">
          <ac:chgData name="MYUNG JIN" userId="89f3fa32ababedc4" providerId="LiveId" clId="{6A819448-9C74-403A-93EF-38E481433A77}" dt="2024-05-30T13:58:31.559" v="8488" actId="164"/>
          <ac:cxnSpMkLst>
            <pc:docMk/>
            <pc:sldMk cId="2839118988" sldId="360"/>
            <ac:cxnSpMk id="26" creationId="{D016AAAF-FE8E-4749-3808-7C0A907B1F83}"/>
          </ac:cxnSpMkLst>
        </pc:cxnChg>
        <pc:cxnChg chg="mod">
          <ac:chgData name="MYUNG JIN" userId="89f3fa32ababedc4" providerId="LiveId" clId="{6A819448-9C74-403A-93EF-38E481433A77}" dt="2024-05-30T12:30:57.786" v="7126" actId="571"/>
          <ac:cxnSpMkLst>
            <pc:docMk/>
            <pc:sldMk cId="2839118988" sldId="360"/>
            <ac:cxnSpMk id="28" creationId="{1F2F30D8-EE01-1DF4-1866-784162F14B10}"/>
          </ac:cxnSpMkLst>
        </pc:cxnChg>
        <pc:cxnChg chg="mod">
          <ac:chgData name="MYUNG JIN" userId="89f3fa32ababedc4" providerId="LiveId" clId="{6A819448-9C74-403A-93EF-38E481433A77}" dt="2024-05-30T12:30:57.786" v="7126" actId="571"/>
          <ac:cxnSpMkLst>
            <pc:docMk/>
            <pc:sldMk cId="2839118988" sldId="360"/>
            <ac:cxnSpMk id="30" creationId="{EBA28C00-09F7-CB6D-45D4-53BDE78A5D09}"/>
          </ac:cxnSpMkLst>
        </pc:cxnChg>
        <pc:cxnChg chg="del mod">
          <ac:chgData name="MYUNG JIN" userId="89f3fa32ababedc4" providerId="LiveId" clId="{6A819448-9C74-403A-93EF-38E481433A77}" dt="2024-05-30T12:28:02.528" v="7067" actId="478"/>
          <ac:cxnSpMkLst>
            <pc:docMk/>
            <pc:sldMk cId="2839118988" sldId="360"/>
            <ac:cxnSpMk id="33" creationId="{EEA6AA9F-B13F-80F0-F979-631D3E39A77E}"/>
          </ac:cxnSpMkLst>
        </pc:cxnChg>
        <pc:cxnChg chg="mod">
          <ac:chgData name="MYUNG JIN" userId="89f3fa32ababedc4" providerId="LiveId" clId="{6A819448-9C74-403A-93EF-38E481433A77}" dt="2024-05-30T13:58:33.191" v="8489"/>
          <ac:cxnSpMkLst>
            <pc:docMk/>
            <pc:sldMk cId="2839118988" sldId="360"/>
            <ac:cxnSpMk id="34" creationId="{E8F294C5-0E34-667D-45A3-CAD7A87BAF30}"/>
          </ac:cxnSpMkLst>
        </pc:cxnChg>
        <pc:cxnChg chg="del mod">
          <ac:chgData name="MYUNG JIN" userId="89f3fa32ababedc4" providerId="LiveId" clId="{6A819448-9C74-403A-93EF-38E481433A77}" dt="2024-05-30T12:27:54.494" v="7063" actId="478"/>
          <ac:cxnSpMkLst>
            <pc:docMk/>
            <pc:sldMk cId="2839118988" sldId="360"/>
            <ac:cxnSpMk id="40" creationId="{EE3D9791-081C-261D-6FB0-BE4B57FE6C25}"/>
          </ac:cxnSpMkLst>
        </pc:cxnChg>
        <pc:cxnChg chg="mod">
          <ac:chgData name="MYUNG JIN" userId="89f3fa32ababedc4" providerId="LiveId" clId="{6A819448-9C74-403A-93EF-38E481433A77}" dt="2024-05-30T12:29:48.349" v="7095" actId="571"/>
          <ac:cxnSpMkLst>
            <pc:docMk/>
            <pc:sldMk cId="2839118988" sldId="360"/>
            <ac:cxnSpMk id="51" creationId="{B59AC7B3-05D6-8C2E-DC73-1EE9AF95579B}"/>
          </ac:cxnSpMkLst>
        </pc:cxnChg>
        <pc:cxnChg chg="mod">
          <ac:chgData name="MYUNG JIN" userId="89f3fa32ababedc4" providerId="LiveId" clId="{6A819448-9C74-403A-93EF-38E481433A77}" dt="2024-05-30T12:29:48.349" v="7095" actId="571"/>
          <ac:cxnSpMkLst>
            <pc:docMk/>
            <pc:sldMk cId="2839118988" sldId="360"/>
            <ac:cxnSpMk id="52" creationId="{908148DD-6A58-17B2-202E-00DFED3D3408}"/>
          </ac:cxnSpMkLst>
        </pc:cxnChg>
        <pc:cxnChg chg="add del mod">
          <ac:chgData name="MYUNG JIN" userId="89f3fa32ababedc4" providerId="LiveId" clId="{6A819448-9C74-403A-93EF-38E481433A77}" dt="2024-05-30T13:58:25.721" v="8485" actId="21"/>
          <ac:cxnSpMkLst>
            <pc:docMk/>
            <pc:sldMk cId="2839118988" sldId="360"/>
            <ac:cxnSpMk id="57" creationId="{5D2564D7-71D6-7841-C7AE-48F9225595D9}"/>
          </ac:cxnSpMkLst>
        </pc:cxnChg>
        <pc:cxnChg chg="mod">
          <ac:chgData name="MYUNG JIN" userId="89f3fa32ababedc4" providerId="LiveId" clId="{6A819448-9C74-403A-93EF-38E481433A77}" dt="2024-05-30T12:29:48.349" v="7095" actId="571"/>
          <ac:cxnSpMkLst>
            <pc:docMk/>
            <pc:sldMk cId="2839118988" sldId="360"/>
            <ac:cxnSpMk id="64" creationId="{F3EB3E78-2490-7C3A-8D3D-C67E00466D2C}"/>
          </ac:cxnSpMkLst>
        </pc:cxnChg>
        <pc:cxnChg chg="mod">
          <ac:chgData name="MYUNG JIN" userId="89f3fa32ababedc4" providerId="LiveId" clId="{6A819448-9C74-403A-93EF-38E481433A77}" dt="2024-05-30T12:29:48.349" v="7095" actId="571"/>
          <ac:cxnSpMkLst>
            <pc:docMk/>
            <pc:sldMk cId="2839118988" sldId="360"/>
            <ac:cxnSpMk id="66" creationId="{01D6DC10-047E-DF44-D8BF-1A0FD548DDA0}"/>
          </ac:cxnSpMkLst>
        </pc:cxnChg>
        <pc:cxnChg chg="del mod">
          <ac:chgData name="MYUNG JIN" userId="89f3fa32ababedc4" providerId="LiveId" clId="{6A819448-9C74-403A-93EF-38E481433A77}" dt="2024-05-30T12:29:02.143" v="7081" actId="478"/>
          <ac:cxnSpMkLst>
            <pc:docMk/>
            <pc:sldMk cId="2839118988" sldId="360"/>
            <ac:cxnSpMk id="71" creationId="{61D485D2-DF67-BAB1-AC64-8A3BADD5BDBE}"/>
          </ac:cxnSpMkLst>
        </pc:cxnChg>
        <pc:cxnChg chg="mod">
          <ac:chgData name="MYUNG JIN" userId="89f3fa32ababedc4" providerId="LiveId" clId="{6A819448-9C74-403A-93EF-38E481433A77}" dt="2024-05-30T12:32:01.091" v="7240" actId="1076"/>
          <ac:cxnSpMkLst>
            <pc:docMk/>
            <pc:sldMk cId="2839118988" sldId="360"/>
            <ac:cxnSpMk id="77" creationId="{2D33F2FF-14C1-5F38-8552-0C20BB1D2F12}"/>
          </ac:cxnSpMkLst>
        </pc:cxnChg>
      </pc:sldChg>
      <pc:sldChg chg="addSp delSp modSp add del mod">
        <pc:chgData name="MYUNG JIN" userId="89f3fa32ababedc4" providerId="LiveId" clId="{6A819448-9C74-403A-93EF-38E481433A77}" dt="2024-05-29T19:21:35.585" v="3119" actId="47"/>
        <pc:sldMkLst>
          <pc:docMk/>
          <pc:sldMk cId="3063599940" sldId="360"/>
        </pc:sldMkLst>
        <pc:spChg chg="mod">
          <ac:chgData name="MYUNG JIN" userId="89f3fa32ababedc4" providerId="LiveId" clId="{6A819448-9C74-403A-93EF-38E481433A77}" dt="2024-05-22T12:42:21.418" v="709" actId="20577"/>
          <ac:spMkLst>
            <pc:docMk/>
            <pc:sldMk cId="3063599940" sldId="360"/>
            <ac:spMk id="2" creationId="{00000000-0000-0000-0000-000000000000}"/>
          </ac:spMkLst>
        </pc:spChg>
        <pc:spChg chg="add mod">
          <ac:chgData name="MYUNG JIN" userId="89f3fa32ababedc4" providerId="LiveId" clId="{6A819448-9C74-403A-93EF-38E481433A77}" dt="2024-05-22T12:44:28.139" v="1062" actId="20577"/>
          <ac:spMkLst>
            <pc:docMk/>
            <pc:sldMk cId="3063599940" sldId="360"/>
            <ac:spMk id="3" creationId="{078A6BE1-74F9-D80E-B2D0-A6CD49F17336}"/>
          </ac:spMkLst>
        </pc:spChg>
        <pc:spChg chg="add mod">
          <ac:chgData name="MYUNG JIN" userId="89f3fa32ababedc4" providerId="LiveId" clId="{6A819448-9C74-403A-93EF-38E481433A77}" dt="2024-05-22T12:44:47.576" v="1151" actId="14100"/>
          <ac:spMkLst>
            <pc:docMk/>
            <pc:sldMk cId="3063599940" sldId="360"/>
            <ac:spMk id="4" creationId="{1A32104B-B31F-BEA7-2888-DA8F8CC72059}"/>
          </ac:spMkLst>
        </pc:spChg>
        <pc:picChg chg="del">
          <ac:chgData name="MYUNG JIN" userId="89f3fa32ababedc4" providerId="LiveId" clId="{6A819448-9C74-403A-93EF-38E481433A77}" dt="2024-05-22T12:42:07.486" v="652" actId="478"/>
          <ac:picMkLst>
            <pc:docMk/>
            <pc:sldMk cId="3063599940" sldId="360"/>
            <ac:picMk id="43" creationId="{143D631F-F76D-25EF-0986-A173686F3EF4}"/>
          </ac:picMkLst>
        </pc:picChg>
      </pc:sldChg>
      <pc:sldChg chg="del">
        <pc:chgData name="MYUNG JIN" userId="89f3fa32ababedc4" providerId="LiveId" clId="{6A819448-9C74-403A-93EF-38E481433A77}" dt="2024-05-20T06:44:12.891" v="79" actId="47"/>
        <pc:sldMkLst>
          <pc:docMk/>
          <pc:sldMk cId="490946267" sldId="361"/>
        </pc:sldMkLst>
      </pc:sldChg>
      <pc:sldChg chg="addSp delSp modSp add mod ord">
        <pc:chgData name="MYUNG JIN" userId="89f3fa32ababedc4" providerId="LiveId" clId="{6A819448-9C74-403A-93EF-38E481433A77}" dt="2024-06-03T02:23:36.774" v="8651" actId="14100"/>
        <pc:sldMkLst>
          <pc:docMk/>
          <pc:sldMk cId="517398555" sldId="361"/>
        </pc:sldMkLst>
        <pc:spChg chg="mod">
          <ac:chgData name="MYUNG JIN" userId="89f3fa32ababedc4" providerId="LiveId" clId="{6A819448-9C74-403A-93EF-38E481433A77}" dt="2024-05-30T12:02:49.557" v="6607" actId="20577"/>
          <ac:spMkLst>
            <pc:docMk/>
            <pc:sldMk cId="517398555" sldId="361"/>
            <ac:spMk id="2" creationId="{00000000-0000-0000-0000-000000000000}"/>
          </ac:spMkLst>
        </pc:spChg>
        <pc:spChg chg="mod">
          <ac:chgData name="MYUNG JIN" userId="89f3fa32ababedc4" providerId="LiveId" clId="{6A819448-9C74-403A-93EF-38E481433A77}" dt="2024-05-30T12:03:31.611" v="6654" actId="20577"/>
          <ac:spMkLst>
            <pc:docMk/>
            <pc:sldMk cId="517398555" sldId="361"/>
            <ac:spMk id="3" creationId="{078A6BE1-74F9-D80E-B2D0-A6CD49F17336}"/>
          </ac:spMkLst>
        </pc:spChg>
        <pc:spChg chg="del">
          <ac:chgData name="MYUNG JIN" userId="89f3fa32ababedc4" providerId="LiveId" clId="{6A819448-9C74-403A-93EF-38E481433A77}" dt="2024-05-22T12:47:15.785" v="1161" actId="478"/>
          <ac:spMkLst>
            <pc:docMk/>
            <pc:sldMk cId="517398555" sldId="361"/>
            <ac:spMk id="4" creationId="{1A32104B-B31F-BEA7-2888-DA8F8CC72059}"/>
          </ac:spMkLst>
        </pc:spChg>
        <pc:spChg chg="add del mod">
          <ac:chgData name="MYUNG JIN" userId="89f3fa32ababedc4" providerId="LiveId" clId="{6A819448-9C74-403A-93EF-38E481433A77}" dt="2024-05-30T08:39:05.235" v="5598" actId="478"/>
          <ac:spMkLst>
            <pc:docMk/>
            <pc:sldMk cId="517398555" sldId="361"/>
            <ac:spMk id="4" creationId="{B76D7326-3A59-831E-D1DF-C5BEBC1170C5}"/>
          </ac:spMkLst>
        </pc:spChg>
        <pc:spChg chg="add del mod">
          <ac:chgData name="MYUNG JIN" userId="89f3fa32ababedc4" providerId="LiveId" clId="{6A819448-9C74-403A-93EF-38E481433A77}" dt="2024-05-29T19:22:08.595" v="3190" actId="478"/>
          <ac:spMkLst>
            <pc:docMk/>
            <pc:sldMk cId="517398555" sldId="361"/>
            <ac:spMk id="9" creationId="{7D6F3616-2978-4F78-C29A-261892FE1EBE}"/>
          </ac:spMkLst>
        </pc:spChg>
        <pc:spChg chg="add del">
          <ac:chgData name="MYUNG JIN" userId="89f3fa32ababedc4" providerId="LiveId" clId="{6A819448-9C74-403A-93EF-38E481433A77}" dt="2024-05-22T12:48:38.922" v="1166" actId="478"/>
          <ac:spMkLst>
            <pc:docMk/>
            <pc:sldMk cId="517398555" sldId="361"/>
            <ac:spMk id="10" creationId="{1873950D-617E-AD3A-4166-D6EE6A6AC7CA}"/>
          </ac:spMkLst>
        </pc:spChg>
        <pc:spChg chg="add del mod">
          <ac:chgData name="MYUNG JIN" userId="89f3fa32ababedc4" providerId="LiveId" clId="{6A819448-9C74-403A-93EF-38E481433A77}" dt="2024-05-30T08:39:10.238" v="5599" actId="478"/>
          <ac:spMkLst>
            <pc:docMk/>
            <pc:sldMk cId="517398555" sldId="361"/>
            <ac:spMk id="10" creationId="{89AA8D7E-EC54-D636-1DE5-48B0E8856A7C}"/>
          </ac:spMkLst>
        </pc:spChg>
        <pc:spChg chg="add del">
          <ac:chgData name="MYUNG JIN" userId="89f3fa32ababedc4" providerId="LiveId" clId="{6A819448-9C74-403A-93EF-38E481433A77}" dt="2024-05-22T12:49:09.401" v="1169" actId="478"/>
          <ac:spMkLst>
            <pc:docMk/>
            <pc:sldMk cId="517398555" sldId="361"/>
            <ac:spMk id="11" creationId="{ACE5A469-B389-178E-2307-74C697EA78A7}"/>
          </ac:spMkLst>
        </pc:spChg>
        <pc:spChg chg="add mod">
          <ac:chgData name="MYUNG JIN" userId="89f3fa32ababedc4" providerId="LiveId" clId="{6A819448-9C74-403A-93EF-38E481433A77}" dt="2024-05-30T12:03:09.541" v="6633" actId="1076"/>
          <ac:spMkLst>
            <pc:docMk/>
            <pc:sldMk cId="517398555" sldId="361"/>
            <ac:spMk id="13" creationId="{17638032-4D5D-A172-14E8-A02FA43A84AF}"/>
          </ac:spMkLst>
        </pc:spChg>
        <pc:spChg chg="add mod">
          <ac:chgData name="MYUNG JIN" userId="89f3fa32ababedc4" providerId="LiveId" clId="{6A819448-9C74-403A-93EF-38E481433A77}" dt="2024-05-30T12:24:09.775" v="6706" actId="1076"/>
          <ac:spMkLst>
            <pc:docMk/>
            <pc:sldMk cId="517398555" sldId="361"/>
            <ac:spMk id="15" creationId="{314B4540-DDBC-1A68-3486-0F04418E6742}"/>
          </ac:spMkLst>
        </pc:spChg>
        <pc:spChg chg="add mod">
          <ac:chgData name="MYUNG JIN" userId="89f3fa32ababedc4" providerId="LiveId" clId="{6A819448-9C74-403A-93EF-38E481433A77}" dt="2024-05-30T12:03:39.306" v="6656" actId="1076"/>
          <ac:spMkLst>
            <pc:docMk/>
            <pc:sldMk cId="517398555" sldId="361"/>
            <ac:spMk id="16" creationId="{0C0FFF3D-6E45-3DB4-AF48-AB708A75B1B4}"/>
          </ac:spMkLst>
        </pc:spChg>
        <pc:spChg chg="add mod">
          <ac:chgData name="MYUNG JIN" userId="89f3fa32ababedc4" providerId="LiveId" clId="{6A819448-9C74-403A-93EF-38E481433A77}" dt="2024-05-30T12:23:30.947" v="6697" actId="14100"/>
          <ac:spMkLst>
            <pc:docMk/>
            <pc:sldMk cId="517398555" sldId="361"/>
            <ac:spMk id="18" creationId="{33DAA072-4309-7E13-3817-FF9E3D7C01BB}"/>
          </ac:spMkLst>
        </pc:spChg>
        <pc:spChg chg="add mod">
          <ac:chgData name="MYUNG JIN" userId="89f3fa32ababedc4" providerId="LiveId" clId="{6A819448-9C74-403A-93EF-38E481433A77}" dt="2024-05-30T12:24:11.834" v="6707" actId="571"/>
          <ac:spMkLst>
            <pc:docMk/>
            <pc:sldMk cId="517398555" sldId="361"/>
            <ac:spMk id="20" creationId="{B42095CF-ED69-C706-7E6B-47CF8B3FB249}"/>
          </ac:spMkLst>
        </pc:spChg>
        <pc:spChg chg="add mod">
          <ac:chgData name="MYUNG JIN" userId="89f3fa32ababedc4" providerId="LiveId" clId="{6A819448-9C74-403A-93EF-38E481433A77}" dt="2024-05-30T12:41:38.312" v="7596" actId="404"/>
          <ac:spMkLst>
            <pc:docMk/>
            <pc:sldMk cId="517398555" sldId="361"/>
            <ac:spMk id="21" creationId="{C54FAACE-9BDF-2FC9-71CA-6D0BF6BB95C1}"/>
          </ac:spMkLst>
        </pc:spChg>
        <pc:spChg chg="add mod">
          <ac:chgData name="MYUNG JIN" userId="89f3fa32ababedc4" providerId="LiveId" clId="{6A819448-9C74-403A-93EF-38E481433A77}" dt="2024-05-30T12:42:07.412" v="7703" actId="20577"/>
          <ac:spMkLst>
            <pc:docMk/>
            <pc:sldMk cId="517398555" sldId="361"/>
            <ac:spMk id="22" creationId="{6440BED2-8DA0-BC2C-7273-08FF1D97E0D0}"/>
          </ac:spMkLst>
        </pc:spChg>
        <pc:graphicFrameChg chg="add mod">
          <ac:chgData name="MYUNG JIN" userId="89f3fa32ababedc4" providerId="LiveId" clId="{6A819448-9C74-403A-93EF-38E481433A77}" dt="2024-05-30T12:03:08.013" v="6632" actId="1076"/>
          <ac:graphicFrameMkLst>
            <pc:docMk/>
            <pc:sldMk cId="517398555" sldId="361"/>
            <ac:graphicFrameMk id="11" creationId="{B7309960-07CD-DA4D-75EE-93EC6A7580A6}"/>
          </ac:graphicFrameMkLst>
        </pc:graphicFrameChg>
        <pc:graphicFrameChg chg="add del mod">
          <ac:chgData name="MYUNG JIN" userId="89f3fa32ababedc4" providerId="LiveId" clId="{6A819448-9C74-403A-93EF-38E481433A77}" dt="2024-05-30T12:23:50.842" v="6698" actId="478"/>
          <ac:graphicFrameMkLst>
            <pc:docMk/>
            <pc:sldMk cId="517398555" sldId="361"/>
            <ac:graphicFrameMk id="14" creationId="{632CB501-0A05-56E9-799B-1D028784FE18}"/>
          </ac:graphicFrameMkLst>
        </pc:graphicFrameChg>
        <pc:graphicFrameChg chg="add mod">
          <ac:chgData name="MYUNG JIN" userId="89f3fa32ababedc4" providerId="LiveId" clId="{6A819448-9C74-403A-93EF-38E481433A77}" dt="2024-05-30T12:23:11.483" v="6660" actId="1076"/>
          <ac:graphicFrameMkLst>
            <pc:docMk/>
            <pc:sldMk cId="517398555" sldId="361"/>
            <ac:graphicFrameMk id="17" creationId="{2DA3F5B5-B2BE-CB2A-AB71-FBFAC7BA3628}"/>
          </ac:graphicFrameMkLst>
        </pc:graphicFrameChg>
        <pc:graphicFrameChg chg="add mod ord">
          <ac:chgData name="MYUNG JIN" userId="89f3fa32ababedc4" providerId="LiveId" clId="{6A819448-9C74-403A-93EF-38E481433A77}" dt="2024-06-03T02:23:36.774" v="8651" actId="14100"/>
          <ac:graphicFrameMkLst>
            <pc:docMk/>
            <pc:sldMk cId="517398555" sldId="361"/>
            <ac:graphicFrameMk id="19" creationId="{CFA8EE2D-31A2-B501-C369-FF949ECABE52}"/>
          </ac:graphicFrameMkLst>
        </pc:graphicFrameChg>
        <pc:cxnChg chg="add del">
          <ac:chgData name="MYUNG JIN" userId="89f3fa32ababedc4" providerId="LiveId" clId="{6A819448-9C74-403A-93EF-38E481433A77}" dt="2024-05-22T12:49:18.597" v="1171" actId="478"/>
          <ac:cxnSpMkLst>
            <pc:docMk/>
            <pc:sldMk cId="517398555" sldId="361"/>
            <ac:cxnSpMk id="14" creationId="{DFA900FE-00A3-3599-7355-93E8E1BB6D31}"/>
          </ac:cxnSpMkLst>
        </pc:cxnChg>
      </pc:sldChg>
      <pc:sldChg chg="addSp delSp modSp add mod ord">
        <pc:chgData name="MYUNG JIN" userId="89f3fa32ababedc4" providerId="LiveId" clId="{6A819448-9C74-403A-93EF-38E481433A77}" dt="2024-07-05T00:35:10.033" v="8724" actId="20577"/>
        <pc:sldMkLst>
          <pc:docMk/>
          <pc:sldMk cId="757566272" sldId="362"/>
        </pc:sldMkLst>
        <pc:spChg chg="mod">
          <ac:chgData name="MYUNG JIN" userId="89f3fa32ababedc4" providerId="LiveId" clId="{6A819448-9C74-403A-93EF-38E481433A77}" dt="2024-05-24T00:17:54.949" v="1202" actId="20577"/>
          <ac:spMkLst>
            <pc:docMk/>
            <pc:sldMk cId="757566272" sldId="362"/>
            <ac:spMk id="2" creationId="{00000000-0000-0000-0000-000000000000}"/>
          </ac:spMkLst>
        </pc:spChg>
        <pc:spChg chg="del mod">
          <ac:chgData name="MYUNG JIN" userId="89f3fa32ababedc4" providerId="LiveId" clId="{6A819448-9C74-403A-93EF-38E481433A77}" dt="2024-05-24T00:20:11.585" v="1207" actId="478"/>
          <ac:spMkLst>
            <pc:docMk/>
            <pc:sldMk cId="757566272" sldId="362"/>
            <ac:spMk id="3" creationId="{078A6BE1-74F9-D80E-B2D0-A6CD49F17336}"/>
          </ac:spMkLst>
        </pc:spChg>
        <pc:spChg chg="add del mod">
          <ac:chgData name="MYUNG JIN" userId="89f3fa32ababedc4" providerId="LiveId" clId="{6A819448-9C74-403A-93EF-38E481433A77}" dt="2024-05-24T00:50:55.720" v="1362" actId="478"/>
          <ac:spMkLst>
            <pc:docMk/>
            <pc:sldMk cId="757566272" sldId="362"/>
            <ac:spMk id="4" creationId="{570DA4B2-9173-CAA0-EC00-88F9B6D1496C}"/>
          </ac:spMkLst>
        </pc:spChg>
        <pc:spChg chg="mod">
          <ac:chgData name="MYUNG JIN" userId="89f3fa32ababedc4" providerId="LiveId" clId="{6A819448-9C74-403A-93EF-38E481433A77}" dt="2024-05-24T11:20:19.319" v="1805" actId="1076"/>
          <ac:spMkLst>
            <pc:docMk/>
            <pc:sldMk cId="757566272" sldId="362"/>
            <ac:spMk id="5" creationId="{00000000-0000-0000-0000-000000000000}"/>
          </ac:spMkLst>
        </pc:spChg>
        <pc:spChg chg="del mod">
          <ac:chgData name="MYUNG JIN" userId="89f3fa32ababedc4" providerId="LiveId" clId="{6A819448-9C74-403A-93EF-38E481433A77}" dt="2024-05-24T07:37:14.996" v="1724" actId="478"/>
          <ac:spMkLst>
            <pc:docMk/>
            <pc:sldMk cId="757566272" sldId="362"/>
            <ac:spMk id="9" creationId="{7D6F3616-2978-4F78-C29A-261892FE1EBE}"/>
          </ac:spMkLst>
        </pc:spChg>
        <pc:spChg chg="add mod">
          <ac:chgData name="MYUNG JIN" userId="89f3fa32ababedc4" providerId="LiveId" clId="{6A819448-9C74-403A-93EF-38E481433A77}" dt="2024-07-05T00:35:10.033" v="8724" actId="20577"/>
          <ac:spMkLst>
            <pc:docMk/>
            <pc:sldMk cId="757566272" sldId="362"/>
            <ac:spMk id="10" creationId="{DEEE8CF4-5BE6-E9DD-F5EE-F54894823935}"/>
          </ac:spMkLst>
        </pc:spChg>
        <pc:spChg chg="add del mod">
          <ac:chgData name="MYUNG JIN" userId="89f3fa32ababedc4" providerId="LiveId" clId="{6A819448-9C74-403A-93EF-38E481433A77}" dt="2024-05-24T06:49:20.099" v="1383" actId="478"/>
          <ac:spMkLst>
            <pc:docMk/>
            <pc:sldMk cId="757566272" sldId="362"/>
            <ac:spMk id="11" creationId="{7D95F4D2-527D-E5E7-B903-0BD3145AAD0F}"/>
          </ac:spMkLst>
        </pc:spChg>
        <pc:spChg chg="add mod">
          <ac:chgData name="MYUNG JIN" userId="89f3fa32ababedc4" providerId="LiveId" clId="{6A819448-9C74-403A-93EF-38E481433A77}" dt="2024-05-24T07:36:32.135" v="1656" actId="164"/>
          <ac:spMkLst>
            <pc:docMk/>
            <pc:sldMk cId="757566272" sldId="362"/>
            <ac:spMk id="13" creationId="{6B1E3A14-6FA2-727A-F2AF-7D3C473BAC47}"/>
          </ac:spMkLst>
        </pc:spChg>
        <pc:spChg chg="add mod">
          <ac:chgData name="MYUNG JIN" userId="89f3fa32ababedc4" providerId="LiveId" clId="{6A819448-9C74-403A-93EF-38E481433A77}" dt="2024-05-24T07:36:32.135" v="1656" actId="164"/>
          <ac:spMkLst>
            <pc:docMk/>
            <pc:sldMk cId="757566272" sldId="362"/>
            <ac:spMk id="14" creationId="{8B724531-8505-EF24-013A-CB5FC2C1B592}"/>
          </ac:spMkLst>
        </pc:spChg>
        <pc:spChg chg="add mod">
          <ac:chgData name="MYUNG JIN" userId="89f3fa32ababedc4" providerId="LiveId" clId="{6A819448-9C74-403A-93EF-38E481433A77}" dt="2024-07-05T00:12:36.948" v="8668" actId="14100"/>
          <ac:spMkLst>
            <pc:docMk/>
            <pc:sldMk cId="757566272" sldId="362"/>
            <ac:spMk id="15" creationId="{F3A6E4CD-1E05-A771-9C87-141ABD3E6109}"/>
          </ac:spMkLst>
        </pc:spChg>
        <pc:spChg chg="add mod">
          <ac:chgData name="MYUNG JIN" userId="89f3fa32ababedc4" providerId="LiveId" clId="{6A819448-9C74-403A-93EF-38E481433A77}" dt="2024-05-24T07:36:32.135" v="1656" actId="164"/>
          <ac:spMkLst>
            <pc:docMk/>
            <pc:sldMk cId="757566272" sldId="362"/>
            <ac:spMk id="16" creationId="{1FFAA050-54C4-AD64-4D0E-1CD937D94E12}"/>
          </ac:spMkLst>
        </pc:spChg>
        <pc:spChg chg="add mod">
          <ac:chgData name="MYUNG JIN" userId="89f3fa32ababedc4" providerId="LiveId" clId="{6A819448-9C74-403A-93EF-38E481433A77}" dt="2024-05-24T07:36:45.096" v="1661" actId="1076"/>
          <ac:spMkLst>
            <pc:docMk/>
            <pc:sldMk cId="757566272" sldId="362"/>
            <ac:spMk id="18" creationId="{787B30B8-C992-3CA2-7C9F-4E00164E9A35}"/>
          </ac:spMkLst>
        </pc:spChg>
        <pc:spChg chg="add mod">
          <ac:chgData name="MYUNG JIN" userId="89f3fa32ababedc4" providerId="LiveId" clId="{6A819448-9C74-403A-93EF-38E481433A77}" dt="2024-05-24T07:37:01.559" v="1723" actId="20577"/>
          <ac:spMkLst>
            <pc:docMk/>
            <pc:sldMk cId="757566272" sldId="362"/>
            <ac:spMk id="19" creationId="{A338C695-77DB-AFA8-9CDF-1B21872B6744}"/>
          </ac:spMkLst>
        </pc:spChg>
        <pc:spChg chg="add mod">
          <ac:chgData name="MYUNG JIN" userId="89f3fa32ababedc4" providerId="LiveId" clId="{6A819448-9C74-403A-93EF-38E481433A77}" dt="2024-05-24T11:20:07.201" v="1801" actId="164"/>
          <ac:spMkLst>
            <pc:docMk/>
            <pc:sldMk cId="757566272" sldId="362"/>
            <ac:spMk id="20" creationId="{845FF4F3-883E-6790-A38E-66AA0456913D}"/>
          </ac:spMkLst>
        </pc:spChg>
        <pc:spChg chg="add mod">
          <ac:chgData name="MYUNG JIN" userId="89f3fa32ababedc4" providerId="LiveId" clId="{6A819448-9C74-403A-93EF-38E481433A77}" dt="2024-05-24T11:20:07.201" v="1801" actId="164"/>
          <ac:spMkLst>
            <pc:docMk/>
            <pc:sldMk cId="757566272" sldId="362"/>
            <ac:spMk id="21" creationId="{C0BF2DFE-8D44-BC0B-AFAC-7F76740F39E7}"/>
          </ac:spMkLst>
        </pc:spChg>
        <pc:spChg chg="add mod">
          <ac:chgData name="MYUNG JIN" userId="89f3fa32ababedc4" providerId="LiveId" clId="{6A819448-9C74-403A-93EF-38E481433A77}" dt="2024-05-24T11:20:07.201" v="1801" actId="164"/>
          <ac:spMkLst>
            <pc:docMk/>
            <pc:sldMk cId="757566272" sldId="362"/>
            <ac:spMk id="22" creationId="{F5FA0E57-5F21-D7CF-990F-CC1EFA5C2082}"/>
          </ac:spMkLst>
        </pc:spChg>
        <pc:spChg chg="add mod">
          <ac:chgData name="MYUNG JIN" userId="89f3fa32ababedc4" providerId="LiveId" clId="{6A819448-9C74-403A-93EF-38E481433A77}" dt="2024-05-24T11:20:07.201" v="1801" actId="164"/>
          <ac:spMkLst>
            <pc:docMk/>
            <pc:sldMk cId="757566272" sldId="362"/>
            <ac:spMk id="23" creationId="{B58C91B7-1AC8-2F67-C38E-E8A756FF5FF4}"/>
          </ac:spMkLst>
        </pc:spChg>
        <pc:spChg chg="add mod">
          <ac:chgData name="MYUNG JIN" userId="89f3fa32ababedc4" providerId="LiveId" clId="{6A819448-9C74-403A-93EF-38E481433A77}" dt="2024-05-24T11:20:07.201" v="1801" actId="164"/>
          <ac:spMkLst>
            <pc:docMk/>
            <pc:sldMk cId="757566272" sldId="362"/>
            <ac:spMk id="24" creationId="{438540AF-2459-2892-B9D3-931322C2CE24}"/>
          </ac:spMkLst>
        </pc:spChg>
        <pc:spChg chg="add mod">
          <ac:chgData name="MYUNG JIN" userId="89f3fa32ababedc4" providerId="LiveId" clId="{6A819448-9C74-403A-93EF-38E481433A77}" dt="2024-05-24T10:40:59.486" v="1758" actId="14100"/>
          <ac:spMkLst>
            <pc:docMk/>
            <pc:sldMk cId="757566272" sldId="362"/>
            <ac:spMk id="25" creationId="{986CE1C7-B5A9-291A-DAA3-78927716F5EE}"/>
          </ac:spMkLst>
        </pc:spChg>
        <pc:spChg chg="add mod">
          <ac:chgData name="MYUNG JIN" userId="89f3fa32ababedc4" providerId="LiveId" clId="{6A819448-9C74-403A-93EF-38E481433A77}" dt="2024-05-24T10:41:02.702" v="1759"/>
          <ac:spMkLst>
            <pc:docMk/>
            <pc:sldMk cId="757566272" sldId="362"/>
            <ac:spMk id="26" creationId="{02057CF4-F451-B58E-587F-ECEDB73EEC1D}"/>
          </ac:spMkLst>
        </pc:spChg>
        <pc:spChg chg="add mod">
          <ac:chgData name="MYUNG JIN" userId="89f3fa32ababedc4" providerId="LiveId" clId="{6A819448-9C74-403A-93EF-38E481433A77}" dt="2024-07-05T00:22:56.754" v="8696"/>
          <ac:spMkLst>
            <pc:docMk/>
            <pc:sldMk cId="757566272" sldId="362"/>
            <ac:spMk id="26" creationId="{F8C55940-DB0B-761D-7C27-0DE2C08F8E20}"/>
          </ac:spMkLst>
        </pc:spChg>
        <pc:spChg chg="add del mod">
          <ac:chgData name="MYUNG JIN" userId="89f3fa32ababedc4" providerId="LiveId" clId="{6A819448-9C74-403A-93EF-38E481433A77}" dt="2024-05-24T11:19:24.955" v="1780" actId="478"/>
          <ac:spMkLst>
            <pc:docMk/>
            <pc:sldMk cId="757566272" sldId="362"/>
            <ac:spMk id="34" creationId="{18F50BC4-319F-B1B0-446B-84929730BA81}"/>
          </ac:spMkLst>
        </pc:spChg>
        <pc:spChg chg="add del mod">
          <ac:chgData name="MYUNG JIN" userId="89f3fa32ababedc4" providerId="LiveId" clId="{6A819448-9C74-403A-93EF-38E481433A77}" dt="2024-05-24T11:19:32.887" v="1786" actId="478"/>
          <ac:spMkLst>
            <pc:docMk/>
            <pc:sldMk cId="757566272" sldId="362"/>
            <ac:spMk id="35" creationId="{52DFAB5E-F078-8887-919F-729E2FD98B01}"/>
          </ac:spMkLst>
        </pc:spChg>
        <pc:spChg chg="add mod">
          <ac:chgData name="MYUNG JIN" userId="89f3fa32ababedc4" providerId="LiveId" clId="{6A819448-9C74-403A-93EF-38E481433A77}" dt="2024-05-24T11:19:28.736" v="1783"/>
          <ac:spMkLst>
            <pc:docMk/>
            <pc:sldMk cId="757566272" sldId="362"/>
            <ac:spMk id="36" creationId="{B5F04255-CE82-19C2-D324-999E5ECFF839}"/>
          </ac:spMkLst>
        </pc:spChg>
        <pc:grpChg chg="add mod">
          <ac:chgData name="MYUNG JIN" userId="89f3fa32ababedc4" providerId="LiveId" clId="{6A819448-9C74-403A-93EF-38E481433A77}" dt="2024-05-24T07:37:39.810" v="1732" actId="1076"/>
          <ac:grpSpMkLst>
            <pc:docMk/>
            <pc:sldMk cId="757566272" sldId="362"/>
            <ac:grpSpMk id="17" creationId="{88F96F7F-BC17-EDA3-FCCE-726C2556749C}"/>
          </ac:grpSpMkLst>
        </pc:grpChg>
        <pc:grpChg chg="add mod">
          <ac:chgData name="MYUNG JIN" userId="89f3fa32ababedc4" providerId="LiveId" clId="{6A819448-9C74-403A-93EF-38E481433A77}" dt="2024-05-24T11:20:07.201" v="1801" actId="164"/>
          <ac:grpSpMkLst>
            <pc:docMk/>
            <pc:sldMk cId="757566272" sldId="362"/>
            <ac:grpSpMk id="43" creationId="{D5E3D3FC-A9DB-D49A-9D21-98388C76EB2B}"/>
          </ac:grpSpMkLst>
        </pc:grpChg>
        <pc:picChg chg="add mod">
          <ac:chgData name="MYUNG JIN" userId="89f3fa32ababedc4" providerId="LiveId" clId="{6A819448-9C74-403A-93EF-38E481433A77}" dt="2024-05-24T11:20:07.201" v="1801" actId="164"/>
          <ac:picMkLst>
            <pc:docMk/>
            <pc:sldMk cId="757566272" sldId="362"/>
            <ac:picMk id="27" creationId="{3A933E01-6732-5576-E23F-344E34AFDCD6}"/>
          </ac:picMkLst>
        </pc:picChg>
        <pc:picChg chg="add mod">
          <ac:chgData name="MYUNG JIN" userId="89f3fa32ababedc4" providerId="LiveId" clId="{6A819448-9C74-403A-93EF-38E481433A77}" dt="2024-05-24T11:20:07.201" v="1801" actId="164"/>
          <ac:picMkLst>
            <pc:docMk/>
            <pc:sldMk cId="757566272" sldId="362"/>
            <ac:picMk id="28" creationId="{A9371289-FF14-5AD2-0155-F130C9C7397E}"/>
          </ac:picMkLst>
        </pc:picChg>
        <pc:picChg chg="add mod">
          <ac:chgData name="MYUNG JIN" userId="89f3fa32ababedc4" providerId="LiveId" clId="{6A819448-9C74-403A-93EF-38E481433A77}" dt="2024-05-24T11:20:07.201" v="1801" actId="164"/>
          <ac:picMkLst>
            <pc:docMk/>
            <pc:sldMk cId="757566272" sldId="362"/>
            <ac:picMk id="29" creationId="{CF365555-3A97-C2F5-B1B5-A69B67A0D677}"/>
          </ac:picMkLst>
        </pc:picChg>
        <pc:picChg chg="add del mod">
          <ac:chgData name="MYUNG JIN" userId="89f3fa32ababedc4" providerId="LiveId" clId="{6A819448-9C74-403A-93EF-38E481433A77}" dt="2024-05-24T10:43:25.805" v="1776" actId="478"/>
          <ac:picMkLst>
            <pc:docMk/>
            <pc:sldMk cId="757566272" sldId="362"/>
            <ac:picMk id="30" creationId="{287CBBDC-BC1B-61B6-E982-BD64787C1123}"/>
          </ac:picMkLst>
        </pc:picChg>
        <pc:picChg chg="add mod">
          <ac:chgData name="MYUNG JIN" userId="89f3fa32ababedc4" providerId="LiveId" clId="{6A819448-9C74-403A-93EF-38E481433A77}" dt="2024-05-24T11:20:07.201" v="1801" actId="164"/>
          <ac:picMkLst>
            <pc:docMk/>
            <pc:sldMk cId="757566272" sldId="362"/>
            <ac:picMk id="31" creationId="{CB7615AD-9246-F275-884F-F6FA5A3C08BB}"/>
          </ac:picMkLst>
        </pc:picChg>
        <pc:picChg chg="add mod">
          <ac:chgData name="MYUNG JIN" userId="89f3fa32ababedc4" providerId="LiveId" clId="{6A819448-9C74-403A-93EF-38E481433A77}" dt="2024-05-24T11:20:07.201" v="1801" actId="164"/>
          <ac:picMkLst>
            <pc:docMk/>
            <pc:sldMk cId="757566272" sldId="362"/>
            <ac:picMk id="32" creationId="{900C5ACB-757F-3567-D4AA-4079A4F526BE}"/>
          </ac:picMkLst>
        </pc:picChg>
        <pc:picChg chg="add mod">
          <ac:chgData name="MYUNG JIN" userId="89f3fa32ababedc4" providerId="LiveId" clId="{6A819448-9C74-403A-93EF-38E481433A77}" dt="2024-05-24T11:20:07.201" v="1801" actId="164"/>
          <ac:picMkLst>
            <pc:docMk/>
            <pc:sldMk cId="757566272" sldId="362"/>
            <ac:picMk id="33" creationId="{0767DC58-0AF5-1C2F-6328-56A41A949416}"/>
          </ac:picMkLst>
        </pc:picChg>
        <pc:picChg chg="add del mod">
          <ac:chgData name="MYUNG JIN" userId="89f3fa32ababedc4" providerId="LiveId" clId="{6A819448-9C74-403A-93EF-38E481433A77}" dt="2024-05-24T11:20:34.547" v="1812" actId="478"/>
          <ac:picMkLst>
            <pc:docMk/>
            <pc:sldMk cId="757566272" sldId="362"/>
            <ac:picMk id="37" creationId="{8EA41603-0489-6B17-611E-51FFD7F8F188}"/>
          </ac:picMkLst>
        </pc:picChg>
        <pc:picChg chg="add mod">
          <ac:chgData name="MYUNG JIN" userId="89f3fa32ababedc4" providerId="LiveId" clId="{6A819448-9C74-403A-93EF-38E481433A77}" dt="2024-05-24T11:20:31.935" v="1810" actId="571"/>
          <ac:picMkLst>
            <pc:docMk/>
            <pc:sldMk cId="757566272" sldId="362"/>
            <ac:picMk id="38" creationId="{04860C86-509E-C7F2-9F61-ECC277245029}"/>
          </ac:picMkLst>
        </pc:picChg>
        <pc:picChg chg="add mod">
          <ac:chgData name="MYUNG JIN" userId="89f3fa32ababedc4" providerId="LiveId" clId="{6A819448-9C74-403A-93EF-38E481433A77}" dt="2024-05-24T11:20:31.743" v="1809" actId="571"/>
          <ac:picMkLst>
            <pc:docMk/>
            <pc:sldMk cId="757566272" sldId="362"/>
            <ac:picMk id="39" creationId="{CC8003DC-7E96-EDC7-4947-C9040E743467}"/>
          </ac:picMkLst>
        </pc:picChg>
        <pc:picChg chg="add mod">
          <ac:chgData name="MYUNG JIN" userId="89f3fa32ababedc4" providerId="LiveId" clId="{6A819448-9C74-403A-93EF-38E481433A77}" dt="2024-05-24T11:20:31.573" v="1808" actId="571"/>
          <ac:picMkLst>
            <pc:docMk/>
            <pc:sldMk cId="757566272" sldId="362"/>
            <ac:picMk id="40" creationId="{E883A419-4006-F13C-475D-3A88F1708825}"/>
          </ac:picMkLst>
        </pc:picChg>
        <pc:picChg chg="add mod">
          <ac:chgData name="MYUNG JIN" userId="89f3fa32ababedc4" providerId="LiveId" clId="{6A819448-9C74-403A-93EF-38E481433A77}" dt="2024-05-24T11:20:31.360" v="1807" actId="571"/>
          <ac:picMkLst>
            <pc:docMk/>
            <pc:sldMk cId="757566272" sldId="362"/>
            <ac:picMk id="41" creationId="{A575D8B4-793E-DDE4-71F0-97FD06B83A7E}"/>
          </ac:picMkLst>
        </pc:picChg>
        <pc:picChg chg="add mod">
          <ac:chgData name="MYUNG JIN" userId="89f3fa32ababedc4" providerId="LiveId" clId="{6A819448-9C74-403A-93EF-38E481433A77}" dt="2024-05-24T11:20:29.961" v="1806" actId="571"/>
          <ac:picMkLst>
            <pc:docMk/>
            <pc:sldMk cId="757566272" sldId="362"/>
            <ac:picMk id="42" creationId="{543AD1D0-B387-3B84-F90C-69E40DAC8951}"/>
          </ac:picMkLst>
        </pc:picChg>
        <pc:cxnChg chg="add mod">
          <ac:chgData name="MYUNG JIN" userId="89f3fa32ababedc4" providerId="LiveId" clId="{6A819448-9C74-403A-93EF-38E481433A77}" dt="2024-07-05T00:23:06.355" v="8698" actId="208"/>
          <ac:cxnSpMkLst>
            <pc:docMk/>
            <pc:sldMk cId="757566272" sldId="362"/>
            <ac:cxnSpMk id="25" creationId="{E9E36722-E072-A391-4DAF-3C95C29C485B}"/>
          </ac:cxnSpMkLst>
        </pc:cxnChg>
      </pc:sldChg>
      <pc:sldChg chg="del">
        <pc:chgData name="MYUNG JIN" userId="89f3fa32ababedc4" providerId="LiveId" clId="{6A819448-9C74-403A-93EF-38E481433A77}" dt="2024-05-20T06:44:08.700" v="78" actId="47"/>
        <pc:sldMkLst>
          <pc:docMk/>
          <pc:sldMk cId="1471832175" sldId="362"/>
        </pc:sldMkLst>
      </pc:sldChg>
      <pc:sldChg chg="addSp delSp modSp mod">
        <pc:chgData name="MYUNG JIN" userId="89f3fa32ababedc4" providerId="LiveId" clId="{6A819448-9C74-403A-93EF-38E481433A77}" dt="2024-05-30T11:25:11.432" v="6529" actId="115"/>
        <pc:sldMkLst>
          <pc:docMk/>
          <pc:sldMk cId="3364838397" sldId="363"/>
        </pc:sldMkLst>
        <pc:spChg chg="mod">
          <ac:chgData name="MYUNG JIN" userId="89f3fa32ababedc4" providerId="LiveId" clId="{6A819448-9C74-403A-93EF-38E481433A77}" dt="2024-05-29T18:48:59.622" v="2513" actId="20577"/>
          <ac:spMkLst>
            <pc:docMk/>
            <pc:sldMk cId="3364838397" sldId="363"/>
            <ac:spMk id="2" creationId="{00000000-0000-0000-0000-000000000000}"/>
          </ac:spMkLst>
        </pc:spChg>
        <pc:spChg chg="add mod">
          <ac:chgData name="MYUNG JIN" userId="89f3fa32ababedc4" providerId="LiveId" clId="{6A819448-9C74-403A-93EF-38E481433A77}" dt="2024-05-29T18:54:57.215" v="2641" actId="1076"/>
          <ac:spMkLst>
            <pc:docMk/>
            <pc:sldMk cId="3364838397" sldId="363"/>
            <ac:spMk id="10" creationId="{2F7E0E84-6B3C-04C7-AEC8-66AFFA8AB660}"/>
          </ac:spMkLst>
        </pc:spChg>
        <pc:spChg chg="mod">
          <ac:chgData name="MYUNG JIN" userId="89f3fa32ababedc4" providerId="LiveId" clId="{6A819448-9C74-403A-93EF-38E481433A77}" dt="2024-05-29T18:54:57.215" v="2641" actId="1076"/>
          <ac:spMkLst>
            <pc:docMk/>
            <pc:sldMk cId="3364838397" sldId="363"/>
            <ac:spMk id="11" creationId="{92B08AD0-CC11-BFC4-7117-FE339CBB8926}"/>
          </ac:spMkLst>
        </pc:spChg>
        <pc:spChg chg="add mod">
          <ac:chgData name="MYUNG JIN" userId="89f3fa32ababedc4" providerId="LiveId" clId="{6A819448-9C74-403A-93EF-38E481433A77}" dt="2024-05-29T18:54:57.215" v="2641" actId="1076"/>
          <ac:spMkLst>
            <pc:docMk/>
            <pc:sldMk cId="3364838397" sldId="363"/>
            <ac:spMk id="13" creationId="{70058454-019F-B421-A1DB-6EF3DC3B912E}"/>
          </ac:spMkLst>
        </pc:spChg>
        <pc:spChg chg="add mod">
          <ac:chgData name="MYUNG JIN" userId="89f3fa32ababedc4" providerId="LiveId" clId="{6A819448-9C74-403A-93EF-38E481433A77}" dt="2024-05-29T18:54:57.215" v="2641" actId="1076"/>
          <ac:spMkLst>
            <pc:docMk/>
            <pc:sldMk cId="3364838397" sldId="363"/>
            <ac:spMk id="14" creationId="{88C6E19A-90E8-1C18-EB07-D4BA1AE9A202}"/>
          </ac:spMkLst>
        </pc:spChg>
        <pc:spChg chg="add mod">
          <ac:chgData name="MYUNG JIN" userId="89f3fa32ababedc4" providerId="LiveId" clId="{6A819448-9C74-403A-93EF-38E481433A77}" dt="2024-05-29T18:54:57.215" v="2641" actId="1076"/>
          <ac:spMkLst>
            <pc:docMk/>
            <pc:sldMk cId="3364838397" sldId="363"/>
            <ac:spMk id="15" creationId="{A064FD2A-BB90-0755-32E3-BECBFC03C364}"/>
          </ac:spMkLst>
        </pc:spChg>
        <pc:spChg chg="add del">
          <ac:chgData name="MYUNG JIN" userId="89f3fa32ababedc4" providerId="LiveId" clId="{6A819448-9C74-403A-93EF-38E481433A77}" dt="2024-05-27T08:54:53.637" v="1870" actId="478"/>
          <ac:spMkLst>
            <pc:docMk/>
            <pc:sldMk cId="3364838397" sldId="363"/>
            <ac:spMk id="17" creationId="{4F89121F-41A7-A100-BB08-A461335567A3}"/>
          </ac:spMkLst>
        </pc:spChg>
        <pc:spChg chg="del mod">
          <ac:chgData name="MYUNG JIN" userId="89f3fa32ababedc4" providerId="LiveId" clId="{6A819448-9C74-403A-93EF-38E481433A77}" dt="2024-05-29T18:49:10.113" v="2515" actId="478"/>
          <ac:spMkLst>
            <pc:docMk/>
            <pc:sldMk cId="3364838397" sldId="363"/>
            <ac:spMk id="18" creationId="{787B30B8-C992-3CA2-7C9F-4E00164E9A35}"/>
          </ac:spMkLst>
        </pc:spChg>
        <pc:spChg chg="del mod">
          <ac:chgData name="MYUNG JIN" userId="89f3fa32ababedc4" providerId="LiveId" clId="{6A819448-9C74-403A-93EF-38E481433A77}" dt="2024-05-29T18:49:07.379" v="2514" actId="478"/>
          <ac:spMkLst>
            <pc:docMk/>
            <pc:sldMk cId="3364838397" sldId="363"/>
            <ac:spMk id="19" creationId="{A338C695-77DB-AFA8-9CDF-1B21872B6744}"/>
          </ac:spMkLst>
        </pc:spChg>
        <pc:spChg chg="add del">
          <ac:chgData name="MYUNG JIN" userId="89f3fa32ababedc4" providerId="LiveId" clId="{6A819448-9C74-403A-93EF-38E481433A77}" dt="2024-05-27T08:55:03.446" v="1872" actId="478"/>
          <ac:spMkLst>
            <pc:docMk/>
            <pc:sldMk cId="3364838397" sldId="363"/>
            <ac:spMk id="25" creationId="{7BBC6557-2C65-A91D-AE0E-49B44D8BB66F}"/>
          </ac:spMkLst>
        </pc:spChg>
        <pc:spChg chg="add mod">
          <ac:chgData name="MYUNG JIN" userId="89f3fa32ababedc4" providerId="LiveId" clId="{6A819448-9C74-403A-93EF-38E481433A77}" dt="2024-05-27T08:55:36.658" v="1879" actId="164"/>
          <ac:spMkLst>
            <pc:docMk/>
            <pc:sldMk cId="3364838397" sldId="363"/>
            <ac:spMk id="26" creationId="{6400E873-2AFC-D36E-3AAB-63EF8C404A44}"/>
          </ac:spMkLst>
        </pc:spChg>
        <pc:spChg chg="add mod">
          <ac:chgData name="MYUNG JIN" userId="89f3fa32ababedc4" providerId="LiveId" clId="{6A819448-9C74-403A-93EF-38E481433A77}" dt="2024-05-27T08:55:36.658" v="1879" actId="164"/>
          <ac:spMkLst>
            <pc:docMk/>
            <pc:sldMk cId="3364838397" sldId="363"/>
            <ac:spMk id="30" creationId="{CF930B77-E2EB-1EA1-B53B-AF01B67BDF29}"/>
          </ac:spMkLst>
        </pc:spChg>
        <pc:spChg chg="add del mod">
          <ac:chgData name="MYUNG JIN" userId="89f3fa32ababedc4" providerId="LiveId" clId="{6A819448-9C74-403A-93EF-38E481433A77}" dt="2024-05-29T18:50:07.266" v="2523" actId="478"/>
          <ac:spMkLst>
            <pc:docMk/>
            <pc:sldMk cId="3364838397" sldId="363"/>
            <ac:spMk id="35" creationId="{A959153F-43DC-86FB-620B-B03513F944D5}"/>
          </ac:spMkLst>
        </pc:spChg>
        <pc:spChg chg="add del mod">
          <ac:chgData name="MYUNG JIN" userId="89f3fa32ababedc4" providerId="LiveId" clId="{6A819448-9C74-403A-93EF-38E481433A77}" dt="2024-05-29T18:49:13.948" v="2516" actId="478"/>
          <ac:spMkLst>
            <pc:docMk/>
            <pc:sldMk cId="3364838397" sldId="363"/>
            <ac:spMk id="36" creationId="{D57F7560-459A-302A-937A-70D21B7A64E3}"/>
          </ac:spMkLst>
        </pc:spChg>
        <pc:spChg chg="add mod">
          <ac:chgData name="MYUNG JIN" userId="89f3fa32ababedc4" providerId="LiveId" clId="{6A819448-9C74-403A-93EF-38E481433A77}" dt="2024-05-29T05:27:34.921" v="1989" actId="1076"/>
          <ac:spMkLst>
            <pc:docMk/>
            <pc:sldMk cId="3364838397" sldId="363"/>
            <ac:spMk id="37" creationId="{ADFE7AAD-BEF4-F0A2-B16A-5749F4C88A19}"/>
          </ac:spMkLst>
        </pc:spChg>
        <pc:spChg chg="add del mod">
          <ac:chgData name="MYUNG JIN" userId="89f3fa32ababedc4" providerId="LiveId" clId="{6A819448-9C74-403A-93EF-38E481433A77}" dt="2024-05-27T08:57:13.793" v="1902" actId="478"/>
          <ac:spMkLst>
            <pc:docMk/>
            <pc:sldMk cId="3364838397" sldId="363"/>
            <ac:spMk id="38" creationId="{8864CC4E-3219-3226-5938-C23962216F93}"/>
          </ac:spMkLst>
        </pc:spChg>
        <pc:spChg chg="add mod">
          <ac:chgData name="MYUNG JIN" userId="89f3fa32ababedc4" providerId="LiveId" clId="{6A819448-9C74-403A-93EF-38E481433A77}" dt="2024-05-29T16:01:39.966" v="2344" actId="1076"/>
          <ac:spMkLst>
            <pc:docMk/>
            <pc:sldMk cId="3364838397" sldId="363"/>
            <ac:spMk id="38" creationId="{DE7D73E1-0904-C9CE-22D6-93C77EBA9AF9}"/>
          </ac:spMkLst>
        </pc:spChg>
        <pc:spChg chg="mod">
          <ac:chgData name="MYUNG JIN" userId="89f3fa32ababedc4" providerId="LiveId" clId="{6A819448-9C74-403A-93EF-38E481433A77}" dt="2024-05-29T16:01:58.229" v="2346" actId="571"/>
          <ac:spMkLst>
            <pc:docMk/>
            <pc:sldMk cId="3364838397" sldId="363"/>
            <ac:spMk id="40" creationId="{A7F88BA0-127F-DC88-54BA-D5DB37CA0EC2}"/>
          </ac:spMkLst>
        </pc:spChg>
        <pc:spChg chg="mod">
          <ac:chgData name="MYUNG JIN" userId="89f3fa32ababedc4" providerId="LiveId" clId="{6A819448-9C74-403A-93EF-38E481433A77}" dt="2024-05-29T16:03:36.585" v="2365" actId="1076"/>
          <ac:spMkLst>
            <pc:docMk/>
            <pc:sldMk cId="3364838397" sldId="363"/>
            <ac:spMk id="41" creationId="{060A8490-DFF0-6448-7D1C-75B1BC199DB1}"/>
          </ac:spMkLst>
        </pc:spChg>
        <pc:spChg chg="add del mod">
          <ac:chgData name="MYUNG JIN" userId="89f3fa32ababedc4" providerId="LiveId" clId="{6A819448-9C74-403A-93EF-38E481433A77}" dt="2024-05-27T09:06:12.171" v="1940" actId="478"/>
          <ac:spMkLst>
            <pc:docMk/>
            <pc:sldMk cId="3364838397" sldId="363"/>
            <ac:spMk id="42" creationId="{B656831F-2B88-98AE-6069-8FA9A5887887}"/>
          </ac:spMkLst>
        </pc:spChg>
        <pc:spChg chg="add mod">
          <ac:chgData name="MYUNG JIN" userId="89f3fa32ababedc4" providerId="LiveId" clId="{6A819448-9C74-403A-93EF-38E481433A77}" dt="2024-05-29T18:49:20.180" v="2517" actId="164"/>
          <ac:spMkLst>
            <pc:docMk/>
            <pc:sldMk cId="3364838397" sldId="363"/>
            <ac:spMk id="43" creationId="{24B4C07D-84C9-DD5F-5C24-6E8E7710B1A9}"/>
          </ac:spMkLst>
        </pc:spChg>
        <pc:spChg chg="mod topLvl">
          <ac:chgData name="MYUNG JIN" userId="89f3fa32ababedc4" providerId="LiveId" clId="{6A819448-9C74-403A-93EF-38E481433A77}" dt="2024-05-29T16:04:04.762" v="2375" actId="571"/>
          <ac:spMkLst>
            <pc:docMk/>
            <pc:sldMk cId="3364838397" sldId="363"/>
            <ac:spMk id="47" creationId="{51A32891-E055-8C74-6974-18D36F141CF0}"/>
          </ac:spMkLst>
        </pc:spChg>
        <pc:spChg chg="mod topLvl">
          <ac:chgData name="MYUNG JIN" userId="89f3fa32ababedc4" providerId="LiveId" clId="{6A819448-9C74-403A-93EF-38E481433A77}" dt="2024-05-29T16:04:04.762" v="2375" actId="571"/>
          <ac:spMkLst>
            <pc:docMk/>
            <pc:sldMk cId="3364838397" sldId="363"/>
            <ac:spMk id="48" creationId="{593E9F33-F522-51C0-5F04-D26E44190DFC}"/>
          </ac:spMkLst>
        </pc:spChg>
        <pc:spChg chg="del mod">
          <ac:chgData name="MYUNG JIN" userId="89f3fa32ababedc4" providerId="LiveId" clId="{6A819448-9C74-403A-93EF-38E481433A77}" dt="2024-05-27T09:07:28.102" v="1948" actId="478"/>
          <ac:spMkLst>
            <pc:docMk/>
            <pc:sldMk cId="3364838397" sldId="363"/>
            <ac:spMk id="49" creationId="{B9581676-5A70-0E82-37A2-2E39AB9B9EC6}"/>
          </ac:spMkLst>
        </pc:spChg>
        <pc:spChg chg="del mod">
          <ac:chgData name="MYUNG JIN" userId="89f3fa32ababedc4" providerId="LiveId" clId="{6A819448-9C74-403A-93EF-38E481433A77}" dt="2024-05-27T09:07:29.776" v="1949" actId="478"/>
          <ac:spMkLst>
            <pc:docMk/>
            <pc:sldMk cId="3364838397" sldId="363"/>
            <ac:spMk id="50" creationId="{1C3E5147-EE4E-F3D9-1E25-1236BE24230B}"/>
          </ac:spMkLst>
        </pc:spChg>
        <pc:spChg chg="mod">
          <ac:chgData name="MYUNG JIN" userId="89f3fa32ababedc4" providerId="LiveId" clId="{6A819448-9C74-403A-93EF-38E481433A77}" dt="2024-05-29T16:04:04.762" v="2375" actId="571"/>
          <ac:spMkLst>
            <pc:docMk/>
            <pc:sldMk cId="3364838397" sldId="363"/>
            <ac:spMk id="54" creationId="{21C7454D-225F-30B7-0D47-9E604B88DE98}"/>
          </ac:spMkLst>
        </pc:spChg>
        <pc:spChg chg="mod">
          <ac:chgData name="MYUNG JIN" userId="89f3fa32ababedc4" providerId="LiveId" clId="{6A819448-9C74-403A-93EF-38E481433A77}" dt="2024-05-29T16:04:04.762" v="2375" actId="571"/>
          <ac:spMkLst>
            <pc:docMk/>
            <pc:sldMk cId="3364838397" sldId="363"/>
            <ac:spMk id="55" creationId="{20172102-2E78-EA4A-D643-8B769AC3A678}"/>
          </ac:spMkLst>
        </pc:spChg>
        <pc:spChg chg="add mod">
          <ac:chgData name="MYUNG JIN" userId="89f3fa32ababedc4" providerId="LiveId" clId="{6A819448-9C74-403A-93EF-38E481433A77}" dt="2024-05-29T05:27:58.415" v="1995" actId="688"/>
          <ac:spMkLst>
            <pc:docMk/>
            <pc:sldMk cId="3364838397" sldId="363"/>
            <ac:spMk id="56" creationId="{9AE1429D-F766-3D76-F8F3-C1BBD7B708BF}"/>
          </ac:spMkLst>
        </pc:spChg>
        <pc:spChg chg="add mod">
          <ac:chgData name="MYUNG JIN" userId="89f3fa32ababedc4" providerId="LiveId" clId="{6A819448-9C74-403A-93EF-38E481433A77}" dt="2024-05-29T18:50:22.582" v="2529" actId="164"/>
          <ac:spMkLst>
            <pc:docMk/>
            <pc:sldMk cId="3364838397" sldId="363"/>
            <ac:spMk id="62" creationId="{4710548E-9988-2013-63A3-E831354B3ACF}"/>
          </ac:spMkLst>
        </pc:spChg>
        <pc:spChg chg="mod">
          <ac:chgData name="MYUNG JIN" userId="89f3fa32ababedc4" providerId="LiveId" clId="{6A819448-9C74-403A-93EF-38E481433A77}" dt="2024-05-29T18:50:31.708" v="2531"/>
          <ac:spMkLst>
            <pc:docMk/>
            <pc:sldMk cId="3364838397" sldId="363"/>
            <ac:spMk id="69" creationId="{B0038C1E-598B-8D5B-8FA2-708C6A9D6201}"/>
          </ac:spMkLst>
        </pc:spChg>
        <pc:spChg chg="mod">
          <ac:chgData name="MYUNG JIN" userId="89f3fa32ababedc4" providerId="LiveId" clId="{6A819448-9C74-403A-93EF-38E481433A77}" dt="2024-05-29T18:50:31.708" v="2531"/>
          <ac:spMkLst>
            <pc:docMk/>
            <pc:sldMk cId="3364838397" sldId="363"/>
            <ac:spMk id="70" creationId="{6BC945A5-6BBD-E4F0-06DD-E523B11C55AD}"/>
          </ac:spMkLst>
        </pc:spChg>
        <pc:spChg chg="mod">
          <ac:chgData name="MYUNG JIN" userId="89f3fa32ababedc4" providerId="LiveId" clId="{6A819448-9C74-403A-93EF-38E481433A77}" dt="2024-05-29T18:50:31.708" v="2531"/>
          <ac:spMkLst>
            <pc:docMk/>
            <pc:sldMk cId="3364838397" sldId="363"/>
            <ac:spMk id="78" creationId="{E38E3B33-F5B0-9C07-B472-EF4A6437DA3E}"/>
          </ac:spMkLst>
        </pc:spChg>
        <pc:spChg chg="mod">
          <ac:chgData name="MYUNG JIN" userId="89f3fa32ababedc4" providerId="LiveId" clId="{6A819448-9C74-403A-93EF-38E481433A77}" dt="2024-05-29T18:50:31.708" v="2531"/>
          <ac:spMkLst>
            <pc:docMk/>
            <pc:sldMk cId="3364838397" sldId="363"/>
            <ac:spMk id="79" creationId="{D899303C-3D8B-DCFF-2CF5-B4F265DE3DE5}"/>
          </ac:spMkLst>
        </pc:spChg>
        <pc:spChg chg="mod">
          <ac:chgData name="MYUNG JIN" userId="89f3fa32ababedc4" providerId="LiveId" clId="{6A819448-9C74-403A-93EF-38E481433A77}" dt="2024-05-29T18:50:31.708" v="2531"/>
          <ac:spMkLst>
            <pc:docMk/>
            <pc:sldMk cId="3364838397" sldId="363"/>
            <ac:spMk id="82" creationId="{97DE959B-0575-DBC9-08AE-ADF39C584B03}"/>
          </ac:spMkLst>
        </pc:spChg>
        <pc:spChg chg="mod">
          <ac:chgData name="MYUNG JIN" userId="89f3fa32ababedc4" providerId="LiveId" clId="{6A819448-9C74-403A-93EF-38E481433A77}" dt="2024-05-29T18:50:31.708" v="2531"/>
          <ac:spMkLst>
            <pc:docMk/>
            <pc:sldMk cId="3364838397" sldId="363"/>
            <ac:spMk id="83" creationId="{1C8E9BFE-EA27-69F9-CBD8-DF7F31E6EC55}"/>
          </ac:spMkLst>
        </pc:spChg>
        <pc:spChg chg="mod">
          <ac:chgData name="MYUNG JIN" userId="89f3fa32ababedc4" providerId="LiveId" clId="{6A819448-9C74-403A-93EF-38E481433A77}" dt="2024-05-29T18:50:35.546" v="2534"/>
          <ac:spMkLst>
            <pc:docMk/>
            <pc:sldMk cId="3364838397" sldId="363"/>
            <ac:spMk id="86" creationId="{CA5DBFCE-33A3-28CC-A9F5-45E5CB2B7C94}"/>
          </ac:spMkLst>
        </pc:spChg>
        <pc:spChg chg="mod">
          <ac:chgData name="MYUNG JIN" userId="89f3fa32ababedc4" providerId="LiveId" clId="{6A819448-9C74-403A-93EF-38E481433A77}" dt="2024-05-29T18:50:35.546" v="2534"/>
          <ac:spMkLst>
            <pc:docMk/>
            <pc:sldMk cId="3364838397" sldId="363"/>
            <ac:spMk id="87" creationId="{F438A166-FB59-EC16-93F0-87788939B189}"/>
          </ac:spMkLst>
        </pc:spChg>
        <pc:spChg chg="mod">
          <ac:chgData name="MYUNG JIN" userId="89f3fa32ababedc4" providerId="LiveId" clId="{6A819448-9C74-403A-93EF-38E481433A77}" dt="2024-05-29T18:50:35.546" v="2534"/>
          <ac:spMkLst>
            <pc:docMk/>
            <pc:sldMk cId="3364838397" sldId="363"/>
            <ac:spMk id="92" creationId="{C2FC5B0A-151C-2344-F18F-A0010A4F5D9B}"/>
          </ac:spMkLst>
        </pc:spChg>
        <pc:spChg chg="mod">
          <ac:chgData name="MYUNG JIN" userId="89f3fa32ababedc4" providerId="LiveId" clId="{6A819448-9C74-403A-93EF-38E481433A77}" dt="2024-05-29T18:50:35.546" v="2534"/>
          <ac:spMkLst>
            <pc:docMk/>
            <pc:sldMk cId="3364838397" sldId="363"/>
            <ac:spMk id="93" creationId="{9568CDC7-D21E-57FB-3475-6A993A1C8B48}"/>
          </ac:spMkLst>
        </pc:spChg>
        <pc:spChg chg="mod">
          <ac:chgData name="MYUNG JIN" userId="89f3fa32ababedc4" providerId="LiveId" clId="{6A819448-9C74-403A-93EF-38E481433A77}" dt="2024-05-29T18:50:35.546" v="2534"/>
          <ac:spMkLst>
            <pc:docMk/>
            <pc:sldMk cId="3364838397" sldId="363"/>
            <ac:spMk id="96" creationId="{3860736E-9543-785E-F62D-1168250139C3}"/>
          </ac:spMkLst>
        </pc:spChg>
        <pc:spChg chg="mod">
          <ac:chgData name="MYUNG JIN" userId="89f3fa32ababedc4" providerId="LiveId" clId="{6A819448-9C74-403A-93EF-38E481433A77}" dt="2024-05-29T18:50:35.546" v="2534"/>
          <ac:spMkLst>
            <pc:docMk/>
            <pc:sldMk cId="3364838397" sldId="363"/>
            <ac:spMk id="97" creationId="{B8E9D7A5-D94C-C581-2CFA-0445EA5ED246}"/>
          </ac:spMkLst>
        </pc:spChg>
        <pc:spChg chg="add mod">
          <ac:chgData name="MYUNG JIN" userId="89f3fa32ababedc4" providerId="LiveId" clId="{6A819448-9C74-403A-93EF-38E481433A77}" dt="2024-05-29T18:59:06.219" v="2860" actId="571"/>
          <ac:spMkLst>
            <pc:docMk/>
            <pc:sldMk cId="3364838397" sldId="363"/>
            <ac:spMk id="101" creationId="{62077E66-82CA-E77A-5B55-0EE8D53F63AC}"/>
          </ac:spMkLst>
        </pc:spChg>
        <pc:spChg chg="add mod">
          <ac:chgData name="MYUNG JIN" userId="89f3fa32ababedc4" providerId="LiveId" clId="{6A819448-9C74-403A-93EF-38E481433A77}" dt="2024-05-30T11:25:11.432" v="6529" actId="115"/>
          <ac:spMkLst>
            <pc:docMk/>
            <pc:sldMk cId="3364838397" sldId="363"/>
            <ac:spMk id="104" creationId="{C30AA458-6907-4BD1-D7CF-E860C6E71D26}"/>
          </ac:spMkLst>
        </pc:spChg>
        <pc:spChg chg="add del mod topLvl">
          <ac:chgData name="MYUNG JIN" userId="89f3fa32ababedc4" providerId="LiveId" clId="{6A819448-9C74-403A-93EF-38E481433A77}" dt="2024-05-29T18:59:37.822" v="2866" actId="478"/>
          <ac:spMkLst>
            <pc:docMk/>
            <pc:sldMk cId="3364838397" sldId="363"/>
            <ac:spMk id="107" creationId="{0935188E-6A81-F5B6-7C5A-6CE7B03D7461}"/>
          </ac:spMkLst>
        </pc:spChg>
        <pc:spChg chg="add mod">
          <ac:chgData name="MYUNG JIN" userId="89f3fa32ababedc4" providerId="LiveId" clId="{6A819448-9C74-403A-93EF-38E481433A77}" dt="2024-05-30T01:34:22.724" v="3669" actId="164"/>
          <ac:spMkLst>
            <pc:docMk/>
            <pc:sldMk cId="3364838397" sldId="363"/>
            <ac:spMk id="111" creationId="{EDA6D9CE-2CD3-F2B4-5388-8B67D49B021A}"/>
          </ac:spMkLst>
        </pc:spChg>
        <pc:spChg chg="add del mod">
          <ac:chgData name="MYUNG JIN" userId="89f3fa32ababedc4" providerId="LiveId" clId="{6A819448-9C74-403A-93EF-38E481433A77}" dt="2024-05-29T18:55:16.247" v="2648" actId="478"/>
          <ac:spMkLst>
            <pc:docMk/>
            <pc:sldMk cId="3364838397" sldId="363"/>
            <ac:spMk id="112" creationId="{96F02D55-8CE1-B8F5-5CE6-7A3C60245FB1}"/>
          </ac:spMkLst>
        </pc:spChg>
        <pc:spChg chg="add mod">
          <ac:chgData name="MYUNG JIN" userId="89f3fa32ababedc4" providerId="LiveId" clId="{6A819448-9C74-403A-93EF-38E481433A77}" dt="2024-05-29T18:57:12.867" v="2843" actId="2711"/>
          <ac:spMkLst>
            <pc:docMk/>
            <pc:sldMk cId="3364838397" sldId="363"/>
            <ac:spMk id="113" creationId="{B63C3194-0B58-24D9-2B28-5D84FA95F4D1}"/>
          </ac:spMkLst>
        </pc:spChg>
        <pc:grpChg chg="add del mod">
          <ac:chgData name="MYUNG JIN" userId="89f3fa32ababedc4" providerId="LiveId" clId="{6A819448-9C74-403A-93EF-38E481433A77}" dt="2024-05-27T09:06:29.066" v="1942" actId="478"/>
          <ac:grpSpMkLst>
            <pc:docMk/>
            <pc:sldMk cId="3364838397" sldId="363"/>
            <ac:grpSpMk id="34" creationId="{0C83515A-5618-0238-6AD9-9423250575B9}"/>
          </ac:grpSpMkLst>
        </pc:grpChg>
        <pc:grpChg chg="add del mod">
          <ac:chgData name="MYUNG JIN" userId="89f3fa32ababedc4" providerId="LiveId" clId="{6A819448-9C74-403A-93EF-38E481433A77}" dt="2024-05-29T18:54:57.215" v="2641" actId="1076"/>
          <ac:grpSpMkLst>
            <pc:docMk/>
            <pc:sldMk cId="3364838397" sldId="363"/>
            <ac:grpSpMk id="39" creationId="{6AE3D55C-F490-6EAD-9709-DAB14005B76A}"/>
          </ac:grpSpMkLst>
        </pc:grpChg>
        <pc:grpChg chg="add mod">
          <ac:chgData name="MYUNG JIN" userId="89f3fa32ababedc4" providerId="LiveId" clId="{6A819448-9C74-403A-93EF-38E481433A77}" dt="2024-05-29T18:49:20.180" v="2517" actId="164"/>
          <ac:grpSpMkLst>
            <pc:docMk/>
            <pc:sldMk cId="3364838397" sldId="363"/>
            <ac:grpSpMk id="42" creationId="{3CB212A2-E6DA-7EEB-DE4A-B8B59D114402}"/>
          </ac:grpSpMkLst>
        </pc:grpChg>
        <pc:grpChg chg="add del mod">
          <ac:chgData name="MYUNG JIN" userId="89f3fa32ababedc4" providerId="LiveId" clId="{6A819448-9C74-403A-93EF-38E481433A77}" dt="2024-05-29T16:01:44.850" v="2345" actId="165"/>
          <ac:grpSpMkLst>
            <pc:docMk/>
            <pc:sldMk cId="3364838397" sldId="363"/>
            <ac:grpSpMk id="45" creationId="{ACAA97CC-C5E5-ED1B-2279-3510054B5D9D}"/>
          </ac:grpSpMkLst>
        </pc:grpChg>
        <pc:grpChg chg="mod topLvl">
          <ac:chgData name="MYUNG JIN" userId="89f3fa32ababedc4" providerId="LiveId" clId="{6A819448-9C74-403A-93EF-38E481433A77}" dt="2024-05-29T16:04:04.762" v="2375" actId="571"/>
          <ac:grpSpMkLst>
            <pc:docMk/>
            <pc:sldMk cId="3364838397" sldId="363"/>
            <ac:grpSpMk id="46" creationId="{76426EB2-F9AF-85AC-58BD-4B7A309C899F}"/>
          </ac:grpSpMkLst>
        </pc:grpChg>
        <pc:grpChg chg="add mod">
          <ac:chgData name="MYUNG JIN" userId="89f3fa32ababedc4" providerId="LiveId" clId="{6A819448-9C74-403A-93EF-38E481433A77}" dt="2024-05-29T18:50:22.582" v="2529" actId="164"/>
          <ac:grpSpMkLst>
            <pc:docMk/>
            <pc:sldMk cId="3364838397" sldId="363"/>
            <ac:grpSpMk id="61" creationId="{405EFC2F-ADF3-89AD-69FA-93E9DF8E0D92}"/>
          </ac:grpSpMkLst>
        </pc:grpChg>
        <pc:grpChg chg="add del mod">
          <ac:chgData name="MYUNG JIN" userId="89f3fa32ababedc4" providerId="LiveId" clId="{6A819448-9C74-403A-93EF-38E481433A77}" dt="2024-05-29T18:50:41.644" v="2538" actId="478"/>
          <ac:grpSpMkLst>
            <pc:docMk/>
            <pc:sldMk cId="3364838397" sldId="363"/>
            <ac:grpSpMk id="63" creationId="{D5991A2D-CC99-7DC2-2F4D-EB398B4D73AE}"/>
          </ac:grpSpMkLst>
        </pc:grpChg>
        <pc:grpChg chg="add del mod">
          <ac:chgData name="MYUNG JIN" userId="89f3fa32ababedc4" providerId="LiveId" clId="{6A819448-9C74-403A-93EF-38E481433A77}" dt="2024-05-29T16:03:51.310" v="2370" actId="478"/>
          <ac:grpSpMkLst>
            <pc:docMk/>
            <pc:sldMk cId="3364838397" sldId="363"/>
            <ac:grpSpMk id="64" creationId="{5722A81A-7220-CF73-4B0E-BE37513CB11C}"/>
          </ac:grpSpMkLst>
        </pc:grpChg>
        <pc:grpChg chg="add del mod">
          <ac:chgData name="MYUNG JIN" userId="89f3fa32ababedc4" providerId="LiveId" clId="{6A819448-9C74-403A-93EF-38E481433A77}" dt="2024-05-29T18:50:35.331" v="2533" actId="478"/>
          <ac:grpSpMkLst>
            <pc:docMk/>
            <pc:sldMk cId="3364838397" sldId="363"/>
            <ac:grpSpMk id="66" creationId="{34EE6EDD-3840-309F-76EC-324698E0B093}"/>
          </ac:grpSpMkLst>
        </pc:grpChg>
        <pc:grpChg chg="mod">
          <ac:chgData name="MYUNG JIN" userId="89f3fa32ababedc4" providerId="LiveId" clId="{6A819448-9C74-403A-93EF-38E481433A77}" dt="2024-05-29T18:50:31.708" v="2531"/>
          <ac:grpSpMkLst>
            <pc:docMk/>
            <pc:sldMk cId="3364838397" sldId="363"/>
            <ac:grpSpMk id="68" creationId="{6A3C2871-DD89-75F8-CA58-FA73C0348967}"/>
          </ac:grpSpMkLst>
        </pc:grpChg>
        <pc:grpChg chg="mod">
          <ac:chgData name="MYUNG JIN" userId="89f3fa32ababedc4" providerId="LiveId" clId="{6A819448-9C74-403A-93EF-38E481433A77}" dt="2024-05-29T18:54:57.215" v="2641" actId="1076"/>
          <ac:grpSpMkLst>
            <pc:docMk/>
            <pc:sldMk cId="3364838397" sldId="363"/>
            <ac:grpSpMk id="73" creationId="{25380692-27C4-02AF-1CE4-2EE5636905FD}"/>
          </ac:grpSpMkLst>
        </pc:grpChg>
        <pc:grpChg chg="mod">
          <ac:chgData name="MYUNG JIN" userId="89f3fa32ababedc4" providerId="LiveId" clId="{6A819448-9C74-403A-93EF-38E481433A77}" dt="2024-05-29T18:50:31.708" v="2531"/>
          <ac:grpSpMkLst>
            <pc:docMk/>
            <pc:sldMk cId="3364838397" sldId="363"/>
            <ac:grpSpMk id="74" creationId="{FBB3D6AC-75DA-8300-521A-020B067C23FC}"/>
          </ac:grpSpMkLst>
        </pc:grpChg>
        <pc:grpChg chg="mod">
          <ac:chgData name="MYUNG JIN" userId="89f3fa32ababedc4" providerId="LiveId" clId="{6A819448-9C74-403A-93EF-38E481433A77}" dt="2024-05-29T18:50:31.708" v="2531"/>
          <ac:grpSpMkLst>
            <pc:docMk/>
            <pc:sldMk cId="3364838397" sldId="363"/>
            <ac:grpSpMk id="77" creationId="{A1A1BCF1-FE07-C170-7C09-85D17EA89A62}"/>
          </ac:grpSpMkLst>
        </pc:grpChg>
        <pc:grpChg chg="add mod">
          <ac:chgData name="MYUNG JIN" userId="89f3fa32ababedc4" providerId="LiveId" clId="{6A819448-9C74-403A-93EF-38E481433A77}" dt="2024-05-29T18:50:35.546" v="2534"/>
          <ac:grpSpMkLst>
            <pc:docMk/>
            <pc:sldMk cId="3364838397" sldId="363"/>
            <ac:grpSpMk id="84" creationId="{0BA1B5AF-54A6-409D-CFCF-36BB7DA755A7}"/>
          </ac:grpSpMkLst>
        </pc:grpChg>
        <pc:grpChg chg="mod">
          <ac:chgData name="MYUNG JIN" userId="89f3fa32ababedc4" providerId="LiveId" clId="{6A819448-9C74-403A-93EF-38E481433A77}" dt="2024-05-29T18:50:35.546" v="2534"/>
          <ac:grpSpMkLst>
            <pc:docMk/>
            <pc:sldMk cId="3364838397" sldId="363"/>
            <ac:grpSpMk id="85" creationId="{35C0F49F-E0BE-FE1E-446F-1BED98C91BF4}"/>
          </ac:grpSpMkLst>
        </pc:grpChg>
        <pc:grpChg chg="mod">
          <ac:chgData name="MYUNG JIN" userId="89f3fa32ababedc4" providerId="LiveId" clId="{6A819448-9C74-403A-93EF-38E481433A77}" dt="2024-05-29T18:50:35.546" v="2534"/>
          <ac:grpSpMkLst>
            <pc:docMk/>
            <pc:sldMk cId="3364838397" sldId="363"/>
            <ac:grpSpMk id="88" creationId="{0A36B44A-0226-5109-E086-6FED42982FAD}"/>
          </ac:grpSpMkLst>
        </pc:grpChg>
        <pc:grpChg chg="mod">
          <ac:chgData name="MYUNG JIN" userId="89f3fa32ababedc4" providerId="LiveId" clId="{6A819448-9C74-403A-93EF-38E481433A77}" dt="2024-05-29T18:50:35.546" v="2534"/>
          <ac:grpSpMkLst>
            <pc:docMk/>
            <pc:sldMk cId="3364838397" sldId="363"/>
            <ac:grpSpMk id="91" creationId="{16313484-58D3-6E82-443B-344646063F67}"/>
          </ac:grpSpMkLst>
        </pc:grpChg>
        <pc:grpChg chg="add mod">
          <ac:chgData name="MYUNG JIN" userId="89f3fa32ababedc4" providerId="LiveId" clId="{6A819448-9C74-403A-93EF-38E481433A77}" dt="2024-05-30T01:34:22.724" v="3669" actId="164"/>
          <ac:grpSpMkLst>
            <pc:docMk/>
            <pc:sldMk cId="3364838397" sldId="363"/>
            <ac:grpSpMk id="103" creationId="{1E0AAC94-3043-DB39-FFE8-62C41CBD15CB}"/>
          </ac:grpSpMkLst>
        </pc:grpChg>
        <pc:grpChg chg="add del mod">
          <ac:chgData name="MYUNG JIN" userId="89f3fa32ababedc4" providerId="LiveId" clId="{6A819448-9C74-403A-93EF-38E481433A77}" dt="2024-05-29T18:59:34.781" v="2865" actId="165"/>
          <ac:grpSpMkLst>
            <pc:docMk/>
            <pc:sldMk cId="3364838397" sldId="363"/>
            <ac:grpSpMk id="110" creationId="{802D8F07-A1E8-0081-790E-ECB1B39B34CB}"/>
          </ac:grpSpMkLst>
        </pc:grpChg>
        <pc:grpChg chg="add mod">
          <ac:chgData name="MYUNG JIN" userId="89f3fa32ababedc4" providerId="LiveId" clId="{6A819448-9C74-403A-93EF-38E481433A77}" dt="2024-05-30T01:34:22.724" v="3669" actId="164"/>
          <ac:grpSpMkLst>
            <pc:docMk/>
            <pc:sldMk cId="3364838397" sldId="363"/>
            <ac:grpSpMk id="121" creationId="{87A98A75-ED05-B0B9-8B04-71EC5B166786}"/>
          </ac:grpSpMkLst>
        </pc:grpChg>
        <pc:grpChg chg="add mod">
          <ac:chgData name="MYUNG JIN" userId="89f3fa32ababedc4" providerId="LiveId" clId="{6A819448-9C74-403A-93EF-38E481433A77}" dt="2024-05-30T01:34:22.724" v="3669" actId="164"/>
          <ac:grpSpMkLst>
            <pc:docMk/>
            <pc:sldMk cId="3364838397" sldId="363"/>
            <ac:grpSpMk id="122" creationId="{95D6D2AA-1EC4-4EAF-B098-D8ECFA67E54E}"/>
          </ac:grpSpMkLst>
        </pc:grpChg>
        <pc:picChg chg="add mod">
          <ac:chgData name="MYUNG JIN" userId="89f3fa32ababedc4" providerId="LiveId" clId="{6A819448-9C74-403A-93EF-38E481433A77}" dt="2024-05-27T08:55:36.658" v="1879" actId="164"/>
          <ac:picMkLst>
            <pc:docMk/>
            <pc:sldMk cId="3364838397" sldId="363"/>
            <ac:picMk id="16" creationId="{E8F72006-F1C6-826D-2325-56495C48425E}"/>
          </ac:picMkLst>
        </pc:picChg>
        <pc:picChg chg="add mod">
          <ac:chgData name="MYUNG JIN" userId="89f3fa32ababedc4" providerId="LiveId" clId="{6A819448-9C74-403A-93EF-38E481433A77}" dt="2024-05-29T18:59:06.219" v="2860" actId="571"/>
          <ac:picMkLst>
            <pc:docMk/>
            <pc:sldMk cId="3364838397" sldId="363"/>
            <ac:picMk id="98" creationId="{36FF0551-E5CC-FED5-16AE-7D67CD8FD2C6}"/>
          </ac:picMkLst>
        </pc:picChg>
        <pc:cxnChg chg="add del mod">
          <ac:chgData name="MYUNG JIN" userId="89f3fa32ababedc4" providerId="LiveId" clId="{6A819448-9C74-403A-93EF-38E481433A77}" dt="2024-05-27T09:05:44.096" v="1936" actId="478"/>
          <ac:cxnSpMkLst>
            <pc:docMk/>
            <pc:sldMk cId="3364838397" sldId="363"/>
            <ac:cxnSpMk id="40" creationId="{57A901A3-2860-F67D-9C13-B82FF204D5B8}"/>
          </ac:cxnSpMkLst>
        </pc:cxnChg>
        <pc:cxnChg chg="add del mod">
          <ac:chgData name="MYUNG JIN" userId="89f3fa32ababedc4" providerId="LiveId" clId="{6A819448-9C74-403A-93EF-38E481433A77}" dt="2024-05-29T16:03:52.879" v="2371" actId="478"/>
          <ac:cxnSpMkLst>
            <pc:docMk/>
            <pc:sldMk cId="3364838397" sldId="363"/>
            <ac:cxnSpMk id="50" creationId="{7B357D9C-7632-06F7-0964-808B68862AD5}"/>
          </ac:cxnSpMkLst>
        </pc:cxnChg>
        <pc:cxnChg chg="mod topLvl">
          <ac:chgData name="MYUNG JIN" userId="89f3fa32ababedc4" providerId="LiveId" clId="{6A819448-9C74-403A-93EF-38E481433A77}" dt="2024-05-29T18:50:41.644" v="2538" actId="478"/>
          <ac:cxnSpMkLst>
            <pc:docMk/>
            <pc:sldMk cId="3364838397" sldId="363"/>
            <ac:cxnSpMk id="51" creationId="{D12592FB-FFC2-B53A-75D7-E2B1A7C3CE35}"/>
          </ac:cxnSpMkLst>
        </pc:cxnChg>
        <pc:cxnChg chg="del mod">
          <ac:chgData name="MYUNG JIN" userId="89f3fa32ababedc4" providerId="LiveId" clId="{6A819448-9C74-403A-93EF-38E481433A77}" dt="2024-05-27T09:07:32.911" v="1951" actId="478"/>
          <ac:cxnSpMkLst>
            <pc:docMk/>
            <pc:sldMk cId="3364838397" sldId="363"/>
            <ac:cxnSpMk id="52" creationId="{55ABC47F-ADA1-22DC-6414-552FC2C53687}"/>
          </ac:cxnSpMkLst>
        </pc:cxnChg>
        <pc:cxnChg chg="add mod">
          <ac:chgData name="MYUNG JIN" userId="89f3fa32ababedc4" providerId="LiveId" clId="{6A819448-9C74-403A-93EF-38E481433A77}" dt="2024-05-29T16:04:20.953" v="2378" actId="14100"/>
          <ac:cxnSpMkLst>
            <pc:docMk/>
            <pc:sldMk cId="3364838397" sldId="363"/>
            <ac:cxnSpMk id="52" creationId="{880949E9-9FC6-0DDA-6D6F-7ADD886D7329}"/>
          </ac:cxnSpMkLst>
        </pc:cxnChg>
        <pc:cxnChg chg="del mod">
          <ac:chgData name="MYUNG JIN" userId="89f3fa32ababedc4" providerId="LiveId" clId="{6A819448-9C74-403A-93EF-38E481433A77}" dt="2024-05-27T09:07:31.385" v="1950" actId="478"/>
          <ac:cxnSpMkLst>
            <pc:docMk/>
            <pc:sldMk cId="3364838397" sldId="363"/>
            <ac:cxnSpMk id="53" creationId="{885B3B68-0975-A4BC-DE4B-CF6BC0941FEA}"/>
          </ac:cxnSpMkLst>
        </pc:cxnChg>
        <pc:cxnChg chg="add mod">
          <ac:chgData name="MYUNG JIN" userId="89f3fa32ababedc4" providerId="LiveId" clId="{6A819448-9C74-403A-93EF-38E481433A77}" dt="2024-05-29T16:03:51.310" v="2370" actId="478"/>
          <ac:cxnSpMkLst>
            <pc:docMk/>
            <pc:sldMk cId="3364838397" sldId="363"/>
            <ac:cxnSpMk id="57" creationId="{375F2080-1227-2B3A-850B-7CCEF9377B24}"/>
          </ac:cxnSpMkLst>
        </pc:cxnChg>
        <pc:cxnChg chg="add mod">
          <ac:chgData name="MYUNG JIN" userId="89f3fa32ababedc4" providerId="LiveId" clId="{6A819448-9C74-403A-93EF-38E481433A77}" dt="2024-05-29T05:28:34.530" v="1999" actId="14100"/>
          <ac:cxnSpMkLst>
            <pc:docMk/>
            <pc:sldMk cId="3364838397" sldId="363"/>
            <ac:cxnSpMk id="60" creationId="{FD2A8BCF-6311-CCFD-0880-1183DF780B0F}"/>
          </ac:cxnSpMkLst>
        </pc:cxnChg>
        <pc:cxnChg chg="add del mod">
          <ac:chgData name="MYUNG JIN" userId="89f3fa32ababedc4" providerId="LiveId" clId="{6A819448-9C74-403A-93EF-38E481433A77}" dt="2024-05-29T18:49:20.180" v="2517" actId="164"/>
          <ac:cxnSpMkLst>
            <pc:docMk/>
            <pc:sldMk cId="3364838397" sldId="363"/>
            <ac:cxnSpMk id="65" creationId="{4A1F834B-5E7E-CEC8-9FFD-24D788DF9F6F}"/>
          </ac:cxnSpMkLst>
        </pc:cxnChg>
        <pc:cxnChg chg="add del mod">
          <ac:chgData name="MYUNG JIN" userId="89f3fa32ababedc4" providerId="LiveId" clId="{6A819448-9C74-403A-93EF-38E481433A77}" dt="2024-05-29T18:49:20.180" v="2517" actId="164"/>
          <ac:cxnSpMkLst>
            <pc:docMk/>
            <pc:sldMk cId="3364838397" sldId="363"/>
            <ac:cxnSpMk id="67" creationId="{266F5B9C-6476-3CB8-6699-0578F16A85F7}"/>
          </ac:cxnSpMkLst>
        </pc:cxnChg>
        <pc:cxnChg chg="mod">
          <ac:chgData name="MYUNG JIN" userId="89f3fa32ababedc4" providerId="LiveId" clId="{6A819448-9C74-403A-93EF-38E481433A77}" dt="2024-05-29T18:50:31.708" v="2531"/>
          <ac:cxnSpMkLst>
            <pc:docMk/>
            <pc:sldMk cId="3364838397" sldId="363"/>
            <ac:cxnSpMk id="75" creationId="{4D66CAEB-DBD5-BF7E-CBCF-E6D1318ECE42}"/>
          </ac:cxnSpMkLst>
        </pc:cxnChg>
        <pc:cxnChg chg="mod">
          <ac:chgData name="MYUNG JIN" userId="89f3fa32ababedc4" providerId="LiveId" clId="{6A819448-9C74-403A-93EF-38E481433A77}" dt="2024-05-29T18:50:31.708" v="2531"/>
          <ac:cxnSpMkLst>
            <pc:docMk/>
            <pc:sldMk cId="3364838397" sldId="363"/>
            <ac:cxnSpMk id="76" creationId="{FD87FF5E-06A4-F0A9-8EB0-35E4C8838AC1}"/>
          </ac:cxnSpMkLst>
        </pc:cxnChg>
        <pc:cxnChg chg="mod">
          <ac:chgData name="MYUNG JIN" userId="89f3fa32ababedc4" providerId="LiveId" clId="{6A819448-9C74-403A-93EF-38E481433A77}" dt="2024-05-29T18:50:35.331" v="2533" actId="478"/>
          <ac:cxnSpMkLst>
            <pc:docMk/>
            <pc:sldMk cId="3364838397" sldId="363"/>
            <ac:cxnSpMk id="80" creationId="{6AEB521F-2C07-D9AC-9BB6-57362235F8A4}"/>
          </ac:cxnSpMkLst>
        </pc:cxnChg>
        <pc:cxnChg chg="mod">
          <ac:chgData name="MYUNG JIN" userId="89f3fa32ababedc4" providerId="LiveId" clId="{6A819448-9C74-403A-93EF-38E481433A77}" dt="2024-05-29T18:50:31.708" v="2531"/>
          <ac:cxnSpMkLst>
            <pc:docMk/>
            <pc:sldMk cId="3364838397" sldId="363"/>
            <ac:cxnSpMk id="81" creationId="{9B945216-DE62-8BC6-261C-798B44BF15D0}"/>
          </ac:cxnSpMkLst>
        </pc:cxnChg>
        <pc:cxnChg chg="mod">
          <ac:chgData name="MYUNG JIN" userId="89f3fa32ababedc4" providerId="LiveId" clId="{6A819448-9C74-403A-93EF-38E481433A77}" dt="2024-05-29T18:50:35.546" v="2534"/>
          <ac:cxnSpMkLst>
            <pc:docMk/>
            <pc:sldMk cId="3364838397" sldId="363"/>
            <ac:cxnSpMk id="89" creationId="{942E020F-19E0-5BED-7DF6-EE3B6B187DCD}"/>
          </ac:cxnSpMkLst>
        </pc:cxnChg>
        <pc:cxnChg chg="mod">
          <ac:chgData name="MYUNG JIN" userId="89f3fa32ababedc4" providerId="LiveId" clId="{6A819448-9C74-403A-93EF-38E481433A77}" dt="2024-05-29T18:50:35.546" v="2534"/>
          <ac:cxnSpMkLst>
            <pc:docMk/>
            <pc:sldMk cId="3364838397" sldId="363"/>
            <ac:cxnSpMk id="90" creationId="{0EC457A6-51BE-5F5C-A85F-AF78AFC5F42B}"/>
          </ac:cxnSpMkLst>
        </pc:cxnChg>
        <pc:cxnChg chg="mod">
          <ac:chgData name="MYUNG JIN" userId="89f3fa32ababedc4" providerId="LiveId" clId="{6A819448-9C74-403A-93EF-38E481433A77}" dt="2024-05-29T18:50:35.546" v="2534"/>
          <ac:cxnSpMkLst>
            <pc:docMk/>
            <pc:sldMk cId="3364838397" sldId="363"/>
            <ac:cxnSpMk id="94" creationId="{89D94B13-ED64-9CEE-04C6-D1791CAF4454}"/>
          </ac:cxnSpMkLst>
        </pc:cxnChg>
        <pc:cxnChg chg="mod">
          <ac:chgData name="MYUNG JIN" userId="89f3fa32ababedc4" providerId="LiveId" clId="{6A819448-9C74-403A-93EF-38E481433A77}" dt="2024-05-29T18:50:35.546" v="2534"/>
          <ac:cxnSpMkLst>
            <pc:docMk/>
            <pc:sldMk cId="3364838397" sldId="363"/>
            <ac:cxnSpMk id="95" creationId="{E9B0D8C0-D095-17A6-18C7-2878558C8587}"/>
          </ac:cxnSpMkLst>
        </pc:cxnChg>
        <pc:cxnChg chg="add mod">
          <ac:chgData name="MYUNG JIN" userId="89f3fa32ababedc4" providerId="LiveId" clId="{6A819448-9C74-403A-93EF-38E481433A77}" dt="2024-05-29T18:59:06.219" v="2860" actId="571"/>
          <ac:cxnSpMkLst>
            <pc:docMk/>
            <pc:sldMk cId="3364838397" sldId="363"/>
            <ac:cxnSpMk id="100" creationId="{49A21151-B220-81DB-EA6C-4DEAAE5FA72C}"/>
          </ac:cxnSpMkLst>
        </pc:cxnChg>
        <pc:cxnChg chg="add del mod topLvl">
          <ac:chgData name="MYUNG JIN" userId="89f3fa32ababedc4" providerId="LiveId" clId="{6A819448-9C74-403A-93EF-38E481433A77}" dt="2024-05-29T18:59:37.822" v="2866" actId="478"/>
          <ac:cxnSpMkLst>
            <pc:docMk/>
            <pc:sldMk cId="3364838397" sldId="363"/>
            <ac:cxnSpMk id="106" creationId="{4883178F-8133-8A57-7AFB-0838DBB8B6B8}"/>
          </ac:cxnSpMkLst>
        </pc:cxnChg>
        <pc:cxnChg chg="add mod topLvl">
          <ac:chgData name="MYUNG JIN" userId="89f3fa32ababedc4" providerId="LiveId" clId="{6A819448-9C74-403A-93EF-38E481433A77}" dt="2024-05-29T19:00:06.247" v="2872" actId="164"/>
          <ac:cxnSpMkLst>
            <pc:docMk/>
            <pc:sldMk cId="3364838397" sldId="363"/>
            <ac:cxnSpMk id="109" creationId="{2696C0F5-BB18-5F81-CFC2-F52995D37F12}"/>
          </ac:cxnSpMkLst>
        </pc:cxnChg>
        <pc:cxnChg chg="add mod">
          <ac:chgData name="MYUNG JIN" userId="89f3fa32ababedc4" providerId="LiveId" clId="{6A819448-9C74-403A-93EF-38E481433A77}" dt="2024-05-29T18:59:16.498" v="2863" actId="1582"/>
          <ac:cxnSpMkLst>
            <pc:docMk/>
            <pc:sldMk cId="3364838397" sldId="363"/>
            <ac:cxnSpMk id="114" creationId="{3A218B2A-E229-CFC5-DD37-058661B3346A}"/>
          </ac:cxnSpMkLst>
        </pc:cxnChg>
        <pc:cxnChg chg="add mod">
          <ac:chgData name="MYUNG JIN" userId="89f3fa32ababedc4" providerId="LiveId" clId="{6A819448-9C74-403A-93EF-38E481433A77}" dt="2024-05-29T19:00:06.247" v="2872" actId="164"/>
          <ac:cxnSpMkLst>
            <pc:docMk/>
            <pc:sldMk cId="3364838397" sldId="363"/>
            <ac:cxnSpMk id="116" creationId="{19E7A558-85BB-59E4-0CB6-AAECEB1FEB26}"/>
          </ac:cxnSpMkLst>
        </pc:cxnChg>
        <pc:cxnChg chg="add mod">
          <ac:chgData name="MYUNG JIN" userId="89f3fa32ababedc4" providerId="LiveId" clId="{6A819448-9C74-403A-93EF-38E481433A77}" dt="2024-05-29T19:00:06.247" v="2872" actId="164"/>
          <ac:cxnSpMkLst>
            <pc:docMk/>
            <pc:sldMk cId="3364838397" sldId="363"/>
            <ac:cxnSpMk id="118" creationId="{CBCB482A-9A32-733B-1713-80E7823C2BB2}"/>
          </ac:cxnSpMkLst>
        </pc:cxnChg>
      </pc:sldChg>
      <pc:sldChg chg="addSp modSp del mod">
        <pc:chgData name="MYUNG JIN" userId="89f3fa32ababedc4" providerId="LiveId" clId="{6A819448-9C74-403A-93EF-38E481433A77}" dt="2024-05-29T19:12:48.642" v="2873" actId="47"/>
        <pc:sldMkLst>
          <pc:docMk/>
          <pc:sldMk cId="1812981324" sldId="364"/>
        </pc:sldMkLst>
        <pc:spChg chg="add mod">
          <ac:chgData name="MYUNG JIN" userId="89f3fa32ababedc4" providerId="LiveId" clId="{6A819448-9C74-403A-93EF-38E481433A77}" dt="2024-05-29T16:01:18.053" v="2341" actId="20577"/>
          <ac:spMkLst>
            <pc:docMk/>
            <pc:sldMk cId="1812981324" sldId="364"/>
            <ac:spMk id="3" creationId="{E9539E49-9CCB-46AF-00E6-2F44A642AF9A}"/>
          </ac:spMkLst>
        </pc:spChg>
      </pc:sldChg>
      <pc:sldChg chg="addSp delSp modSp add mod ord modAnim">
        <pc:chgData name="MYUNG JIN" userId="89f3fa32ababedc4" providerId="LiveId" clId="{6A819448-9C74-403A-93EF-38E481433A77}" dt="2024-05-30T13:18:52.692" v="7996" actId="29295"/>
        <pc:sldMkLst>
          <pc:docMk/>
          <pc:sldMk cId="164901796" sldId="365"/>
        </pc:sldMkLst>
        <pc:spChg chg="mod">
          <ac:chgData name="MYUNG JIN" userId="89f3fa32ababedc4" providerId="LiveId" clId="{6A819448-9C74-403A-93EF-38E481433A77}" dt="2024-05-29T16:19:31.354" v="2467" actId="20577"/>
          <ac:spMkLst>
            <pc:docMk/>
            <pc:sldMk cId="164901796" sldId="365"/>
            <ac:spMk id="2" creationId="{00000000-0000-0000-0000-000000000000}"/>
          </ac:spMkLst>
        </pc:spChg>
        <pc:spChg chg="mod">
          <ac:chgData name="MYUNG JIN" userId="89f3fa32ababedc4" providerId="LiveId" clId="{6A819448-9C74-403A-93EF-38E481433A77}" dt="2024-05-30T03:05:52.441" v="5239" actId="1076"/>
          <ac:spMkLst>
            <pc:docMk/>
            <pc:sldMk cId="164901796" sldId="365"/>
            <ac:spMk id="3" creationId="{078A6BE1-74F9-D80E-B2D0-A6CD49F17336}"/>
          </ac:spMkLst>
        </pc:spChg>
        <pc:spChg chg="add del mod">
          <ac:chgData name="MYUNG JIN" userId="89f3fa32ababedc4" providerId="LiveId" clId="{6A819448-9C74-403A-93EF-38E481433A77}" dt="2024-05-30T07:31:51.263" v="5240" actId="478"/>
          <ac:spMkLst>
            <pc:docMk/>
            <pc:sldMk cId="164901796" sldId="365"/>
            <ac:spMk id="4" creationId="{35138121-D1AD-34ED-8D5A-D5ECBDBBD578}"/>
          </ac:spMkLst>
        </pc:spChg>
        <pc:spChg chg="del">
          <ac:chgData name="MYUNG JIN" userId="89f3fa32ababedc4" providerId="LiveId" clId="{6A819448-9C74-403A-93EF-38E481433A77}" dt="2024-05-29T16:19:35.108" v="2468" actId="478"/>
          <ac:spMkLst>
            <pc:docMk/>
            <pc:sldMk cId="164901796" sldId="365"/>
            <ac:spMk id="9" creationId="{7D6F3616-2978-4F78-C29A-261892FE1EBE}"/>
          </ac:spMkLst>
        </pc:spChg>
        <pc:spChg chg="add mod">
          <ac:chgData name="MYUNG JIN" userId="89f3fa32ababedc4" providerId="LiveId" clId="{6A819448-9C74-403A-93EF-38E481433A77}" dt="2024-05-30T08:36:24.465" v="5557" actId="1076"/>
          <ac:spMkLst>
            <pc:docMk/>
            <pc:sldMk cId="164901796" sldId="365"/>
            <ac:spMk id="14" creationId="{D9C96F7F-85AD-6165-811C-6C7B4C280EAD}"/>
          </ac:spMkLst>
        </pc:spChg>
        <pc:spChg chg="add mod">
          <ac:chgData name="MYUNG JIN" userId="89f3fa32ababedc4" providerId="LiveId" clId="{6A819448-9C74-403A-93EF-38E481433A77}" dt="2024-05-30T08:36:04.016" v="5555" actId="14100"/>
          <ac:spMkLst>
            <pc:docMk/>
            <pc:sldMk cId="164901796" sldId="365"/>
            <ac:spMk id="15" creationId="{B898422E-9EC1-0661-11D9-1DB0D96B70F9}"/>
          </ac:spMkLst>
        </pc:spChg>
        <pc:spChg chg="mod">
          <ac:chgData name="MYUNG JIN" userId="89f3fa32ababedc4" providerId="LiveId" clId="{6A819448-9C74-403A-93EF-38E481433A77}" dt="2024-05-30T08:34:56.391" v="5543" actId="571"/>
          <ac:spMkLst>
            <pc:docMk/>
            <pc:sldMk cId="164901796" sldId="365"/>
            <ac:spMk id="20" creationId="{E6578F6C-D092-1CC8-E9A3-DA9281737954}"/>
          </ac:spMkLst>
        </pc:spChg>
        <pc:spChg chg="add mod">
          <ac:chgData name="MYUNG JIN" userId="89f3fa32ababedc4" providerId="LiveId" clId="{6A819448-9C74-403A-93EF-38E481433A77}" dt="2024-05-30T08:38:15.409" v="5588" actId="1076"/>
          <ac:spMkLst>
            <pc:docMk/>
            <pc:sldMk cId="164901796" sldId="365"/>
            <ac:spMk id="21" creationId="{DCECF569-6A6E-DE80-2875-766B868B9B43}"/>
          </ac:spMkLst>
        </pc:spChg>
        <pc:spChg chg="add del mod">
          <ac:chgData name="MYUNG JIN" userId="89f3fa32ababedc4" providerId="LiveId" clId="{6A819448-9C74-403A-93EF-38E481433A77}" dt="2024-05-30T08:37:06.250" v="5565" actId="478"/>
          <ac:spMkLst>
            <pc:docMk/>
            <pc:sldMk cId="164901796" sldId="365"/>
            <ac:spMk id="22" creationId="{0B568575-7946-8FDC-27A0-5C3D64FA4F85}"/>
          </ac:spMkLst>
        </pc:spChg>
        <pc:spChg chg="add mod">
          <ac:chgData name="MYUNG JIN" userId="89f3fa32ababedc4" providerId="LiveId" clId="{6A819448-9C74-403A-93EF-38E481433A77}" dt="2024-05-30T08:38:17.528" v="5589" actId="1076"/>
          <ac:spMkLst>
            <pc:docMk/>
            <pc:sldMk cId="164901796" sldId="365"/>
            <ac:spMk id="24" creationId="{15749E67-86BC-EFB4-AAE3-CC9FD347B3AC}"/>
          </ac:spMkLst>
        </pc:spChg>
        <pc:spChg chg="add mod">
          <ac:chgData name="MYUNG JIN" userId="89f3fa32ababedc4" providerId="LiveId" clId="{6A819448-9C74-403A-93EF-38E481433A77}" dt="2024-05-30T08:38:44.525" v="5594" actId="207"/>
          <ac:spMkLst>
            <pc:docMk/>
            <pc:sldMk cId="164901796" sldId="365"/>
            <ac:spMk id="25" creationId="{FBAAC3A9-86E1-0610-4CE0-19CAEEC24EE4}"/>
          </ac:spMkLst>
        </pc:spChg>
        <pc:spChg chg="add mod">
          <ac:chgData name="MYUNG JIN" userId="89f3fa32ababedc4" providerId="LiveId" clId="{6A819448-9C74-403A-93EF-38E481433A77}" dt="2024-05-30T08:38:47.115" v="5595" actId="571"/>
          <ac:spMkLst>
            <pc:docMk/>
            <pc:sldMk cId="164901796" sldId="365"/>
            <ac:spMk id="26" creationId="{B4281DC5-2AF5-E8D4-301B-637BAB22982B}"/>
          </ac:spMkLst>
        </pc:spChg>
        <pc:spChg chg="add mod">
          <ac:chgData name="MYUNG JIN" userId="89f3fa32ababedc4" providerId="LiveId" clId="{6A819448-9C74-403A-93EF-38E481433A77}" dt="2024-05-30T09:51:22.060" v="5726" actId="20577"/>
          <ac:spMkLst>
            <pc:docMk/>
            <pc:sldMk cId="164901796" sldId="365"/>
            <ac:spMk id="27" creationId="{416CB5A1-532F-52BB-1535-7671C294D4CC}"/>
          </ac:spMkLst>
        </pc:spChg>
        <pc:spChg chg="add mod">
          <ac:chgData name="MYUNG JIN" userId="89f3fa32ababedc4" providerId="LiveId" clId="{6A819448-9C74-403A-93EF-38E481433A77}" dt="2024-05-30T12:54:21.791" v="7813" actId="1076"/>
          <ac:spMkLst>
            <pc:docMk/>
            <pc:sldMk cId="164901796" sldId="365"/>
            <ac:spMk id="28" creationId="{A9E079DC-0CC7-E9F9-A62B-E011FF9E8C67}"/>
          </ac:spMkLst>
        </pc:spChg>
        <pc:spChg chg="add mod">
          <ac:chgData name="MYUNG JIN" userId="89f3fa32ababedc4" providerId="LiveId" clId="{6A819448-9C74-403A-93EF-38E481433A77}" dt="2024-05-30T12:54:32.452" v="7819" actId="1076"/>
          <ac:spMkLst>
            <pc:docMk/>
            <pc:sldMk cId="164901796" sldId="365"/>
            <ac:spMk id="29" creationId="{FD39052B-25D2-F559-789F-5FB6D0265A10}"/>
          </ac:spMkLst>
        </pc:spChg>
        <pc:grpChg chg="add mod">
          <ac:chgData name="MYUNG JIN" userId="89f3fa32ababedc4" providerId="LiveId" clId="{6A819448-9C74-403A-93EF-38E481433A77}" dt="2024-05-30T08:36:04.016" v="5555" actId="14100"/>
          <ac:grpSpMkLst>
            <pc:docMk/>
            <pc:sldMk cId="164901796" sldId="365"/>
            <ac:grpSpMk id="16" creationId="{78A59CA5-ED43-7AFA-E6A5-1B346EDA9F3D}"/>
          </ac:grpSpMkLst>
        </pc:grpChg>
        <pc:grpChg chg="add mod">
          <ac:chgData name="MYUNG JIN" userId="89f3fa32ababedc4" providerId="LiveId" clId="{6A819448-9C74-403A-93EF-38E481433A77}" dt="2024-05-30T12:54:26.957" v="7817" actId="1076"/>
          <ac:grpSpMkLst>
            <pc:docMk/>
            <pc:sldMk cId="164901796" sldId="365"/>
            <ac:grpSpMk id="18" creationId="{2F87EA0C-922F-527E-C17F-888ED9ABBC3B}"/>
          </ac:grpSpMkLst>
        </pc:grpChg>
        <pc:graphicFrameChg chg="add mod">
          <ac:chgData name="MYUNG JIN" userId="89f3fa32ababedc4" providerId="LiveId" clId="{6A819448-9C74-403A-93EF-38E481433A77}" dt="2024-05-30T08:36:04.016" v="5555" actId="14100"/>
          <ac:graphicFrameMkLst>
            <pc:docMk/>
            <pc:sldMk cId="164901796" sldId="365"/>
            <ac:graphicFrameMk id="10" creationId="{DCEBC886-A3D7-2628-5CA4-71C649DC0C3A}"/>
          </ac:graphicFrameMkLst>
        </pc:graphicFrameChg>
        <pc:graphicFrameChg chg="add mod">
          <ac:chgData name="MYUNG JIN" userId="89f3fa32ababedc4" providerId="LiveId" clId="{6A819448-9C74-403A-93EF-38E481433A77}" dt="2024-05-30T13:16:27.947" v="7976" actId="1076"/>
          <ac:graphicFrameMkLst>
            <pc:docMk/>
            <pc:sldMk cId="164901796" sldId="365"/>
            <ac:graphicFrameMk id="17" creationId="{B37B611F-E401-1FD3-77B2-FD3A3AA59F9C}"/>
          </ac:graphicFrameMkLst>
        </pc:graphicFrameChg>
        <pc:picChg chg="add mod">
          <ac:chgData name="MYUNG JIN" userId="89f3fa32ababedc4" providerId="LiveId" clId="{6A819448-9C74-403A-93EF-38E481433A77}" dt="2024-05-30T13:18:52.692" v="7996" actId="29295"/>
          <ac:picMkLst>
            <pc:docMk/>
            <pc:sldMk cId="164901796" sldId="365"/>
            <ac:picMk id="13" creationId="{5DEE0F95-7A2D-7C2A-086B-A41FE9A03EB3}"/>
          </ac:picMkLst>
        </pc:picChg>
        <pc:picChg chg="mod">
          <ac:chgData name="MYUNG JIN" userId="89f3fa32ababedc4" providerId="LiveId" clId="{6A819448-9C74-403A-93EF-38E481433A77}" dt="2024-05-30T13:18:52.692" v="7996" actId="29295"/>
          <ac:picMkLst>
            <pc:docMk/>
            <pc:sldMk cId="164901796" sldId="365"/>
            <ac:picMk id="19" creationId="{54E966A3-20D4-9580-CDA7-28417D6B038A}"/>
          </ac:picMkLst>
        </pc:picChg>
      </pc:sldChg>
      <pc:sldChg chg="new del">
        <pc:chgData name="MYUNG JIN" userId="89f3fa32ababedc4" providerId="LiveId" clId="{6A819448-9C74-403A-93EF-38E481433A77}" dt="2024-05-29T19:21:39.485" v="3121" actId="47"/>
        <pc:sldMkLst>
          <pc:docMk/>
          <pc:sldMk cId="782505073" sldId="366"/>
        </pc:sldMkLst>
      </pc:sldChg>
      <pc:sldChg chg="add del">
        <pc:chgData name="MYUNG JIN" userId="89f3fa32ababedc4" providerId="LiveId" clId="{6A819448-9C74-403A-93EF-38E481433A77}" dt="2024-05-29T19:21:45.531" v="3123" actId="47"/>
        <pc:sldMkLst>
          <pc:docMk/>
          <pc:sldMk cId="1463538848" sldId="366"/>
        </pc:sldMkLst>
      </pc:sldChg>
      <pc:sldChg chg="delSp modSp add mod">
        <pc:chgData name="MYUNG JIN" userId="89f3fa32ababedc4" providerId="LiveId" clId="{6A819448-9C74-403A-93EF-38E481433A77}" dt="2024-05-30T13:48:35.848" v="8448" actId="20577"/>
        <pc:sldMkLst>
          <pc:docMk/>
          <pc:sldMk cId="4029701056" sldId="366"/>
        </pc:sldMkLst>
        <pc:spChg chg="mod">
          <ac:chgData name="MYUNG JIN" userId="89f3fa32ababedc4" providerId="LiveId" clId="{6A819448-9C74-403A-93EF-38E481433A77}" dt="2024-05-29T20:13:57.154" v="3507" actId="20577"/>
          <ac:spMkLst>
            <pc:docMk/>
            <pc:sldMk cId="4029701056" sldId="366"/>
            <ac:spMk id="2" creationId="{00000000-0000-0000-0000-000000000000}"/>
          </ac:spMkLst>
        </pc:spChg>
        <pc:spChg chg="mod">
          <ac:chgData name="MYUNG JIN" userId="89f3fa32ababedc4" providerId="LiveId" clId="{6A819448-9C74-403A-93EF-38E481433A77}" dt="2024-05-30T13:48:35.848" v="8448" actId="20577"/>
          <ac:spMkLst>
            <pc:docMk/>
            <pc:sldMk cId="4029701056" sldId="366"/>
            <ac:spMk id="3" creationId="{078A6BE1-74F9-D80E-B2D0-A6CD49F17336}"/>
          </ac:spMkLst>
        </pc:spChg>
        <pc:spChg chg="del mod">
          <ac:chgData name="MYUNG JIN" userId="89f3fa32ababedc4" providerId="LiveId" clId="{6A819448-9C74-403A-93EF-38E481433A77}" dt="2024-05-29T20:14:13.979" v="3530" actId="478"/>
          <ac:spMkLst>
            <pc:docMk/>
            <pc:sldMk cId="4029701056" sldId="366"/>
            <ac:spMk id="4" creationId="{B76D7326-3A59-831E-D1DF-C5BEBC1170C5}"/>
          </ac:spMkLst>
        </pc:spChg>
      </pc:sldChg>
      <pc:sldChg chg="addSp delSp modSp add mod">
        <pc:chgData name="MYUNG JIN" userId="89f3fa32ababedc4" providerId="LiveId" clId="{6A819448-9C74-403A-93EF-38E481433A77}" dt="2024-07-05T00:34:52.870" v="8715" actId="14100"/>
        <pc:sldMkLst>
          <pc:docMk/>
          <pc:sldMk cId="4145184080" sldId="367"/>
        </pc:sldMkLst>
        <pc:spChg chg="add mod">
          <ac:chgData name="MYUNG JIN" userId="89f3fa32ababedc4" providerId="LiveId" clId="{6A819448-9C74-403A-93EF-38E481433A77}" dt="2024-07-05T00:23:18.253" v="8701" actId="14100"/>
          <ac:spMkLst>
            <pc:docMk/>
            <pc:sldMk cId="4145184080" sldId="367"/>
            <ac:spMk id="9" creationId="{433E7570-DA19-2A06-7A50-B5916EE9F29E}"/>
          </ac:spMkLst>
        </pc:spChg>
        <pc:spChg chg="del">
          <ac:chgData name="MYUNG JIN" userId="89f3fa32ababedc4" providerId="LiveId" clId="{6A819448-9C74-403A-93EF-38E481433A77}" dt="2024-05-30T01:34:34.048" v="3671" actId="478"/>
          <ac:spMkLst>
            <pc:docMk/>
            <pc:sldMk cId="4145184080" sldId="367"/>
            <ac:spMk id="10" creationId="{2F7E0E84-6B3C-04C7-AEC8-66AFFA8AB660}"/>
          </ac:spMkLst>
        </pc:spChg>
        <pc:spChg chg="del">
          <ac:chgData name="MYUNG JIN" userId="89f3fa32ababedc4" providerId="LiveId" clId="{6A819448-9C74-403A-93EF-38E481433A77}" dt="2024-05-30T01:34:34.048" v="3671" actId="478"/>
          <ac:spMkLst>
            <pc:docMk/>
            <pc:sldMk cId="4145184080" sldId="367"/>
            <ac:spMk id="11" creationId="{92B08AD0-CC11-BFC4-7117-FE339CBB8926}"/>
          </ac:spMkLst>
        </pc:spChg>
        <pc:spChg chg="del">
          <ac:chgData name="MYUNG JIN" userId="89f3fa32ababedc4" providerId="LiveId" clId="{6A819448-9C74-403A-93EF-38E481433A77}" dt="2024-05-30T01:34:34.048" v="3671" actId="478"/>
          <ac:spMkLst>
            <pc:docMk/>
            <pc:sldMk cId="4145184080" sldId="367"/>
            <ac:spMk id="13" creationId="{70058454-019F-B421-A1DB-6EF3DC3B912E}"/>
          </ac:spMkLst>
        </pc:spChg>
        <pc:spChg chg="del">
          <ac:chgData name="MYUNG JIN" userId="89f3fa32ababedc4" providerId="LiveId" clId="{6A819448-9C74-403A-93EF-38E481433A77}" dt="2024-05-30T01:34:34.048" v="3671" actId="478"/>
          <ac:spMkLst>
            <pc:docMk/>
            <pc:sldMk cId="4145184080" sldId="367"/>
            <ac:spMk id="14" creationId="{88C6E19A-90E8-1C18-EB07-D4BA1AE9A202}"/>
          </ac:spMkLst>
        </pc:spChg>
        <pc:spChg chg="del">
          <ac:chgData name="MYUNG JIN" userId="89f3fa32ababedc4" providerId="LiveId" clId="{6A819448-9C74-403A-93EF-38E481433A77}" dt="2024-05-30T01:34:34.048" v="3671" actId="478"/>
          <ac:spMkLst>
            <pc:docMk/>
            <pc:sldMk cId="4145184080" sldId="367"/>
            <ac:spMk id="15" creationId="{A064FD2A-BB90-0755-32E3-BECBFC03C364}"/>
          </ac:spMkLst>
        </pc:spChg>
        <pc:spChg chg="add mod">
          <ac:chgData name="MYUNG JIN" userId="89f3fa32ababedc4" providerId="LiveId" clId="{6A819448-9C74-403A-93EF-38E481433A77}" dt="2024-05-30T01:43:54.623" v="4247" actId="21"/>
          <ac:spMkLst>
            <pc:docMk/>
            <pc:sldMk cId="4145184080" sldId="367"/>
            <ac:spMk id="16" creationId="{6654D2E2-8DA2-7768-61C2-61A0BB3E395B}"/>
          </ac:spMkLst>
        </pc:spChg>
        <pc:spChg chg="mod">
          <ac:chgData name="MYUNG JIN" userId="89f3fa32ababedc4" providerId="LiveId" clId="{6A819448-9C74-403A-93EF-38E481433A77}" dt="2024-05-30T01:34:53.624" v="3678"/>
          <ac:spMkLst>
            <pc:docMk/>
            <pc:sldMk cId="4145184080" sldId="367"/>
            <ac:spMk id="19" creationId="{83E8EEA1-F88A-F944-DD6A-11F6B68AA2D2}"/>
          </ac:spMkLst>
        </pc:spChg>
        <pc:spChg chg="mod">
          <ac:chgData name="MYUNG JIN" userId="89f3fa32ababedc4" providerId="LiveId" clId="{6A819448-9C74-403A-93EF-38E481433A77}" dt="2024-05-30T01:34:53.624" v="3678"/>
          <ac:spMkLst>
            <pc:docMk/>
            <pc:sldMk cId="4145184080" sldId="367"/>
            <ac:spMk id="26" creationId="{D8793C35-88EF-8FA1-AFD5-83648D565519}"/>
          </ac:spMkLst>
        </pc:spChg>
        <pc:spChg chg="mod">
          <ac:chgData name="MYUNG JIN" userId="89f3fa32ababedc4" providerId="LiveId" clId="{6A819448-9C74-403A-93EF-38E481433A77}" dt="2024-05-30T01:34:53.624" v="3678"/>
          <ac:spMkLst>
            <pc:docMk/>
            <pc:sldMk cId="4145184080" sldId="367"/>
            <ac:spMk id="38" creationId="{E3B5B2EB-46E0-09F2-A16C-8F85B756A9FA}"/>
          </ac:spMkLst>
        </pc:spChg>
        <pc:spChg chg="add mod">
          <ac:chgData name="MYUNG JIN" userId="89f3fa32ababedc4" providerId="LiveId" clId="{6A819448-9C74-403A-93EF-38E481433A77}" dt="2024-05-30T01:44:35.694" v="4364" actId="20577"/>
          <ac:spMkLst>
            <pc:docMk/>
            <pc:sldMk cId="4145184080" sldId="367"/>
            <ac:spMk id="46" creationId="{EB68E3D4-9DAA-172C-67C3-1C88404311B8}"/>
          </ac:spMkLst>
        </pc:spChg>
        <pc:spChg chg="add mod">
          <ac:chgData name="MYUNG JIN" userId="89f3fa32ababedc4" providerId="LiveId" clId="{6A819448-9C74-403A-93EF-38E481433A77}" dt="2024-07-05T00:34:48.739" v="8713" actId="14100"/>
          <ac:spMkLst>
            <pc:docMk/>
            <pc:sldMk cId="4145184080" sldId="367"/>
            <ac:spMk id="48" creationId="{4244FABE-F0C7-1D39-ABC3-8D8CE8A2AB42}"/>
          </ac:spMkLst>
        </pc:spChg>
        <pc:spChg chg="add mod">
          <ac:chgData name="MYUNG JIN" userId="89f3fa32ababedc4" providerId="LiveId" clId="{6A819448-9C74-403A-93EF-38E481433A77}" dt="2024-05-30T01:37:09.938" v="3866" actId="1076"/>
          <ac:spMkLst>
            <pc:docMk/>
            <pc:sldMk cId="4145184080" sldId="367"/>
            <ac:spMk id="50" creationId="{4CF0B2AD-8357-A4D3-F550-E59368CC27E8}"/>
          </ac:spMkLst>
        </pc:spChg>
        <pc:spChg chg="add del mod">
          <ac:chgData name="MYUNG JIN" userId="89f3fa32ababedc4" providerId="LiveId" clId="{6A819448-9C74-403A-93EF-38E481433A77}" dt="2024-05-30T01:38:29.561" v="3899" actId="14100"/>
          <ac:spMkLst>
            <pc:docMk/>
            <pc:sldMk cId="4145184080" sldId="367"/>
            <ac:spMk id="51" creationId="{75375658-BA14-287A-885F-65F5C1FFFEE9}"/>
          </ac:spMkLst>
        </pc:spChg>
        <pc:spChg chg="add mod">
          <ac:chgData name="MYUNG JIN" userId="89f3fa32ababedc4" providerId="LiveId" clId="{6A819448-9C74-403A-93EF-38E481433A77}" dt="2024-07-05T00:34:52.870" v="8715" actId="14100"/>
          <ac:spMkLst>
            <pc:docMk/>
            <pc:sldMk cId="4145184080" sldId="367"/>
            <ac:spMk id="52" creationId="{3DF1BF45-E2A5-CC86-B71E-CD79E2B3E776}"/>
          </ac:spMkLst>
        </pc:spChg>
        <pc:spChg chg="add del mod">
          <ac:chgData name="MYUNG JIN" userId="89f3fa32ababedc4" providerId="LiveId" clId="{6A819448-9C74-403A-93EF-38E481433A77}" dt="2024-05-30T01:42:40.681" v="4150"/>
          <ac:spMkLst>
            <pc:docMk/>
            <pc:sldMk cId="4145184080" sldId="367"/>
            <ac:spMk id="55" creationId="{CD307517-2469-7D75-79B2-F848CA7C741E}"/>
          </ac:spMkLst>
        </pc:spChg>
        <pc:spChg chg="add del mod">
          <ac:chgData name="MYUNG JIN" userId="89f3fa32ababedc4" providerId="LiveId" clId="{6A819448-9C74-403A-93EF-38E481433A77}" dt="2024-05-30T01:42:40.682" v="4152"/>
          <ac:spMkLst>
            <pc:docMk/>
            <pc:sldMk cId="4145184080" sldId="367"/>
            <ac:spMk id="56" creationId="{D698F238-BCC1-AA62-A58E-539C0768A2FE}"/>
          </ac:spMkLst>
        </pc:spChg>
        <pc:spChg chg="add del mod">
          <ac:chgData name="MYUNG JIN" userId="89f3fa32ababedc4" providerId="LiveId" clId="{6A819448-9C74-403A-93EF-38E481433A77}" dt="2024-05-30T01:42:40.682" v="4154"/>
          <ac:spMkLst>
            <pc:docMk/>
            <pc:sldMk cId="4145184080" sldId="367"/>
            <ac:spMk id="57" creationId="{F828C067-7D8F-4ECA-C382-29EB6DB6CF47}"/>
          </ac:spMkLst>
        </pc:spChg>
        <pc:spChg chg="add del mod">
          <ac:chgData name="MYUNG JIN" userId="89f3fa32ababedc4" providerId="LiveId" clId="{6A819448-9C74-403A-93EF-38E481433A77}" dt="2024-05-30T01:42:40.681" v="4148" actId="478"/>
          <ac:spMkLst>
            <pc:docMk/>
            <pc:sldMk cId="4145184080" sldId="367"/>
            <ac:spMk id="58" creationId="{C8CF886F-C4F0-F0D0-52D9-8B1F0DFF9D23}"/>
          </ac:spMkLst>
        </pc:spChg>
        <pc:spChg chg="add del mod">
          <ac:chgData name="MYUNG JIN" userId="89f3fa32ababedc4" providerId="LiveId" clId="{6A819448-9C74-403A-93EF-38E481433A77}" dt="2024-05-30T11:11:25.875" v="5915" actId="478"/>
          <ac:spMkLst>
            <pc:docMk/>
            <pc:sldMk cId="4145184080" sldId="367"/>
            <ac:spMk id="59" creationId="{818C4DB1-1AFD-8A9A-C40E-BE1FA77BCF24}"/>
          </ac:spMkLst>
        </pc:spChg>
        <pc:spChg chg="add mod">
          <ac:chgData name="MYUNG JIN" userId="89f3fa32ababedc4" providerId="LiveId" clId="{6A819448-9C74-403A-93EF-38E481433A77}" dt="2024-05-30T11:12:35.996" v="5995" actId="14100"/>
          <ac:spMkLst>
            <pc:docMk/>
            <pc:sldMk cId="4145184080" sldId="367"/>
            <ac:spMk id="60" creationId="{40929106-D897-C165-3856-10FA49CAC0EB}"/>
          </ac:spMkLst>
        </pc:spChg>
        <pc:spChg chg="add mod">
          <ac:chgData name="MYUNG JIN" userId="89f3fa32ababedc4" providerId="LiveId" clId="{6A819448-9C74-403A-93EF-38E481433A77}" dt="2024-05-30T11:12:28.989" v="5993" actId="1076"/>
          <ac:spMkLst>
            <pc:docMk/>
            <pc:sldMk cId="4145184080" sldId="367"/>
            <ac:spMk id="63" creationId="{54276A52-3756-A708-7CF4-3E17505CB27A}"/>
          </ac:spMkLst>
        </pc:spChg>
        <pc:spChg chg="del">
          <ac:chgData name="MYUNG JIN" userId="89f3fa32ababedc4" providerId="LiveId" clId="{6A819448-9C74-403A-93EF-38E481433A77}" dt="2024-05-30T01:34:36.273" v="3672" actId="478"/>
          <ac:spMkLst>
            <pc:docMk/>
            <pc:sldMk cId="4145184080" sldId="367"/>
            <ac:spMk id="113" creationId="{B63C3194-0B58-24D9-2B28-5D84FA95F4D1}"/>
          </ac:spMkLst>
        </pc:spChg>
        <pc:grpChg chg="add mod">
          <ac:chgData name="MYUNG JIN" userId="89f3fa32ababedc4" providerId="LiveId" clId="{6A819448-9C74-403A-93EF-38E481433A77}" dt="2024-05-30T01:34:53.624" v="3678"/>
          <ac:grpSpMkLst>
            <pc:docMk/>
            <pc:sldMk cId="4145184080" sldId="367"/>
            <ac:grpSpMk id="17" creationId="{F3A744F1-E338-FD0C-EE7A-D7C4CBB5EEBB}"/>
          </ac:grpSpMkLst>
        </pc:grpChg>
        <pc:grpChg chg="mod">
          <ac:chgData name="MYUNG JIN" userId="89f3fa32ababedc4" providerId="LiveId" clId="{6A819448-9C74-403A-93EF-38E481433A77}" dt="2024-05-30T01:34:53.624" v="3678"/>
          <ac:grpSpMkLst>
            <pc:docMk/>
            <pc:sldMk cId="4145184080" sldId="367"/>
            <ac:grpSpMk id="18" creationId="{78F912BF-7552-24D6-1DD0-370A3873C5BA}"/>
          </ac:grpSpMkLst>
        </pc:grpChg>
        <pc:grpChg chg="mod">
          <ac:chgData name="MYUNG JIN" userId="89f3fa32ababedc4" providerId="LiveId" clId="{6A819448-9C74-403A-93EF-38E481433A77}" dt="2024-05-30T01:34:53.624" v="3678"/>
          <ac:grpSpMkLst>
            <pc:docMk/>
            <pc:sldMk cId="4145184080" sldId="367"/>
            <ac:grpSpMk id="25" creationId="{F67C6DBD-0B7C-6DD3-9599-1E5DF46882A0}"/>
          </ac:grpSpMkLst>
        </pc:grpChg>
        <pc:grpChg chg="del">
          <ac:chgData name="MYUNG JIN" userId="89f3fa32ababedc4" providerId="LiveId" clId="{6A819448-9C74-403A-93EF-38E481433A77}" dt="2024-05-30T01:34:34.048" v="3671" actId="478"/>
          <ac:grpSpMkLst>
            <pc:docMk/>
            <pc:sldMk cId="4145184080" sldId="367"/>
            <ac:grpSpMk id="39" creationId="{6AE3D55C-F490-6EAD-9709-DAB14005B76A}"/>
          </ac:grpSpMkLst>
        </pc:grpChg>
        <pc:grpChg chg="del">
          <ac:chgData name="MYUNG JIN" userId="89f3fa32ababedc4" providerId="LiveId" clId="{6A819448-9C74-403A-93EF-38E481433A77}" dt="2024-05-30T01:34:34.048" v="3671" actId="478"/>
          <ac:grpSpMkLst>
            <pc:docMk/>
            <pc:sldMk cId="4145184080" sldId="367"/>
            <ac:grpSpMk id="73" creationId="{25380692-27C4-02AF-1CE4-2EE5636905FD}"/>
          </ac:grpSpMkLst>
        </pc:grpChg>
        <pc:grpChg chg="del mod">
          <ac:chgData name="MYUNG JIN" userId="89f3fa32ababedc4" providerId="LiveId" clId="{6A819448-9C74-403A-93EF-38E481433A77}" dt="2024-05-30T01:34:56.905" v="3680" actId="478"/>
          <ac:grpSpMkLst>
            <pc:docMk/>
            <pc:sldMk cId="4145184080" sldId="367"/>
            <ac:grpSpMk id="122" creationId="{95D6D2AA-1EC4-4EAF-B098-D8ECFA67E54E}"/>
          </ac:grpSpMkLst>
        </pc:grpChg>
        <pc:picChg chg="mod">
          <ac:chgData name="MYUNG JIN" userId="89f3fa32ababedc4" providerId="LiveId" clId="{6A819448-9C74-403A-93EF-38E481433A77}" dt="2024-05-30T01:34:53.624" v="3678"/>
          <ac:picMkLst>
            <pc:docMk/>
            <pc:sldMk cId="4145184080" sldId="367"/>
            <ac:picMk id="36" creationId="{236569DA-641E-0DA6-16AE-1FC176045758}"/>
          </ac:picMkLst>
        </pc:picChg>
        <pc:picChg chg="add mod">
          <ac:chgData name="MYUNG JIN" userId="89f3fa32ababedc4" providerId="LiveId" clId="{6A819448-9C74-403A-93EF-38E481433A77}" dt="2024-05-30T01:36:55.693" v="3854" actId="1076"/>
          <ac:picMkLst>
            <pc:docMk/>
            <pc:sldMk cId="4145184080" sldId="367"/>
            <ac:picMk id="43" creationId="{CCBE6738-E5D2-967B-0508-87344B84D116}"/>
          </ac:picMkLst>
        </pc:picChg>
        <pc:cxnChg chg="add mod">
          <ac:chgData name="MYUNG JIN" userId="89f3fa32ababedc4" providerId="LiveId" clId="{6A819448-9C74-403A-93EF-38E481433A77}" dt="2024-07-05T00:34:52.870" v="8715" actId="14100"/>
          <ac:cxnSpMkLst>
            <pc:docMk/>
            <pc:sldMk cId="4145184080" sldId="367"/>
            <ac:cxnSpMk id="4" creationId="{A4B72E15-7CE9-3075-94A5-0492E8B76736}"/>
          </ac:cxnSpMkLst>
        </pc:cxnChg>
        <pc:cxnChg chg="mod">
          <ac:chgData name="MYUNG JIN" userId="89f3fa32ababedc4" providerId="LiveId" clId="{6A819448-9C74-403A-93EF-38E481433A77}" dt="2024-05-30T01:34:53.624" v="3678"/>
          <ac:cxnSpMkLst>
            <pc:docMk/>
            <pc:sldMk cId="4145184080" sldId="367"/>
            <ac:cxnSpMk id="30" creationId="{2DBA4495-C1CE-FE70-9749-5F535322B018}"/>
          </ac:cxnSpMkLst>
        </pc:cxnChg>
        <pc:cxnChg chg="mod">
          <ac:chgData name="MYUNG JIN" userId="89f3fa32ababedc4" providerId="LiveId" clId="{6A819448-9C74-403A-93EF-38E481433A77}" dt="2024-05-30T01:34:53.624" v="3678"/>
          <ac:cxnSpMkLst>
            <pc:docMk/>
            <pc:sldMk cId="4145184080" sldId="367"/>
            <ac:cxnSpMk id="34" creationId="{C53A4035-79FD-2EE0-4F7B-5A8C1CA599B4}"/>
          </ac:cxnSpMkLst>
        </pc:cxnChg>
        <pc:cxnChg chg="mod">
          <ac:chgData name="MYUNG JIN" userId="89f3fa32ababedc4" providerId="LiveId" clId="{6A819448-9C74-403A-93EF-38E481433A77}" dt="2024-05-30T01:34:53.624" v="3678"/>
          <ac:cxnSpMkLst>
            <pc:docMk/>
            <pc:sldMk cId="4145184080" sldId="367"/>
            <ac:cxnSpMk id="35" creationId="{829421C8-0CA6-55C1-DE8E-420D071D4B1A}"/>
          </ac:cxnSpMkLst>
        </pc:cxnChg>
        <pc:cxnChg chg="mod">
          <ac:chgData name="MYUNG JIN" userId="89f3fa32ababedc4" providerId="LiveId" clId="{6A819448-9C74-403A-93EF-38E481433A77}" dt="2024-05-30T01:34:53.624" v="3678"/>
          <ac:cxnSpMkLst>
            <pc:docMk/>
            <pc:sldMk cId="4145184080" sldId="367"/>
            <ac:cxnSpMk id="37" creationId="{07BC436D-C4AC-CBE7-FAE4-17C8337831A1}"/>
          </ac:cxnSpMkLst>
        </pc:cxnChg>
        <pc:cxnChg chg="mod">
          <ac:chgData name="MYUNG JIN" userId="89f3fa32ababedc4" providerId="LiveId" clId="{6A819448-9C74-403A-93EF-38E481433A77}" dt="2024-05-30T01:34:53.624" v="3678"/>
          <ac:cxnSpMkLst>
            <pc:docMk/>
            <pc:sldMk cId="4145184080" sldId="367"/>
            <ac:cxnSpMk id="42" creationId="{83FE267E-4701-8FBA-9042-2116AB7FC712}"/>
          </ac:cxnSpMkLst>
        </pc:cxnChg>
        <pc:cxnChg chg="add del mod">
          <ac:chgData name="MYUNG JIN" userId="89f3fa32ababedc4" providerId="LiveId" clId="{6A819448-9C74-403A-93EF-38E481433A77}" dt="2024-05-30T01:39:11.710" v="3906" actId="478"/>
          <ac:cxnSpMkLst>
            <pc:docMk/>
            <pc:sldMk cId="4145184080" sldId="367"/>
            <ac:cxnSpMk id="54" creationId="{225080A6-D43F-E3A4-6E88-6954587718C9}"/>
          </ac:cxnSpMkLst>
        </pc:cxnChg>
        <pc:cxnChg chg="add">
          <ac:chgData name="MYUNG JIN" userId="89f3fa32ababedc4" providerId="LiveId" clId="{6A819448-9C74-403A-93EF-38E481433A77}" dt="2024-05-30T11:11:55.313" v="5918" actId="11529"/>
          <ac:cxnSpMkLst>
            <pc:docMk/>
            <pc:sldMk cId="4145184080" sldId="367"/>
            <ac:cxnSpMk id="62" creationId="{FF6113F8-46A6-2C4A-6AA6-A3E0D87BFA40}"/>
          </ac:cxnSpMkLst>
        </pc:cxnChg>
      </pc:sldChg>
      <pc:sldChg chg="addSp delSp modSp add mod ord modAnim">
        <pc:chgData name="MYUNG JIN" userId="89f3fa32ababedc4" providerId="LiveId" clId="{6A819448-9C74-403A-93EF-38E481433A77}" dt="2024-05-30T13:45:24.401" v="8382"/>
        <pc:sldMkLst>
          <pc:docMk/>
          <pc:sldMk cId="1475466487" sldId="368"/>
        </pc:sldMkLst>
        <pc:spChg chg="mod">
          <ac:chgData name="MYUNG JIN" userId="89f3fa32ababedc4" providerId="LiveId" clId="{6A819448-9C74-403A-93EF-38E481433A77}" dt="2024-05-30T12:26:24.572" v="7056" actId="20577"/>
          <ac:spMkLst>
            <pc:docMk/>
            <pc:sldMk cId="1475466487" sldId="368"/>
            <ac:spMk id="2" creationId="{00000000-0000-0000-0000-000000000000}"/>
          </ac:spMkLst>
        </pc:spChg>
        <pc:spChg chg="del">
          <ac:chgData name="MYUNG JIN" userId="89f3fa32ababedc4" providerId="LiveId" clId="{6A819448-9C74-403A-93EF-38E481433A77}" dt="2024-05-30T07:58:20.985" v="5301" actId="478"/>
          <ac:spMkLst>
            <pc:docMk/>
            <pc:sldMk cId="1475466487" sldId="368"/>
            <ac:spMk id="3" creationId="{078A6BE1-74F9-D80E-B2D0-A6CD49F17336}"/>
          </ac:spMkLst>
        </pc:spChg>
        <pc:spChg chg="mod">
          <ac:chgData name="MYUNG JIN" userId="89f3fa32ababedc4" providerId="LiveId" clId="{6A819448-9C74-403A-93EF-38E481433A77}" dt="2024-05-30T07:59:12.540" v="5314" actId="1076"/>
          <ac:spMkLst>
            <pc:docMk/>
            <pc:sldMk cId="1475466487" sldId="368"/>
            <ac:spMk id="10" creationId="{D9DCA2C7-B865-AFEF-11E7-2B4810F03D54}"/>
          </ac:spMkLst>
        </pc:spChg>
        <pc:spChg chg="mod">
          <ac:chgData name="MYUNG JIN" userId="89f3fa32ababedc4" providerId="LiveId" clId="{6A819448-9C74-403A-93EF-38E481433A77}" dt="2024-05-30T07:59:14.857" v="5315" actId="1076"/>
          <ac:spMkLst>
            <pc:docMk/>
            <pc:sldMk cId="1475466487" sldId="368"/>
            <ac:spMk id="11" creationId="{06A0C510-E24A-EFC1-6FA4-D2D62175717A}"/>
          </ac:spMkLst>
        </pc:spChg>
        <pc:spChg chg="del mod">
          <ac:chgData name="MYUNG JIN" userId="89f3fa32ababedc4" providerId="LiveId" clId="{6A819448-9C74-403A-93EF-38E481433A77}" dt="2024-05-30T07:58:46.364" v="5306" actId="478"/>
          <ac:spMkLst>
            <pc:docMk/>
            <pc:sldMk cId="1475466487" sldId="368"/>
            <ac:spMk id="16" creationId="{3731B179-94B0-2234-8110-0E710CD0CAFE}"/>
          </ac:spMkLst>
        </pc:spChg>
        <pc:spChg chg="del mod">
          <ac:chgData name="MYUNG JIN" userId="89f3fa32ababedc4" providerId="LiveId" clId="{6A819448-9C74-403A-93EF-38E481433A77}" dt="2024-05-30T07:58:50.795" v="5307" actId="478"/>
          <ac:spMkLst>
            <pc:docMk/>
            <pc:sldMk cId="1475466487" sldId="368"/>
            <ac:spMk id="17" creationId="{D8EBC111-CF7E-52E6-FAF8-11E704A87F48}"/>
          </ac:spMkLst>
        </pc:spChg>
        <pc:spChg chg="del mod">
          <ac:chgData name="MYUNG JIN" userId="89f3fa32ababedc4" providerId="LiveId" clId="{6A819448-9C74-403A-93EF-38E481433A77}" dt="2024-05-30T07:59:07.376" v="5313" actId="478"/>
          <ac:spMkLst>
            <pc:docMk/>
            <pc:sldMk cId="1475466487" sldId="368"/>
            <ac:spMk id="18" creationId="{EB8032A3-AF4E-387D-ADA0-E5534740BC5C}"/>
          </ac:spMkLst>
        </pc:spChg>
        <pc:spChg chg="mod">
          <ac:chgData name="MYUNG JIN" userId="89f3fa32ababedc4" providerId="LiveId" clId="{6A819448-9C74-403A-93EF-38E481433A77}" dt="2024-05-30T07:58:58.852" v="5310" actId="1076"/>
          <ac:spMkLst>
            <pc:docMk/>
            <pc:sldMk cId="1475466487" sldId="368"/>
            <ac:spMk id="20" creationId="{8F74E51A-757A-5F6C-9E45-6DA81A379123}"/>
          </ac:spMkLst>
        </pc:spChg>
        <pc:spChg chg="del mod">
          <ac:chgData name="MYUNG JIN" userId="89f3fa32ababedc4" providerId="LiveId" clId="{6A819448-9C74-403A-93EF-38E481433A77}" dt="2024-05-30T07:58:43.796" v="5305" actId="478"/>
          <ac:spMkLst>
            <pc:docMk/>
            <pc:sldMk cId="1475466487" sldId="368"/>
            <ac:spMk id="21" creationId="{F93B62AC-DA40-0A2B-DFE5-32F04B47AE56}"/>
          </ac:spMkLst>
        </pc:spChg>
        <pc:spChg chg="del mod">
          <ac:chgData name="MYUNG JIN" userId="89f3fa32ababedc4" providerId="LiveId" clId="{6A819448-9C74-403A-93EF-38E481433A77}" dt="2024-05-30T07:58:43.796" v="5305" actId="478"/>
          <ac:spMkLst>
            <pc:docMk/>
            <pc:sldMk cId="1475466487" sldId="368"/>
            <ac:spMk id="22" creationId="{2AAAFD00-AF22-D055-D356-4D2984FCFF26}"/>
          </ac:spMkLst>
        </pc:spChg>
        <pc:spChg chg="mod">
          <ac:chgData name="MYUNG JIN" userId="89f3fa32ababedc4" providerId="LiveId" clId="{6A819448-9C74-403A-93EF-38E481433A77}" dt="2024-05-30T07:58:56.991" v="5309" actId="1076"/>
          <ac:spMkLst>
            <pc:docMk/>
            <pc:sldMk cId="1475466487" sldId="368"/>
            <ac:spMk id="23" creationId="{245A13EE-AE1F-726D-6AE1-0A2A1AE89C5B}"/>
          </ac:spMkLst>
        </pc:spChg>
        <pc:spChg chg="mod">
          <ac:chgData name="MYUNG JIN" userId="89f3fa32ababedc4" providerId="LiveId" clId="{6A819448-9C74-403A-93EF-38E481433A77}" dt="2024-05-30T07:58:32.711" v="5302"/>
          <ac:spMkLst>
            <pc:docMk/>
            <pc:sldMk cId="1475466487" sldId="368"/>
            <ac:spMk id="24" creationId="{939C5E8F-39F9-3C73-21BF-0C4A99D8507D}"/>
          </ac:spMkLst>
        </pc:spChg>
        <pc:spChg chg="mod">
          <ac:chgData name="MYUNG JIN" userId="89f3fa32ababedc4" providerId="LiveId" clId="{6A819448-9C74-403A-93EF-38E481433A77}" dt="2024-05-30T07:58:32.711" v="5302"/>
          <ac:spMkLst>
            <pc:docMk/>
            <pc:sldMk cId="1475466487" sldId="368"/>
            <ac:spMk id="25" creationId="{1ADEEDF3-3038-0F38-3F5D-E1EC62AD49DA}"/>
          </ac:spMkLst>
        </pc:spChg>
        <pc:spChg chg="mod">
          <ac:chgData name="MYUNG JIN" userId="89f3fa32ababedc4" providerId="LiveId" clId="{6A819448-9C74-403A-93EF-38E481433A77}" dt="2024-05-30T07:58:32.711" v="5302"/>
          <ac:spMkLst>
            <pc:docMk/>
            <pc:sldMk cId="1475466487" sldId="368"/>
            <ac:spMk id="26" creationId="{300145A3-EC60-8183-6B1E-B4C423B8A927}"/>
          </ac:spMkLst>
        </pc:spChg>
        <pc:spChg chg="mod">
          <ac:chgData name="MYUNG JIN" userId="89f3fa32ababedc4" providerId="LiveId" clId="{6A819448-9C74-403A-93EF-38E481433A77}" dt="2024-05-30T07:58:32.711" v="5302"/>
          <ac:spMkLst>
            <pc:docMk/>
            <pc:sldMk cId="1475466487" sldId="368"/>
            <ac:spMk id="27" creationId="{5B5DF182-3C8E-2F53-EC9D-A78C4189A3E0}"/>
          </ac:spMkLst>
        </pc:spChg>
        <pc:spChg chg="mod">
          <ac:chgData name="MYUNG JIN" userId="89f3fa32ababedc4" providerId="LiveId" clId="{6A819448-9C74-403A-93EF-38E481433A77}" dt="2024-05-30T07:58:32.711" v="5302"/>
          <ac:spMkLst>
            <pc:docMk/>
            <pc:sldMk cId="1475466487" sldId="368"/>
            <ac:spMk id="28" creationId="{1624FA82-F79F-50E6-6AD0-9D4AAB5FDFE0}"/>
          </ac:spMkLst>
        </pc:spChg>
        <pc:spChg chg="mod">
          <ac:chgData name="MYUNG JIN" userId="89f3fa32ababedc4" providerId="LiveId" clId="{6A819448-9C74-403A-93EF-38E481433A77}" dt="2024-05-30T07:58:32.711" v="5302"/>
          <ac:spMkLst>
            <pc:docMk/>
            <pc:sldMk cId="1475466487" sldId="368"/>
            <ac:spMk id="30" creationId="{B11CC3BE-CC4E-6216-1369-2D18C44588ED}"/>
          </ac:spMkLst>
        </pc:spChg>
        <pc:spChg chg="mod">
          <ac:chgData name="MYUNG JIN" userId="89f3fa32ababedc4" providerId="LiveId" clId="{6A819448-9C74-403A-93EF-38E481433A77}" dt="2024-05-30T07:58:32.711" v="5302"/>
          <ac:spMkLst>
            <pc:docMk/>
            <pc:sldMk cId="1475466487" sldId="368"/>
            <ac:spMk id="31" creationId="{FB3A8BBE-C426-0F52-07A3-C0A90766F3D0}"/>
          </ac:spMkLst>
        </pc:spChg>
        <pc:spChg chg="mod">
          <ac:chgData name="MYUNG JIN" userId="89f3fa32ababedc4" providerId="LiveId" clId="{6A819448-9C74-403A-93EF-38E481433A77}" dt="2024-05-30T07:58:32.711" v="5302"/>
          <ac:spMkLst>
            <pc:docMk/>
            <pc:sldMk cId="1475466487" sldId="368"/>
            <ac:spMk id="32" creationId="{B2C2B224-E100-B4AC-7883-F77210480BB4}"/>
          </ac:spMkLst>
        </pc:spChg>
        <pc:spChg chg="mod">
          <ac:chgData name="MYUNG JIN" userId="89f3fa32ababedc4" providerId="LiveId" clId="{6A819448-9C74-403A-93EF-38E481433A77}" dt="2024-05-30T07:58:32.711" v="5302"/>
          <ac:spMkLst>
            <pc:docMk/>
            <pc:sldMk cId="1475466487" sldId="368"/>
            <ac:spMk id="33" creationId="{B70DB94D-152D-B7B1-5661-89C6B915B38D}"/>
          </ac:spMkLst>
        </pc:spChg>
        <pc:spChg chg="mod">
          <ac:chgData name="MYUNG JIN" userId="89f3fa32ababedc4" providerId="LiveId" clId="{6A819448-9C74-403A-93EF-38E481433A77}" dt="2024-05-30T07:58:32.711" v="5302"/>
          <ac:spMkLst>
            <pc:docMk/>
            <pc:sldMk cId="1475466487" sldId="368"/>
            <ac:spMk id="34" creationId="{AF222086-C8BE-A5D3-80CF-D8CE6A6AF069}"/>
          </ac:spMkLst>
        </pc:spChg>
        <pc:spChg chg="mod">
          <ac:chgData name="MYUNG JIN" userId="89f3fa32ababedc4" providerId="LiveId" clId="{6A819448-9C74-403A-93EF-38E481433A77}" dt="2024-05-30T07:59:02.413" v="5311" actId="14100"/>
          <ac:spMkLst>
            <pc:docMk/>
            <pc:sldMk cId="1475466487" sldId="368"/>
            <ac:spMk id="35" creationId="{C88157EE-AEA7-F69C-ED65-8F7C9C091E4A}"/>
          </ac:spMkLst>
        </pc:spChg>
        <pc:spChg chg="del mod">
          <ac:chgData name="MYUNG JIN" userId="89f3fa32ababedc4" providerId="LiveId" clId="{6A819448-9C74-403A-93EF-38E481433A77}" dt="2024-05-30T07:58:37.522" v="5303" actId="478"/>
          <ac:spMkLst>
            <pc:docMk/>
            <pc:sldMk cId="1475466487" sldId="368"/>
            <ac:spMk id="36" creationId="{1D1780DA-DC61-0B4E-60DE-60477E437B37}"/>
          </ac:spMkLst>
        </pc:spChg>
        <pc:spChg chg="mod">
          <ac:chgData name="MYUNG JIN" userId="89f3fa32ababedc4" providerId="LiveId" clId="{6A819448-9C74-403A-93EF-38E481433A77}" dt="2024-05-30T07:59:02.413" v="5311" actId="14100"/>
          <ac:spMkLst>
            <pc:docMk/>
            <pc:sldMk cId="1475466487" sldId="368"/>
            <ac:spMk id="37" creationId="{A08B7A2E-F562-6D0A-B358-83E037AE453B}"/>
          </ac:spMkLst>
        </pc:spChg>
        <pc:spChg chg="del mod">
          <ac:chgData name="MYUNG JIN" userId="89f3fa32ababedc4" providerId="LiveId" clId="{6A819448-9C74-403A-93EF-38E481433A77}" dt="2024-05-30T07:58:40.066" v="5304" actId="478"/>
          <ac:spMkLst>
            <pc:docMk/>
            <pc:sldMk cId="1475466487" sldId="368"/>
            <ac:spMk id="38" creationId="{5EB34E1F-925B-6A80-06CA-960EA7866F4A}"/>
          </ac:spMkLst>
        </pc:spChg>
        <pc:spChg chg="add mod">
          <ac:chgData name="MYUNG JIN" userId="89f3fa32ababedc4" providerId="LiveId" clId="{6A819448-9C74-403A-93EF-38E481433A77}" dt="2024-05-30T13:38:33.314" v="8280" actId="1076"/>
          <ac:spMkLst>
            <pc:docMk/>
            <pc:sldMk cId="1475466487" sldId="368"/>
            <ac:spMk id="39" creationId="{C37E8AD8-618B-3C49-FEE0-436BC0DC913D}"/>
          </ac:spMkLst>
        </pc:spChg>
        <pc:spChg chg="mod">
          <ac:chgData name="MYUNG JIN" userId="89f3fa32ababedc4" providerId="LiveId" clId="{6A819448-9C74-403A-93EF-38E481433A77}" dt="2024-05-30T13:41:17.814" v="8309" actId="571"/>
          <ac:spMkLst>
            <pc:docMk/>
            <pc:sldMk cId="1475466487" sldId="368"/>
            <ac:spMk id="42" creationId="{560268F6-1519-628F-F01B-4E6B2F2C3510}"/>
          </ac:spMkLst>
        </pc:spChg>
        <pc:spChg chg="mod">
          <ac:chgData name="MYUNG JIN" userId="89f3fa32ababedc4" providerId="LiveId" clId="{6A819448-9C74-403A-93EF-38E481433A77}" dt="2024-05-30T13:41:17.814" v="8309" actId="571"/>
          <ac:spMkLst>
            <pc:docMk/>
            <pc:sldMk cId="1475466487" sldId="368"/>
            <ac:spMk id="43" creationId="{DEB2FAFA-0FD5-8C07-2A20-2565590A8B05}"/>
          </ac:spMkLst>
        </pc:spChg>
        <pc:spChg chg="del mod">
          <ac:chgData name="MYUNG JIN" userId="89f3fa32ababedc4" providerId="LiveId" clId="{6A819448-9C74-403A-93EF-38E481433A77}" dt="2024-05-30T07:59:52.875" v="5324" actId="478"/>
          <ac:spMkLst>
            <pc:docMk/>
            <pc:sldMk cId="1475466487" sldId="368"/>
            <ac:spMk id="45" creationId="{912E0D93-3B8F-7334-D264-3924A6F25D79}"/>
          </ac:spMkLst>
        </pc:spChg>
        <pc:spChg chg="del mod">
          <ac:chgData name="MYUNG JIN" userId="89f3fa32ababedc4" providerId="LiveId" clId="{6A819448-9C74-403A-93EF-38E481433A77}" dt="2024-05-30T08:00:29.671" v="5334" actId="478"/>
          <ac:spMkLst>
            <pc:docMk/>
            <pc:sldMk cId="1475466487" sldId="368"/>
            <ac:spMk id="46" creationId="{DB680C84-CAA7-8341-BBBC-73758CC18F19}"/>
          </ac:spMkLst>
        </pc:spChg>
        <pc:spChg chg="mod">
          <ac:chgData name="MYUNG JIN" userId="89f3fa32ababedc4" providerId="LiveId" clId="{6A819448-9C74-403A-93EF-38E481433A77}" dt="2024-05-30T13:41:17.814" v="8309" actId="571"/>
          <ac:spMkLst>
            <pc:docMk/>
            <pc:sldMk cId="1475466487" sldId="368"/>
            <ac:spMk id="47" creationId="{DE27A87B-A8FB-D437-9B85-41605237DCAD}"/>
          </ac:spMkLst>
        </pc:spChg>
        <pc:spChg chg="mod">
          <ac:chgData name="MYUNG JIN" userId="89f3fa32ababedc4" providerId="LiveId" clId="{6A819448-9C74-403A-93EF-38E481433A77}" dt="2024-05-30T13:41:17.814" v="8309" actId="571"/>
          <ac:spMkLst>
            <pc:docMk/>
            <pc:sldMk cId="1475466487" sldId="368"/>
            <ac:spMk id="48" creationId="{56ECD5DB-A1DC-C45E-B82D-071E6781C76E}"/>
          </ac:spMkLst>
        </pc:spChg>
        <pc:spChg chg="mod">
          <ac:chgData name="MYUNG JIN" userId="89f3fa32ababedc4" providerId="LiveId" clId="{6A819448-9C74-403A-93EF-38E481433A77}" dt="2024-05-30T13:41:17.814" v="8309" actId="571"/>
          <ac:spMkLst>
            <pc:docMk/>
            <pc:sldMk cId="1475466487" sldId="368"/>
            <ac:spMk id="49" creationId="{A9839A20-B5F7-3672-81A8-F2B043B9E23E}"/>
          </ac:spMkLst>
        </pc:spChg>
        <pc:spChg chg="mod">
          <ac:chgData name="MYUNG JIN" userId="89f3fa32ababedc4" providerId="LiveId" clId="{6A819448-9C74-403A-93EF-38E481433A77}" dt="2024-05-30T13:41:17.814" v="8309" actId="571"/>
          <ac:spMkLst>
            <pc:docMk/>
            <pc:sldMk cId="1475466487" sldId="368"/>
            <ac:spMk id="50" creationId="{E02E51BF-4660-433C-1566-72F887583374}"/>
          </ac:spMkLst>
        </pc:spChg>
        <pc:spChg chg="mod">
          <ac:chgData name="MYUNG JIN" userId="89f3fa32ababedc4" providerId="LiveId" clId="{6A819448-9C74-403A-93EF-38E481433A77}" dt="2024-05-30T13:41:17.814" v="8309" actId="571"/>
          <ac:spMkLst>
            <pc:docMk/>
            <pc:sldMk cId="1475466487" sldId="368"/>
            <ac:spMk id="51" creationId="{F70EC483-7446-E613-663D-7515E3C24B66}"/>
          </ac:spMkLst>
        </pc:spChg>
        <pc:spChg chg="mod">
          <ac:chgData name="MYUNG JIN" userId="89f3fa32ababedc4" providerId="LiveId" clId="{6A819448-9C74-403A-93EF-38E481433A77}" dt="2024-05-30T13:41:17.814" v="8309" actId="571"/>
          <ac:spMkLst>
            <pc:docMk/>
            <pc:sldMk cId="1475466487" sldId="368"/>
            <ac:spMk id="53" creationId="{85E7E725-E3D9-763B-13A6-C908D29D214A}"/>
          </ac:spMkLst>
        </pc:spChg>
        <pc:spChg chg="mod">
          <ac:chgData name="MYUNG JIN" userId="89f3fa32ababedc4" providerId="LiveId" clId="{6A819448-9C74-403A-93EF-38E481433A77}" dt="2024-05-30T13:41:17.814" v="8309" actId="571"/>
          <ac:spMkLst>
            <pc:docMk/>
            <pc:sldMk cId="1475466487" sldId="368"/>
            <ac:spMk id="54" creationId="{50140C1C-BC5E-9088-2A2D-0A11D48B2602}"/>
          </ac:spMkLst>
        </pc:spChg>
        <pc:spChg chg="mod">
          <ac:chgData name="MYUNG JIN" userId="89f3fa32ababedc4" providerId="LiveId" clId="{6A819448-9C74-403A-93EF-38E481433A77}" dt="2024-05-30T13:41:17.814" v="8309" actId="571"/>
          <ac:spMkLst>
            <pc:docMk/>
            <pc:sldMk cId="1475466487" sldId="368"/>
            <ac:spMk id="55" creationId="{086C10B6-7165-6319-B993-D916A3167DFC}"/>
          </ac:spMkLst>
        </pc:spChg>
        <pc:spChg chg="mod">
          <ac:chgData name="MYUNG JIN" userId="89f3fa32ababedc4" providerId="LiveId" clId="{6A819448-9C74-403A-93EF-38E481433A77}" dt="2024-05-30T13:41:17.814" v="8309" actId="571"/>
          <ac:spMkLst>
            <pc:docMk/>
            <pc:sldMk cId="1475466487" sldId="368"/>
            <ac:spMk id="56" creationId="{0D7D295B-8843-F5A0-2D40-A4C7BC5B14DF}"/>
          </ac:spMkLst>
        </pc:spChg>
        <pc:spChg chg="mod">
          <ac:chgData name="MYUNG JIN" userId="89f3fa32ababedc4" providerId="LiveId" clId="{6A819448-9C74-403A-93EF-38E481433A77}" dt="2024-05-30T13:41:17.814" v="8309" actId="571"/>
          <ac:spMkLst>
            <pc:docMk/>
            <pc:sldMk cId="1475466487" sldId="368"/>
            <ac:spMk id="57" creationId="{BBC5C3BD-BC50-6760-6819-63A10CE4D819}"/>
          </ac:spMkLst>
        </pc:spChg>
        <pc:spChg chg="mod">
          <ac:chgData name="MYUNG JIN" userId="89f3fa32ababedc4" providerId="LiveId" clId="{6A819448-9C74-403A-93EF-38E481433A77}" dt="2024-05-30T13:41:17.814" v="8309" actId="571"/>
          <ac:spMkLst>
            <pc:docMk/>
            <pc:sldMk cId="1475466487" sldId="368"/>
            <ac:spMk id="58" creationId="{5A1EBD00-9F4F-11D4-F504-CFED0A876DD7}"/>
          </ac:spMkLst>
        </pc:spChg>
        <pc:spChg chg="mod">
          <ac:chgData name="MYUNG JIN" userId="89f3fa32ababedc4" providerId="LiveId" clId="{6A819448-9C74-403A-93EF-38E481433A77}" dt="2024-05-30T13:41:17.814" v="8309" actId="571"/>
          <ac:spMkLst>
            <pc:docMk/>
            <pc:sldMk cId="1475466487" sldId="368"/>
            <ac:spMk id="59" creationId="{5BD92BD9-D2EE-E9AC-FF2F-7CC3965586AE}"/>
          </ac:spMkLst>
        </pc:spChg>
        <pc:spChg chg="add mod">
          <ac:chgData name="MYUNG JIN" userId="89f3fa32ababedc4" providerId="LiveId" clId="{6A819448-9C74-403A-93EF-38E481433A77}" dt="2024-05-30T13:41:17.814" v="8309" actId="571"/>
          <ac:spMkLst>
            <pc:docMk/>
            <pc:sldMk cId="1475466487" sldId="368"/>
            <ac:spMk id="60" creationId="{95DC0603-6240-CDC3-CE9C-B12E332AF712}"/>
          </ac:spMkLst>
        </pc:spChg>
        <pc:spChg chg="add del mod">
          <ac:chgData name="MYUNG JIN" userId="89f3fa32ababedc4" providerId="LiveId" clId="{6A819448-9C74-403A-93EF-38E481433A77}" dt="2024-05-30T08:00:18.858" v="5332" actId="478"/>
          <ac:spMkLst>
            <pc:docMk/>
            <pc:sldMk cId="1475466487" sldId="368"/>
            <ac:spMk id="61" creationId="{AE5FE692-A831-AC23-90EF-C6EF4FB86686}"/>
          </ac:spMkLst>
        </pc:spChg>
        <pc:spChg chg="add del mod">
          <ac:chgData name="MYUNG JIN" userId="89f3fa32ababedc4" providerId="LiveId" clId="{6A819448-9C74-403A-93EF-38E481433A77}" dt="2024-05-30T08:00:18.858" v="5332" actId="478"/>
          <ac:spMkLst>
            <pc:docMk/>
            <pc:sldMk cId="1475466487" sldId="368"/>
            <ac:spMk id="62" creationId="{33F955DC-FCE1-2749-8D86-CF9A05E1C6F2}"/>
          </ac:spMkLst>
        </pc:spChg>
        <pc:spChg chg="add mod">
          <ac:chgData name="MYUNG JIN" userId="89f3fa32ababedc4" providerId="LiveId" clId="{6A819448-9C74-403A-93EF-38E481433A77}" dt="2024-05-30T13:41:17.814" v="8309" actId="571"/>
          <ac:spMkLst>
            <pc:docMk/>
            <pc:sldMk cId="1475466487" sldId="368"/>
            <ac:spMk id="63" creationId="{3CC24B74-F44A-654A-C554-42108A766792}"/>
          </ac:spMkLst>
        </pc:spChg>
        <pc:spChg chg="add mod">
          <ac:chgData name="MYUNG JIN" userId="89f3fa32ababedc4" providerId="LiveId" clId="{6A819448-9C74-403A-93EF-38E481433A77}" dt="2024-05-30T13:41:17.814" v="8309" actId="571"/>
          <ac:spMkLst>
            <pc:docMk/>
            <pc:sldMk cId="1475466487" sldId="368"/>
            <ac:spMk id="64" creationId="{3122F323-922B-D8F9-F76E-25A049216BA6}"/>
          </ac:spMkLst>
        </pc:spChg>
        <pc:spChg chg="add mod">
          <ac:chgData name="MYUNG JIN" userId="89f3fa32ababedc4" providerId="LiveId" clId="{6A819448-9C74-403A-93EF-38E481433A77}" dt="2024-05-30T13:45:18.218" v="8381" actId="164"/>
          <ac:spMkLst>
            <pc:docMk/>
            <pc:sldMk cId="1475466487" sldId="368"/>
            <ac:spMk id="65" creationId="{E052C4B6-B49F-F261-E946-6069F577A88A}"/>
          </ac:spMkLst>
        </pc:spChg>
        <pc:spChg chg="add mod">
          <ac:chgData name="MYUNG JIN" userId="89f3fa32ababedc4" providerId="LiveId" clId="{6A819448-9C74-403A-93EF-38E481433A77}" dt="2024-05-30T13:45:13.301" v="8380" actId="164"/>
          <ac:spMkLst>
            <pc:docMk/>
            <pc:sldMk cId="1475466487" sldId="368"/>
            <ac:spMk id="66" creationId="{1EEC43BE-B71A-BC0A-4AC2-83C5A044F5DA}"/>
          </ac:spMkLst>
        </pc:spChg>
        <pc:spChg chg="add del mod">
          <ac:chgData name="MYUNG JIN" userId="89f3fa32ababedc4" providerId="LiveId" clId="{6A819448-9C74-403A-93EF-38E481433A77}" dt="2024-05-30T11:02:42.911" v="5746" actId="478"/>
          <ac:spMkLst>
            <pc:docMk/>
            <pc:sldMk cId="1475466487" sldId="368"/>
            <ac:spMk id="67" creationId="{657D261C-1F49-4BD2-625F-842D313B0CC1}"/>
          </ac:spMkLst>
        </pc:spChg>
        <pc:spChg chg="add del mod">
          <ac:chgData name="MYUNG JIN" userId="89f3fa32ababedc4" providerId="LiveId" clId="{6A819448-9C74-403A-93EF-38E481433A77}" dt="2024-05-30T11:02:42.911" v="5746" actId="478"/>
          <ac:spMkLst>
            <pc:docMk/>
            <pc:sldMk cId="1475466487" sldId="368"/>
            <ac:spMk id="68" creationId="{F528289F-B928-E965-EA39-208F9CCB5DDC}"/>
          </ac:spMkLst>
        </pc:spChg>
        <pc:spChg chg="add mod">
          <ac:chgData name="MYUNG JIN" userId="89f3fa32ababedc4" providerId="LiveId" clId="{6A819448-9C74-403A-93EF-38E481433A77}" dt="2024-05-30T08:02:29.723" v="5351" actId="14100"/>
          <ac:spMkLst>
            <pc:docMk/>
            <pc:sldMk cId="1475466487" sldId="368"/>
            <ac:spMk id="69" creationId="{D0D843CA-73D2-1A4E-FD5B-D696A04DA2D5}"/>
          </ac:spMkLst>
        </pc:spChg>
        <pc:spChg chg="add del mod">
          <ac:chgData name="MYUNG JIN" userId="89f3fa32ababedc4" providerId="LiveId" clId="{6A819448-9C74-403A-93EF-38E481433A77}" dt="2024-05-30T11:02:40.622" v="5745" actId="478"/>
          <ac:spMkLst>
            <pc:docMk/>
            <pc:sldMk cId="1475466487" sldId="368"/>
            <ac:spMk id="70" creationId="{FF5C0317-CF22-531E-C4B9-DA0CA7FED6AA}"/>
          </ac:spMkLst>
        </pc:spChg>
        <pc:spChg chg="add mod">
          <ac:chgData name="MYUNG JIN" userId="89f3fa32ababedc4" providerId="LiveId" clId="{6A819448-9C74-403A-93EF-38E481433A77}" dt="2024-05-30T12:33:03.889" v="7244" actId="1076"/>
          <ac:spMkLst>
            <pc:docMk/>
            <pc:sldMk cId="1475466487" sldId="368"/>
            <ac:spMk id="71" creationId="{0D94578E-568D-E968-BA41-EBBE2EC8FAE5}"/>
          </ac:spMkLst>
        </pc:spChg>
        <pc:spChg chg="add mod">
          <ac:chgData name="MYUNG JIN" userId="89f3fa32ababedc4" providerId="LiveId" clId="{6A819448-9C74-403A-93EF-38E481433A77}" dt="2024-05-30T12:33:03.889" v="7244" actId="1076"/>
          <ac:spMkLst>
            <pc:docMk/>
            <pc:sldMk cId="1475466487" sldId="368"/>
            <ac:spMk id="75" creationId="{ACFEB05B-111D-F39B-DF0C-84C79D12469F}"/>
          </ac:spMkLst>
        </pc:spChg>
        <pc:spChg chg="mod">
          <ac:chgData name="MYUNG JIN" userId="89f3fa32ababedc4" providerId="LiveId" clId="{6A819448-9C74-403A-93EF-38E481433A77}" dt="2024-05-30T12:33:06.461" v="7245"/>
          <ac:spMkLst>
            <pc:docMk/>
            <pc:sldMk cId="1475466487" sldId="368"/>
            <ac:spMk id="90" creationId="{363ACF23-512E-CCC3-A015-28A11D4675EC}"/>
          </ac:spMkLst>
        </pc:spChg>
        <pc:spChg chg="mod">
          <ac:chgData name="MYUNG JIN" userId="89f3fa32ababedc4" providerId="LiveId" clId="{6A819448-9C74-403A-93EF-38E481433A77}" dt="2024-05-30T12:33:06.461" v="7245"/>
          <ac:spMkLst>
            <pc:docMk/>
            <pc:sldMk cId="1475466487" sldId="368"/>
            <ac:spMk id="92" creationId="{7184C569-DEF7-90E5-67F1-9900BDF0A9AF}"/>
          </ac:spMkLst>
        </pc:spChg>
        <pc:spChg chg="mod">
          <ac:chgData name="MYUNG JIN" userId="89f3fa32ababedc4" providerId="LiveId" clId="{6A819448-9C74-403A-93EF-38E481433A77}" dt="2024-05-30T12:33:06.461" v="7245"/>
          <ac:spMkLst>
            <pc:docMk/>
            <pc:sldMk cId="1475466487" sldId="368"/>
            <ac:spMk id="94" creationId="{290A142E-4B83-FD06-EC1B-671B03752548}"/>
          </ac:spMkLst>
        </pc:spChg>
        <pc:spChg chg="mod">
          <ac:chgData name="MYUNG JIN" userId="89f3fa32ababedc4" providerId="LiveId" clId="{6A819448-9C74-403A-93EF-38E481433A77}" dt="2024-05-30T12:33:06.461" v="7245"/>
          <ac:spMkLst>
            <pc:docMk/>
            <pc:sldMk cId="1475466487" sldId="368"/>
            <ac:spMk id="95" creationId="{53BB3293-184C-DFE2-68FA-FF37C25A153C}"/>
          </ac:spMkLst>
        </pc:spChg>
        <pc:spChg chg="mod">
          <ac:chgData name="MYUNG JIN" userId="89f3fa32ababedc4" providerId="LiveId" clId="{6A819448-9C74-403A-93EF-38E481433A77}" dt="2024-05-30T12:36:42.350" v="7341" actId="206"/>
          <ac:spMkLst>
            <pc:docMk/>
            <pc:sldMk cId="1475466487" sldId="368"/>
            <ac:spMk id="107" creationId="{081365DE-6BFC-2FD3-E0D9-568291E01C42}"/>
          </ac:spMkLst>
        </pc:spChg>
        <pc:spChg chg="mod">
          <ac:chgData name="MYUNG JIN" userId="89f3fa32ababedc4" providerId="LiveId" clId="{6A819448-9C74-403A-93EF-38E481433A77}" dt="2024-05-30T12:36:42.350" v="7341" actId="206"/>
          <ac:spMkLst>
            <pc:docMk/>
            <pc:sldMk cId="1475466487" sldId="368"/>
            <ac:spMk id="109" creationId="{83DB56E1-36B8-A483-4A42-FE96EA55D1DB}"/>
          </ac:spMkLst>
        </pc:spChg>
        <pc:spChg chg="mod topLvl">
          <ac:chgData name="MYUNG JIN" userId="89f3fa32ababedc4" providerId="LiveId" clId="{6A819448-9C74-403A-93EF-38E481433A77}" dt="2024-05-30T12:36:42.350" v="7341" actId="206"/>
          <ac:spMkLst>
            <pc:docMk/>
            <pc:sldMk cId="1475466487" sldId="368"/>
            <ac:spMk id="111" creationId="{BEFD5690-CA61-574F-9782-2BC9D2957FC5}"/>
          </ac:spMkLst>
        </pc:spChg>
        <pc:spChg chg="mod topLvl">
          <ac:chgData name="MYUNG JIN" userId="89f3fa32ababedc4" providerId="LiveId" clId="{6A819448-9C74-403A-93EF-38E481433A77}" dt="2024-05-30T12:36:42.350" v="7341" actId="206"/>
          <ac:spMkLst>
            <pc:docMk/>
            <pc:sldMk cId="1475466487" sldId="368"/>
            <ac:spMk id="112" creationId="{33F63278-2AF5-5B5C-6F22-2A71CE3E3B2E}"/>
          </ac:spMkLst>
        </pc:spChg>
        <pc:spChg chg="mod">
          <ac:chgData name="MYUNG JIN" userId="89f3fa32ababedc4" providerId="LiveId" clId="{6A819448-9C74-403A-93EF-38E481433A77}" dt="2024-05-30T12:37:04.686" v="7346"/>
          <ac:spMkLst>
            <pc:docMk/>
            <pc:sldMk cId="1475466487" sldId="368"/>
            <ac:spMk id="124" creationId="{E91CBDF7-890D-6661-A609-4315F169EC9F}"/>
          </ac:spMkLst>
        </pc:spChg>
        <pc:spChg chg="mod">
          <ac:chgData name="MYUNG JIN" userId="89f3fa32ababedc4" providerId="LiveId" clId="{6A819448-9C74-403A-93EF-38E481433A77}" dt="2024-05-30T12:37:04.686" v="7346"/>
          <ac:spMkLst>
            <pc:docMk/>
            <pc:sldMk cId="1475466487" sldId="368"/>
            <ac:spMk id="126" creationId="{0BBAE8F4-8B71-D0F1-6C49-99BC194B4B25}"/>
          </ac:spMkLst>
        </pc:spChg>
        <pc:spChg chg="mod">
          <ac:chgData name="MYUNG JIN" userId="89f3fa32ababedc4" providerId="LiveId" clId="{6A819448-9C74-403A-93EF-38E481433A77}" dt="2024-05-30T12:37:04.686" v="7346"/>
          <ac:spMkLst>
            <pc:docMk/>
            <pc:sldMk cId="1475466487" sldId="368"/>
            <ac:spMk id="128" creationId="{F09B5ED6-BF42-55B7-9370-BE62132C0C2C}"/>
          </ac:spMkLst>
        </pc:spChg>
        <pc:spChg chg="mod">
          <ac:chgData name="MYUNG JIN" userId="89f3fa32ababedc4" providerId="LiveId" clId="{6A819448-9C74-403A-93EF-38E481433A77}" dt="2024-05-30T12:37:04.686" v="7346"/>
          <ac:spMkLst>
            <pc:docMk/>
            <pc:sldMk cId="1475466487" sldId="368"/>
            <ac:spMk id="129" creationId="{42ED3CE5-3455-86BF-F6EB-65090A8B32D6}"/>
          </ac:spMkLst>
        </pc:spChg>
        <pc:spChg chg="mod">
          <ac:chgData name="MYUNG JIN" userId="89f3fa32ababedc4" providerId="LiveId" clId="{6A819448-9C74-403A-93EF-38E481433A77}" dt="2024-05-30T12:38:10.735" v="7363"/>
          <ac:spMkLst>
            <pc:docMk/>
            <pc:sldMk cId="1475466487" sldId="368"/>
            <ac:spMk id="136" creationId="{D0CD4376-E94B-476C-A51D-114477E8ABC3}"/>
          </ac:spMkLst>
        </pc:spChg>
        <pc:spChg chg="mod">
          <ac:chgData name="MYUNG JIN" userId="89f3fa32ababedc4" providerId="LiveId" clId="{6A819448-9C74-403A-93EF-38E481433A77}" dt="2024-05-30T12:38:10.735" v="7363"/>
          <ac:spMkLst>
            <pc:docMk/>
            <pc:sldMk cId="1475466487" sldId="368"/>
            <ac:spMk id="142" creationId="{71F93148-3A6A-4248-6FDA-2CA6DD89A435}"/>
          </ac:spMkLst>
        </pc:spChg>
        <pc:spChg chg="mod">
          <ac:chgData name="MYUNG JIN" userId="89f3fa32ababedc4" providerId="LiveId" clId="{6A819448-9C74-403A-93EF-38E481433A77}" dt="2024-05-30T12:38:10.735" v="7363"/>
          <ac:spMkLst>
            <pc:docMk/>
            <pc:sldMk cId="1475466487" sldId="368"/>
            <ac:spMk id="144" creationId="{FF981470-753C-DDAF-7D3E-D81E2368B2DD}"/>
          </ac:spMkLst>
        </pc:spChg>
        <pc:spChg chg="mod">
          <ac:chgData name="MYUNG JIN" userId="89f3fa32ababedc4" providerId="LiveId" clId="{6A819448-9C74-403A-93EF-38E481433A77}" dt="2024-05-30T12:38:10.735" v="7363"/>
          <ac:spMkLst>
            <pc:docMk/>
            <pc:sldMk cId="1475466487" sldId="368"/>
            <ac:spMk id="146" creationId="{1841785C-E834-00D9-7933-D6B448F3F6CF}"/>
          </ac:spMkLst>
        </pc:spChg>
        <pc:spChg chg="mod">
          <ac:chgData name="MYUNG JIN" userId="89f3fa32ababedc4" providerId="LiveId" clId="{6A819448-9C74-403A-93EF-38E481433A77}" dt="2024-05-30T12:38:21.456" v="7365"/>
          <ac:spMkLst>
            <pc:docMk/>
            <pc:sldMk cId="1475466487" sldId="368"/>
            <ac:spMk id="150" creationId="{3754C5B3-E0B2-313A-6970-7FBB53548B54}"/>
          </ac:spMkLst>
        </pc:spChg>
        <pc:spChg chg="mod">
          <ac:chgData name="MYUNG JIN" userId="89f3fa32ababedc4" providerId="LiveId" clId="{6A819448-9C74-403A-93EF-38E481433A77}" dt="2024-05-30T12:38:21.456" v="7365"/>
          <ac:spMkLst>
            <pc:docMk/>
            <pc:sldMk cId="1475466487" sldId="368"/>
            <ac:spMk id="156" creationId="{6B76426F-03C0-DD2A-E131-07FC8F084B7E}"/>
          </ac:spMkLst>
        </pc:spChg>
        <pc:spChg chg="mod">
          <ac:chgData name="MYUNG JIN" userId="89f3fa32ababedc4" providerId="LiveId" clId="{6A819448-9C74-403A-93EF-38E481433A77}" dt="2024-05-30T12:38:21.456" v="7365"/>
          <ac:spMkLst>
            <pc:docMk/>
            <pc:sldMk cId="1475466487" sldId="368"/>
            <ac:spMk id="158" creationId="{BB2EB41F-3F46-1426-FA80-AB9E4E05EBC4}"/>
          </ac:spMkLst>
        </pc:spChg>
        <pc:spChg chg="mod">
          <ac:chgData name="MYUNG JIN" userId="89f3fa32ababedc4" providerId="LiveId" clId="{6A819448-9C74-403A-93EF-38E481433A77}" dt="2024-05-30T12:38:21.456" v="7365"/>
          <ac:spMkLst>
            <pc:docMk/>
            <pc:sldMk cId="1475466487" sldId="368"/>
            <ac:spMk id="160" creationId="{1C653044-0910-4A52-CA1C-A3E63E3E0E84}"/>
          </ac:spMkLst>
        </pc:spChg>
        <pc:spChg chg="add mod">
          <ac:chgData name="MYUNG JIN" userId="89f3fa32ababedc4" providerId="LiveId" clId="{6A819448-9C74-403A-93EF-38E481433A77}" dt="2024-05-30T13:39:55.591" v="8293" actId="1076"/>
          <ac:spMkLst>
            <pc:docMk/>
            <pc:sldMk cId="1475466487" sldId="368"/>
            <ac:spMk id="167" creationId="{6897850E-DBC9-93F9-8649-8245CD262CE6}"/>
          </ac:spMkLst>
        </pc:spChg>
        <pc:spChg chg="mod">
          <ac:chgData name="MYUNG JIN" userId="89f3fa32ababedc4" providerId="LiveId" clId="{6A819448-9C74-403A-93EF-38E481433A77}" dt="2024-05-30T13:40:01.390" v="8295" actId="571"/>
          <ac:spMkLst>
            <pc:docMk/>
            <pc:sldMk cId="1475466487" sldId="368"/>
            <ac:spMk id="170" creationId="{E3C6619D-395F-99FE-6A9D-D23B988C855B}"/>
          </ac:spMkLst>
        </pc:spChg>
        <pc:spChg chg="mod">
          <ac:chgData name="MYUNG JIN" userId="89f3fa32ababedc4" providerId="LiveId" clId="{6A819448-9C74-403A-93EF-38E481433A77}" dt="2024-05-30T13:40:01.390" v="8295" actId="571"/>
          <ac:spMkLst>
            <pc:docMk/>
            <pc:sldMk cId="1475466487" sldId="368"/>
            <ac:spMk id="171" creationId="{2D45E0D5-9205-51C6-FFBB-D73FBC679EA4}"/>
          </ac:spMkLst>
        </pc:spChg>
        <pc:spChg chg="mod">
          <ac:chgData name="MYUNG JIN" userId="89f3fa32ababedc4" providerId="LiveId" clId="{6A819448-9C74-403A-93EF-38E481433A77}" dt="2024-05-30T13:40:01.390" v="8295" actId="571"/>
          <ac:spMkLst>
            <pc:docMk/>
            <pc:sldMk cId="1475466487" sldId="368"/>
            <ac:spMk id="173" creationId="{6AC0B80A-2195-E808-A852-1F1D19F71B72}"/>
          </ac:spMkLst>
        </pc:spChg>
        <pc:spChg chg="mod">
          <ac:chgData name="MYUNG JIN" userId="89f3fa32ababedc4" providerId="LiveId" clId="{6A819448-9C74-403A-93EF-38E481433A77}" dt="2024-05-30T13:40:01.390" v="8295" actId="571"/>
          <ac:spMkLst>
            <pc:docMk/>
            <pc:sldMk cId="1475466487" sldId="368"/>
            <ac:spMk id="174" creationId="{33015A0A-317B-6C98-C558-0A32AEB3F1D7}"/>
          </ac:spMkLst>
        </pc:spChg>
        <pc:spChg chg="mod">
          <ac:chgData name="MYUNG JIN" userId="89f3fa32ababedc4" providerId="LiveId" clId="{6A819448-9C74-403A-93EF-38E481433A77}" dt="2024-05-30T13:40:01.390" v="8295" actId="571"/>
          <ac:spMkLst>
            <pc:docMk/>
            <pc:sldMk cId="1475466487" sldId="368"/>
            <ac:spMk id="175" creationId="{F8491049-A560-34CB-B019-A7F972778C8B}"/>
          </ac:spMkLst>
        </pc:spChg>
        <pc:spChg chg="mod">
          <ac:chgData name="MYUNG JIN" userId="89f3fa32ababedc4" providerId="LiveId" clId="{6A819448-9C74-403A-93EF-38E481433A77}" dt="2024-05-30T13:40:01.390" v="8295" actId="571"/>
          <ac:spMkLst>
            <pc:docMk/>
            <pc:sldMk cId="1475466487" sldId="368"/>
            <ac:spMk id="176" creationId="{A3B4027B-3147-C36A-944E-A72D85D54490}"/>
          </ac:spMkLst>
        </pc:spChg>
        <pc:spChg chg="mod">
          <ac:chgData name="MYUNG JIN" userId="89f3fa32ababedc4" providerId="LiveId" clId="{6A819448-9C74-403A-93EF-38E481433A77}" dt="2024-05-30T13:40:01.390" v="8295" actId="571"/>
          <ac:spMkLst>
            <pc:docMk/>
            <pc:sldMk cId="1475466487" sldId="368"/>
            <ac:spMk id="177" creationId="{B3191169-1FE4-1610-92F2-8B3F8C1BAE48}"/>
          </ac:spMkLst>
        </pc:spChg>
        <pc:spChg chg="mod">
          <ac:chgData name="MYUNG JIN" userId="89f3fa32ababedc4" providerId="LiveId" clId="{6A819448-9C74-403A-93EF-38E481433A77}" dt="2024-05-30T13:40:01.390" v="8295" actId="571"/>
          <ac:spMkLst>
            <pc:docMk/>
            <pc:sldMk cId="1475466487" sldId="368"/>
            <ac:spMk id="178" creationId="{D07E4B30-D629-476D-C831-CE2058E8C412}"/>
          </ac:spMkLst>
        </pc:spChg>
        <pc:spChg chg="mod">
          <ac:chgData name="MYUNG JIN" userId="89f3fa32ababedc4" providerId="LiveId" clId="{6A819448-9C74-403A-93EF-38E481433A77}" dt="2024-05-30T13:40:01.390" v="8295" actId="571"/>
          <ac:spMkLst>
            <pc:docMk/>
            <pc:sldMk cId="1475466487" sldId="368"/>
            <ac:spMk id="180" creationId="{208A0927-3890-6B03-A3CB-AF02DCB76A4E}"/>
          </ac:spMkLst>
        </pc:spChg>
        <pc:spChg chg="mod">
          <ac:chgData name="MYUNG JIN" userId="89f3fa32ababedc4" providerId="LiveId" clId="{6A819448-9C74-403A-93EF-38E481433A77}" dt="2024-05-30T13:40:01.390" v="8295" actId="571"/>
          <ac:spMkLst>
            <pc:docMk/>
            <pc:sldMk cId="1475466487" sldId="368"/>
            <ac:spMk id="181" creationId="{1299093D-3AB0-A1F3-1C3E-E391A67884A7}"/>
          </ac:spMkLst>
        </pc:spChg>
        <pc:spChg chg="mod">
          <ac:chgData name="MYUNG JIN" userId="89f3fa32ababedc4" providerId="LiveId" clId="{6A819448-9C74-403A-93EF-38E481433A77}" dt="2024-05-30T13:40:01.390" v="8295" actId="571"/>
          <ac:spMkLst>
            <pc:docMk/>
            <pc:sldMk cId="1475466487" sldId="368"/>
            <ac:spMk id="182" creationId="{5CBCB928-9369-C583-AEF6-47B6AF91E89B}"/>
          </ac:spMkLst>
        </pc:spChg>
        <pc:spChg chg="mod">
          <ac:chgData name="MYUNG JIN" userId="89f3fa32ababedc4" providerId="LiveId" clId="{6A819448-9C74-403A-93EF-38E481433A77}" dt="2024-05-30T13:40:01.390" v="8295" actId="571"/>
          <ac:spMkLst>
            <pc:docMk/>
            <pc:sldMk cId="1475466487" sldId="368"/>
            <ac:spMk id="183" creationId="{6D2C6FF8-F4CC-E787-A5D8-8DA0CFD41668}"/>
          </ac:spMkLst>
        </pc:spChg>
        <pc:spChg chg="mod">
          <ac:chgData name="MYUNG JIN" userId="89f3fa32ababedc4" providerId="LiveId" clId="{6A819448-9C74-403A-93EF-38E481433A77}" dt="2024-05-30T13:40:01.390" v="8295" actId="571"/>
          <ac:spMkLst>
            <pc:docMk/>
            <pc:sldMk cId="1475466487" sldId="368"/>
            <ac:spMk id="184" creationId="{993F0EB3-4D93-2383-1802-859959351921}"/>
          </ac:spMkLst>
        </pc:spChg>
        <pc:spChg chg="mod">
          <ac:chgData name="MYUNG JIN" userId="89f3fa32ababedc4" providerId="LiveId" clId="{6A819448-9C74-403A-93EF-38E481433A77}" dt="2024-05-30T13:40:01.390" v="8295" actId="571"/>
          <ac:spMkLst>
            <pc:docMk/>
            <pc:sldMk cId="1475466487" sldId="368"/>
            <ac:spMk id="185" creationId="{4671C169-7192-9AC1-3C5F-23E73F921519}"/>
          </ac:spMkLst>
        </pc:spChg>
        <pc:spChg chg="mod">
          <ac:chgData name="MYUNG JIN" userId="89f3fa32ababedc4" providerId="LiveId" clId="{6A819448-9C74-403A-93EF-38E481433A77}" dt="2024-05-30T13:40:01.390" v="8295" actId="571"/>
          <ac:spMkLst>
            <pc:docMk/>
            <pc:sldMk cId="1475466487" sldId="368"/>
            <ac:spMk id="186" creationId="{1DAA5FD7-B2E9-1D53-4091-9818427C8046}"/>
          </ac:spMkLst>
        </pc:spChg>
        <pc:spChg chg="mod">
          <ac:chgData name="MYUNG JIN" userId="89f3fa32ababedc4" providerId="LiveId" clId="{6A819448-9C74-403A-93EF-38E481433A77}" dt="2024-05-30T13:40:01.390" v="8295" actId="571"/>
          <ac:spMkLst>
            <pc:docMk/>
            <pc:sldMk cId="1475466487" sldId="368"/>
            <ac:spMk id="187" creationId="{D1FDAD1F-9E6E-371B-F220-2B3892B98716}"/>
          </ac:spMkLst>
        </pc:spChg>
        <pc:spChg chg="mod">
          <ac:chgData name="MYUNG JIN" userId="89f3fa32ababedc4" providerId="LiveId" clId="{6A819448-9C74-403A-93EF-38E481433A77}" dt="2024-05-30T13:40:01.390" v="8295" actId="571"/>
          <ac:spMkLst>
            <pc:docMk/>
            <pc:sldMk cId="1475466487" sldId="368"/>
            <ac:spMk id="188" creationId="{0A96CA37-CDA7-899F-4EE8-16F55419CF30}"/>
          </ac:spMkLst>
        </pc:spChg>
        <pc:spChg chg="add mod">
          <ac:chgData name="MYUNG JIN" userId="89f3fa32ababedc4" providerId="LiveId" clId="{6A819448-9C74-403A-93EF-38E481433A77}" dt="2024-05-30T13:43:57.444" v="8361" actId="164"/>
          <ac:spMkLst>
            <pc:docMk/>
            <pc:sldMk cId="1475466487" sldId="368"/>
            <ac:spMk id="189" creationId="{BBAD3791-E148-5300-F72D-F1D77DA812D5}"/>
          </ac:spMkLst>
        </pc:spChg>
        <pc:spChg chg="add mod">
          <ac:chgData name="MYUNG JIN" userId="89f3fa32ababedc4" providerId="LiveId" clId="{6A819448-9C74-403A-93EF-38E481433A77}" dt="2024-05-30T13:43:57.444" v="8361" actId="164"/>
          <ac:spMkLst>
            <pc:docMk/>
            <pc:sldMk cId="1475466487" sldId="368"/>
            <ac:spMk id="190" creationId="{0A4266AA-65A8-22CC-0C52-D3C2D59713AA}"/>
          </ac:spMkLst>
        </pc:spChg>
        <pc:spChg chg="add mod">
          <ac:chgData name="MYUNG JIN" userId="89f3fa32ababedc4" providerId="LiveId" clId="{6A819448-9C74-403A-93EF-38E481433A77}" dt="2024-05-30T13:43:57.444" v="8361" actId="164"/>
          <ac:spMkLst>
            <pc:docMk/>
            <pc:sldMk cId="1475466487" sldId="368"/>
            <ac:spMk id="191" creationId="{270BEAA7-94B1-6ACF-A458-358D94DD4C6B}"/>
          </ac:spMkLst>
        </pc:spChg>
        <pc:spChg chg="add mod">
          <ac:chgData name="MYUNG JIN" userId="89f3fa32ababedc4" providerId="LiveId" clId="{6A819448-9C74-403A-93EF-38E481433A77}" dt="2024-05-30T13:43:57.444" v="8361" actId="164"/>
          <ac:spMkLst>
            <pc:docMk/>
            <pc:sldMk cId="1475466487" sldId="368"/>
            <ac:spMk id="192" creationId="{37406685-E381-C855-E6E6-078DC61CA19E}"/>
          </ac:spMkLst>
        </pc:spChg>
        <pc:spChg chg="add mod">
          <ac:chgData name="MYUNG JIN" userId="89f3fa32ababedc4" providerId="LiveId" clId="{6A819448-9C74-403A-93EF-38E481433A77}" dt="2024-05-30T13:41:17.814" v="8309" actId="571"/>
          <ac:spMkLst>
            <pc:docMk/>
            <pc:sldMk cId="1475466487" sldId="368"/>
            <ac:spMk id="193" creationId="{462B5EFB-E164-11A9-AF71-F1AFB88175E2}"/>
          </ac:spMkLst>
        </pc:spChg>
        <pc:spChg chg="add mod">
          <ac:chgData name="MYUNG JIN" userId="89f3fa32ababedc4" providerId="LiveId" clId="{6A819448-9C74-403A-93EF-38E481433A77}" dt="2024-05-30T13:43:57.444" v="8361" actId="164"/>
          <ac:spMkLst>
            <pc:docMk/>
            <pc:sldMk cId="1475466487" sldId="368"/>
            <ac:spMk id="194" creationId="{0688333C-5C18-3956-614A-EE760BABD46D}"/>
          </ac:spMkLst>
        </pc:spChg>
        <pc:spChg chg="add mod">
          <ac:chgData name="MYUNG JIN" userId="89f3fa32ababedc4" providerId="LiveId" clId="{6A819448-9C74-403A-93EF-38E481433A77}" dt="2024-05-30T13:43:57.444" v="8361" actId="164"/>
          <ac:spMkLst>
            <pc:docMk/>
            <pc:sldMk cId="1475466487" sldId="368"/>
            <ac:spMk id="195" creationId="{DFEFEF0D-716C-5C39-C335-096055F8F469}"/>
          </ac:spMkLst>
        </pc:spChg>
        <pc:spChg chg="add mod">
          <ac:chgData name="MYUNG JIN" userId="89f3fa32ababedc4" providerId="LiveId" clId="{6A819448-9C74-403A-93EF-38E481433A77}" dt="2024-05-30T13:43:57.444" v="8361" actId="164"/>
          <ac:spMkLst>
            <pc:docMk/>
            <pc:sldMk cId="1475466487" sldId="368"/>
            <ac:spMk id="196" creationId="{C43693FD-8ACC-C21A-84D6-8C17AC5AB092}"/>
          </ac:spMkLst>
        </pc:spChg>
        <pc:spChg chg="add mod">
          <ac:chgData name="MYUNG JIN" userId="89f3fa32ababedc4" providerId="LiveId" clId="{6A819448-9C74-403A-93EF-38E481433A77}" dt="2024-05-30T13:43:57.444" v="8361" actId="164"/>
          <ac:spMkLst>
            <pc:docMk/>
            <pc:sldMk cId="1475466487" sldId="368"/>
            <ac:spMk id="197" creationId="{D0306ADC-196D-6CD5-92C1-3BC3494E54A1}"/>
          </ac:spMkLst>
        </pc:spChg>
        <pc:spChg chg="add mod">
          <ac:chgData name="MYUNG JIN" userId="89f3fa32ababedc4" providerId="LiveId" clId="{6A819448-9C74-403A-93EF-38E481433A77}" dt="2024-05-30T13:43:53.754" v="8360" actId="164"/>
          <ac:spMkLst>
            <pc:docMk/>
            <pc:sldMk cId="1475466487" sldId="368"/>
            <ac:spMk id="198" creationId="{53ED7B41-EADD-9E40-65E7-5BD524E3482D}"/>
          </ac:spMkLst>
        </pc:spChg>
        <pc:spChg chg="add mod">
          <ac:chgData name="MYUNG JIN" userId="89f3fa32ababedc4" providerId="LiveId" clId="{6A819448-9C74-403A-93EF-38E481433A77}" dt="2024-05-30T13:43:53.754" v="8360" actId="164"/>
          <ac:spMkLst>
            <pc:docMk/>
            <pc:sldMk cId="1475466487" sldId="368"/>
            <ac:spMk id="199" creationId="{AF324F58-213F-7039-6A7B-E614AE31DADC}"/>
          </ac:spMkLst>
        </pc:spChg>
        <pc:spChg chg="add mod">
          <ac:chgData name="MYUNG JIN" userId="89f3fa32ababedc4" providerId="LiveId" clId="{6A819448-9C74-403A-93EF-38E481433A77}" dt="2024-05-30T13:43:53.754" v="8360" actId="164"/>
          <ac:spMkLst>
            <pc:docMk/>
            <pc:sldMk cId="1475466487" sldId="368"/>
            <ac:spMk id="207" creationId="{69162594-F634-E539-7E01-CF7DB0FE8DA9}"/>
          </ac:spMkLst>
        </pc:spChg>
        <pc:spChg chg="add mod">
          <ac:chgData name="MYUNG JIN" userId="89f3fa32ababedc4" providerId="LiveId" clId="{6A819448-9C74-403A-93EF-38E481433A77}" dt="2024-05-30T13:43:53.754" v="8360" actId="164"/>
          <ac:spMkLst>
            <pc:docMk/>
            <pc:sldMk cId="1475466487" sldId="368"/>
            <ac:spMk id="208" creationId="{230A1398-E7B2-D471-BC60-CF0081086A38}"/>
          </ac:spMkLst>
        </pc:spChg>
        <pc:spChg chg="add mod">
          <ac:chgData name="MYUNG JIN" userId="89f3fa32ababedc4" providerId="LiveId" clId="{6A819448-9C74-403A-93EF-38E481433A77}" dt="2024-05-30T13:43:53.754" v="8360" actId="164"/>
          <ac:spMkLst>
            <pc:docMk/>
            <pc:sldMk cId="1475466487" sldId="368"/>
            <ac:spMk id="209" creationId="{018789D5-F430-27AE-49B5-E9126D99EC59}"/>
          </ac:spMkLst>
        </pc:spChg>
        <pc:spChg chg="add mod">
          <ac:chgData name="MYUNG JIN" userId="89f3fa32ababedc4" providerId="LiveId" clId="{6A819448-9C74-403A-93EF-38E481433A77}" dt="2024-05-30T13:43:53.754" v="8360" actId="164"/>
          <ac:spMkLst>
            <pc:docMk/>
            <pc:sldMk cId="1475466487" sldId="368"/>
            <ac:spMk id="210" creationId="{2D2CCF55-AC6E-ACB5-1CE6-371E93E3C71E}"/>
          </ac:spMkLst>
        </pc:spChg>
        <pc:spChg chg="add mod">
          <ac:chgData name="MYUNG JIN" userId="89f3fa32ababedc4" providerId="LiveId" clId="{6A819448-9C74-403A-93EF-38E481433A77}" dt="2024-05-30T13:43:53.754" v="8360" actId="164"/>
          <ac:spMkLst>
            <pc:docMk/>
            <pc:sldMk cId="1475466487" sldId="368"/>
            <ac:spMk id="211" creationId="{2E2C471A-AF89-B751-4FA5-30E55A82F3F8}"/>
          </ac:spMkLst>
        </pc:spChg>
        <pc:spChg chg="add mod">
          <ac:chgData name="MYUNG JIN" userId="89f3fa32ababedc4" providerId="LiveId" clId="{6A819448-9C74-403A-93EF-38E481433A77}" dt="2024-05-30T13:43:53.754" v="8360" actId="164"/>
          <ac:spMkLst>
            <pc:docMk/>
            <pc:sldMk cId="1475466487" sldId="368"/>
            <ac:spMk id="212" creationId="{47255CE2-4A00-F912-3F37-40749055782B}"/>
          </ac:spMkLst>
        </pc:spChg>
        <pc:spChg chg="mod">
          <ac:chgData name="MYUNG JIN" userId="89f3fa32ababedc4" providerId="LiveId" clId="{6A819448-9C74-403A-93EF-38E481433A77}" dt="2024-05-30T13:44:46.779" v="8374" actId="571"/>
          <ac:spMkLst>
            <pc:docMk/>
            <pc:sldMk cId="1475466487" sldId="368"/>
            <ac:spMk id="221" creationId="{6C3CC025-5190-8174-0954-B944F61FAC29}"/>
          </ac:spMkLst>
        </pc:spChg>
        <pc:spChg chg="mod">
          <ac:chgData name="MYUNG JIN" userId="89f3fa32ababedc4" providerId="LiveId" clId="{6A819448-9C74-403A-93EF-38E481433A77}" dt="2024-05-30T13:44:46.779" v="8374" actId="571"/>
          <ac:spMkLst>
            <pc:docMk/>
            <pc:sldMk cId="1475466487" sldId="368"/>
            <ac:spMk id="222" creationId="{AC5B88BA-B512-FF84-DD53-A9691B251955}"/>
          </ac:spMkLst>
        </pc:spChg>
        <pc:spChg chg="mod">
          <ac:chgData name="MYUNG JIN" userId="89f3fa32ababedc4" providerId="LiveId" clId="{6A819448-9C74-403A-93EF-38E481433A77}" dt="2024-05-30T13:44:46.779" v="8374" actId="571"/>
          <ac:spMkLst>
            <pc:docMk/>
            <pc:sldMk cId="1475466487" sldId="368"/>
            <ac:spMk id="223" creationId="{4C1147EC-CB9E-A4DE-E5AA-7F78F27D972E}"/>
          </ac:spMkLst>
        </pc:spChg>
        <pc:spChg chg="mod">
          <ac:chgData name="MYUNG JIN" userId="89f3fa32ababedc4" providerId="LiveId" clId="{6A819448-9C74-403A-93EF-38E481433A77}" dt="2024-05-30T13:44:46.779" v="8374" actId="571"/>
          <ac:spMkLst>
            <pc:docMk/>
            <pc:sldMk cId="1475466487" sldId="368"/>
            <ac:spMk id="224" creationId="{936BD4FE-2ED0-1311-BDD1-094D11AC92E9}"/>
          </ac:spMkLst>
        </pc:spChg>
        <pc:spChg chg="mod">
          <ac:chgData name="MYUNG JIN" userId="89f3fa32ababedc4" providerId="LiveId" clId="{6A819448-9C74-403A-93EF-38E481433A77}" dt="2024-05-30T13:44:46.779" v="8374" actId="571"/>
          <ac:spMkLst>
            <pc:docMk/>
            <pc:sldMk cId="1475466487" sldId="368"/>
            <ac:spMk id="225" creationId="{8517B3F3-2089-652C-E95D-2AFC4A4A1826}"/>
          </ac:spMkLst>
        </pc:spChg>
        <pc:spChg chg="mod">
          <ac:chgData name="MYUNG JIN" userId="89f3fa32ababedc4" providerId="LiveId" clId="{6A819448-9C74-403A-93EF-38E481433A77}" dt="2024-05-30T13:44:46.779" v="8374" actId="571"/>
          <ac:spMkLst>
            <pc:docMk/>
            <pc:sldMk cId="1475466487" sldId="368"/>
            <ac:spMk id="226" creationId="{4C97D8CF-C893-1D91-7BC5-2601A1B3ED2D}"/>
          </ac:spMkLst>
        </pc:spChg>
        <pc:spChg chg="mod">
          <ac:chgData name="MYUNG JIN" userId="89f3fa32ababedc4" providerId="LiveId" clId="{6A819448-9C74-403A-93EF-38E481433A77}" dt="2024-05-30T13:44:46.779" v="8374" actId="571"/>
          <ac:spMkLst>
            <pc:docMk/>
            <pc:sldMk cId="1475466487" sldId="368"/>
            <ac:spMk id="227" creationId="{0391EC6E-24FD-FF73-D809-D5B4BF7DDDDA}"/>
          </ac:spMkLst>
        </pc:spChg>
        <pc:spChg chg="mod">
          <ac:chgData name="MYUNG JIN" userId="89f3fa32ababedc4" providerId="LiveId" clId="{6A819448-9C74-403A-93EF-38E481433A77}" dt="2024-05-30T13:44:46.779" v="8374" actId="571"/>
          <ac:spMkLst>
            <pc:docMk/>
            <pc:sldMk cId="1475466487" sldId="368"/>
            <ac:spMk id="228" creationId="{66BEB53C-341A-00B6-8DA0-820090586F1E}"/>
          </ac:spMkLst>
        </pc:spChg>
        <pc:grpChg chg="add mod">
          <ac:chgData name="MYUNG JIN" userId="89f3fa32ababedc4" providerId="LiveId" clId="{6A819448-9C74-403A-93EF-38E481433A77}" dt="2024-05-30T13:38:33.314" v="8280" actId="1076"/>
          <ac:grpSpMkLst>
            <pc:docMk/>
            <pc:sldMk cId="1475466487" sldId="368"/>
            <ac:grpSpMk id="4" creationId="{C20A5117-8C11-04C2-A27C-6F4FF50976F8}"/>
          </ac:grpSpMkLst>
        </pc:grpChg>
        <pc:grpChg chg="del mod">
          <ac:chgData name="MYUNG JIN" userId="89f3fa32ababedc4" providerId="LiveId" clId="{6A819448-9C74-403A-93EF-38E481433A77}" dt="2024-05-30T07:59:07.376" v="5313" actId="478"/>
          <ac:grpSpMkLst>
            <pc:docMk/>
            <pc:sldMk cId="1475466487" sldId="368"/>
            <ac:grpSpMk id="9" creationId="{B82FEFF2-7B6D-C148-D85D-0206962CD3D5}"/>
          </ac:grpSpMkLst>
        </pc:grpChg>
        <pc:grpChg chg="mod">
          <ac:chgData name="MYUNG JIN" userId="89f3fa32ababedc4" providerId="LiveId" clId="{6A819448-9C74-403A-93EF-38E481433A77}" dt="2024-05-30T07:58:32.711" v="5302"/>
          <ac:grpSpMkLst>
            <pc:docMk/>
            <pc:sldMk cId="1475466487" sldId="368"/>
            <ac:grpSpMk id="15" creationId="{674754F6-089D-228E-92EC-8551B25C7E6E}"/>
          </ac:grpSpMkLst>
        </pc:grpChg>
        <pc:grpChg chg="mod">
          <ac:chgData name="MYUNG JIN" userId="89f3fa32ababedc4" providerId="LiveId" clId="{6A819448-9C74-403A-93EF-38E481433A77}" dt="2024-05-30T07:58:32.711" v="5302"/>
          <ac:grpSpMkLst>
            <pc:docMk/>
            <pc:sldMk cId="1475466487" sldId="368"/>
            <ac:grpSpMk id="19" creationId="{2385EACB-4E06-0295-17B3-8CFFE9F10150}"/>
          </ac:grpSpMkLst>
        </pc:grpChg>
        <pc:grpChg chg="mod">
          <ac:chgData name="MYUNG JIN" userId="89f3fa32ababedc4" providerId="LiveId" clId="{6A819448-9C74-403A-93EF-38E481433A77}" dt="2024-05-30T07:58:32.711" v="5302"/>
          <ac:grpSpMkLst>
            <pc:docMk/>
            <pc:sldMk cId="1475466487" sldId="368"/>
            <ac:grpSpMk id="29" creationId="{5B8FAE92-AAAC-7B9D-BB45-4B13BC2ED474}"/>
          </ac:grpSpMkLst>
        </pc:grpChg>
        <pc:grpChg chg="add mod">
          <ac:chgData name="MYUNG JIN" userId="89f3fa32ababedc4" providerId="LiveId" clId="{6A819448-9C74-403A-93EF-38E481433A77}" dt="2024-05-30T13:41:17.814" v="8309" actId="571"/>
          <ac:grpSpMkLst>
            <pc:docMk/>
            <pc:sldMk cId="1475466487" sldId="368"/>
            <ac:grpSpMk id="40" creationId="{5D16F255-4A25-D11B-44AC-AB8B446B028C}"/>
          </ac:grpSpMkLst>
        </pc:grpChg>
        <pc:grpChg chg="mod">
          <ac:chgData name="MYUNG JIN" userId="89f3fa32ababedc4" providerId="LiveId" clId="{6A819448-9C74-403A-93EF-38E481433A77}" dt="2024-05-30T13:41:17.814" v="8309" actId="571"/>
          <ac:grpSpMkLst>
            <pc:docMk/>
            <pc:sldMk cId="1475466487" sldId="368"/>
            <ac:grpSpMk id="41" creationId="{A4F5FA23-89DC-FE1E-04F0-6BE14AE558EF}"/>
          </ac:grpSpMkLst>
        </pc:grpChg>
        <pc:grpChg chg="mod">
          <ac:chgData name="MYUNG JIN" userId="89f3fa32ababedc4" providerId="LiveId" clId="{6A819448-9C74-403A-93EF-38E481433A77}" dt="2024-05-30T13:41:17.814" v="8309" actId="571"/>
          <ac:grpSpMkLst>
            <pc:docMk/>
            <pc:sldMk cId="1475466487" sldId="368"/>
            <ac:grpSpMk id="44" creationId="{6F501665-3EF5-83EB-D829-DDB59CC6488A}"/>
          </ac:grpSpMkLst>
        </pc:grpChg>
        <pc:grpChg chg="mod">
          <ac:chgData name="MYUNG JIN" userId="89f3fa32ababedc4" providerId="LiveId" clId="{6A819448-9C74-403A-93EF-38E481433A77}" dt="2024-05-30T13:41:17.814" v="8309" actId="571"/>
          <ac:grpSpMkLst>
            <pc:docMk/>
            <pc:sldMk cId="1475466487" sldId="368"/>
            <ac:grpSpMk id="52" creationId="{2CCF97A1-2E57-F987-7BF3-386B8D3E3E97}"/>
          </ac:grpSpMkLst>
        </pc:grpChg>
        <pc:grpChg chg="add mod">
          <ac:chgData name="MYUNG JIN" userId="89f3fa32ababedc4" providerId="LiveId" clId="{6A819448-9C74-403A-93EF-38E481433A77}" dt="2024-05-30T12:33:06.461" v="7245"/>
          <ac:grpSpMkLst>
            <pc:docMk/>
            <pc:sldMk cId="1475466487" sldId="368"/>
            <ac:grpSpMk id="83" creationId="{CCF47C60-31EF-9589-AD10-937BF1309192}"/>
          </ac:grpSpMkLst>
        </pc:grpChg>
        <pc:grpChg chg="mod">
          <ac:chgData name="MYUNG JIN" userId="89f3fa32ababedc4" providerId="LiveId" clId="{6A819448-9C74-403A-93EF-38E481433A77}" dt="2024-05-30T12:33:06.461" v="7245"/>
          <ac:grpSpMkLst>
            <pc:docMk/>
            <pc:sldMk cId="1475466487" sldId="368"/>
            <ac:grpSpMk id="84" creationId="{D418E13C-E176-2F40-B5B6-FD65A0EC0256}"/>
          </ac:grpSpMkLst>
        </pc:grpChg>
        <pc:grpChg chg="mod">
          <ac:chgData name="MYUNG JIN" userId="89f3fa32ababedc4" providerId="LiveId" clId="{6A819448-9C74-403A-93EF-38E481433A77}" dt="2024-05-30T12:33:06.461" v="7245"/>
          <ac:grpSpMkLst>
            <pc:docMk/>
            <pc:sldMk cId="1475466487" sldId="368"/>
            <ac:grpSpMk id="88" creationId="{694390B3-6FFB-32A9-D8BA-DF1972B68DEE}"/>
          </ac:grpSpMkLst>
        </pc:grpChg>
        <pc:grpChg chg="mod">
          <ac:chgData name="MYUNG JIN" userId="89f3fa32ababedc4" providerId="LiveId" clId="{6A819448-9C74-403A-93EF-38E481433A77}" dt="2024-05-30T12:33:06.461" v="7245"/>
          <ac:grpSpMkLst>
            <pc:docMk/>
            <pc:sldMk cId="1475466487" sldId="368"/>
            <ac:grpSpMk id="89" creationId="{94C216C9-2DAF-451D-ADF1-628242DF8D12}"/>
          </ac:grpSpMkLst>
        </pc:grpChg>
        <pc:grpChg chg="add del mod">
          <ac:chgData name="MYUNG JIN" userId="89f3fa32ababedc4" providerId="LiveId" clId="{6A819448-9C74-403A-93EF-38E481433A77}" dt="2024-05-30T12:37:34.880" v="7357" actId="478"/>
          <ac:grpSpMkLst>
            <pc:docMk/>
            <pc:sldMk cId="1475466487" sldId="368"/>
            <ac:grpSpMk id="100" creationId="{DCC37D2E-6E9C-D78D-F528-EEE29D128BAD}"/>
          </ac:grpSpMkLst>
        </pc:grpChg>
        <pc:grpChg chg="add del mod topLvl">
          <ac:chgData name="MYUNG JIN" userId="89f3fa32ababedc4" providerId="LiveId" clId="{6A819448-9C74-403A-93EF-38E481433A77}" dt="2024-05-30T12:36:42.350" v="7341" actId="206"/>
          <ac:grpSpMkLst>
            <pc:docMk/>
            <pc:sldMk cId="1475466487" sldId="368"/>
            <ac:grpSpMk id="101" creationId="{F91184BF-B813-1900-AD48-7DBFCF36AF43}"/>
          </ac:grpSpMkLst>
        </pc:grpChg>
        <pc:grpChg chg="add del mod topLvl">
          <ac:chgData name="MYUNG JIN" userId="89f3fa32ababedc4" providerId="LiveId" clId="{6A819448-9C74-403A-93EF-38E481433A77}" dt="2024-05-30T12:36:42.350" v="7341" actId="206"/>
          <ac:grpSpMkLst>
            <pc:docMk/>
            <pc:sldMk cId="1475466487" sldId="368"/>
            <ac:grpSpMk id="105" creationId="{F29F5BD1-D1E9-FAF9-05F7-2546CEE01B0E}"/>
          </ac:grpSpMkLst>
        </pc:grpChg>
        <pc:grpChg chg="mod topLvl">
          <ac:chgData name="MYUNG JIN" userId="89f3fa32ababedc4" providerId="LiveId" clId="{6A819448-9C74-403A-93EF-38E481433A77}" dt="2024-05-30T12:36:42.350" v="7341" actId="206"/>
          <ac:grpSpMkLst>
            <pc:docMk/>
            <pc:sldMk cId="1475466487" sldId="368"/>
            <ac:grpSpMk id="106" creationId="{8D1784EA-EDE7-18BA-CEC9-82CB521BDDAF}"/>
          </ac:grpSpMkLst>
        </pc:grpChg>
        <pc:grpChg chg="add mod">
          <ac:chgData name="MYUNG JIN" userId="89f3fa32ababedc4" providerId="LiveId" clId="{6A819448-9C74-403A-93EF-38E481433A77}" dt="2024-05-30T12:37:04.686" v="7346"/>
          <ac:grpSpMkLst>
            <pc:docMk/>
            <pc:sldMk cId="1475466487" sldId="368"/>
            <ac:grpSpMk id="117" creationId="{DB470765-6407-13FA-3FCB-FB450BCCDDC7}"/>
          </ac:grpSpMkLst>
        </pc:grpChg>
        <pc:grpChg chg="mod">
          <ac:chgData name="MYUNG JIN" userId="89f3fa32ababedc4" providerId="LiveId" clId="{6A819448-9C74-403A-93EF-38E481433A77}" dt="2024-05-30T12:37:04.686" v="7346"/>
          <ac:grpSpMkLst>
            <pc:docMk/>
            <pc:sldMk cId="1475466487" sldId="368"/>
            <ac:grpSpMk id="118" creationId="{8F29AF6D-4D26-2C2F-D55A-B19CE1303E07}"/>
          </ac:grpSpMkLst>
        </pc:grpChg>
        <pc:grpChg chg="mod">
          <ac:chgData name="MYUNG JIN" userId="89f3fa32ababedc4" providerId="LiveId" clId="{6A819448-9C74-403A-93EF-38E481433A77}" dt="2024-05-30T12:37:04.686" v="7346"/>
          <ac:grpSpMkLst>
            <pc:docMk/>
            <pc:sldMk cId="1475466487" sldId="368"/>
            <ac:grpSpMk id="122" creationId="{F7125835-BA1D-769D-DE57-4D1B7ABE2B9D}"/>
          </ac:grpSpMkLst>
        </pc:grpChg>
        <pc:grpChg chg="mod">
          <ac:chgData name="MYUNG JIN" userId="89f3fa32ababedc4" providerId="LiveId" clId="{6A819448-9C74-403A-93EF-38E481433A77}" dt="2024-05-30T12:37:04.686" v="7346"/>
          <ac:grpSpMkLst>
            <pc:docMk/>
            <pc:sldMk cId="1475466487" sldId="368"/>
            <ac:grpSpMk id="123" creationId="{6DA4172F-C7C2-0D79-96FE-C1AF1BDAE821}"/>
          </ac:grpSpMkLst>
        </pc:grpChg>
        <pc:grpChg chg="add del mod">
          <ac:chgData name="MYUNG JIN" userId="89f3fa32ababedc4" providerId="LiveId" clId="{6A819448-9C74-403A-93EF-38E481433A77}" dt="2024-05-30T12:38:25.585" v="7368" actId="478"/>
          <ac:grpSpMkLst>
            <pc:docMk/>
            <pc:sldMk cId="1475466487" sldId="368"/>
            <ac:grpSpMk id="134" creationId="{BB47A846-0565-506A-39FA-0BD8145EDFE3}"/>
          </ac:grpSpMkLst>
        </pc:grpChg>
        <pc:grpChg chg="mod">
          <ac:chgData name="MYUNG JIN" userId="89f3fa32ababedc4" providerId="LiveId" clId="{6A819448-9C74-403A-93EF-38E481433A77}" dt="2024-05-30T12:38:10.735" v="7363"/>
          <ac:grpSpMkLst>
            <pc:docMk/>
            <pc:sldMk cId="1475466487" sldId="368"/>
            <ac:grpSpMk id="135" creationId="{C04C592B-4881-F1EB-961B-9B541723F7F2}"/>
          </ac:grpSpMkLst>
        </pc:grpChg>
        <pc:grpChg chg="mod">
          <ac:chgData name="MYUNG JIN" userId="89f3fa32ababedc4" providerId="LiveId" clId="{6A819448-9C74-403A-93EF-38E481433A77}" dt="2024-05-30T12:38:10.735" v="7363"/>
          <ac:grpSpMkLst>
            <pc:docMk/>
            <pc:sldMk cId="1475466487" sldId="368"/>
            <ac:grpSpMk id="138" creationId="{0C4574A0-9082-A644-F69E-EF3AA110DD5C}"/>
          </ac:grpSpMkLst>
        </pc:grpChg>
        <pc:grpChg chg="mod">
          <ac:chgData name="MYUNG JIN" userId="89f3fa32ababedc4" providerId="LiveId" clId="{6A819448-9C74-403A-93EF-38E481433A77}" dt="2024-05-30T12:38:10.735" v="7363"/>
          <ac:grpSpMkLst>
            <pc:docMk/>
            <pc:sldMk cId="1475466487" sldId="368"/>
            <ac:grpSpMk id="143" creationId="{AACC63B3-E9CB-45D4-96E2-4AFFF739D5E0}"/>
          </ac:grpSpMkLst>
        </pc:grpChg>
        <pc:grpChg chg="add mod">
          <ac:chgData name="MYUNG JIN" userId="89f3fa32ababedc4" providerId="LiveId" clId="{6A819448-9C74-403A-93EF-38E481433A77}" dt="2024-05-30T12:38:21.456" v="7365"/>
          <ac:grpSpMkLst>
            <pc:docMk/>
            <pc:sldMk cId="1475466487" sldId="368"/>
            <ac:grpSpMk id="148" creationId="{920844DC-32F8-3F08-7E72-5D1729327637}"/>
          </ac:grpSpMkLst>
        </pc:grpChg>
        <pc:grpChg chg="mod">
          <ac:chgData name="MYUNG JIN" userId="89f3fa32ababedc4" providerId="LiveId" clId="{6A819448-9C74-403A-93EF-38E481433A77}" dt="2024-05-30T12:38:21.456" v="7365"/>
          <ac:grpSpMkLst>
            <pc:docMk/>
            <pc:sldMk cId="1475466487" sldId="368"/>
            <ac:grpSpMk id="149" creationId="{31B93316-F868-0129-35B9-D8D1DF638CDE}"/>
          </ac:grpSpMkLst>
        </pc:grpChg>
        <pc:grpChg chg="mod">
          <ac:chgData name="MYUNG JIN" userId="89f3fa32ababedc4" providerId="LiveId" clId="{6A819448-9C74-403A-93EF-38E481433A77}" dt="2024-05-30T12:38:21.456" v="7365"/>
          <ac:grpSpMkLst>
            <pc:docMk/>
            <pc:sldMk cId="1475466487" sldId="368"/>
            <ac:grpSpMk id="152" creationId="{FF32B600-19CF-BB08-85C5-B7241F4C7586}"/>
          </ac:grpSpMkLst>
        </pc:grpChg>
        <pc:grpChg chg="mod">
          <ac:chgData name="MYUNG JIN" userId="89f3fa32ababedc4" providerId="LiveId" clId="{6A819448-9C74-403A-93EF-38E481433A77}" dt="2024-05-30T12:38:21.456" v="7365"/>
          <ac:grpSpMkLst>
            <pc:docMk/>
            <pc:sldMk cId="1475466487" sldId="368"/>
            <ac:grpSpMk id="157" creationId="{78BA6403-EF13-ABE7-7551-CDD55C267000}"/>
          </ac:grpSpMkLst>
        </pc:grpChg>
        <pc:grpChg chg="add mod">
          <ac:chgData name="MYUNG JIN" userId="89f3fa32ababedc4" providerId="LiveId" clId="{6A819448-9C74-403A-93EF-38E481433A77}" dt="2024-05-30T13:43:57.444" v="8361" actId="164"/>
          <ac:grpSpMkLst>
            <pc:docMk/>
            <pc:sldMk cId="1475466487" sldId="368"/>
            <ac:grpSpMk id="166" creationId="{5A1EF5B3-9F87-390F-C20B-A4730D5C2E98}"/>
          </ac:grpSpMkLst>
        </pc:grpChg>
        <pc:grpChg chg="add mod">
          <ac:chgData name="MYUNG JIN" userId="89f3fa32ababedc4" providerId="LiveId" clId="{6A819448-9C74-403A-93EF-38E481433A77}" dt="2024-05-30T13:40:01.390" v="8295" actId="571"/>
          <ac:grpSpMkLst>
            <pc:docMk/>
            <pc:sldMk cId="1475466487" sldId="368"/>
            <ac:grpSpMk id="168" creationId="{4CD20411-C6B2-82E6-E84C-9E9FED96E0B2}"/>
          </ac:grpSpMkLst>
        </pc:grpChg>
        <pc:grpChg chg="mod">
          <ac:chgData name="MYUNG JIN" userId="89f3fa32ababedc4" providerId="LiveId" clId="{6A819448-9C74-403A-93EF-38E481433A77}" dt="2024-05-30T13:40:01.390" v="8295" actId="571"/>
          <ac:grpSpMkLst>
            <pc:docMk/>
            <pc:sldMk cId="1475466487" sldId="368"/>
            <ac:grpSpMk id="169" creationId="{5433FF5B-75A4-5F30-A0FA-1D4208795D94}"/>
          </ac:grpSpMkLst>
        </pc:grpChg>
        <pc:grpChg chg="mod">
          <ac:chgData name="MYUNG JIN" userId="89f3fa32ababedc4" providerId="LiveId" clId="{6A819448-9C74-403A-93EF-38E481433A77}" dt="2024-05-30T13:40:01.390" v="8295" actId="571"/>
          <ac:grpSpMkLst>
            <pc:docMk/>
            <pc:sldMk cId="1475466487" sldId="368"/>
            <ac:grpSpMk id="172" creationId="{EE6409E5-58DC-93EF-FDAE-31C80087E4A9}"/>
          </ac:grpSpMkLst>
        </pc:grpChg>
        <pc:grpChg chg="mod">
          <ac:chgData name="MYUNG JIN" userId="89f3fa32ababedc4" providerId="LiveId" clId="{6A819448-9C74-403A-93EF-38E481433A77}" dt="2024-05-30T13:40:01.390" v="8295" actId="571"/>
          <ac:grpSpMkLst>
            <pc:docMk/>
            <pc:sldMk cId="1475466487" sldId="368"/>
            <ac:grpSpMk id="179" creationId="{E8B8BA35-AC6B-8B57-054B-20C3B2D8F5E2}"/>
          </ac:grpSpMkLst>
        </pc:grpChg>
        <pc:grpChg chg="add mod">
          <ac:chgData name="MYUNG JIN" userId="89f3fa32ababedc4" providerId="LiveId" clId="{6A819448-9C74-403A-93EF-38E481433A77}" dt="2024-05-30T13:45:13.301" v="8380" actId="164"/>
          <ac:grpSpMkLst>
            <pc:docMk/>
            <pc:sldMk cId="1475466487" sldId="368"/>
            <ac:grpSpMk id="213" creationId="{EAD08E74-AD33-A40B-FEF1-3D2D2D5FF88F}"/>
          </ac:grpSpMkLst>
        </pc:grpChg>
        <pc:grpChg chg="add mod">
          <ac:chgData name="MYUNG JIN" userId="89f3fa32ababedc4" providerId="LiveId" clId="{6A819448-9C74-403A-93EF-38E481433A77}" dt="2024-05-30T13:45:18.218" v="8381" actId="164"/>
          <ac:grpSpMkLst>
            <pc:docMk/>
            <pc:sldMk cId="1475466487" sldId="368"/>
            <ac:grpSpMk id="214" creationId="{B65B3EE1-C323-8BAD-EF7E-3635E8857219}"/>
          </ac:grpSpMkLst>
        </pc:grpChg>
        <pc:grpChg chg="add mod">
          <ac:chgData name="MYUNG JIN" userId="89f3fa32ababedc4" providerId="LiveId" clId="{6A819448-9C74-403A-93EF-38E481433A77}" dt="2024-05-30T13:44:46.779" v="8374" actId="571"/>
          <ac:grpSpMkLst>
            <pc:docMk/>
            <pc:sldMk cId="1475466487" sldId="368"/>
            <ac:grpSpMk id="219" creationId="{DFB7D9F0-E270-93F6-961B-88B1A4613CB5}"/>
          </ac:grpSpMkLst>
        </pc:grpChg>
        <pc:grpChg chg="mod">
          <ac:chgData name="MYUNG JIN" userId="89f3fa32ababedc4" providerId="LiveId" clId="{6A819448-9C74-403A-93EF-38E481433A77}" dt="2024-05-30T13:44:46.779" v="8374" actId="571"/>
          <ac:grpSpMkLst>
            <pc:docMk/>
            <pc:sldMk cId="1475466487" sldId="368"/>
            <ac:grpSpMk id="220" creationId="{F206899B-3268-AEF1-2AA0-2EB4AD1A64EC}"/>
          </ac:grpSpMkLst>
        </pc:grpChg>
        <pc:grpChg chg="add mod">
          <ac:chgData name="MYUNG JIN" userId="89f3fa32ababedc4" providerId="LiveId" clId="{6A819448-9C74-403A-93EF-38E481433A77}" dt="2024-05-30T13:45:13.301" v="8380" actId="164"/>
          <ac:grpSpMkLst>
            <pc:docMk/>
            <pc:sldMk cId="1475466487" sldId="368"/>
            <ac:grpSpMk id="238" creationId="{BFD562D5-9721-C6D6-31DC-E9AAC74C88BB}"/>
          </ac:grpSpMkLst>
        </pc:grpChg>
        <pc:grpChg chg="add mod">
          <ac:chgData name="MYUNG JIN" userId="89f3fa32ababedc4" providerId="LiveId" clId="{6A819448-9C74-403A-93EF-38E481433A77}" dt="2024-05-30T13:45:18.218" v="8381" actId="164"/>
          <ac:grpSpMkLst>
            <pc:docMk/>
            <pc:sldMk cId="1475466487" sldId="368"/>
            <ac:grpSpMk id="239" creationId="{C5E1F268-697E-8700-885A-9A326CEDCBDF}"/>
          </ac:grpSpMkLst>
        </pc:grpChg>
        <pc:picChg chg="add del">
          <ac:chgData name="MYUNG JIN" userId="89f3fa32ababedc4" providerId="LiveId" clId="{6A819448-9C74-403A-93EF-38E481433A77}" dt="2024-05-30T11:02:12.618" v="5740" actId="478"/>
          <ac:picMkLst>
            <pc:docMk/>
            <pc:sldMk cId="1475466487" sldId="368"/>
            <ac:picMk id="80" creationId="{713CD7F5-5FFD-8D9A-CD44-878B2A1CF054}"/>
          </ac:picMkLst>
        </pc:picChg>
        <pc:picChg chg="add del mod">
          <ac:chgData name="MYUNG JIN" userId="89f3fa32ababedc4" providerId="LiveId" clId="{6A819448-9C74-403A-93EF-38E481433A77}" dt="2024-05-30T12:27:19.958" v="7058" actId="478"/>
          <ac:picMkLst>
            <pc:docMk/>
            <pc:sldMk cId="1475466487" sldId="368"/>
            <ac:picMk id="82" creationId="{0072E4E2-9156-F3F7-3A8B-6F4F4BC5E602}"/>
          </ac:picMkLst>
        </pc:picChg>
        <pc:picChg chg="add mod">
          <ac:chgData name="MYUNG JIN" userId="89f3fa32ababedc4" providerId="LiveId" clId="{6A819448-9C74-403A-93EF-38E481433A77}" dt="2024-05-30T12:33:36.118" v="7266" actId="1076"/>
          <ac:picMkLst>
            <pc:docMk/>
            <pc:sldMk cId="1475466487" sldId="368"/>
            <ac:picMk id="96" creationId="{62D69DF7-B1CE-80DF-2170-669021E469FE}"/>
          </ac:picMkLst>
        </pc:picChg>
        <pc:picChg chg="add mod">
          <ac:chgData name="MYUNG JIN" userId="89f3fa32ababedc4" providerId="LiveId" clId="{6A819448-9C74-403A-93EF-38E481433A77}" dt="2024-05-30T12:33:33.505" v="7259" actId="571"/>
          <ac:picMkLst>
            <pc:docMk/>
            <pc:sldMk cId="1475466487" sldId="368"/>
            <ac:picMk id="97" creationId="{D3CABF22-5B9F-FCE3-619A-7D627E697BFD}"/>
          </ac:picMkLst>
        </pc:picChg>
        <pc:picChg chg="add mod">
          <ac:chgData name="MYUNG JIN" userId="89f3fa32ababedc4" providerId="LiveId" clId="{6A819448-9C74-403A-93EF-38E481433A77}" dt="2024-05-30T12:33:33.335" v="7258" actId="571"/>
          <ac:picMkLst>
            <pc:docMk/>
            <pc:sldMk cId="1475466487" sldId="368"/>
            <ac:picMk id="98" creationId="{ACD54DDA-23DE-9A81-7CCA-D5699E46FC39}"/>
          </ac:picMkLst>
        </pc:picChg>
        <pc:picChg chg="add mod">
          <ac:chgData name="MYUNG JIN" userId="89f3fa32ababedc4" providerId="LiveId" clId="{6A819448-9C74-403A-93EF-38E481433A77}" dt="2024-05-30T12:33:33.166" v="7257" actId="571"/>
          <ac:picMkLst>
            <pc:docMk/>
            <pc:sldMk cId="1475466487" sldId="368"/>
            <ac:picMk id="99" creationId="{DA043FDD-04D8-350B-0E88-3F597B3AB6DB}"/>
          </ac:picMkLst>
        </pc:picChg>
        <pc:picChg chg="add mod">
          <ac:chgData name="MYUNG JIN" userId="89f3fa32ababedc4" providerId="LiveId" clId="{6A819448-9C74-403A-93EF-38E481433A77}" dt="2024-05-30T13:39:38.292" v="8288" actId="164"/>
          <ac:picMkLst>
            <pc:docMk/>
            <pc:sldMk cId="1475466487" sldId="368"/>
            <ac:picMk id="130" creationId="{2B3D3B01-10FB-5F95-4896-196CC7A1431B}"/>
          </ac:picMkLst>
        </pc:picChg>
        <pc:picChg chg="add del mod">
          <ac:chgData name="MYUNG JIN" userId="89f3fa32ababedc4" providerId="LiveId" clId="{6A819448-9C74-403A-93EF-38E481433A77}" dt="2024-05-30T12:37:32.737" v="7356" actId="478"/>
          <ac:picMkLst>
            <pc:docMk/>
            <pc:sldMk cId="1475466487" sldId="368"/>
            <ac:picMk id="131" creationId="{300393C8-CDCA-E804-3667-C91CF75E7873}"/>
          </ac:picMkLst>
        </pc:picChg>
        <pc:picChg chg="add del mod">
          <ac:chgData name="MYUNG JIN" userId="89f3fa32ababedc4" providerId="LiveId" clId="{6A819448-9C74-403A-93EF-38E481433A77}" dt="2024-05-30T12:37:31.737" v="7354" actId="478"/>
          <ac:picMkLst>
            <pc:docMk/>
            <pc:sldMk cId="1475466487" sldId="368"/>
            <ac:picMk id="132" creationId="{BEFF3587-D117-C1AF-C6F7-13050880E678}"/>
          </ac:picMkLst>
        </pc:picChg>
        <pc:picChg chg="add del mod">
          <ac:chgData name="MYUNG JIN" userId="89f3fa32ababedc4" providerId="LiveId" clId="{6A819448-9C74-403A-93EF-38E481433A77}" dt="2024-05-30T12:37:32.290" v="7355" actId="478"/>
          <ac:picMkLst>
            <pc:docMk/>
            <pc:sldMk cId="1475466487" sldId="368"/>
            <ac:picMk id="133" creationId="{93A9AE80-B17D-BD7F-D053-38F667708FA2}"/>
          </ac:picMkLst>
        </pc:picChg>
        <pc:picChg chg="add mod">
          <ac:chgData name="MYUNG JIN" userId="89f3fa32ababedc4" providerId="LiveId" clId="{6A819448-9C74-403A-93EF-38E481433A77}" dt="2024-05-30T13:43:53.754" v="8360" actId="164"/>
          <ac:picMkLst>
            <pc:docMk/>
            <pc:sldMk cId="1475466487" sldId="368"/>
            <ac:picMk id="162" creationId="{18777B94-6E5D-B57F-4DC0-5F8462348AB3}"/>
          </ac:picMkLst>
        </pc:picChg>
        <pc:picChg chg="add mod">
          <ac:chgData name="MYUNG JIN" userId="89f3fa32ababedc4" providerId="LiveId" clId="{6A819448-9C74-403A-93EF-38E481433A77}" dt="2024-05-30T13:39:38.292" v="8288" actId="164"/>
          <ac:picMkLst>
            <pc:docMk/>
            <pc:sldMk cId="1475466487" sldId="368"/>
            <ac:picMk id="163" creationId="{61AFE319-20A3-754A-745E-4EBB288D8681}"/>
          </ac:picMkLst>
        </pc:picChg>
        <pc:picChg chg="add mod">
          <ac:chgData name="MYUNG JIN" userId="89f3fa32ababedc4" providerId="LiveId" clId="{6A819448-9C74-403A-93EF-38E481433A77}" dt="2024-05-30T13:39:38.292" v="8288" actId="164"/>
          <ac:picMkLst>
            <pc:docMk/>
            <pc:sldMk cId="1475466487" sldId="368"/>
            <ac:picMk id="164" creationId="{EADFE060-E505-5D10-2D69-A72B242C93F1}"/>
          </ac:picMkLst>
        </pc:picChg>
        <pc:picChg chg="add mod">
          <ac:chgData name="MYUNG JIN" userId="89f3fa32ababedc4" providerId="LiveId" clId="{6A819448-9C74-403A-93EF-38E481433A77}" dt="2024-05-30T13:39:38.292" v="8288" actId="164"/>
          <ac:picMkLst>
            <pc:docMk/>
            <pc:sldMk cId="1475466487" sldId="368"/>
            <ac:picMk id="165" creationId="{5B2EE95C-52EC-72AB-4466-05BA74A247BA}"/>
          </ac:picMkLst>
        </pc:picChg>
        <pc:picChg chg="mod">
          <ac:chgData name="MYUNG JIN" userId="89f3fa32ababedc4" providerId="LiveId" clId="{6A819448-9C74-403A-93EF-38E481433A77}" dt="2024-05-30T13:44:46.779" v="8374" actId="571"/>
          <ac:picMkLst>
            <pc:docMk/>
            <pc:sldMk cId="1475466487" sldId="368"/>
            <ac:picMk id="229" creationId="{3FE2D466-A49A-F778-0463-9FD15C88CCB5}"/>
          </ac:picMkLst>
        </pc:picChg>
        <pc:picChg chg="mod">
          <ac:chgData name="MYUNG JIN" userId="89f3fa32ababedc4" providerId="LiveId" clId="{6A819448-9C74-403A-93EF-38E481433A77}" dt="2024-05-30T13:44:46.779" v="8374" actId="571"/>
          <ac:picMkLst>
            <pc:docMk/>
            <pc:sldMk cId="1475466487" sldId="368"/>
            <ac:picMk id="230" creationId="{BBA15CE2-FF77-2C01-8A2B-B089B2902333}"/>
          </ac:picMkLst>
        </pc:picChg>
        <pc:picChg chg="mod">
          <ac:chgData name="MYUNG JIN" userId="89f3fa32ababedc4" providerId="LiveId" clId="{6A819448-9C74-403A-93EF-38E481433A77}" dt="2024-05-30T13:44:46.779" v="8374" actId="571"/>
          <ac:picMkLst>
            <pc:docMk/>
            <pc:sldMk cId="1475466487" sldId="368"/>
            <ac:picMk id="231" creationId="{AE644A9E-5BCD-6B3A-A36B-41E579E23980}"/>
          </ac:picMkLst>
        </pc:picChg>
        <pc:picChg chg="mod">
          <ac:chgData name="MYUNG JIN" userId="89f3fa32ababedc4" providerId="LiveId" clId="{6A819448-9C74-403A-93EF-38E481433A77}" dt="2024-05-30T13:44:46.779" v="8374" actId="571"/>
          <ac:picMkLst>
            <pc:docMk/>
            <pc:sldMk cId="1475466487" sldId="368"/>
            <ac:picMk id="232" creationId="{C8D3BF66-8D18-7561-7EDF-097BFEB1A4CE}"/>
          </ac:picMkLst>
        </pc:picChg>
        <pc:cxnChg chg="del mod">
          <ac:chgData name="MYUNG JIN" userId="89f3fa32ababedc4" providerId="LiveId" clId="{6A819448-9C74-403A-93EF-38E481433A77}" dt="2024-05-30T07:58:52.638" v="5308" actId="478"/>
          <ac:cxnSpMkLst>
            <pc:docMk/>
            <pc:sldMk cId="1475466487" sldId="368"/>
            <ac:cxnSpMk id="13" creationId="{4525919B-3BAC-7F87-9214-B9AE9EADED84}"/>
          </ac:cxnSpMkLst>
        </pc:cxnChg>
        <pc:cxnChg chg="del mod">
          <ac:chgData name="MYUNG JIN" userId="89f3fa32ababedc4" providerId="LiveId" clId="{6A819448-9C74-403A-93EF-38E481433A77}" dt="2024-05-30T07:59:06.059" v="5312" actId="478"/>
          <ac:cxnSpMkLst>
            <pc:docMk/>
            <pc:sldMk cId="1475466487" sldId="368"/>
            <ac:cxnSpMk id="14" creationId="{E8D0143E-DA61-F276-9239-3F69A909784C}"/>
          </ac:cxnSpMkLst>
        </pc:cxnChg>
        <pc:cxnChg chg="add mod">
          <ac:chgData name="MYUNG JIN" userId="89f3fa32ababedc4" providerId="LiveId" clId="{6A819448-9C74-403A-93EF-38E481433A77}" dt="2024-05-30T12:33:03.889" v="7244" actId="1076"/>
          <ac:cxnSpMkLst>
            <pc:docMk/>
            <pc:sldMk cId="1475466487" sldId="368"/>
            <ac:cxnSpMk id="72" creationId="{99B4107F-0B85-895B-81FA-2ED5678311E2}"/>
          </ac:cxnSpMkLst>
        </pc:cxnChg>
        <pc:cxnChg chg="add mod">
          <ac:chgData name="MYUNG JIN" userId="89f3fa32ababedc4" providerId="LiveId" clId="{6A819448-9C74-403A-93EF-38E481433A77}" dt="2024-05-30T12:33:03.889" v="7244" actId="1076"/>
          <ac:cxnSpMkLst>
            <pc:docMk/>
            <pc:sldMk cId="1475466487" sldId="368"/>
            <ac:cxnSpMk id="73" creationId="{F99782EF-E544-A135-137E-99561B8ABF51}"/>
          </ac:cxnSpMkLst>
        </pc:cxnChg>
        <pc:cxnChg chg="add mod">
          <ac:chgData name="MYUNG JIN" userId="89f3fa32ababedc4" providerId="LiveId" clId="{6A819448-9C74-403A-93EF-38E481433A77}" dt="2024-05-30T12:33:03.889" v="7244" actId="1076"/>
          <ac:cxnSpMkLst>
            <pc:docMk/>
            <pc:sldMk cId="1475466487" sldId="368"/>
            <ac:cxnSpMk id="74" creationId="{CD7140E8-EE60-5275-D593-C86F7722465D}"/>
          </ac:cxnSpMkLst>
        </pc:cxnChg>
        <pc:cxnChg chg="mod">
          <ac:chgData name="MYUNG JIN" userId="89f3fa32ababedc4" providerId="LiveId" clId="{6A819448-9C74-403A-93EF-38E481433A77}" dt="2024-05-30T12:33:06.461" v="7245"/>
          <ac:cxnSpMkLst>
            <pc:docMk/>
            <pc:sldMk cId="1475466487" sldId="368"/>
            <ac:cxnSpMk id="85" creationId="{00B298A7-1C4D-9E6D-CE54-70993732A080}"/>
          </ac:cxnSpMkLst>
        </pc:cxnChg>
        <pc:cxnChg chg="mod">
          <ac:chgData name="MYUNG JIN" userId="89f3fa32ababedc4" providerId="LiveId" clId="{6A819448-9C74-403A-93EF-38E481433A77}" dt="2024-05-30T12:33:06.461" v="7245"/>
          <ac:cxnSpMkLst>
            <pc:docMk/>
            <pc:sldMk cId="1475466487" sldId="368"/>
            <ac:cxnSpMk id="86" creationId="{C5473FA8-30CD-BB71-7484-FD1CEC55AFA3}"/>
          </ac:cxnSpMkLst>
        </pc:cxnChg>
        <pc:cxnChg chg="mod">
          <ac:chgData name="MYUNG JIN" userId="89f3fa32ababedc4" providerId="LiveId" clId="{6A819448-9C74-403A-93EF-38E481433A77}" dt="2024-05-30T12:33:06.461" v="7245"/>
          <ac:cxnSpMkLst>
            <pc:docMk/>
            <pc:sldMk cId="1475466487" sldId="368"/>
            <ac:cxnSpMk id="87" creationId="{C23E6FBA-1D09-76C0-1E53-2A9B466D1A1B}"/>
          </ac:cxnSpMkLst>
        </pc:cxnChg>
        <pc:cxnChg chg="mod">
          <ac:chgData name="MYUNG JIN" userId="89f3fa32ababedc4" providerId="LiveId" clId="{6A819448-9C74-403A-93EF-38E481433A77}" dt="2024-05-30T12:33:06.461" v="7245"/>
          <ac:cxnSpMkLst>
            <pc:docMk/>
            <pc:sldMk cId="1475466487" sldId="368"/>
            <ac:cxnSpMk id="91" creationId="{19695657-9F40-2D3B-82ED-F4360EFEB348}"/>
          </ac:cxnSpMkLst>
        </pc:cxnChg>
        <pc:cxnChg chg="mod">
          <ac:chgData name="MYUNG JIN" userId="89f3fa32ababedc4" providerId="LiveId" clId="{6A819448-9C74-403A-93EF-38E481433A77}" dt="2024-05-30T12:33:06.461" v="7245"/>
          <ac:cxnSpMkLst>
            <pc:docMk/>
            <pc:sldMk cId="1475466487" sldId="368"/>
            <ac:cxnSpMk id="93" creationId="{D72DD29C-47B4-5061-A2DE-A5C1A15F9680}"/>
          </ac:cxnSpMkLst>
        </pc:cxnChg>
        <pc:cxnChg chg="mod topLvl">
          <ac:chgData name="MYUNG JIN" userId="89f3fa32ababedc4" providerId="LiveId" clId="{6A819448-9C74-403A-93EF-38E481433A77}" dt="2024-05-30T12:36:52.735" v="7343" actId="14100"/>
          <ac:cxnSpMkLst>
            <pc:docMk/>
            <pc:sldMk cId="1475466487" sldId="368"/>
            <ac:cxnSpMk id="102" creationId="{516D4FD4-6603-268C-E6E2-FB94B73A7173}"/>
          </ac:cxnSpMkLst>
        </pc:cxnChg>
        <pc:cxnChg chg="mod topLvl">
          <ac:chgData name="MYUNG JIN" userId="89f3fa32ababedc4" providerId="LiveId" clId="{6A819448-9C74-403A-93EF-38E481433A77}" dt="2024-05-30T12:36:55.693" v="7344" actId="14100"/>
          <ac:cxnSpMkLst>
            <pc:docMk/>
            <pc:sldMk cId="1475466487" sldId="368"/>
            <ac:cxnSpMk id="103" creationId="{05312082-C9D4-1B4B-2560-EA7241422A71}"/>
          </ac:cxnSpMkLst>
        </pc:cxnChg>
        <pc:cxnChg chg="mod topLvl">
          <ac:chgData name="MYUNG JIN" userId="89f3fa32ababedc4" providerId="LiveId" clId="{6A819448-9C74-403A-93EF-38E481433A77}" dt="2024-05-30T12:37:02.048" v="7345" actId="14100"/>
          <ac:cxnSpMkLst>
            <pc:docMk/>
            <pc:sldMk cId="1475466487" sldId="368"/>
            <ac:cxnSpMk id="104" creationId="{1F9831BA-359F-7CA4-207A-CBE483F5A63B}"/>
          </ac:cxnSpMkLst>
        </pc:cxnChg>
        <pc:cxnChg chg="mod">
          <ac:chgData name="MYUNG JIN" userId="89f3fa32ababedc4" providerId="LiveId" clId="{6A819448-9C74-403A-93EF-38E481433A77}" dt="2024-05-30T12:36:42.350" v="7341" actId="206"/>
          <ac:cxnSpMkLst>
            <pc:docMk/>
            <pc:sldMk cId="1475466487" sldId="368"/>
            <ac:cxnSpMk id="108" creationId="{68B69169-EF6D-7DD4-E04A-39861359FCC9}"/>
          </ac:cxnSpMkLst>
        </pc:cxnChg>
        <pc:cxnChg chg="mod">
          <ac:chgData name="MYUNG JIN" userId="89f3fa32ababedc4" providerId="LiveId" clId="{6A819448-9C74-403A-93EF-38E481433A77}" dt="2024-05-30T12:36:42.350" v="7341" actId="206"/>
          <ac:cxnSpMkLst>
            <pc:docMk/>
            <pc:sldMk cId="1475466487" sldId="368"/>
            <ac:cxnSpMk id="110" creationId="{82117A6E-2B48-2388-4A2D-838DAD4BEEB0}"/>
          </ac:cxnSpMkLst>
        </pc:cxnChg>
        <pc:cxnChg chg="mod">
          <ac:chgData name="MYUNG JIN" userId="89f3fa32ababedc4" providerId="LiveId" clId="{6A819448-9C74-403A-93EF-38E481433A77}" dt="2024-05-30T12:37:04.686" v="7346"/>
          <ac:cxnSpMkLst>
            <pc:docMk/>
            <pc:sldMk cId="1475466487" sldId="368"/>
            <ac:cxnSpMk id="119" creationId="{37836E58-33E5-AD67-1B1B-6E07383DB56D}"/>
          </ac:cxnSpMkLst>
        </pc:cxnChg>
        <pc:cxnChg chg="mod">
          <ac:chgData name="MYUNG JIN" userId="89f3fa32ababedc4" providerId="LiveId" clId="{6A819448-9C74-403A-93EF-38E481433A77}" dt="2024-05-30T12:37:04.686" v="7346"/>
          <ac:cxnSpMkLst>
            <pc:docMk/>
            <pc:sldMk cId="1475466487" sldId="368"/>
            <ac:cxnSpMk id="120" creationId="{D97AD36B-B0F9-F933-D4AC-C6145CA1A488}"/>
          </ac:cxnSpMkLst>
        </pc:cxnChg>
        <pc:cxnChg chg="mod">
          <ac:chgData name="MYUNG JIN" userId="89f3fa32ababedc4" providerId="LiveId" clId="{6A819448-9C74-403A-93EF-38E481433A77}" dt="2024-05-30T12:37:04.686" v="7346"/>
          <ac:cxnSpMkLst>
            <pc:docMk/>
            <pc:sldMk cId="1475466487" sldId="368"/>
            <ac:cxnSpMk id="121" creationId="{82E45888-A226-5B47-384C-F514B0AD773E}"/>
          </ac:cxnSpMkLst>
        </pc:cxnChg>
        <pc:cxnChg chg="mod">
          <ac:chgData name="MYUNG JIN" userId="89f3fa32ababedc4" providerId="LiveId" clId="{6A819448-9C74-403A-93EF-38E481433A77}" dt="2024-05-30T12:37:04.686" v="7346"/>
          <ac:cxnSpMkLst>
            <pc:docMk/>
            <pc:sldMk cId="1475466487" sldId="368"/>
            <ac:cxnSpMk id="125" creationId="{6F8BBF6B-0BD8-D53A-9D47-CFB8AEB23F5C}"/>
          </ac:cxnSpMkLst>
        </pc:cxnChg>
        <pc:cxnChg chg="mod">
          <ac:chgData name="MYUNG JIN" userId="89f3fa32ababedc4" providerId="LiveId" clId="{6A819448-9C74-403A-93EF-38E481433A77}" dt="2024-05-30T12:37:04.686" v="7346"/>
          <ac:cxnSpMkLst>
            <pc:docMk/>
            <pc:sldMk cId="1475466487" sldId="368"/>
            <ac:cxnSpMk id="127" creationId="{5D6A1680-C56D-80BB-9ABD-8FAD034AA2F9}"/>
          </ac:cxnSpMkLst>
        </pc:cxnChg>
        <pc:cxnChg chg="mod">
          <ac:chgData name="MYUNG JIN" userId="89f3fa32ababedc4" providerId="LiveId" clId="{6A819448-9C74-403A-93EF-38E481433A77}" dt="2024-05-30T12:38:25.585" v="7368" actId="478"/>
          <ac:cxnSpMkLst>
            <pc:docMk/>
            <pc:sldMk cId="1475466487" sldId="368"/>
            <ac:cxnSpMk id="137" creationId="{6CF8466B-554E-483C-4C80-8CE0E37F76B6}"/>
          </ac:cxnSpMkLst>
        </pc:cxnChg>
        <pc:cxnChg chg="mod">
          <ac:chgData name="MYUNG JIN" userId="89f3fa32ababedc4" providerId="LiveId" clId="{6A819448-9C74-403A-93EF-38E481433A77}" dt="2024-05-30T12:38:10.735" v="7363"/>
          <ac:cxnSpMkLst>
            <pc:docMk/>
            <pc:sldMk cId="1475466487" sldId="368"/>
            <ac:cxnSpMk id="139" creationId="{CB3CD7A8-8B63-2C35-6067-4D2277973A91}"/>
          </ac:cxnSpMkLst>
        </pc:cxnChg>
        <pc:cxnChg chg="mod">
          <ac:chgData name="MYUNG JIN" userId="89f3fa32ababedc4" providerId="LiveId" clId="{6A819448-9C74-403A-93EF-38E481433A77}" dt="2024-05-30T12:38:10.735" v="7363"/>
          <ac:cxnSpMkLst>
            <pc:docMk/>
            <pc:sldMk cId="1475466487" sldId="368"/>
            <ac:cxnSpMk id="140" creationId="{D22ADC5E-53F3-5D40-7662-7BC45A1060E1}"/>
          </ac:cxnSpMkLst>
        </pc:cxnChg>
        <pc:cxnChg chg="mod">
          <ac:chgData name="MYUNG JIN" userId="89f3fa32ababedc4" providerId="LiveId" clId="{6A819448-9C74-403A-93EF-38E481433A77}" dt="2024-05-30T12:38:25.585" v="7368" actId="478"/>
          <ac:cxnSpMkLst>
            <pc:docMk/>
            <pc:sldMk cId="1475466487" sldId="368"/>
            <ac:cxnSpMk id="141" creationId="{76A7F226-9EDF-31D7-3266-FF24DDAD33DB}"/>
          </ac:cxnSpMkLst>
        </pc:cxnChg>
        <pc:cxnChg chg="mod">
          <ac:chgData name="MYUNG JIN" userId="89f3fa32ababedc4" providerId="LiveId" clId="{6A819448-9C74-403A-93EF-38E481433A77}" dt="2024-05-30T12:38:10.735" v="7363"/>
          <ac:cxnSpMkLst>
            <pc:docMk/>
            <pc:sldMk cId="1475466487" sldId="368"/>
            <ac:cxnSpMk id="145" creationId="{B84E6FE9-1695-EB5A-F260-10E2D2542319}"/>
          </ac:cxnSpMkLst>
        </pc:cxnChg>
        <pc:cxnChg chg="mod">
          <ac:chgData name="MYUNG JIN" userId="89f3fa32ababedc4" providerId="LiveId" clId="{6A819448-9C74-403A-93EF-38E481433A77}" dt="2024-05-30T12:38:10.735" v="7363"/>
          <ac:cxnSpMkLst>
            <pc:docMk/>
            <pc:sldMk cId="1475466487" sldId="368"/>
            <ac:cxnSpMk id="147" creationId="{BCAA7E53-CFF3-3546-EFDC-5A34281D9D03}"/>
          </ac:cxnSpMkLst>
        </pc:cxnChg>
        <pc:cxnChg chg="mod">
          <ac:chgData name="MYUNG JIN" userId="89f3fa32ababedc4" providerId="LiveId" clId="{6A819448-9C74-403A-93EF-38E481433A77}" dt="2024-05-30T12:38:21.456" v="7365"/>
          <ac:cxnSpMkLst>
            <pc:docMk/>
            <pc:sldMk cId="1475466487" sldId="368"/>
            <ac:cxnSpMk id="151" creationId="{C4F99362-7F7E-F7DA-BB8B-27CC6E437FF3}"/>
          </ac:cxnSpMkLst>
        </pc:cxnChg>
        <pc:cxnChg chg="mod">
          <ac:chgData name="MYUNG JIN" userId="89f3fa32ababedc4" providerId="LiveId" clId="{6A819448-9C74-403A-93EF-38E481433A77}" dt="2024-05-30T12:38:21.456" v="7365"/>
          <ac:cxnSpMkLst>
            <pc:docMk/>
            <pc:sldMk cId="1475466487" sldId="368"/>
            <ac:cxnSpMk id="153" creationId="{BA7B397C-FF28-7F46-710F-D136A231F4E1}"/>
          </ac:cxnSpMkLst>
        </pc:cxnChg>
        <pc:cxnChg chg="mod">
          <ac:chgData name="MYUNG JIN" userId="89f3fa32ababedc4" providerId="LiveId" clId="{6A819448-9C74-403A-93EF-38E481433A77}" dt="2024-05-30T12:38:21.456" v="7365"/>
          <ac:cxnSpMkLst>
            <pc:docMk/>
            <pc:sldMk cId="1475466487" sldId="368"/>
            <ac:cxnSpMk id="154" creationId="{18EE9AC9-4C60-6504-48A1-3F5A693E74E6}"/>
          </ac:cxnSpMkLst>
        </pc:cxnChg>
        <pc:cxnChg chg="mod">
          <ac:chgData name="MYUNG JIN" userId="89f3fa32ababedc4" providerId="LiveId" clId="{6A819448-9C74-403A-93EF-38E481433A77}" dt="2024-05-30T12:38:21.456" v="7365"/>
          <ac:cxnSpMkLst>
            <pc:docMk/>
            <pc:sldMk cId="1475466487" sldId="368"/>
            <ac:cxnSpMk id="155" creationId="{9E0D0929-84E0-54F3-9E64-FAFBAA14BC85}"/>
          </ac:cxnSpMkLst>
        </pc:cxnChg>
        <pc:cxnChg chg="mod">
          <ac:chgData name="MYUNG JIN" userId="89f3fa32ababedc4" providerId="LiveId" clId="{6A819448-9C74-403A-93EF-38E481433A77}" dt="2024-05-30T12:38:21.456" v="7365"/>
          <ac:cxnSpMkLst>
            <pc:docMk/>
            <pc:sldMk cId="1475466487" sldId="368"/>
            <ac:cxnSpMk id="159" creationId="{68A70BD0-AE0E-E00F-1795-E12DCA8BA630}"/>
          </ac:cxnSpMkLst>
        </pc:cxnChg>
        <pc:cxnChg chg="mod">
          <ac:chgData name="MYUNG JIN" userId="89f3fa32ababedc4" providerId="LiveId" clId="{6A819448-9C74-403A-93EF-38E481433A77}" dt="2024-05-30T12:38:21.456" v="7365"/>
          <ac:cxnSpMkLst>
            <pc:docMk/>
            <pc:sldMk cId="1475466487" sldId="368"/>
            <ac:cxnSpMk id="161" creationId="{44380213-473F-B67C-6777-1D8EC2E60E7E}"/>
          </ac:cxnSpMkLst>
        </pc:cxnChg>
        <pc:cxnChg chg="add mod">
          <ac:chgData name="MYUNG JIN" userId="89f3fa32ababedc4" providerId="LiveId" clId="{6A819448-9C74-403A-93EF-38E481433A77}" dt="2024-05-30T13:43:53.754" v="8360" actId="164"/>
          <ac:cxnSpMkLst>
            <pc:docMk/>
            <pc:sldMk cId="1475466487" sldId="368"/>
            <ac:cxnSpMk id="201" creationId="{7F25927E-A22B-53F5-B90C-B6F631FB270E}"/>
          </ac:cxnSpMkLst>
        </pc:cxnChg>
        <pc:cxnChg chg="add mod">
          <ac:chgData name="MYUNG JIN" userId="89f3fa32ababedc4" providerId="LiveId" clId="{6A819448-9C74-403A-93EF-38E481433A77}" dt="2024-05-30T13:43:53.754" v="8360" actId="164"/>
          <ac:cxnSpMkLst>
            <pc:docMk/>
            <pc:sldMk cId="1475466487" sldId="368"/>
            <ac:cxnSpMk id="203" creationId="{44FA13D7-00B8-BF87-BCCB-85C8726AB53E}"/>
          </ac:cxnSpMkLst>
        </pc:cxnChg>
        <pc:cxnChg chg="add mod">
          <ac:chgData name="MYUNG JIN" userId="89f3fa32ababedc4" providerId="LiveId" clId="{6A819448-9C74-403A-93EF-38E481433A77}" dt="2024-05-30T13:43:53.754" v="8360" actId="164"/>
          <ac:cxnSpMkLst>
            <pc:docMk/>
            <pc:sldMk cId="1475466487" sldId="368"/>
            <ac:cxnSpMk id="206" creationId="{569227B3-2031-E228-D425-C471175CA50D}"/>
          </ac:cxnSpMkLst>
        </pc:cxnChg>
        <pc:cxnChg chg="add del mod">
          <ac:chgData name="MYUNG JIN" userId="89f3fa32ababedc4" providerId="LiveId" clId="{6A819448-9C74-403A-93EF-38E481433A77}" dt="2024-05-30T13:45:13.301" v="8380" actId="164"/>
          <ac:cxnSpMkLst>
            <pc:docMk/>
            <pc:sldMk cId="1475466487" sldId="368"/>
            <ac:cxnSpMk id="216" creationId="{A7B86C84-365B-FF76-2C76-A3FDC0CE7EAA}"/>
          </ac:cxnSpMkLst>
        </pc:cxnChg>
        <pc:cxnChg chg="add mod">
          <ac:chgData name="MYUNG JIN" userId="89f3fa32ababedc4" providerId="LiveId" clId="{6A819448-9C74-403A-93EF-38E481433A77}" dt="2024-05-30T13:45:13.301" v="8380" actId="164"/>
          <ac:cxnSpMkLst>
            <pc:docMk/>
            <pc:sldMk cId="1475466487" sldId="368"/>
            <ac:cxnSpMk id="217" creationId="{53932093-2C06-BF7B-FB0A-F4A3DBFD8BCC}"/>
          </ac:cxnSpMkLst>
        </pc:cxnChg>
        <pc:cxnChg chg="add mod">
          <ac:chgData name="MYUNG JIN" userId="89f3fa32ababedc4" providerId="LiveId" clId="{6A819448-9C74-403A-93EF-38E481433A77}" dt="2024-05-30T13:44:46.779" v="8374" actId="571"/>
          <ac:cxnSpMkLst>
            <pc:docMk/>
            <pc:sldMk cId="1475466487" sldId="368"/>
            <ac:cxnSpMk id="233" creationId="{7B038004-DC8F-4BBD-75B7-34C8142B77E6}"/>
          </ac:cxnSpMkLst>
        </pc:cxnChg>
        <pc:cxnChg chg="add mod">
          <ac:chgData name="MYUNG JIN" userId="89f3fa32ababedc4" providerId="LiveId" clId="{6A819448-9C74-403A-93EF-38E481433A77}" dt="2024-05-30T13:45:18.218" v="8381" actId="164"/>
          <ac:cxnSpMkLst>
            <pc:docMk/>
            <pc:sldMk cId="1475466487" sldId="368"/>
            <ac:cxnSpMk id="234" creationId="{3A77D13C-6FCF-C3ED-FC82-BDD2D69C6EF8}"/>
          </ac:cxnSpMkLst>
        </pc:cxnChg>
        <pc:cxnChg chg="add mod">
          <ac:chgData name="MYUNG JIN" userId="89f3fa32ababedc4" providerId="LiveId" clId="{6A819448-9C74-403A-93EF-38E481433A77}" dt="2024-05-30T13:45:18.218" v="8381" actId="164"/>
          <ac:cxnSpMkLst>
            <pc:docMk/>
            <pc:sldMk cId="1475466487" sldId="368"/>
            <ac:cxnSpMk id="236" creationId="{A78259D2-A6EC-67A9-F59D-1BDD81557563}"/>
          </ac:cxnSpMkLst>
        </pc:cxnChg>
      </pc:sldChg>
      <pc:sldChg chg="addSp delSp modSp add mod addAnim delAnim modAnim">
        <pc:chgData name="MYUNG JIN" userId="89f3fa32ababedc4" providerId="LiveId" clId="{6A819448-9C74-403A-93EF-38E481433A77}" dt="2024-05-30T12:59:07.183" v="7959" actId="1076"/>
        <pc:sldMkLst>
          <pc:docMk/>
          <pc:sldMk cId="3058989422" sldId="369"/>
        </pc:sldMkLst>
        <pc:spChg chg="add del">
          <ac:chgData name="MYUNG JIN" userId="89f3fa32ababedc4" providerId="LiveId" clId="{6A819448-9C74-403A-93EF-38E481433A77}" dt="2024-05-30T12:42:38.343" v="7707" actId="478"/>
          <ac:spMkLst>
            <pc:docMk/>
            <pc:sldMk cId="3058989422" sldId="369"/>
            <ac:spMk id="3" creationId="{078A6BE1-74F9-D80E-B2D0-A6CD49F17336}"/>
          </ac:spMkLst>
        </pc:spChg>
        <pc:spChg chg="add del">
          <ac:chgData name="MYUNG JIN" userId="89f3fa32ababedc4" providerId="LiveId" clId="{6A819448-9C74-403A-93EF-38E481433A77}" dt="2024-05-30T12:42:38.343" v="7707" actId="478"/>
          <ac:spMkLst>
            <pc:docMk/>
            <pc:sldMk cId="3058989422" sldId="369"/>
            <ac:spMk id="14" creationId="{D9C96F7F-85AD-6165-811C-6C7B4C280EAD}"/>
          </ac:spMkLst>
        </pc:spChg>
        <pc:spChg chg="add del">
          <ac:chgData name="MYUNG JIN" userId="89f3fa32ababedc4" providerId="LiveId" clId="{6A819448-9C74-403A-93EF-38E481433A77}" dt="2024-05-30T12:42:38.343" v="7707" actId="478"/>
          <ac:spMkLst>
            <pc:docMk/>
            <pc:sldMk cId="3058989422" sldId="369"/>
            <ac:spMk id="21" creationId="{DCECF569-6A6E-DE80-2875-766B868B9B43}"/>
          </ac:spMkLst>
        </pc:spChg>
        <pc:spChg chg="add del">
          <ac:chgData name="MYUNG JIN" userId="89f3fa32ababedc4" providerId="LiveId" clId="{6A819448-9C74-403A-93EF-38E481433A77}" dt="2024-05-30T12:42:38.343" v="7707" actId="478"/>
          <ac:spMkLst>
            <pc:docMk/>
            <pc:sldMk cId="3058989422" sldId="369"/>
            <ac:spMk id="24" creationId="{15749E67-86BC-EFB4-AAE3-CC9FD347B3AC}"/>
          </ac:spMkLst>
        </pc:spChg>
        <pc:spChg chg="add del">
          <ac:chgData name="MYUNG JIN" userId="89f3fa32ababedc4" providerId="LiveId" clId="{6A819448-9C74-403A-93EF-38E481433A77}" dt="2024-05-30T12:42:38.343" v="7707" actId="478"/>
          <ac:spMkLst>
            <pc:docMk/>
            <pc:sldMk cId="3058989422" sldId="369"/>
            <ac:spMk id="25" creationId="{FBAAC3A9-86E1-0610-4CE0-19CAEEC24EE4}"/>
          </ac:spMkLst>
        </pc:spChg>
        <pc:spChg chg="add del">
          <ac:chgData name="MYUNG JIN" userId="89f3fa32ababedc4" providerId="LiveId" clId="{6A819448-9C74-403A-93EF-38E481433A77}" dt="2024-05-30T12:42:38.343" v="7707" actId="478"/>
          <ac:spMkLst>
            <pc:docMk/>
            <pc:sldMk cId="3058989422" sldId="369"/>
            <ac:spMk id="26" creationId="{B4281DC5-2AF5-E8D4-301B-637BAB22982B}"/>
          </ac:spMkLst>
        </pc:spChg>
        <pc:spChg chg="add del">
          <ac:chgData name="MYUNG JIN" userId="89f3fa32ababedc4" providerId="LiveId" clId="{6A819448-9C74-403A-93EF-38E481433A77}" dt="2024-05-30T12:42:38.343" v="7707" actId="478"/>
          <ac:spMkLst>
            <pc:docMk/>
            <pc:sldMk cId="3058989422" sldId="369"/>
            <ac:spMk id="27" creationId="{416CB5A1-532F-52BB-1535-7671C294D4CC}"/>
          </ac:spMkLst>
        </pc:spChg>
        <pc:spChg chg="add mod">
          <ac:chgData name="MYUNG JIN" userId="89f3fa32ababedc4" providerId="LiveId" clId="{6A819448-9C74-403A-93EF-38E481433A77}" dt="2024-05-30T12:53:05.101" v="7771" actId="1076"/>
          <ac:spMkLst>
            <pc:docMk/>
            <pc:sldMk cId="3058989422" sldId="369"/>
            <ac:spMk id="30" creationId="{03D4F16B-7E6B-3DDE-C5DB-4ACC9A48EB91}"/>
          </ac:spMkLst>
        </pc:spChg>
        <pc:spChg chg="add">
          <ac:chgData name="MYUNG JIN" userId="89f3fa32ababedc4" providerId="LiveId" clId="{6A819448-9C74-403A-93EF-38E481433A77}" dt="2024-05-30T12:53:12.935" v="7772" actId="11529"/>
          <ac:spMkLst>
            <pc:docMk/>
            <pc:sldMk cId="3058989422" sldId="369"/>
            <ac:spMk id="31" creationId="{EEEBB9CD-1F39-6637-2488-F4380C8CB2CF}"/>
          </ac:spMkLst>
        </pc:spChg>
        <pc:spChg chg="add mod">
          <ac:chgData name="MYUNG JIN" userId="89f3fa32ababedc4" providerId="LiveId" clId="{6A819448-9C74-403A-93EF-38E481433A77}" dt="2024-05-30T12:59:04.277" v="7958" actId="1076"/>
          <ac:spMkLst>
            <pc:docMk/>
            <pc:sldMk cId="3058989422" sldId="369"/>
            <ac:spMk id="32" creationId="{DF7E3B30-0A51-7D84-E721-112A0682BDB0}"/>
          </ac:spMkLst>
        </pc:spChg>
        <pc:spChg chg="add mod">
          <ac:chgData name="MYUNG JIN" userId="89f3fa32ababedc4" providerId="LiveId" clId="{6A819448-9C74-403A-93EF-38E481433A77}" dt="2024-05-30T12:59:04.277" v="7958" actId="1076"/>
          <ac:spMkLst>
            <pc:docMk/>
            <pc:sldMk cId="3058989422" sldId="369"/>
            <ac:spMk id="33" creationId="{E94123F7-94B9-297A-CCC6-FF6C2F61068C}"/>
          </ac:spMkLst>
        </pc:spChg>
        <pc:spChg chg="add mod">
          <ac:chgData name="MYUNG JIN" userId="89f3fa32ababedc4" providerId="LiveId" clId="{6A819448-9C74-403A-93EF-38E481433A77}" dt="2024-05-30T12:55:17.832" v="7828" actId="1076"/>
          <ac:spMkLst>
            <pc:docMk/>
            <pc:sldMk cId="3058989422" sldId="369"/>
            <ac:spMk id="34" creationId="{00A99ACE-390B-4B12-52ED-C10B09125508}"/>
          </ac:spMkLst>
        </pc:spChg>
        <pc:spChg chg="add mod">
          <ac:chgData name="MYUNG JIN" userId="89f3fa32ababedc4" providerId="LiveId" clId="{6A819448-9C74-403A-93EF-38E481433A77}" dt="2024-05-30T12:59:04.277" v="7958" actId="1076"/>
          <ac:spMkLst>
            <pc:docMk/>
            <pc:sldMk cId="3058989422" sldId="369"/>
            <ac:spMk id="35" creationId="{D9588FB2-1E00-A361-6A97-F1CDEFC260EB}"/>
          </ac:spMkLst>
        </pc:spChg>
        <pc:spChg chg="add mod">
          <ac:chgData name="MYUNG JIN" userId="89f3fa32ababedc4" providerId="LiveId" clId="{6A819448-9C74-403A-93EF-38E481433A77}" dt="2024-05-30T12:59:07.183" v="7959" actId="1076"/>
          <ac:spMkLst>
            <pc:docMk/>
            <pc:sldMk cId="3058989422" sldId="369"/>
            <ac:spMk id="38" creationId="{50EE309E-1205-61F6-599A-C0E858A3A5D7}"/>
          </ac:spMkLst>
        </pc:spChg>
        <pc:grpChg chg="add del">
          <ac:chgData name="MYUNG JIN" userId="89f3fa32ababedc4" providerId="LiveId" clId="{6A819448-9C74-403A-93EF-38E481433A77}" dt="2024-05-30T12:42:38.343" v="7707" actId="478"/>
          <ac:grpSpMkLst>
            <pc:docMk/>
            <pc:sldMk cId="3058989422" sldId="369"/>
            <ac:grpSpMk id="16" creationId="{78A59CA5-ED43-7AFA-E6A5-1B346EDA9F3D}"/>
          </ac:grpSpMkLst>
        </pc:grpChg>
        <pc:grpChg chg="add del">
          <ac:chgData name="MYUNG JIN" userId="89f3fa32ababedc4" providerId="LiveId" clId="{6A819448-9C74-403A-93EF-38E481433A77}" dt="2024-05-30T12:42:38.343" v="7707" actId="478"/>
          <ac:grpSpMkLst>
            <pc:docMk/>
            <pc:sldMk cId="3058989422" sldId="369"/>
            <ac:grpSpMk id="18" creationId="{2F87EA0C-922F-527E-C17F-888ED9ABBC3B}"/>
          </ac:grpSpMkLst>
        </pc:grpChg>
        <pc:graphicFrameChg chg="add del mod">
          <ac:chgData name="MYUNG JIN" userId="89f3fa32ababedc4" providerId="LiveId" clId="{6A819448-9C74-403A-93EF-38E481433A77}" dt="2024-05-30T12:49:38.593" v="7722" actId="478"/>
          <ac:graphicFrameMkLst>
            <pc:docMk/>
            <pc:sldMk cId="3058989422" sldId="369"/>
            <ac:graphicFrameMk id="4" creationId="{E27981CF-1BB2-0B19-0213-97762ACEC844}"/>
          </ac:graphicFrameMkLst>
        </pc:graphicFrameChg>
        <pc:graphicFrameChg chg="add del">
          <ac:chgData name="MYUNG JIN" userId="89f3fa32ababedc4" providerId="LiveId" clId="{6A819448-9C74-403A-93EF-38E481433A77}" dt="2024-05-30T12:42:38.343" v="7707" actId="478"/>
          <ac:graphicFrameMkLst>
            <pc:docMk/>
            <pc:sldMk cId="3058989422" sldId="369"/>
            <ac:graphicFrameMk id="10" creationId="{DCEBC886-A3D7-2628-5CA4-71C649DC0C3A}"/>
          </ac:graphicFrameMkLst>
        </pc:graphicFrameChg>
        <pc:graphicFrameChg chg="add del">
          <ac:chgData name="MYUNG JIN" userId="89f3fa32ababedc4" providerId="LiveId" clId="{6A819448-9C74-403A-93EF-38E481433A77}" dt="2024-05-30T12:42:38.343" v="7707" actId="478"/>
          <ac:graphicFrameMkLst>
            <pc:docMk/>
            <pc:sldMk cId="3058989422" sldId="369"/>
            <ac:graphicFrameMk id="17" creationId="{B37B611F-E401-1FD3-77B2-FD3A3AA59F9C}"/>
          </ac:graphicFrameMkLst>
        </pc:graphicFrameChg>
        <pc:graphicFrameChg chg="add del mod">
          <ac:chgData name="MYUNG JIN" userId="89f3fa32ababedc4" providerId="LiveId" clId="{6A819448-9C74-403A-93EF-38E481433A77}" dt="2024-05-30T12:52:21.730" v="7736" actId="478"/>
          <ac:graphicFrameMkLst>
            <pc:docMk/>
            <pc:sldMk cId="3058989422" sldId="369"/>
            <ac:graphicFrameMk id="22" creationId="{1DD5B321-C3F3-E36C-D4A7-7FC3B2168DF1}"/>
          </ac:graphicFrameMkLst>
        </pc:graphicFrameChg>
        <pc:graphicFrameChg chg="add mod">
          <ac:chgData name="MYUNG JIN" userId="89f3fa32ababedc4" providerId="LiveId" clId="{6A819448-9C74-403A-93EF-38E481433A77}" dt="2024-05-30T12:55:41.320" v="7833" actId="1076"/>
          <ac:graphicFrameMkLst>
            <pc:docMk/>
            <pc:sldMk cId="3058989422" sldId="369"/>
            <ac:graphicFrameMk id="29" creationId="{A5BA3E56-520E-AAC4-9017-6338EA02D213}"/>
          </ac:graphicFrameMkLst>
        </pc:graphicFrameChg>
        <pc:graphicFrameChg chg="add mod">
          <ac:chgData name="MYUNG JIN" userId="89f3fa32ababedc4" providerId="LiveId" clId="{6A819448-9C74-403A-93EF-38E481433A77}" dt="2024-05-30T12:58:06.739" v="7840" actId="1076"/>
          <ac:graphicFrameMkLst>
            <pc:docMk/>
            <pc:sldMk cId="3058989422" sldId="369"/>
            <ac:graphicFrameMk id="37" creationId="{023DEFE7-56E2-3F1F-4466-4E8F1C522CC8}"/>
          </ac:graphicFrameMkLst>
        </pc:graphicFrameChg>
        <pc:picChg chg="add mod">
          <ac:chgData name="MYUNG JIN" userId="89f3fa32ababedc4" providerId="LiveId" clId="{6A819448-9C74-403A-93EF-38E481433A77}" dt="2024-05-30T12:53:15.649" v="7773" actId="1076"/>
          <ac:picMkLst>
            <pc:docMk/>
            <pc:sldMk cId="3058989422" sldId="369"/>
            <ac:picMk id="11" creationId="{A9C8DA92-B06B-1A6A-0D12-B4D0BA0FF1F2}"/>
          </ac:picMkLst>
        </pc:picChg>
        <pc:picChg chg="add mod modCrop">
          <ac:chgData name="MYUNG JIN" userId="89f3fa32ababedc4" providerId="LiveId" clId="{6A819448-9C74-403A-93EF-38E481433A77}" dt="2024-05-30T12:55:29.899" v="7830" actId="14100"/>
          <ac:picMkLst>
            <pc:docMk/>
            <pc:sldMk cId="3058989422" sldId="369"/>
            <ac:picMk id="28" creationId="{39785DE0-67EF-350A-0C5F-27204CCFDE85}"/>
          </ac:picMkLst>
        </pc:picChg>
        <pc:picChg chg="add mod">
          <ac:chgData name="MYUNG JIN" userId="89f3fa32ababedc4" providerId="LiveId" clId="{6A819448-9C74-403A-93EF-38E481433A77}" dt="2024-05-30T12:55:44.949" v="7834" actId="14100"/>
          <ac:picMkLst>
            <pc:docMk/>
            <pc:sldMk cId="3058989422" sldId="369"/>
            <ac:picMk id="36" creationId="{CCE8DA03-9F86-E5EF-B59E-EB528E644AB3}"/>
          </ac:picMkLst>
        </pc:picChg>
        <pc:cxnChg chg="add del">
          <ac:chgData name="MYUNG JIN" userId="89f3fa32ababedc4" providerId="LiveId" clId="{6A819448-9C74-403A-93EF-38E481433A77}" dt="2024-05-30T12:42:36.261" v="7706" actId="478"/>
          <ac:cxnSpMkLst>
            <pc:docMk/>
            <pc:sldMk cId="3058989422" sldId="369"/>
            <ac:cxnSpMk id="12" creationId="{00000000-0000-0000-0000-000000000000}"/>
          </ac:cxnSpMkLst>
        </pc:cxnChg>
      </pc:sldChg>
      <pc:sldChg chg="delSp modSp add del mod">
        <pc:chgData name="MYUNG JIN" userId="89f3fa32ababedc4" providerId="LiveId" clId="{6A819448-9C74-403A-93EF-38E481433A77}" dt="2024-05-30T12:27:39.215" v="7061" actId="47"/>
        <pc:sldMkLst>
          <pc:docMk/>
          <pc:sldMk cId="4003089585" sldId="369"/>
        </pc:sldMkLst>
        <pc:spChg chg="mod">
          <ac:chgData name="MYUNG JIN" userId="89f3fa32ababedc4" providerId="LiveId" clId="{6A819448-9C74-403A-93EF-38E481433A77}" dt="2024-05-30T12:26:27.404" v="7057"/>
          <ac:spMkLst>
            <pc:docMk/>
            <pc:sldMk cId="4003089585" sldId="369"/>
            <ac:spMk id="2" creationId="{00000000-0000-0000-0000-000000000000}"/>
          </ac:spMkLst>
        </pc:spChg>
        <pc:spChg chg="del mod">
          <ac:chgData name="MYUNG JIN" userId="89f3fa32ababedc4" providerId="LiveId" clId="{6A819448-9C74-403A-93EF-38E481433A77}" dt="2024-05-30T09:51:40.407" v="5738" actId="478"/>
          <ac:spMkLst>
            <pc:docMk/>
            <pc:sldMk cId="4003089585" sldId="369"/>
            <ac:spMk id="3" creationId="{078A6BE1-74F9-D80E-B2D0-A6CD49F17336}"/>
          </ac:spMkLst>
        </pc:spChg>
        <pc:spChg chg="del">
          <ac:chgData name="MYUNG JIN" userId="89f3fa32ababedc4" providerId="LiveId" clId="{6A819448-9C74-403A-93EF-38E481433A77}" dt="2024-05-30T09:51:37.863" v="5736" actId="478"/>
          <ac:spMkLst>
            <pc:docMk/>
            <pc:sldMk cId="4003089585" sldId="369"/>
            <ac:spMk id="14" creationId="{D9C96F7F-85AD-6165-811C-6C7B4C280EAD}"/>
          </ac:spMkLst>
        </pc:spChg>
        <pc:spChg chg="del">
          <ac:chgData name="MYUNG JIN" userId="89f3fa32ababedc4" providerId="LiveId" clId="{6A819448-9C74-403A-93EF-38E481433A77}" dt="2024-05-30T09:51:35.360" v="5734" actId="478"/>
          <ac:spMkLst>
            <pc:docMk/>
            <pc:sldMk cId="4003089585" sldId="369"/>
            <ac:spMk id="21" creationId="{DCECF569-6A6E-DE80-2875-766B868B9B43}"/>
          </ac:spMkLst>
        </pc:spChg>
        <pc:spChg chg="del">
          <ac:chgData name="MYUNG JIN" userId="89f3fa32ababedc4" providerId="LiveId" clId="{6A819448-9C74-403A-93EF-38E481433A77}" dt="2024-05-30T09:51:33.155" v="5732" actId="478"/>
          <ac:spMkLst>
            <pc:docMk/>
            <pc:sldMk cId="4003089585" sldId="369"/>
            <ac:spMk id="24" creationId="{15749E67-86BC-EFB4-AAE3-CC9FD347B3AC}"/>
          </ac:spMkLst>
        </pc:spChg>
        <pc:spChg chg="del">
          <ac:chgData name="MYUNG JIN" userId="89f3fa32ababedc4" providerId="LiveId" clId="{6A819448-9C74-403A-93EF-38E481433A77}" dt="2024-05-30T09:51:34.552" v="5733" actId="478"/>
          <ac:spMkLst>
            <pc:docMk/>
            <pc:sldMk cId="4003089585" sldId="369"/>
            <ac:spMk id="25" creationId="{FBAAC3A9-86E1-0610-4CE0-19CAEEC24EE4}"/>
          </ac:spMkLst>
        </pc:spChg>
        <pc:spChg chg="del">
          <ac:chgData name="MYUNG JIN" userId="89f3fa32ababedc4" providerId="LiveId" clId="{6A819448-9C74-403A-93EF-38E481433A77}" dt="2024-05-30T09:51:34.552" v="5733" actId="478"/>
          <ac:spMkLst>
            <pc:docMk/>
            <pc:sldMk cId="4003089585" sldId="369"/>
            <ac:spMk id="26" creationId="{B4281DC5-2AF5-E8D4-301B-637BAB22982B}"/>
          </ac:spMkLst>
        </pc:spChg>
        <pc:spChg chg="del">
          <ac:chgData name="MYUNG JIN" userId="89f3fa32ababedc4" providerId="LiveId" clId="{6A819448-9C74-403A-93EF-38E481433A77}" dt="2024-05-30T09:51:36.463" v="5735" actId="478"/>
          <ac:spMkLst>
            <pc:docMk/>
            <pc:sldMk cId="4003089585" sldId="369"/>
            <ac:spMk id="27" creationId="{416CB5A1-532F-52BB-1535-7671C294D4CC}"/>
          </ac:spMkLst>
        </pc:spChg>
        <pc:grpChg chg="del">
          <ac:chgData name="MYUNG JIN" userId="89f3fa32ababedc4" providerId="LiveId" clId="{6A819448-9C74-403A-93EF-38E481433A77}" dt="2024-05-30T09:51:29.606" v="5728" actId="478"/>
          <ac:grpSpMkLst>
            <pc:docMk/>
            <pc:sldMk cId="4003089585" sldId="369"/>
            <ac:grpSpMk id="16" creationId="{78A59CA5-ED43-7AFA-E6A5-1B346EDA9F3D}"/>
          </ac:grpSpMkLst>
        </pc:grpChg>
        <pc:grpChg chg="del">
          <ac:chgData name="MYUNG JIN" userId="89f3fa32ababedc4" providerId="LiveId" clId="{6A819448-9C74-403A-93EF-38E481433A77}" dt="2024-05-30T09:51:30.754" v="5730" actId="478"/>
          <ac:grpSpMkLst>
            <pc:docMk/>
            <pc:sldMk cId="4003089585" sldId="369"/>
            <ac:grpSpMk id="18" creationId="{2F87EA0C-922F-527E-C17F-888ED9ABBC3B}"/>
          </ac:grpSpMkLst>
        </pc:grpChg>
        <pc:graphicFrameChg chg="del">
          <ac:chgData name="MYUNG JIN" userId="89f3fa32ababedc4" providerId="LiveId" clId="{6A819448-9C74-403A-93EF-38E481433A77}" dt="2024-05-30T09:51:30.095" v="5729" actId="478"/>
          <ac:graphicFrameMkLst>
            <pc:docMk/>
            <pc:sldMk cId="4003089585" sldId="369"/>
            <ac:graphicFrameMk id="10" creationId="{DCEBC886-A3D7-2628-5CA4-71C649DC0C3A}"/>
          </ac:graphicFrameMkLst>
        </pc:graphicFrameChg>
        <pc:graphicFrameChg chg="del">
          <ac:chgData name="MYUNG JIN" userId="89f3fa32ababedc4" providerId="LiveId" clId="{6A819448-9C74-403A-93EF-38E481433A77}" dt="2024-05-30T09:51:31.307" v="5731" actId="478"/>
          <ac:graphicFrameMkLst>
            <pc:docMk/>
            <pc:sldMk cId="4003089585" sldId="369"/>
            <ac:graphicFrameMk id="17" creationId="{B37B611F-E401-1FD3-77B2-FD3A3AA59F9C}"/>
          </ac:graphicFrameMkLst>
        </pc:graphicFrameChg>
      </pc:sldChg>
      <pc:sldChg chg="addSp delSp modSp add mod modAnim">
        <pc:chgData name="MYUNG JIN" userId="89f3fa32ababedc4" providerId="LiveId" clId="{6A819448-9C74-403A-93EF-38E481433A77}" dt="2024-05-30T13:19:59.011" v="8097" actId="14100"/>
        <pc:sldMkLst>
          <pc:docMk/>
          <pc:sldMk cId="1062592511" sldId="370"/>
        </pc:sldMkLst>
        <pc:spChg chg="mod">
          <ac:chgData name="MYUNG JIN" userId="89f3fa32ababedc4" providerId="LiveId" clId="{6A819448-9C74-403A-93EF-38E481433A77}" dt="2024-05-30T13:16:33.251" v="7977"/>
          <ac:spMkLst>
            <pc:docMk/>
            <pc:sldMk cId="1062592511" sldId="370"/>
            <ac:spMk id="10" creationId="{ED126065-7F64-7F6F-9A69-A9EFA469CE92}"/>
          </ac:spMkLst>
        </pc:spChg>
        <pc:spChg chg="add mod">
          <ac:chgData name="MYUNG JIN" userId="89f3fa32ababedc4" providerId="LiveId" clId="{6A819448-9C74-403A-93EF-38E481433A77}" dt="2024-05-30T13:19:59.011" v="8097" actId="14100"/>
          <ac:spMkLst>
            <pc:docMk/>
            <pc:sldMk cId="1062592511" sldId="370"/>
            <ac:spMk id="14" creationId="{10EA3BA8-AA84-6153-C5CF-94C5D4C86540}"/>
          </ac:spMkLst>
        </pc:spChg>
        <pc:spChg chg="del">
          <ac:chgData name="MYUNG JIN" userId="89f3fa32ababedc4" providerId="LiveId" clId="{6A819448-9C74-403A-93EF-38E481433A77}" dt="2024-05-30T13:11:02.931" v="7962" actId="478"/>
          <ac:spMkLst>
            <pc:docMk/>
            <pc:sldMk cId="1062592511" sldId="370"/>
            <ac:spMk id="30" creationId="{03D4F16B-7E6B-3DDE-C5DB-4ACC9A48EB91}"/>
          </ac:spMkLst>
        </pc:spChg>
        <pc:spChg chg="del">
          <ac:chgData name="MYUNG JIN" userId="89f3fa32ababedc4" providerId="LiveId" clId="{6A819448-9C74-403A-93EF-38E481433A77}" dt="2024-05-30T13:11:02.931" v="7962" actId="478"/>
          <ac:spMkLst>
            <pc:docMk/>
            <pc:sldMk cId="1062592511" sldId="370"/>
            <ac:spMk id="31" creationId="{EEEBB9CD-1F39-6637-2488-F4380C8CB2CF}"/>
          </ac:spMkLst>
        </pc:spChg>
        <pc:spChg chg="del">
          <ac:chgData name="MYUNG JIN" userId="89f3fa32ababedc4" providerId="LiveId" clId="{6A819448-9C74-403A-93EF-38E481433A77}" dt="2024-05-30T13:11:02.931" v="7962" actId="478"/>
          <ac:spMkLst>
            <pc:docMk/>
            <pc:sldMk cId="1062592511" sldId="370"/>
            <ac:spMk id="32" creationId="{DF7E3B30-0A51-7D84-E721-112A0682BDB0}"/>
          </ac:spMkLst>
        </pc:spChg>
        <pc:spChg chg="del">
          <ac:chgData name="MYUNG JIN" userId="89f3fa32ababedc4" providerId="LiveId" clId="{6A819448-9C74-403A-93EF-38E481433A77}" dt="2024-05-30T13:11:02.931" v="7962" actId="478"/>
          <ac:spMkLst>
            <pc:docMk/>
            <pc:sldMk cId="1062592511" sldId="370"/>
            <ac:spMk id="33" creationId="{E94123F7-94B9-297A-CCC6-FF6C2F61068C}"/>
          </ac:spMkLst>
        </pc:spChg>
        <pc:spChg chg="del">
          <ac:chgData name="MYUNG JIN" userId="89f3fa32ababedc4" providerId="LiveId" clId="{6A819448-9C74-403A-93EF-38E481433A77}" dt="2024-05-30T13:11:02.931" v="7962" actId="478"/>
          <ac:spMkLst>
            <pc:docMk/>
            <pc:sldMk cId="1062592511" sldId="370"/>
            <ac:spMk id="34" creationId="{00A99ACE-390B-4B12-52ED-C10B09125508}"/>
          </ac:spMkLst>
        </pc:spChg>
        <pc:spChg chg="del">
          <ac:chgData name="MYUNG JIN" userId="89f3fa32ababedc4" providerId="LiveId" clId="{6A819448-9C74-403A-93EF-38E481433A77}" dt="2024-05-30T13:11:02.931" v="7962" actId="478"/>
          <ac:spMkLst>
            <pc:docMk/>
            <pc:sldMk cId="1062592511" sldId="370"/>
            <ac:spMk id="35" creationId="{D9588FB2-1E00-A361-6A97-F1CDEFC260EB}"/>
          </ac:spMkLst>
        </pc:spChg>
        <pc:spChg chg="del">
          <ac:chgData name="MYUNG JIN" userId="89f3fa32ababedc4" providerId="LiveId" clId="{6A819448-9C74-403A-93EF-38E481433A77}" dt="2024-05-30T13:11:04.816" v="7963" actId="478"/>
          <ac:spMkLst>
            <pc:docMk/>
            <pc:sldMk cId="1062592511" sldId="370"/>
            <ac:spMk id="38" creationId="{50EE309E-1205-61F6-599A-C0E858A3A5D7}"/>
          </ac:spMkLst>
        </pc:spChg>
        <pc:grpChg chg="add mod ord">
          <ac:chgData name="MYUNG JIN" userId="89f3fa32ababedc4" providerId="LiveId" clId="{6A819448-9C74-403A-93EF-38E481433A77}" dt="2024-05-30T13:18:26.250" v="7989" actId="1076"/>
          <ac:grpSpMkLst>
            <pc:docMk/>
            <pc:sldMk cId="1062592511" sldId="370"/>
            <ac:grpSpMk id="4" creationId="{C8902386-22FB-2F98-9321-272E7F2161F2}"/>
          </ac:grpSpMkLst>
        </pc:grpChg>
        <pc:graphicFrameChg chg="add mod">
          <ac:chgData name="MYUNG JIN" userId="89f3fa32ababedc4" providerId="LiveId" clId="{6A819448-9C74-403A-93EF-38E481433A77}" dt="2024-05-30T13:18:12.320" v="7983" actId="1076"/>
          <ac:graphicFrameMkLst>
            <pc:docMk/>
            <pc:sldMk cId="1062592511" sldId="370"/>
            <ac:graphicFrameMk id="3" creationId="{EC1D800F-FCF6-F222-FC24-DACAAE6B1FA7}"/>
          </ac:graphicFrameMkLst>
        </pc:graphicFrameChg>
        <pc:graphicFrameChg chg="add mod">
          <ac:chgData name="MYUNG JIN" userId="89f3fa32ababedc4" providerId="LiveId" clId="{6A819448-9C74-403A-93EF-38E481433A77}" dt="2024-05-30T13:18:15.814" v="7985" actId="1076"/>
          <ac:graphicFrameMkLst>
            <pc:docMk/>
            <pc:sldMk cId="1062592511" sldId="370"/>
            <ac:graphicFrameMk id="13" creationId="{46EAEF4F-31AC-5F80-086F-ECC538DE49F6}"/>
          </ac:graphicFrameMkLst>
        </pc:graphicFrameChg>
        <pc:graphicFrameChg chg="del">
          <ac:chgData name="MYUNG JIN" userId="89f3fa32ababedc4" providerId="LiveId" clId="{6A819448-9C74-403A-93EF-38E481433A77}" dt="2024-05-30T13:11:06.916" v="7965" actId="478"/>
          <ac:graphicFrameMkLst>
            <pc:docMk/>
            <pc:sldMk cId="1062592511" sldId="370"/>
            <ac:graphicFrameMk id="29" creationId="{A5BA3E56-520E-AAC4-9017-6338EA02D213}"/>
          </ac:graphicFrameMkLst>
        </pc:graphicFrameChg>
        <pc:graphicFrameChg chg="del">
          <ac:chgData name="MYUNG JIN" userId="89f3fa32ababedc4" providerId="LiveId" clId="{6A819448-9C74-403A-93EF-38E481433A77}" dt="2024-05-30T13:11:06.365" v="7964" actId="478"/>
          <ac:graphicFrameMkLst>
            <pc:docMk/>
            <pc:sldMk cId="1062592511" sldId="370"/>
            <ac:graphicFrameMk id="37" creationId="{023DEFE7-56E2-3F1F-4466-4E8F1C522CC8}"/>
          </ac:graphicFrameMkLst>
        </pc:graphicFrameChg>
        <pc:picChg chg="mod">
          <ac:chgData name="MYUNG JIN" userId="89f3fa32ababedc4" providerId="LiveId" clId="{6A819448-9C74-403A-93EF-38E481433A77}" dt="2024-05-30T13:18:37.400" v="7993" actId="29295"/>
          <ac:picMkLst>
            <pc:docMk/>
            <pc:sldMk cId="1062592511" sldId="370"/>
            <ac:picMk id="9" creationId="{0E2D87E4-2FF3-5914-A69A-78E01DC18680}"/>
          </ac:picMkLst>
        </pc:picChg>
        <pc:picChg chg="del">
          <ac:chgData name="MYUNG JIN" userId="89f3fa32ababedc4" providerId="LiveId" clId="{6A819448-9C74-403A-93EF-38E481433A77}" dt="2024-05-30T13:11:02.931" v="7962" actId="478"/>
          <ac:picMkLst>
            <pc:docMk/>
            <pc:sldMk cId="1062592511" sldId="370"/>
            <ac:picMk id="11" creationId="{A9C8DA92-B06B-1A6A-0D12-B4D0BA0FF1F2}"/>
          </ac:picMkLst>
        </pc:picChg>
        <pc:picChg chg="mod">
          <ac:chgData name="MYUNG JIN" userId="89f3fa32ababedc4" providerId="LiveId" clId="{6A819448-9C74-403A-93EF-38E481433A77}" dt="2024-05-30T13:18:12.320" v="7983" actId="1076"/>
          <ac:picMkLst>
            <pc:docMk/>
            <pc:sldMk cId="1062592511" sldId="370"/>
            <ac:picMk id="28" creationId="{39785DE0-67EF-350A-0C5F-27204CCFDE85}"/>
          </ac:picMkLst>
        </pc:picChg>
        <pc:picChg chg="del">
          <ac:chgData name="MYUNG JIN" userId="89f3fa32ababedc4" providerId="LiveId" clId="{6A819448-9C74-403A-93EF-38E481433A77}" dt="2024-05-30T13:11:08.445" v="7966" actId="478"/>
          <ac:picMkLst>
            <pc:docMk/>
            <pc:sldMk cId="1062592511" sldId="370"/>
            <ac:picMk id="36" creationId="{CCE8DA03-9F86-E5EF-B59E-EB528E644AB3}"/>
          </ac:picMkLst>
        </pc:picChg>
      </pc:sldChg>
      <pc:sldChg chg="addSp delSp modSp add mod modAnim">
        <pc:chgData name="MYUNG JIN" userId="89f3fa32ababedc4" providerId="LiveId" clId="{6A819448-9C74-403A-93EF-38E481433A77}" dt="2024-05-30T13:47:07.897" v="8428" actId="1076"/>
        <pc:sldMkLst>
          <pc:docMk/>
          <pc:sldMk cId="592253937" sldId="371"/>
        </pc:sldMkLst>
        <pc:spChg chg="mod">
          <ac:chgData name="MYUNG JIN" userId="89f3fa32ababedc4" providerId="LiveId" clId="{6A819448-9C74-403A-93EF-38E481433A77}" dt="2024-05-30T13:20:43.911" v="8100"/>
          <ac:spMkLst>
            <pc:docMk/>
            <pc:sldMk cId="592253937" sldId="371"/>
            <ac:spMk id="14" creationId="{AE09BBB9-83C5-4574-B8A5-3FE73FAA0CE3}"/>
          </ac:spMkLst>
        </pc:spChg>
        <pc:spChg chg="mod">
          <ac:chgData name="MYUNG JIN" userId="89f3fa32ababedc4" providerId="LiveId" clId="{6A819448-9C74-403A-93EF-38E481433A77}" dt="2024-05-30T13:20:43.911" v="8100"/>
          <ac:spMkLst>
            <pc:docMk/>
            <pc:sldMk cId="592253937" sldId="371"/>
            <ac:spMk id="17" creationId="{E4C8A1F9-B33D-DA72-6E28-74D1668A4099}"/>
          </ac:spMkLst>
        </pc:spChg>
        <pc:spChg chg="mod">
          <ac:chgData name="MYUNG JIN" userId="89f3fa32ababedc4" providerId="LiveId" clId="{6A819448-9C74-403A-93EF-38E481433A77}" dt="2024-05-30T13:20:43.911" v="8100"/>
          <ac:spMkLst>
            <pc:docMk/>
            <pc:sldMk cId="592253937" sldId="371"/>
            <ac:spMk id="18" creationId="{9089E3D2-9351-79DA-A667-725A6984EE06}"/>
          </ac:spMkLst>
        </pc:spChg>
        <pc:spChg chg="mod">
          <ac:chgData name="MYUNG JIN" userId="89f3fa32ababedc4" providerId="LiveId" clId="{6A819448-9C74-403A-93EF-38E481433A77}" dt="2024-05-30T13:20:43.911" v="8100"/>
          <ac:spMkLst>
            <pc:docMk/>
            <pc:sldMk cId="592253937" sldId="371"/>
            <ac:spMk id="22" creationId="{10077989-83DF-034B-B529-45FDE8766F1D}"/>
          </ac:spMkLst>
        </pc:spChg>
        <pc:spChg chg="mod">
          <ac:chgData name="MYUNG JIN" userId="89f3fa32ababedc4" providerId="LiveId" clId="{6A819448-9C74-403A-93EF-38E481433A77}" dt="2024-05-30T13:20:43.911" v="8100"/>
          <ac:spMkLst>
            <pc:docMk/>
            <pc:sldMk cId="592253937" sldId="371"/>
            <ac:spMk id="36" creationId="{E2FEF7AE-D234-2A2A-69A8-50FD34E9BC74}"/>
          </ac:spMkLst>
        </pc:spChg>
        <pc:spChg chg="mod">
          <ac:chgData name="MYUNG JIN" userId="89f3fa32ababedc4" providerId="LiveId" clId="{6A819448-9C74-403A-93EF-38E481433A77}" dt="2024-05-30T13:20:43.911" v="8100"/>
          <ac:spMkLst>
            <pc:docMk/>
            <pc:sldMk cId="592253937" sldId="371"/>
            <ac:spMk id="38" creationId="{7A535FED-1065-22EB-DA0D-3EEFA5D12149}"/>
          </ac:spMkLst>
        </pc:spChg>
        <pc:spChg chg="mod">
          <ac:chgData name="MYUNG JIN" userId="89f3fa32ababedc4" providerId="LiveId" clId="{6A819448-9C74-403A-93EF-38E481433A77}" dt="2024-05-30T13:20:42.346" v="8099" actId="164"/>
          <ac:spMkLst>
            <pc:docMk/>
            <pc:sldMk cId="592253937" sldId="371"/>
            <ac:spMk id="39" creationId="{C37E8AD8-618B-3C49-FEE0-436BC0DC913D}"/>
          </ac:spMkLst>
        </pc:spChg>
        <pc:spChg chg="mod">
          <ac:chgData name="MYUNG JIN" userId="89f3fa32ababedc4" providerId="LiveId" clId="{6A819448-9C74-403A-93EF-38E481433A77}" dt="2024-05-30T13:20:43.911" v="8100"/>
          <ac:spMkLst>
            <pc:docMk/>
            <pc:sldMk cId="592253937" sldId="371"/>
            <ac:spMk id="45" creationId="{5FC47D95-7B7F-80FE-65E5-DC1BAC52E534}"/>
          </ac:spMkLst>
        </pc:spChg>
        <pc:spChg chg="mod">
          <ac:chgData name="MYUNG JIN" userId="89f3fa32ababedc4" providerId="LiveId" clId="{6A819448-9C74-403A-93EF-38E481433A77}" dt="2024-05-30T13:20:43.911" v="8100"/>
          <ac:spMkLst>
            <pc:docMk/>
            <pc:sldMk cId="592253937" sldId="371"/>
            <ac:spMk id="46" creationId="{7FB82284-32FD-51FF-75D4-C8C6FA0757F1}"/>
          </ac:spMkLst>
        </pc:spChg>
        <pc:spChg chg="mod">
          <ac:chgData name="MYUNG JIN" userId="89f3fa32ababedc4" providerId="LiveId" clId="{6A819448-9C74-403A-93EF-38E481433A77}" dt="2024-05-30T13:20:43.911" v="8100"/>
          <ac:spMkLst>
            <pc:docMk/>
            <pc:sldMk cId="592253937" sldId="371"/>
            <ac:spMk id="61" creationId="{233F08F9-52CD-62C7-4B26-2BE930D64DDB}"/>
          </ac:spMkLst>
        </pc:spChg>
        <pc:spChg chg="mod">
          <ac:chgData name="MYUNG JIN" userId="89f3fa32ababedc4" providerId="LiveId" clId="{6A819448-9C74-403A-93EF-38E481433A77}" dt="2024-05-30T13:20:43.911" v="8100"/>
          <ac:spMkLst>
            <pc:docMk/>
            <pc:sldMk cId="592253937" sldId="371"/>
            <ac:spMk id="62" creationId="{2052349A-0A84-A564-7231-35C78C1F7D93}"/>
          </ac:spMkLst>
        </pc:spChg>
        <pc:spChg chg="mod">
          <ac:chgData name="MYUNG JIN" userId="89f3fa32ababedc4" providerId="LiveId" clId="{6A819448-9C74-403A-93EF-38E481433A77}" dt="2024-05-30T13:21:09.120" v="8114" actId="164"/>
          <ac:spMkLst>
            <pc:docMk/>
            <pc:sldMk cId="592253937" sldId="371"/>
            <ac:spMk id="65" creationId="{E052C4B6-B49F-F261-E946-6069F577A88A}"/>
          </ac:spMkLst>
        </pc:spChg>
        <pc:spChg chg="mod">
          <ac:chgData name="MYUNG JIN" userId="89f3fa32ababedc4" providerId="LiveId" clId="{6A819448-9C74-403A-93EF-38E481433A77}" dt="2024-05-30T13:21:09.120" v="8114" actId="164"/>
          <ac:spMkLst>
            <pc:docMk/>
            <pc:sldMk cId="592253937" sldId="371"/>
            <ac:spMk id="66" creationId="{1EEC43BE-B71A-BC0A-4AC2-83C5A044F5DA}"/>
          </ac:spMkLst>
        </pc:spChg>
        <pc:spChg chg="mod">
          <ac:chgData name="MYUNG JIN" userId="89f3fa32ababedc4" providerId="LiveId" clId="{6A819448-9C74-403A-93EF-38E481433A77}" dt="2024-05-30T13:20:43.911" v="8100"/>
          <ac:spMkLst>
            <pc:docMk/>
            <pc:sldMk cId="592253937" sldId="371"/>
            <ac:spMk id="68" creationId="{2EB3A22A-F786-9CB8-236C-B7AC1C2E0956}"/>
          </ac:spMkLst>
        </pc:spChg>
        <pc:spChg chg="mod">
          <ac:chgData name="MYUNG JIN" userId="89f3fa32ababedc4" providerId="LiveId" clId="{6A819448-9C74-403A-93EF-38E481433A77}" dt="2024-05-30T13:20:43.911" v="8100"/>
          <ac:spMkLst>
            <pc:docMk/>
            <pc:sldMk cId="592253937" sldId="371"/>
            <ac:spMk id="70" creationId="{1F808213-289F-2AD3-9057-DAC342C0BC8F}"/>
          </ac:spMkLst>
        </pc:spChg>
        <pc:spChg chg="mod">
          <ac:chgData name="MYUNG JIN" userId="89f3fa32ababedc4" providerId="LiveId" clId="{6A819448-9C74-403A-93EF-38E481433A77}" dt="2024-05-30T13:21:18.426" v="8115" actId="164"/>
          <ac:spMkLst>
            <pc:docMk/>
            <pc:sldMk cId="592253937" sldId="371"/>
            <ac:spMk id="71" creationId="{0D94578E-568D-E968-BA41-EBBE2EC8FAE5}"/>
          </ac:spMkLst>
        </pc:spChg>
        <pc:spChg chg="mod">
          <ac:chgData name="MYUNG JIN" userId="89f3fa32ababedc4" providerId="LiveId" clId="{6A819448-9C74-403A-93EF-38E481433A77}" dt="2024-05-30T13:21:18.426" v="8115" actId="164"/>
          <ac:spMkLst>
            <pc:docMk/>
            <pc:sldMk cId="592253937" sldId="371"/>
            <ac:spMk id="75" creationId="{ACFEB05B-111D-F39B-DF0C-84C79D12469F}"/>
          </ac:spMkLst>
        </pc:spChg>
        <pc:spChg chg="mod">
          <ac:chgData name="MYUNG JIN" userId="89f3fa32ababedc4" providerId="LiveId" clId="{6A819448-9C74-403A-93EF-38E481433A77}" dt="2024-05-30T13:20:43.911" v="8100"/>
          <ac:spMkLst>
            <pc:docMk/>
            <pc:sldMk cId="592253937" sldId="371"/>
            <ac:spMk id="76" creationId="{6DAC9335-3C50-F933-2C4A-5B9E2F0547B6}"/>
          </ac:spMkLst>
        </pc:spChg>
        <pc:spChg chg="mod">
          <ac:chgData name="MYUNG JIN" userId="89f3fa32ababedc4" providerId="LiveId" clId="{6A819448-9C74-403A-93EF-38E481433A77}" dt="2024-05-30T13:20:43.911" v="8100"/>
          <ac:spMkLst>
            <pc:docMk/>
            <pc:sldMk cId="592253937" sldId="371"/>
            <ac:spMk id="77" creationId="{CC7A3215-8558-76A1-D0A1-AC113EC14838}"/>
          </ac:spMkLst>
        </pc:spChg>
        <pc:spChg chg="mod">
          <ac:chgData name="MYUNG JIN" userId="89f3fa32ababedc4" providerId="LiveId" clId="{6A819448-9C74-403A-93EF-38E481433A77}" dt="2024-05-30T13:20:43.911" v="8100"/>
          <ac:spMkLst>
            <pc:docMk/>
            <pc:sldMk cId="592253937" sldId="371"/>
            <ac:spMk id="78" creationId="{DA8ECBE4-8D91-4FC1-4074-42A2B6937FBF}"/>
          </ac:spMkLst>
        </pc:spChg>
        <pc:spChg chg="mod">
          <ac:chgData name="MYUNG JIN" userId="89f3fa32ababedc4" providerId="LiveId" clId="{6A819448-9C74-403A-93EF-38E481433A77}" dt="2024-05-30T13:20:43.911" v="8100"/>
          <ac:spMkLst>
            <pc:docMk/>
            <pc:sldMk cId="592253937" sldId="371"/>
            <ac:spMk id="79" creationId="{195809AD-5B90-1857-D324-7C4B4A37C396}"/>
          </ac:spMkLst>
        </pc:spChg>
        <pc:spChg chg="mod">
          <ac:chgData name="MYUNG JIN" userId="89f3fa32ababedc4" providerId="LiveId" clId="{6A819448-9C74-403A-93EF-38E481433A77}" dt="2024-05-30T13:20:43.911" v="8100"/>
          <ac:spMkLst>
            <pc:docMk/>
            <pc:sldMk cId="592253937" sldId="371"/>
            <ac:spMk id="80" creationId="{F5BE5723-1786-1315-890D-CB23F7F95E0C}"/>
          </ac:spMkLst>
        </pc:spChg>
        <pc:spChg chg="mod">
          <ac:chgData name="MYUNG JIN" userId="89f3fa32ababedc4" providerId="LiveId" clId="{6A819448-9C74-403A-93EF-38E481433A77}" dt="2024-05-30T13:20:56.185" v="8106"/>
          <ac:spMkLst>
            <pc:docMk/>
            <pc:sldMk cId="592253937" sldId="371"/>
            <ac:spMk id="84" creationId="{31D839E6-1EF0-9F7B-5486-83F4FC419266}"/>
          </ac:spMkLst>
        </pc:spChg>
        <pc:spChg chg="mod">
          <ac:chgData name="MYUNG JIN" userId="89f3fa32ababedc4" providerId="LiveId" clId="{6A819448-9C74-403A-93EF-38E481433A77}" dt="2024-05-30T13:20:56.185" v="8106"/>
          <ac:spMkLst>
            <pc:docMk/>
            <pc:sldMk cId="592253937" sldId="371"/>
            <ac:spMk id="85" creationId="{D3A83721-70F7-D14D-BA85-1E2FB5554E92}"/>
          </ac:spMkLst>
        </pc:spChg>
        <pc:spChg chg="mod">
          <ac:chgData name="MYUNG JIN" userId="89f3fa32ababedc4" providerId="LiveId" clId="{6A819448-9C74-403A-93EF-38E481433A77}" dt="2024-05-30T13:20:56.185" v="8106"/>
          <ac:spMkLst>
            <pc:docMk/>
            <pc:sldMk cId="592253937" sldId="371"/>
            <ac:spMk id="87" creationId="{FAF46A95-95FB-FF83-A36F-2A4888BD6A81}"/>
          </ac:spMkLst>
        </pc:spChg>
        <pc:spChg chg="mod">
          <ac:chgData name="MYUNG JIN" userId="89f3fa32ababedc4" providerId="LiveId" clId="{6A819448-9C74-403A-93EF-38E481433A77}" dt="2024-05-30T13:20:56.185" v="8106"/>
          <ac:spMkLst>
            <pc:docMk/>
            <pc:sldMk cId="592253937" sldId="371"/>
            <ac:spMk id="88" creationId="{F7BF92DC-E6F4-8EF1-ACE2-DBA499186F71}"/>
          </ac:spMkLst>
        </pc:spChg>
        <pc:spChg chg="mod">
          <ac:chgData name="MYUNG JIN" userId="89f3fa32ababedc4" providerId="LiveId" clId="{6A819448-9C74-403A-93EF-38E481433A77}" dt="2024-05-30T13:20:56.185" v="8106"/>
          <ac:spMkLst>
            <pc:docMk/>
            <pc:sldMk cId="592253937" sldId="371"/>
            <ac:spMk id="89" creationId="{C7E2354B-0CBA-9A19-0946-FFBEAEBF8AB2}"/>
          </ac:spMkLst>
        </pc:spChg>
        <pc:spChg chg="mod">
          <ac:chgData name="MYUNG JIN" userId="89f3fa32ababedc4" providerId="LiveId" clId="{6A819448-9C74-403A-93EF-38E481433A77}" dt="2024-05-30T13:20:56.185" v="8106"/>
          <ac:spMkLst>
            <pc:docMk/>
            <pc:sldMk cId="592253937" sldId="371"/>
            <ac:spMk id="90" creationId="{64FE4ED3-D78B-CD78-4C61-1E1D0F9F84CD}"/>
          </ac:spMkLst>
        </pc:spChg>
        <pc:spChg chg="mod">
          <ac:chgData name="MYUNG JIN" userId="89f3fa32ababedc4" providerId="LiveId" clId="{6A819448-9C74-403A-93EF-38E481433A77}" dt="2024-05-30T13:20:56.185" v="8106"/>
          <ac:spMkLst>
            <pc:docMk/>
            <pc:sldMk cId="592253937" sldId="371"/>
            <ac:spMk id="91" creationId="{0AD418A4-D9FA-FBC3-4680-ADCDA7F29AFC}"/>
          </ac:spMkLst>
        </pc:spChg>
        <pc:spChg chg="mod">
          <ac:chgData name="MYUNG JIN" userId="89f3fa32ababedc4" providerId="LiveId" clId="{6A819448-9C74-403A-93EF-38E481433A77}" dt="2024-05-30T13:20:56.185" v="8106"/>
          <ac:spMkLst>
            <pc:docMk/>
            <pc:sldMk cId="592253937" sldId="371"/>
            <ac:spMk id="92" creationId="{FFADB06D-6859-6CFE-E4AB-CCFDF89189B9}"/>
          </ac:spMkLst>
        </pc:spChg>
        <pc:spChg chg="mod">
          <ac:chgData name="MYUNG JIN" userId="89f3fa32ababedc4" providerId="LiveId" clId="{6A819448-9C74-403A-93EF-38E481433A77}" dt="2024-05-30T13:20:56.185" v="8106"/>
          <ac:spMkLst>
            <pc:docMk/>
            <pc:sldMk cId="592253937" sldId="371"/>
            <ac:spMk id="94" creationId="{AD316880-4919-B0B9-617D-5BD094EE0743}"/>
          </ac:spMkLst>
        </pc:spChg>
        <pc:spChg chg="mod">
          <ac:chgData name="MYUNG JIN" userId="89f3fa32ababedc4" providerId="LiveId" clId="{6A819448-9C74-403A-93EF-38E481433A77}" dt="2024-05-30T13:20:56.185" v="8106"/>
          <ac:spMkLst>
            <pc:docMk/>
            <pc:sldMk cId="592253937" sldId="371"/>
            <ac:spMk id="95" creationId="{BFC90E1B-E18A-B1D6-295D-F7E464D6FB6F}"/>
          </ac:spMkLst>
        </pc:spChg>
        <pc:spChg chg="mod">
          <ac:chgData name="MYUNG JIN" userId="89f3fa32ababedc4" providerId="LiveId" clId="{6A819448-9C74-403A-93EF-38E481433A77}" dt="2024-05-30T13:20:56.185" v="8106"/>
          <ac:spMkLst>
            <pc:docMk/>
            <pc:sldMk cId="592253937" sldId="371"/>
            <ac:spMk id="96" creationId="{B571DDE7-D148-75A1-B5A7-9E553A0D9BF7}"/>
          </ac:spMkLst>
        </pc:spChg>
        <pc:spChg chg="mod">
          <ac:chgData name="MYUNG JIN" userId="89f3fa32ababedc4" providerId="LiveId" clId="{6A819448-9C74-403A-93EF-38E481433A77}" dt="2024-05-30T13:20:56.185" v="8106"/>
          <ac:spMkLst>
            <pc:docMk/>
            <pc:sldMk cId="592253937" sldId="371"/>
            <ac:spMk id="97" creationId="{6C026513-B3DB-37C0-AF23-C63F2C129FA5}"/>
          </ac:spMkLst>
        </pc:spChg>
        <pc:spChg chg="mod">
          <ac:chgData name="MYUNG JIN" userId="89f3fa32ababedc4" providerId="LiveId" clId="{6A819448-9C74-403A-93EF-38E481433A77}" dt="2024-05-30T13:20:56.185" v="8106"/>
          <ac:spMkLst>
            <pc:docMk/>
            <pc:sldMk cId="592253937" sldId="371"/>
            <ac:spMk id="98" creationId="{D31B3E38-7E94-D139-CE95-125CB8F77D88}"/>
          </ac:spMkLst>
        </pc:spChg>
        <pc:spChg chg="mod">
          <ac:chgData name="MYUNG JIN" userId="89f3fa32ababedc4" providerId="LiveId" clId="{6A819448-9C74-403A-93EF-38E481433A77}" dt="2024-05-30T13:20:56.185" v="8106"/>
          <ac:spMkLst>
            <pc:docMk/>
            <pc:sldMk cId="592253937" sldId="371"/>
            <ac:spMk id="99" creationId="{D6BD1187-D438-A3A4-437D-8AEBA54BE606}"/>
          </ac:spMkLst>
        </pc:spChg>
        <pc:spChg chg="mod">
          <ac:chgData name="MYUNG JIN" userId="89f3fa32ababedc4" providerId="LiveId" clId="{6A819448-9C74-403A-93EF-38E481433A77}" dt="2024-05-30T13:20:56.185" v="8106"/>
          <ac:spMkLst>
            <pc:docMk/>
            <pc:sldMk cId="592253937" sldId="371"/>
            <ac:spMk id="100" creationId="{17F3D151-501D-9EA3-468B-0BA1215BA0E2}"/>
          </ac:spMkLst>
        </pc:spChg>
        <pc:spChg chg="mod">
          <ac:chgData name="MYUNG JIN" userId="89f3fa32ababedc4" providerId="LiveId" clId="{6A819448-9C74-403A-93EF-38E481433A77}" dt="2024-05-30T13:20:56.185" v="8106"/>
          <ac:spMkLst>
            <pc:docMk/>
            <pc:sldMk cId="592253937" sldId="371"/>
            <ac:spMk id="101" creationId="{A1BFDC53-A148-E8F2-B828-4693AEACB507}"/>
          </ac:spMkLst>
        </pc:spChg>
        <pc:spChg chg="mod">
          <ac:chgData name="MYUNG JIN" userId="89f3fa32ababedc4" providerId="LiveId" clId="{6A819448-9C74-403A-93EF-38E481433A77}" dt="2024-05-30T13:20:56.185" v="8106"/>
          <ac:spMkLst>
            <pc:docMk/>
            <pc:sldMk cId="592253937" sldId="371"/>
            <ac:spMk id="102" creationId="{2E5D79C4-61C3-345B-C771-6EB451A9B70F}"/>
          </ac:spMkLst>
        </pc:spChg>
        <pc:spChg chg="mod">
          <ac:chgData name="MYUNG JIN" userId="89f3fa32ababedc4" providerId="LiveId" clId="{6A819448-9C74-403A-93EF-38E481433A77}" dt="2024-05-30T13:21:20.284" v="8116"/>
          <ac:spMkLst>
            <pc:docMk/>
            <pc:sldMk cId="592253937" sldId="371"/>
            <ac:spMk id="108" creationId="{1C666C2A-2094-65A8-9E58-3119B7ACA6D8}"/>
          </ac:spMkLst>
        </pc:spChg>
        <pc:spChg chg="mod">
          <ac:chgData name="MYUNG JIN" userId="89f3fa32ababedc4" providerId="LiveId" clId="{6A819448-9C74-403A-93EF-38E481433A77}" dt="2024-05-30T13:21:20.284" v="8116"/>
          <ac:spMkLst>
            <pc:docMk/>
            <pc:sldMk cId="592253937" sldId="371"/>
            <ac:spMk id="112" creationId="{D69BE137-2D65-DF8A-32BD-AA2211F1DB59}"/>
          </ac:spMkLst>
        </pc:spChg>
        <pc:spChg chg="mod">
          <ac:chgData name="MYUNG JIN" userId="89f3fa32ababedc4" providerId="LiveId" clId="{6A819448-9C74-403A-93EF-38E481433A77}" dt="2024-05-30T13:21:20.284" v="8116"/>
          <ac:spMkLst>
            <pc:docMk/>
            <pc:sldMk cId="592253937" sldId="371"/>
            <ac:spMk id="114" creationId="{9960DD5B-40A8-E194-9027-48EF0421CA15}"/>
          </ac:spMkLst>
        </pc:spChg>
        <pc:spChg chg="mod">
          <ac:chgData name="MYUNG JIN" userId="89f3fa32ababedc4" providerId="LiveId" clId="{6A819448-9C74-403A-93EF-38E481433A77}" dt="2024-05-30T13:21:20.284" v="8116"/>
          <ac:spMkLst>
            <pc:docMk/>
            <pc:sldMk cId="592253937" sldId="371"/>
            <ac:spMk id="115" creationId="{756EDF90-32CF-03B8-4032-D490248F5CB8}"/>
          </ac:spMkLst>
        </pc:spChg>
        <pc:spChg chg="mod">
          <ac:chgData name="MYUNG JIN" userId="89f3fa32ababedc4" providerId="LiveId" clId="{6A819448-9C74-403A-93EF-38E481433A77}" dt="2024-05-30T13:21:20.284" v="8116"/>
          <ac:spMkLst>
            <pc:docMk/>
            <pc:sldMk cId="592253937" sldId="371"/>
            <ac:spMk id="117" creationId="{BD9EFA85-FB0A-7056-96D7-B04A8799085F}"/>
          </ac:spMkLst>
        </pc:spChg>
        <pc:spChg chg="mod">
          <ac:chgData name="MYUNG JIN" userId="89f3fa32ababedc4" providerId="LiveId" clId="{6A819448-9C74-403A-93EF-38E481433A77}" dt="2024-05-30T13:21:20.284" v="8116"/>
          <ac:spMkLst>
            <pc:docMk/>
            <pc:sldMk cId="592253937" sldId="371"/>
            <ac:spMk id="118" creationId="{5EB679E3-FC5D-6466-FBA5-EF7EC1166C96}"/>
          </ac:spMkLst>
        </pc:spChg>
        <pc:spChg chg="mod">
          <ac:chgData name="MYUNG JIN" userId="89f3fa32ababedc4" providerId="LiveId" clId="{6A819448-9C74-403A-93EF-38E481433A77}" dt="2024-05-30T13:21:20.284" v="8116"/>
          <ac:spMkLst>
            <pc:docMk/>
            <pc:sldMk cId="592253937" sldId="371"/>
            <ac:spMk id="120" creationId="{79BCAF26-1B7D-4A01-FE83-02209247636D}"/>
          </ac:spMkLst>
        </pc:spChg>
        <pc:spChg chg="mod">
          <ac:chgData name="MYUNG JIN" userId="89f3fa32ababedc4" providerId="LiveId" clId="{6A819448-9C74-403A-93EF-38E481433A77}" dt="2024-05-30T13:21:20.284" v="8116"/>
          <ac:spMkLst>
            <pc:docMk/>
            <pc:sldMk cId="592253937" sldId="371"/>
            <ac:spMk id="121" creationId="{C5F3848F-50F4-46ED-47C5-37D7CC1A38AC}"/>
          </ac:spMkLst>
        </pc:spChg>
        <pc:spChg chg="mod">
          <ac:chgData name="MYUNG JIN" userId="89f3fa32ababedc4" providerId="LiveId" clId="{6A819448-9C74-403A-93EF-38E481433A77}" dt="2024-05-30T13:21:20.284" v="8116"/>
          <ac:spMkLst>
            <pc:docMk/>
            <pc:sldMk cId="592253937" sldId="371"/>
            <ac:spMk id="122" creationId="{A1EEE481-18E3-37AA-B3B8-F84DEC5F5FFB}"/>
          </ac:spMkLst>
        </pc:spChg>
        <pc:spChg chg="mod">
          <ac:chgData name="MYUNG JIN" userId="89f3fa32ababedc4" providerId="LiveId" clId="{6A819448-9C74-403A-93EF-38E481433A77}" dt="2024-05-30T13:21:20.284" v="8116"/>
          <ac:spMkLst>
            <pc:docMk/>
            <pc:sldMk cId="592253937" sldId="371"/>
            <ac:spMk id="123" creationId="{713E51B8-2C65-FC33-2395-AD7779187987}"/>
          </ac:spMkLst>
        </pc:spChg>
        <pc:spChg chg="mod">
          <ac:chgData name="MYUNG JIN" userId="89f3fa32ababedc4" providerId="LiveId" clId="{6A819448-9C74-403A-93EF-38E481433A77}" dt="2024-05-30T13:21:20.284" v="8116"/>
          <ac:spMkLst>
            <pc:docMk/>
            <pc:sldMk cId="592253937" sldId="371"/>
            <ac:spMk id="124" creationId="{F70666B9-DA9E-B3A1-9317-B9216D5D256C}"/>
          </ac:spMkLst>
        </pc:spChg>
        <pc:spChg chg="mod">
          <ac:chgData name="MYUNG JIN" userId="89f3fa32ababedc4" providerId="LiveId" clId="{6A819448-9C74-403A-93EF-38E481433A77}" dt="2024-05-30T13:21:20.284" v="8116"/>
          <ac:spMkLst>
            <pc:docMk/>
            <pc:sldMk cId="592253937" sldId="371"/>
            <ac:spMk id="125" creationId="{A6764777-CE73-CDBE-2DA9-3BDFD1EEA6C7}"/>
          </ac:spMkLst>
        </pc:spChg>
        <pc:spChg chg="mod">
          <ac:chgData name="MYUNG JIN" userId="89f3fa32ababedc4" providerId="LiveId" clId="{6A819448-9C74-403A-93EF-38E481433A77}" dt="2024-05-30T13:21:20.284" v="8116"/>
          <ac:spMkLst>
            <pc:docMk/>
            <pc:sldMk cId="592253937" sldId="371"/>
            <ac:spMk id="127" creationId="{801F407B-ABFE-AD2F-38EC-837BDCF37E54}"/>
          </ac:spMkLst>
        </pc:spChg>
        <pc:spChg chg="mod">
          <ac:chgData name="MYUNG JIN" userId="89f3fa32ababedc4" providerId="LiveId" clId="{6A819448-9C74-403A-93EF-38E481433A77}" dt="2024-05-30T13:21:20.284" v="8116"/>
          <ac:spMkLst>
            <pc:docMk/>
            <pc:sldMk cId="592253937" sldId="371"/>
            <ac:spMk id="128" creationId="{EBCC732E-AB15-5E86-3538-9D5471417CCF}"/>
          </ac:spMkLst>
        </pc:spChg>
        <pc:spChg chg="mod">
          <ac:chgData name="MYUNG JIN" userId="89f3fa32ababedc4" providerId="LiveId" clId="{6A819448-9C74-403A-93EF-38E481433A77}" dt="2024-05-30T13:21:20.284" v="8116"/>
          <ac:spMkLst>
            <pc:docMk/>
            <pc:sldMk cId="592253937" sldId="371"/>
            <ac:spMk id="129" creationId="{9A5A214B-2D09-C484-22EF-1E96C5D88673}"/>
          </ac:spMkLst>
        </pc:spChg>
        <pc:spChg chg="mod">
          <ac:chgData name="MYUNG JIN" userId="89f3fa32ababedc4" providerId="LiveId" clId="{6A819448-9C74-403A-93EF-38E481433A77}" dt="2024-05-30T13:21:20.284" v="8116"/>
          <ac:spMkLst>
            <pc:docMk/>
            <pc:sldMk cId="592253937" sldId="371"/>
            <ac:spMk id="131" creationId="{EF005718-3ECC-4CD8-404F-96BE1A41F9FE}"/>
          </ac:spMkLst>
        </pc:spChg>
        <pc:spChg chg="mod">
          <ac:chgData name="MYUNG JIN" userId="89f3fa32ababedc4" providerId="LiveId" clId="{6A819448-9C74-403A-93EF-38E481433A77}" dt="2024-05-30T13:21:20.284" v="8116"/>
          <ac:spMkLst>
            <pc:docMk/>
            <pc:sldMk cId="592253937" sldId="371"/>
            <ac:spMk id="132" creationId="{585A953D-719C-8AF9-B290-BEE2420B2DF0}"/>
          </ac:spMkLst>
        </pc:spChg>
        <pc:spChg chg="mod">
          <ac:chgData name="MYUNG JIN" userId="89f3fa32ababedc4" providerId="LiveId" clId="{6A819448-9C74-403A-93EF-38E481433A77}" dt="2024-05-30T13:21:20.284" v="8116"/>
          <ac:spMkLst>
            <pc:docMk/>
            <pc:sldMk cId="592253937" sldId="371"/>
            <ac:spMk id="133" creationId="{74D4D79E-6FDA-86EB-DA92-DDB257CCB9CB}"/>
          </ac:spMkLst>
        </pc:spChg>
        <pc:spChg chg="mod">
          <ac:chgData name="MYUNG JIN" userId="89f3fa32ababedc4" providerId="LiveId" clId="{6A819448-9C74-403A-93EF-38E481433A77}" dt="2024-05-30T13:21:20.284" v="8116"/>
          <ac:spMkLst>
            <pc:docMk/>
            <pc:sldMk cId="592253937" sldId="371"/>
            <ac:spMk id="134" creationId="{27D8AF1F-A1C5-9D55-93E4-C4B73496FC55}"/>
          </ac:spMkLst>
        </pc:spChg>
        <pc:spChg chg="mod">
          <ac:chgData name="MYUNG JIN" userId="89f3fa32ababedc4" providerId="LiveId" clId="{6A819448-9C74-403A-93EF-38E481433A77}" dt="2024-05-30T13:21:20.284" v="8116"/>
          <ac:spMkLst>
            <pc:docMk/>
            <pc:sldMk cId="592253937" sldId="371"/>
            <ac:spMk id="135" creationId="{B48B1DFA-29DF-9EB8-6EE4-DB4A5300FD75}"/>
          </ac:spMkLst>
        </pc:spChg>
        <pc:spChg chg="mod">
          <ac:chgData name="MYUNG JIN" userId="89f3fa32ababedc4" providerId="LiveId" clId="{6A819448-9C74-403A-93EF-38E481433A77}" dt="2024-05-30T13:21:20.284" v="8116"/>
          <ac:spMkLst>
            <pc:docMk/>
            <pc:sldMk cId="592253937" sldId="371"/>
            <ac:spMk id="136" creationId="{C4BE47B3-E2B6-B2A4-4A76-0C52FB91FC67}"/>
          </ac:spMkLst>
        </pc:spChg>
        <pc:spChg chg="mod">
          <ac:chgData name="MYUNG JIN" userId="89f3fa32ababedc4" providerId="LiveId" clId="{6A819448-9C74-403A-93EF-38E481433A77}" dt="2024-05-30T13:21:49.056" v="8121"/>
          <ac:spMkLst>
            <pc:docMk/>
            <pc:sldMk cId="592253937" sldId="371"/>
            <ac:spMk id="146" creationId="{F2196A25-43A7-185E-B382-235E51E1771A}"/>
          </ac:spMkLst>
        </pc:spChg>
        <pc:spChg chg="mod">
          <ac:chgData name="MYUNG JIN" userId="89f3fa32ababedc4" providerId="LiveId" clId="{6A819448-9C74-403A-93EF-38E481433A77}" dt="2024-05-30T13:21:49.056" v="8121"/>
          <ac:spMkLst>
            <pc:docMk/>
            <pc:sldMk cId="592253937" sldId="371"/>
            <ac:spMk id="147" creationId="{F7CF1401-D9AD-C2C8-4ADE-2FFBC1AFD3EA}"/>
          </ac:spMkLst>
        </pc:spChg>
        <pc:spChg chg="mod">
          <ac:chgData name="MYUNG JIN" userId="89f3fa32ababedc4" providerId="LiveId" clId="{6A819448-9C74-403A-93EF-38E481433A77}" dt="2024-05-30T13:21:49.056" v="8121"/>
          <ac:spMkLst>
            <pc:docMk/>
            <pc:sldMk cId="592253937" sldId="371"/>
            <ac:spMk id="149" creationId="{55890066-F34D-F111-9156-36FB77844655}"/>
          </ac:spMkLst>
        </pc:spChg>
        <pc:spChg chg="mod">
          <ac:chgData name="MYUNG JIN" userId="89f3fa32ababedc4" providerId="LiveId" clId="{6A819448-9C74-403A-93EF-38E481433A77}" dt="2024-05-30T13:21:49.056" v="8121"/>
          <ac:spMkLst>
            <pc:docMk/>
            <pc:sldMk cId="592253937" sldId="371"/>
            <ac:spMk id="150" creationId="{0809C9AB-449F-4516-A4E1-DE9C7D9F14D3}"/>
          </ac:spMkLst>
        </pc:spChg>
        <pc:spChg chg="mod">
          <ac:chgData name="MYUNG JIN" userId="89f3fa32ababedc4" providerId="LiveId" clId="{6A819448-9C74-403A-93EF-38E481433A77}" dt="2024-05-30T13:21:49.056" v="8121"/>
          <ac:spMkLst>
            <pc:docMk/>
            <pc:sldMk cId="592253937" sldId="371"/>
            <ac:spMk id="151" creationId="{B007628C-54D2-ADD8-D68E-BA94B6417B31}"/>
          </ac:spMkLst>
        </pc:spChg>
        <pc:spChg chg="mod">
          <ac:chgData name="MYUNG JIN" userId="89f3fa32ababedc4" providerId="LiveId" clId="{6A819448-9C74-403A-93EF-38E481433A77}" dt="2024-05-30T13:21:49.056" v="8121"/>
          <ac:spMkLst>
            <pc:docMk/>
            <pc:sldMk cId="592253937" sldId="371"/>
            <ac:spMk id="152" creationId="{5A5588FB-EEC7-900D-6A67-02E60AAEA2B6}"/>
          </ac:spMkLst>
        </pc:spChg>
        <pc:spChg chg="mod">
          <ac:chgData name="MYUNG JIN" userId="89f3fa32ababedc4" providerId="LiveId" clId="{6A819448-9C74-403A-93EF-38E481433A77}" dt="2024-05-30T13:21:49.056" v="8121"/>
          <ac:spMkLst>
            <pc:docMk/>
            <pc:sldMk cId="592253937" sldId="371"/>
            <ac:spMk id="153" creationId="{F66D9D77-183F-CA80-1F6B-393092F7F17D}"/>
          </ac:spMkLst>
        </pc:spChg>
        <pc:spChg chg="mod">
          <ac:chgData name="MYUNG JIN" userId="89f3fa32ababedc4" providerId="LiveId" clId="{6A819448-9C74-403A-93EF-38E481433A77}" dt="2024-05-30T13:21:49.056" v="8121"/>
          <ac:spMkLst>
            <pc:docMk/>
            <pc:sldMk cId="592253937" sldId="371"/>
            <ac:spMk id="154" creationId="{5119D7D5-2896-5223-69F9-648C7C35E2C9}"/>
          </ac:spMkLst>
        </pc:spChg>
        <pc:spChg chg="mod">
          <ac:chgData name="MYUNG JIN" userId="89f3fa32ababedc4" providerId="LiveId" clId="{6A819448-9C74-403A-93EF-38E481433A77}" dt="2024-05-30T13:21:49.056" v="8121"/>
          <ac:spMkLst>
            <pc:docMk/>
            <pc:sldMk cId="592253937" sldId="371"/>
            <ac:spMk id="155" creationId="{809C9674-CAD0-1567-30C2-45CDB6D498A4}"/>
          </ac:spMkLst>
        </pc:spChg>
        <pc:spChg chg="mod">
          <ac:chgData name="MYUNG JIN" userId="89f3fa32ababedc4" providerId="LiveId" clId="{6A819448-9C74-403A-93EF-38E481433A77}" dt="2024-05-30T13:21:49.056" v="8121"/>
          <ac:spMkLst>
            <pc:docMk/>
            <pc:sldMk cId="592253937" sldId="371"/>
            <ac:spMk id="156" creationId="{8C3D8D1D-C405-F30E-893A-D5A38CD56720}"/>
          </ac:spMkLst>
        </pc:spChg>
        <pc:spChg chg="mod">
          <ac:chgData name="MYUNG JIN" userId="89f3fa32ababedc4" providerId="LiveId" clId="{6A819448-9C74-403A-93EF-38E481433A77}" dt="2024-05-30T13:21:49.056" v="8121"/>
          <ac:spMkLst>
            <pc:docMk/>
            <pc:sldMk cId="592253937" sldId="371"/>
            <ac:spMk id="157" creationId="{0A3E909B-E5E3-418E-F6F1-F6B18DE823D3}"/>
          </ac:spMkLst>
        </pc:spChg>
        <pc:spChg chg="mod">
          <ac:chgData name="MYUNG JIN" userId="89f3fa32ababedc4" providerId="LiveId" clId="{6A819448-9C74-403A-93EF-38E481433A77}" dt="2024-05-30T13:21:49.056" v="8121"/>
          <ac:spMkLst>
            <pc:docMk/>
            <pc:sldMk cId="592253937" sldId="371"/>
            <ac:spMk id="158" creationId="{91288D7E-92DE-2609-6787-44293FCFE62C}"/>
          </ac:spMkLst>
        </pc:spChg>
        <pc:spChg chg="mod">
          <ac:chgData name="MYUNG JIN" userId="89f3fa32ababedc4" providerId="LiveId" clId="{6A819448-9C74-403A-93EF-38E481433A77}" dt="2024-05-30T13:21:49.056" v="8121"/>
          <ac:spMkLst>
            <pc:docMk/>
            <pc:sldMk cId="592253937" sldId="371"/>
            <ac:spMk id="159" creationId="{9C31EE71-97E2-EAE8-50A2-33E0988B456A}"/>
          </ac:spMkLst>
        </pc:spChg>
        <pc:spChg chg="mod">
          <ac:chgData name="MYUNG JIN" userId="89f3fa32ababedc4" providerId="LiveId" clId="{6A819448-9C74-403A-93EF-38E481433A77}" dt="2024-05-30T13:21:49.056" v="8121"/>
          <ac:spMkLst>
            <pc:docMk/>
            <pc:sldMk cId="592253937" sldId="371"/>
            <ac:spMk id="160" creationId="{45C66B3B-D26C-F07A-9AE4-D2A1D5C97F6F}"/>
          </ac:spMkLst>
        </pc:spChg>
        <pc:spChg chg="mod">
          <ac:chgData name="MYUNG JIN" userId="89f3fa32ababedc4" providerId="LiveId" clId="{6A819448-9C74-403A-93EF-38E481433A77}" dt="2024-05-30T13:21:49.056" v="8121"/>
          <ac:spMkLst>
            <pc:docMk/>
            <pc:sldMk cId="592253937" sldId="371"/>
            <ac:spMk id="161" creationId="{F4C1991D-0676-290B-05C1-8B88FDFE784D}"/>
          </ac:spMkLst>
        </pc:spChg>
        <pc:spChg chg="mod">
          <ac:chgData name="MYUNG JIN" userId="89f3fa32ababedc4" providerId="LiveId" clId="{6A819448-9C74-403A-93EF-38E481433A77}" dt="2024-05-30T13:21:49.056" v="8121"/>
          <ac:spMkLst>
            <pc:docMk/>
            <pc:sldMk cId="592253937" sldId="371"/>
            <ac:spMk id="163" creationId="{805FE38C-D807-3DEB-E44E-6A39FC4C04DC}"/>
          </ac:spMkLst>
        </pc:spChg>
        <pc:spChg chg="mod">
          <ac:chgData name="MYUNG JIN" userId="89f3fa32ababedc4" providerId="LiveId" clId="{6A819448-9C74-403A-93EF-38E481433A77}" dt="2024-05-30T13:21:49.056" v="8121"/>
          <ac:spMkLst>
            <pc:docMk/>
            <pc:sldMk cId="592253937" sldId="371"/>
            <ac:spMk id="164" creationId="{927F5C1F-BF23-3139-D220-5843C3CBF7A5}"/>
          </ac:spMkLst>
        </pc:spChg>
        <pc:spChg chg="mod">
          <ac:chgData name="MYUNG JIN" userId="89f3fa32ababedc4" providerId="LiveId" clId="{6A819448-9C74-403A-93EF-38E481433A77}" dt="2024-05-30T13:21:49.056" v="8121"/>
          <ac:spMkLst>
            <pc:docMk/>
            <pc:sldMk cId="592253937" sldId="371"/>
            <ac:spMk id="166" creationId="{732DE826-0522-C2FF-AD8A-506152F61D50}"/>
          </ac:spMkLst>
        </pc:spChg>
        <pc:spChg chg="mod">
          <ac:chgData name="MYUNG JIN" userId="89f3fa32ababedc4" providerId="LiveId" clId="{6A819448-9C74-403A-93EF-38E481433A77}" dt="2024-05-30T13:21:49.056" v="8121"/>
          <ac:spMkLst>
            <pc:docMk/>
            <pc:sldMk cId="592253937" sldId="371"/>
            <ac:spMk id="167" creationId="{635A1C10-D091-7AA4-5B54-906343081066}"/>
          </ac:spMkLst>
        </pc:spChg>
        <pc:spChg chg="mod">
          <ac:chgData name="MYUNG JIN" userId="89f3fa32ababedc4" providerId="LiveId" clId="{6A819448-9C74-403A-93EF-38E481433A77}" dt="2024-05-30T13:21:49.056" v="8121"/>
          <ac:spMkLst>
            <pc:docMk/>
            <pc:sldMk cId="592253937" sldId="371"/>
            <ac:spMk id="168" creationId="{E709D9C7-1946-31EC-9DBB-C4940C2B7490}"/>
          </ac:spMkLst>
        </pc:spChg>
        <pc:spChg chg="mod">
          <ac:chgData name="MYUNG JIN" userId="89f3fa32ababedc4" providerId="LiveId" clId="{6A819448-9C74-403A-93EF-38E481433A77}" dt="2024-05-30T13:21:49.056" v="8121"/>
          <ac:spMkLst>
            <pc:docMk/>
            <pc:sldMk cId="592253937" sldId="371"/>
            <ac:spMk id="169" creationId="{2612DD5B-EC19-E1E5-CD53-CFFE70B0D03C}"/>
          </ac:spMkLst>
        </pc:spChg>
        <pc:spChg chg="mod">
          <ac:chgData name="MYUNG JIN" userId="89f3fa32ababedc4" providerId="LiveId" clId="{6A819448-9C74-403A-93EF-38E481433A77}" dt="2024-05-30T13:21:49.056" v="8121"/>
          <ac:spMkLst>
            <pc:docMk/>
            <pc:sldMk cId="592253937" sldId="371"/>
            <ac:spMk id="170" creationId="{DCA041BE-D0E6-D561-2C4A-A8A155308608}"/>
          </ac:spMkLst>
        </pc:spChg>
        <pc:spChg chg="mod">
          <ac:chgData name="MYUNG JIN" userId="89f3fa32ababedc4" providerId="LiveId" clId="{6A819448-9C74-403A-93EF-38E481433A77}" dt="2024-05-30T13:21:49.056" v="8121"/>
          <ac:spMkLst>
            <pc:docMk/>
            <pc:sldMk cId="592253937" sldId="371"/>
            <ac:spMk id="171" creationId="{AFF0EEBC-2B32-BD39-8581-470F7E1A7B02}"/>
          </ac:spMkLst>
        </pc:spChg>
        <pc:spChg chg="mod">
          <ac:chgData name="MYUNG JIN" userId="89f3fa32ababedc4" providerId="LiveId" clId="{6A819448-9C74-403A-93EF-38E481433A77}" dt="2024-05-30T13:21:49.056" v="8121"/>
          <ac:spMkLst>
            <pc:docMk/>
            <pc:sldMk cId="592253937" sldId="371"/>
            <ac:spMk id="172" creationId="{0C4D7C78-69D7-6700-6C54-C99FF6184F87}"/>
          </ac:spMkLst>
        </pc:spChg>
        <pc:spChg chg="mod">
          <ac:chgData name="MYUNG JIN" userId="89f3fa32ababedc4" providerId="LiveId" clId="{6A819448-9C74-403A-93EF-38E481433A77}" dt="2024-05-30T13:21:49.056" v="8121"/>
          <ac:spMkLst>
            <pc:docMk/>
            <pc:sldMk cId="592253937" sldId="371"/>
            <ac:spMk id="173" creationId="{95204719-6E49-2B85-350F-255153F1C63B}"/>
          </ac:spMkLst>
        </pc:spChg>
        <pc:spChg chg="mod">
          <ac:chgData name="MYUNG JIN" userId="89f3fa32ababedc4" providerId="LiveId" clId="{6A819448-9C74-403A-93EF-38E481433A77}" dt="2024-05-30T13:21:49.056" v="8121"/>
          <ac:spMkLst>
            <pc:docMk/>
            <pc:sldMk cId="592253937" sldId="371"/>
            <ac:spMk id="174" creationId="{98F02CAE-26AC-7DA6-697C-1D7DE8AFA994}"/>
          </ac:spMkLst>
        </pc:spChg>
        <pc:spChg chg="mod">
          <ac:chgData name="MYUNG JIN" userId="89f3fa32ababedc4" providerId="LiveId" clId="{6A819448-9C74-403A-93EF-38E481433A77}" dt="2024-05-30T13:21:49.056" v="8121"/>
          <ac:spMkLst>
            <pc:docMk/>
            <pc:sldMk cId="592253937" sldId="371"/>
            <ac:spMk id="175" creationId="{2140588F-15C5-8905-AC07-44A56980846E}"/>
          </ac:spMkLst>
        </pc:spChg>
        <pc:spChg chg="mod">
          <ac:chgData name="MYUNG JIN" userId="89f3fa32ababedc4" providerId="LiveId" clId="{6A819448-9C74-403A-93EF-38E481433A77}" dt="2024-05-30T13:21:49.056" v="8121"/>
          <ac:spMkLst>
            <pc:docMk/>
            <pc:sldMk cId="592253937" sldId="371"/>
            <ac:spMk id="176" creationId="{532EADD9-1A84-3445-FCCC-04A487C150CB}"/>
          </ac:spMkLst>
        </pc:spChg>
        <pc:spChg chg="mod">
          <ac:chgData name="MYUNG JIN" userId="89f3fa32ababedc4" providerId="LiveId" clId="{6A819448-9C74-403A-93EF-38E481433A77}" dt="2024-05-30T13:21:49.056" v="8121"/>
          <ac:spMkLst>
            <pc:docMk/>
            <pc:sldMk cId="592253937" sldId="371"/>
            <ac:spMk id="177" creationId="{B2AFED18-56F7-E72C-31AC-4A0E5636BCE1}"/>
          </ac:spMkLst>
        </pc:spChg>
        <pc:spChg chg="mod">
          <ac:chgData name="MYUNG JIN" userId="89f3fa32ababedc4" providerId="LiveId" clId="{6A819448-9C74-403A-93EF-38E481433A77}" dt="2024-05-30T13:21:49.056" v="8121"/>
          <ac:spMkLst>
            <pc:docMk/>
            <pc:sldMk cId="592253937" sldId="371"/>
            <ac:spMk id="178" creationId="{338EF884-F7B1-CEF2-EF9F-2B29C666F1D9}"/>
          </ac:spMkLst>
        </pc:spChg>
        <pc:spChg chg="mod">
          <ac:chgData name="MYUNG JIN" userId="89f3fa32ababedc4" providerId="LiveId" clId="{6A819448-9C74-403A-93EF-38E481433A77}" dt="2024-05-30T13:21:49.056" v="8121"/>
          <ac:spMkLst>
            <pc:docMk/>
            <pc:sldMk cId="592253937" sldId="371"/>
            <ac:spMk id="179" creationId="{9516BD5E-A9FA-3E00-AF47-A5758DAC15C4}"/>
          </ac:spMkLst>
        </pc:spChg>
        <pc:spChg chg="mod">
          <ac:chgData name="MYUNG JIN" userId="89f3fa32ababedc4" providerId="LiveId" clId="{6A819448-9C74-403A-93EF-38E481433A77}" dt="2024-05-30T13:21:49.056" v="8121"/>
          <ac:spMkLst>
            <pc:docMk/>
            <pc:sldMk cId="592253937" sldId="371"/>
            <ac:spMk id="180" creationId="{0FEBB1D7-106A-2AC7-29DC-D08E1410068C}"/>
          </ac:spMkLst>
        </pc:spChg>
        <pc:spChg chg="mod">
          <ac:chgData name="MYUNG JIN" userId="89f3fa32ababedc4" providerId="LiveId" clId="{6A819448-9C74-403A-93EF-38E481433A77}" dt="2024-05-30T13:21:49.056" v="8121"/>
          <ac:spMkLst>
            <pc:docMk/>
            <pc:sldMk cId="592253937" sldId="371"/>
            <ac:spMk id="181" creationId="{AA73C859-D793-2BC7-0C7F-36614FD1B7B0}"/>
          </ac:spMkLst>
        </pc:spChg>
        <pc:spChg chg="mod">
          <ac:chgData name="MYUNG JIN" userId="89f3fa32ababedc4" providerId="LiveId" clId="{6A819448-9C74-403A-93EF-38E481433A77}" dt="2024-05-30T13:21:49.056" v="8121"/>
          <ac:spMkLst>
            <pc:docMk/>
            <pc:sldMk cId="592253937" sldId="371"/>
            <ac:spMk id="182" creationId="{AB03F289-26E5-9C1D-BE6E-6E17BD4E1704}"/>
          </ac:spMkLst>
        </pc:spChg>
        <pc:spChg chg="mod">
          <ac:chgData name="MYUNG JIN" userId="89f3fa32ababedc4" providerId="LiveId" clId="{6A819448-9C74-403A-93EF-38E481433A77}" dt="2024-05-30T13:21:49.056" v="8121"/>
          <ac:spMkLst>
            <pc:docMk/>
            <pc:sldMk cId="592253937" sldId="371"/>
            <ac:spMk id="183" creationId="{AF745FBD-4B33-A334-1703-19E553C5005F}"/>
          </ac:spMkLst>
        </pc:spChg>
        <pc:spChg chg="mod">
          <ac:chgData name="MYUNG JIN" userId="89f3fa32ababedc4" providerId="LiveId" clId="{6A819448-9C74-403A-93EF-38E481433A77}" dt="2024-05-30T13:21:49.056" v="8121"/>
          <ac:spMkLst>
            <pc:docMk/>
            <pc:sldMk cId="592253937" sldId="371"/>
            <ac:spMk id="184" creationId="{A46B5BE4-C4D2-D6DC-60DA-E145912FA223}"/>
          </ac:spMkLst>
        </pc:spChg>
        <pc:spChg chg="mod">
          <ac:chgData name="MYUNG JIN" userId="89f3fa32ababedc4" providerId="LiveId" clId="{6A819448-9C74-403A-93EF-38E481433A77}" dt="2024-05-30T13:21:49.056" v="8121"/>
          <ac:spMkLst>
            <pc:docMk/>
            <pc:sldMk cId="592253937" sldId="371"/>
            <ac:spMk id="185" creationId="{B8BD2C82-4DD4-691A-E182-3EF144F67877}"/>
          </ac:spMkLst>
        </pc:spChg>
        <pc:spChg chg="add mod">
          <ac:chgData name="MYUNG JIN" userId="89f3fa32ababedc4" providerId="LiveId" clId="{6A819448-9C74-403A-93EF-38E481433A77}" dt="2024-05-30T13:34:39.954" v="8150" actId="14100"/>
          <ac:spMkLst>
            <pc:docMk/>
            <pc:sldMk cId="592253937" sldId="371"/>
            <ac:spMk id="187" creationId="{CD644507-4335-38A3-6418-CB884EEBC231}"/>
          </ac:spMkLst>
        </pc:spChg>
        <pc:spChg chg="add mod">
          <ac:chgData name="MYUNG JIN" userId="89f3fa32ababedc4" providerId="LiveId" clId="{6A819448-9C74-403A-93EF-38E481433A77}" dt="2024-05-30T13:36:22.826" v="8157" actId="208"/>
          <ac:spMkLst>
            <pc:docMk/>
            <pc:sldMk cId="592253937" sldId="371"/>
            <ac:spMk id="188" creationId="{1A7DD395-FEE4-674D-1865-5E0F3718D3E4}"/>
          </ac:spMkLst>
        </pc:spChg>
        <pc:spChg chg="add mod">
          <ac:chgData name="MYUNG JIN" userId="89f3fa32ababedc4" providerId="LiveId" clId="{6A819448-9C74-403A-93EF-38E481433A77}" dt="2024-05-30T13:36:27.232" v="8159" actId="14100"/>
          <ac:spMkLst>
            <pc:docMk/>
            <pc:sldMk cId="592253937" sldId="371"/>
            <ac:spMk id="189" creationId="{FCEF4692-1137-22AB-50A9-38C71077BDC0}"/>
          </ac:spMkLst>
        </pc:spChg>
        <pc:spChg chg="add mod">
          <ac:chgData name="MYUNG JIN" userId="89f3fa32ababedc4" providerId="LiveId" clId="{6A819448-9C74-403A-93EF-38E481433A77}" dt="2024-05-30T13:37:57.731" v="8271" actId="1076"/>
          <ac:spMkLst>
            <pc:docMk/>
            <pc:sldMk cId="592253937" sldId="371"/>
            <ac:spMk id="196" creationId="{F1F7D4F4-D685-41E8-AE61-F2D5A097656A}"/>
          </ac:spMkLst>
        </pc:spChg>
        <pc:spChg chg="mod">
          <ac:chgData name="MYUNG JIN" userId="89f3fa32ababedc4" providerId="LiveId" clId="{6A819448-9C74-403A-93EF-38E481433A77}" dt="2024-05-30T13:45:46.354" v="8384"/>
          <ac:spMkLst>
            <pc:docMk/>
            <pc:sldMk cId="592253937" sldId="371"/>
            <ac:spMk id="199" creationId="{84EDC4A7-1180-3A45-3C3C-3900932EC091}"/>
          </ac:spMkLst>
        </pc:spChg>
        <pc:spChg chg="mod">
          <ac:chgData name="MYUNG JIN" userId="89f3fa32ababedc4" providerId="LiveId" clId="{6A819448-9C74-403A-93EF-38E481433A77}" dt="2024-05-30T13:45:46.354" v="8384"/>
          <ac:spMkLst>
            <pc:docMk/>
            <pc:sldMk cId="592253937" sldId="371"/>
            <ac:spMk id="200" creationId="{73D90FB1-5C43-A9E3-2D7C-902451BC3A8D}"/>
          </ac:spMkLst>
        </pc:spChg>
        <pc:spChg chg="mod">
          <ac:chgData name="MYUNG JIN" userId="89f3fa32ababedc4" providerId="LiveId" clId="{6A819448-9C74-403A-93EF-38E481433A77}" dt="2024-05-30T13:45:46.354" v="8384"/>
          <ac:spMkLst>
            <pc:docMk/>
            <pc:sldMk cId="592253937" sldId="371"/>
            <ac:spMk id="202" creationId="{C92759E3-92FC-6863-2C63-8D643363E705}"/>
          </ac:spMkLst>
        </pc:spChg>
        <pc:spChg chg="mod">
          <ac:chgData name="MYUNG JIN" userId="89f3fa32ababedc4" providerId="LiveId" clId="{6A819448-9C74-403A-93EF-38E481433A77}" dt="2024-05-30T13:45:46.354" v="8384"/>
          <ac:spMkLst>
            <pc:docMk/>
            <pc:sldMk cId="592253937" sldId="371"/>
            <ac:spMk id="203" creationId="{0C5DFBCA-E2E4-3488-D3A0-D6400C9C0BEF}"/>
          </ac:spMkLst>
        </pc:spChg>
        <pc:spChg chg="mod">
          <ac:chgData name="MYUNG JIN" userId="89f3fa32ababedc4" providerId="LiveId" clId="{6A819448-9C74-403A-93EF-38E481433A77}" dt="2024-05-30T13:45:46.354" v="8384"/>
          <ac:spMkLst>
            <pc:docMk/>
            <pc:sldMk cId="592253937" sldId="371"/>
            <ac:spMk id="204" creationId="{0C1BACC2-0C81-EF10-15AC-7983F5C72EEC}"/>
          </ac:spMkLst>
        </pc:spChg>
        <pc:spChg chg="mod">
          <ac:chgData name="MYUNG JIN" userId="89f3fa32ababedc4" providerId="LiveId" clId="{6A819448-9C74-403A-93EF-38E481433A77}" dt="2024-05-30T13:45:46.354" v="8384"/>
          <ac:spMkLst>
            <pc:docMk/>
            <pc:sldMk cId="592253937" sldId="371"/>
            <ac:spMk id="205" creationId="{866A26A4-B2F5-310C-2B1D-BBD807D635AF}"/>
          </ac:spMkLst>
        </pc:spChg>
        <pc:spChg chg="mod">
          <ac:chgData name="MYUNG JIN" userId="89f3fa32ababedc4" providerId="LiveId" clId="{6A819448-9C74-403A-93EF-38E481433A77}" dt="2024-05-30T13:45:46.354" v="8384"/>
          <ac:spMkLst>
            <pc:docMk/>
            <pc:sldMk cId="592253937" sldId="371"/>
            <ac:spMk id="206" creationId="{81978E86-4E94-0978-E025-B707177C213E}"/>
          </ac:spMkLst>
        </pc:spChg>
        <pc:spChg chg="mod">
          <ac:chgData name="MYUNG JIN" userId="89f3fa32ababedc4" providerId="LiveId" clId="{6A819448-9C74-403A-93EF-38E481433A77}" dt="2024-05-30T13:45:46.354" v="8384"/>
          <ac:spMkLst>
            <pc:docMk/>
            <pc:sldMk cId="592253937" sldId="371"/>
            <ac:spMk id="207" creationId="{4F4D12D9-30E1-3463-EDC8-3E81DA5C072F}"/>
          </ac:spMkLst>
        </pc:spChg>
        <pc:spChg chg="mod">
          <ac:chgData name="MYUNG JIN" userId="89f3fa32ababedc4" providerId="LiveId" clId="{6A819448-9C74-403A-93EF-38E481433A77}" dt="2024-05-30T13:45:46.354" v="8384"/>
          <ac:spMkLst>
            <pc:docMk/>
            <pc:sldMk cId="592253937" sldId="371"/>
            <ac:spMk id="209" creationId="{762ED006-B96E-97FD-F43E-26AC83269C4C}"/>
          </ac:spMkLst>
        </pc:spChg>
        <pc:spChg chg="mod">
          <ac:chgData name="MYUNG JIN" userId="89f3fa32ababedc4" providerId="LiveId" clId="{6A819448-9C74-403A-93EF-38E481433A77}" dt="2024-05-30T13:45:46.354" v="8384"/>
          <ac:spMkLst>
            <pc:docMk/>
            <pc:sldMk cId="592253937" sldId="371"/>
            <ac:spMk id="210" creationId="{80BEA150-C8A6-F01C-ADF3-AE3F01F4CB2A}"/>
          </ac:spMkLst>
        </pc:spChg>
        <pc:spChg chg="mod">
          <ac:chgData name="MYUNG JIN" userId="89f3fa32ababedc4" providerId="LiveId" clId="{6A819448-9C74-403A-93EF-38E481433A77}" dt="2024-05-30T13:45:46.354" v="8384"/>
          <ac:spMkLst>
            <pc:docMk/>
            <pc:sldMk cId="592253937" sldId="371"/>
            <ac:spMk id="211" creationId="{4E36EDE9-5CA9-1463-989B-814DEC93339F}"/>
          </ac:spMkLst>
        </pc:spChg>
        <pc:spChg chg="mod">
          <ac:chgData name="MYUNG JIN" userId="89f3fa32ababedc4" providerId="LiveId" clId="{6A819448-9C74-403A-93EF-38E481433A77}" dt="2024-05-30T13:45:46.354" v="8384"/>
          <ac:spMkLst>
            <pc:docMk/>
            <pc:sldMk cId="592253937" sldId="371"/>
            <ac:spMk id="212" creationId="{59C611F9-01F8-9964-F736-264124FF2D26}"/>
          </ac:spMkLst>
        </pc:spChg>
        <pc:spChg chg="mod">
          <ac:chgData name="MYUNG JIN" userId="89f3fa32ababedc4" providerId="LiveId" clId="{6A819448-9C74-403A-93EF-38E481433A77}" dt="2024-05-30T13:45:46.354" v="8384"/>
          <ac:spMkLst>
            <pc:docMk/>
            <pc:sldMk cId="592253937" sldId="371"/>
            <ac:spMk id="213" creationId="{924DD0F1-A6F4-02BC-931B-03AE53C9C152}"/>
          </ac:spMkLst>
        </pc:spChg>
        <pc:spChg chg="mod">
          <ac:chgData name="MYUNG JIN" userId="89f3fa32ababedc4" providerId="LiveId" clId="{6A819448-9C74-403A-93EF-38E481433A77}" dt="2024-05-30T13:45:46.354" v="8384"/>
          <ac:spMkLst>
            <pc:docMk/>
            <pc:sldMk cId="592253937" sldId="371"/>
            <ac:spMk id="214" creationId="{54682750-32CC-87F2-2FEF-721E3EBB813A}"/>
          </ac:spMkLst>
        </pc:spChg>
        <pc:spChg chg="mod">
          <ac:chgData name="MYUNG JIN" userId="89f3fa32ababedc4" providerId="LiveId" clId="{6A819448-9C74-403A-93EF-38E481433A77}" dt="2024-05-30T13:45:46.354" v="8384"/>
          <ac:spMkLst>
            <pc:docMk/>
            <pc:sldMk cId="592253937" sldId="371"/>
            <ac:spMk id="215" creationId="{C6167777-C547-374C-4AA7-823DE01A7E99}"/>
          </ac:spMkLst>
        </pc:spChg>
        <pc:spChg chg="mod">
          <ac:chgData name="MYUNG JIN" userId="89f3fa32ababedc4" providerId="LiveId" clId="{6A819448-9C74-403A-93EF-38E481433A77}" dt="2024-05-30T13:45:46.354" v="8384"/>
          <ac:spMkLst>
            <pc:docMk/>
            <pc:sldMk cId="592253937" sldId="371"/>
            <ac:spMk id="216" creationId="{A1737088-3065-AC36-6DAB-09530F8B8111}"/>
          </ac:spMkLst>
        </pc:spChg>
        <pc:spChg chg="mod">
          <ac:chgData name="MYUNG JIN" userId="89f3fa32ababedc4" providerId="LiveId" clId="{6A819448-9C74-403A-93EF-38E481433A77}" dt="2024-05-30T13:45:46.354" v="8384"/>
          <ac:spMkLst>
            <pc:docMk/>
            <pc:sldMk cId="592253937" sldId="371"/>
            <ac:spMk id="217" creationId="{5EB821F6-FBA1-9BE7-44D2-1D402F44D648}"/>
          </ac:spMkLst>
        </pc:spChg>
        <pc:spChg chg="mod">
          <ac:chgData name="MYUNG JIN" userId="89f3fa32ababedc4" providerId="LiveId" clId="{6A819448-9C74-403A-93EF-38E481433A77}" dt="2024-05-30T13:46:22.458" v="8394"/>
          <ac:spMkLst>
            <pc:docMk/>
            <pc:sldMk cId="592253937" sldId="371"/>
            <ac:spMk id="221" creationId="{801BD348-8016-E5AB-4D35-CD47696B8EF9}"/>
          </ac:spMkLst>
        </pc:spChg>
        <pc:spChg chg="mod">
          <ac:chgData name="MYUNG JIN" userId="89f3fa32ababedc4" providerId="LiveId" clId="{6A819448-9C74-403A-93EF-38E481433A77}" dt="2024-05-30T13:46:22.458" v="8394"/>
          <ac:spMkLst>
            <pc:docMk/>
            <pc:sldMk cId="592253937" sldId="371"/>
            <ac:spMk id="222" creationId="{89AFFCBE-1409-D80D-3F68-11ED11A029AD}"/>
          </ac:spMkLst>
        </pc:spChg>
        <pc:spChg chg="mod">
          <ac:chgData name="MYUNG JIN" userId="89f3fa32ababedc4" providerId="LiveId" clId="{6A819448-9C74-403A-93EF-38E481433A77}" dt="2024-05-30T13:46:22.458" v="8394"/>
          <ac:spMkLst>
            <pc:docMk/>
            <pc:sldMk cId="592253937" sldId="371"/>
            <ac:spMk id="224" creationId="{8327F2B4-EB4D-6F49-FC4B-6CE638EC3A38}"/>
          </ac:spMkLst>
        </pc:spChg>
        <pc:spChg chg="mod">
          <ac:chgData name="MYUNG JIN" userId="89f3fa32ababedc4" providerId="LiveId" clId="{6A819448-9C74-403A-93EF-38E481433A77}" dt="2024-05-30T13:46:22.458" v="8394"/>
          <ac:spMkLst>
            <pc:docMk/>
            <pc:sldMk cId="592253937" sldId="371"/>
            <ac:spMk id="225" creationId="{27130A23-A97C-A17D-9112-865966201E31}"/>
          </ac:spMkLst>
        </pc:spChg>
        <pc:spChg chg="mod">
          <ac:chgData name="MYUNG JIN" userId="89f3fa32ababedc4" providerId="LiveId" clId="{6A819448-9C74-403A-93EF-38E481433A77}" dt="2024-05-30T13:46:22.458" v="8394"/>
          <ac:spMkLst>
            <pc:docMk/>
            <pc:sldMk cId="592253937" sldId="371"/>
            <ac:spMk id="226" creationId="{C7684F1A-90BC-1B06-DC63-63DE501DB9C9}"/>
          </ac:spMkLst>
        </pc:spChg>
        <pc:spChg chg="mod">
          <ac:chgData name="MYUNG JIN" userId="89f3fa32ababedc4" providerId="LiveId" clId="{6A819448-9C74-403A-93EF-38E481433A77}" dt="2024-05-30T13:46:22.458" v="8394"/>
          <ac:spMkLst>
            <pc:docMk/>
            <pc:sldMk cId="592253937" sldId="371"/>
            <ac:spMk id="227" creationId="{C7045377-3EEE-2B7A-64F8-1AADA0B38CF7}"/>
          </ac:spMkLst>
        </pc:spChg>
        <pc:spChg chg="mod">
          <ac:chgData name="MYUNG JIN" userId="89f3fa32ababedc4" providerId="LiveId" clId="{6A819448-9C74-403A-93EF-38E481433A77}" dt="2024-05-30T13:46:22.458" v="8394"/>
          <ac:spMkLst>
            <pc:docMk/>
            <pc:sldMk cId="592253937" sldId="371"/>
            <ac:spMk id="228" creationId="{5A4AD29A-4AC8-0BBC-F4F0-C9AAB8CE6468}"/>
          </ac:spMkLst>
        </pc:spChg>
        <pc:spChg chg="mod">
          <ac:chgData name="MYUNG JIN" userId="89f3fa32ababedc4" providerId="LiveId" clId="{6A819448-9C74-403A-93EF-38E481433A77}" dt="2024-05-30T13:46:22.458" v="8394"/>
          <ac:spMkLst>
            <pc:docMk/>
            <pc:sldMk cId="592253937" sldId="371"/>
            <ac:spMk id="229" creationId="{72726DF8-B34E-55B8-184D-CA82088F6A12}"/>
          </ac:spMkLst>
        </pc:spChg>
        <pc:spChg chg="mod">
          <ac:chgData name="MYUNG JIN" userId="89f3fa32ababedc4" providerId="LiveId" clId="{6A819448-9C74-403A-93EF-38E481433A77}" dt="2024-05-30T13:46:22.458" v="8394"/>
          <ac:spMkLst>
            <pc:docMk/>
            <pc:sldMk cId="592253937" sldId="371"/>
            <ac:spMk id="231" creationId="{6EDFC4C2-373F-3C67-E6F3-4F9ED692E370}"/>
          </ac:spMkLst>
        </pc:spChg>
        <pc:spChg chg="mod">
          <ac:chgData name="MYUNG JIN" userId="89f3fa32ababedc4" providerId="LiveId" clId="{6A819448-9C74-403A-93EF-38E481433A77}" dt="2024-05-30T13:46:22.458" v="8394"/>
          <ac:spMkLst>
            <pc:docMk/>
            <pc:sldMk cId="592253937" sldId="371"/>
            <ac:spMk id="232" creationId="{F143965D-9F00-64DB-1151-BD4E2F0922AF}"/>
          </ac:spMkLst>
        </pc:spChg>
        <pc:spChg chg="mod">
          <ac:chgData name="MYUNG JIN" userId="89f3fa32ababedc4" providerId="LiveId" clId="{6A819448-9C74-403A-93EF-38E481433A77}" dt="2024-05-30T13:46:22.458" v="8394"/>
          <ac:spMkLst>
            <pc:docMk/>
            <pc:sldMk cId="592253937" sldId="371"/>
            <ac:spMk id="233" creationId="{01BF13F9-894A-98B6-7389-649E823F4099}"/>
          </ac:spMkLst>
        </pc:spChg>
        <pc:spChg chg="mod">
          <ac:chgData name="MYUNG JIN" userId="89f3fa32ababedc4" providerId="LiveId" clId="{6A819448-9C74-403A-93EF-38E481433A77}" dt="2024-05-30T13:46:22.458" v="8394"/>
          <ac:spMkLst>
            <pc:docMk/>
            <pc:sldMk cId="592253937" sldId="371"/>
            <ac:spMk id="234" creationId="{C4F8FE90-4D35-A164-2451-7F5B2ED2F62A}"/>
          </ac:spMkLst>
        </pc:spChg>
        <pc:spChg chg="mod">
          <ac:chgData name="MYUNG JIN" userId="89f3fa32ababedc4" providerId="LiveId" clId="{6A819448-9C74-403A-93EF-38E481433A77}" dt="2024-05-30T13:46:22.458" v="8394"/>
          <ac:spMkLst>
            <pc:docMk/>
            <pc:sldMk cId="592253937" sldId="371"/>
            <ac:spMk id="235" creationId="{11A9CEA5-9127-B5CB-9871-23D602F6872C}"/>
          </ac:spMkLst>
        </pc:spChg>
        <pc:spChg chg="mod">
          <ac:chgData name="MYUNG JIN" userId="89f3fa32ababedc4" providerId="LiveId" clId="{6A819448-9C74-403A-93EF-38E481433A77}" dt="2024-05-30T13:46:22.458" v="8394"/>
          <ac:spMkLst>
            <pc:docMk/>
            <pc:sldMk cId="592253937" sldId="371"/>
            <ac:spMk id="236" creationId="{40BD81A1-F3B3-0485-6DC8-0715741578D1}"/>
          </ac:spMkLst>
        </pc:spChg>
        <pc:spChg chg="mod">
          <ac:chgData name="MYUNG JIN" userId="89f3fa32ababedc4" providerId="LiveId" clId="{6A819448-9C74-403A-93EF-38E481433A77}" dt="2024-05-30T13:46:22.458" v="8394"/>
          <ac:spMkLst>
            <pc:docMk/>
            <pc:sldMk cId="592253937" sldId="371"/>
            <ac:spMk id="237" creationId="{E001A108-E456-49F7-E1FE-E923F91F4EE5}"/>
          </ac:spMkLst>
        </pc:spChg>
        <pc:spChg chg="mod">
          <ac:chgData name="MYUNG JIN" userId="89f3fa32ababedc4" providerId="LiveId" clId="{6A819448-9C74-403A-93EF-38E481433A77}" dt="2024-05-30T13:46:22.458" v="8394"/>
          <ac:spMkLst>
            <pc:docMk/>
            <pc:sldMk cId="592253937" sldId="371"/>
            <ac:spMk id="238" creationId="{C5E5D08E-CAA4-C31A-F34E-28B7B9800810}"/>
          </ac:spMkLst>
        </pc:spChg>
        <pc:spChg chg="mod">
          <ac:chgData name="MYUNG JIN" userId="89f3fa32ababedc4" providerId="LiveId" clId="{6A819448-9C74-403A-93EF-38E481433A77}" dt="2024-05-30T13:46:22.458" v="8394"/>
          <ac:spMkLst>
            <pc:docMk/>
            <pc:sldMk cId="592253937" sldId="371"/>
            <ac:spMk id="239" creationId="{FE5BA7DA-574D-9D7B-0A56-763F7C52A3D0}"/>
          </ac:spMkLst>
        </pc:spChg>
        <pc:spChg chg="mod">
          <ac:chgData name="MYUNG JIN" userId="89f3fa32ababedc4" providerId="LiveId" clId="{6A819448-9C74-403A-93EF-38E481433A77}" dt="2024-05-30T13:46:22.458" v="8394"/>
          <ac:spMkLst>
            <pc:docMk/>
            <pc:sldMk cId="592253937" sldId="371"/>
            <ac:spMk id="241" creationId="{386E396A-4646-8710-5B1C-7AEE516A37EA}"/>
          </ac:spMkLst>
        </pc:spChg>
        <pc:spChg chg="mod">
          <ac:chgData name="MYUNG JIN" userId="89f3fa32ababedc4" providerId="LiveId" clId="{6A819448-9C74-403A-93EF-38E481433A77}" dt="2024-05-30T13:46:22.458" v="8394"/>
          <ac:spMkLst>
            <pc:docMk/>
            <pc:sldMk cId="592253937" sldId="371"/>
            <ac:spMk id="246" creationId="{6F608E9A-6698-4D2C-EA0A-A0821B4E6ECA}"/>
          </ac:spMkLst>
        </pc:spChg>
        <pc:spChg chg="mod">
          <ac:chgData name="MYUNG JIN" userId="89f3fa32ababedc4" providerId="LiveId" clId="{6A819448-9C74-403A-93EF-38E481433A77}" dt="2024-05-30T13:46:22.458" v="8394"/>
          <ac:spMkLst>
            <pc:docMk/>
            <pc:sldMk cId="592253937" sldId="371"/>
            <ac:spMk id="247" creationId="{4E3DF6A7-31F0-7B43-3013-DEC54C7818C4}"/>
          </ac:spMkLst>
        </pc:spChg>
        <pc:spChg chg="mod">
          <ac:chgData name="MYUNG JIN" userId="89f3fa32ababedc4" providerId="LiveId" clId="{6A819448-9C74-403A-93EF-38E481433A77}" dt="2024-05-30T13:46:22.458" v="8394"/>
          <ac:spMkLst>
            <pc:docMk/>
            <pc:sldMk cId="592253937" sldId="371"/>
            <ac:spMk id="251" creationId="{5FF533A7-416C-E48E-8936-589732163167}"/>
          </ac:spMkLst>
        </pc:spChg>
        <pc:spChg chg="mod">
          <ac:chgData name="MYUNG JIN" userId="89f3fa32ababedc4" providerId="LiveId" clId="{6A819448-9C74-403A-93EF-38E481433A77}" dt="2024-05-30T13:46:22.458" v="8394"/>
          <ac:spMkLst>
            <pc:docMk/>
            <pc:sldMk cId="592253937" sldId="371"/>
            <ac:spMk id="252" creationId="{096BD3BB-AB36-1BE0-3905-7CA3B6B2D543}"/>
          </ac:spMkLst>
        </pc:spChg>
        <pc:spChg chg="mod">
          <ac:chgData name="MYUNG JIN" userId="89f3fa32ababedc4" providerId="LiveId" clId="{6A819448-9C74-403A-93EF-38E481433A77}" dt="2024-05-30T13:46:22.458" v="8394"/>
          <ac:spMkLst>
            <pc:docMk/>
            <pc:sldMk cId="592253937" sldId="371"/>
            <ac:spMk id="253" creationId="{7DB6B4B1-EC7C-0B46-C286-19D2AE7427C8}"/>
          </ac:spMkLst>
        </pc:spChg>
        <pc:spChg chg="mod">
          <ac:chgData name="MYUNG JIN" userId="89f3fa32ababedc4" providerId="LiveId" clId="{6A819448-9C74-403A-93EF-38E481433A77}" dt="2024-05-30T13:46:22.458" v="8394"/>
          <ac:spMkLst>
            <pc:docMk/>
            <pc:sldMk cId="592253937" sldId="371"/>
            <ac:spMk id="254" creationId="{84136467-BE23-AEB4-02F5-684A655F3BB6}"/>
          </ac:spMkLst>
        </pc:spChg>
        <pc:spChg chg="mod">
          <ac:chgData name="MYUNG JIN" userId="89f3fa32ababedc4" providerId="LiveId" clId="{6A819448-9C74-403A-93EF-38E481433A77}" dt="2024-05-30T13:46:22.458" v="8394"/>
          <ac:spMkLst>
            <pc:docMk/>
            <pc:sldMk cId="592253937" sldId="371"/>
            <ac:spMk id="255" creationId="{955300FF-BE76-0DFC-882A-6968DB774B01}"/>
          </ac:spMkLst>
        </pc:spChg>
        <pc:spChg chg="mod">
          <ac:chgData name="MYUNG JIN" userId="89f3fa32ababedc4" providerId="LiveId" clId="{6A819448-9C74-403A-93EF-38E481433A77}" dt="2024-05-30T13:46:22.458" v="8394"/>
          <ac:spMkLst>
            <pc:docMk/>
            <pc:sldMk cId="592253937" sldId="371"/>
            <ac:spMk id="256" creationId="{241F4BFD-B6BE-2E3D-235E-69C384BE5CC5}"/>
          </ac:spMkLst>
        </pc:spChg>
        <pc:spChg chg="mod">
          <ac:chgData name="MYUNG JIN" userId="89f3fa32ababedc4" providerId="LiveId" clId="{6A819448-9C74-403A-93EF-38E481433A77}" dt="2024-05-30T13:46:22.458" v="8394"/>
          <ac:spMkLst>
            <pc:docMk/>
            <pc:sldMk cId="592253937" sldId="371"/>
            <ac:spMk id="258" creationId="{98FB4671-92E3-5402-3A82-2B3F70836DB1}"/>
          </ac:spMkLst>
        </pc:spChg>
        <pc:spChg chg="mod">
          <ac:chgData name="MYUNG JIN" userId="89f3fa32ababedc4" providerId="LiveId" clId="{6A819448-9C74-403A-93EF-38E481433A77}" dt="2024-05-30T13:46:22.458" v="8394"/>
          <ac:spMkLst>
            <pc:docMk/>
            <pc:sldMk cId="592253937" sldId="371"/>
            <ac:spMk id="263" creationId="{D6B69821-3D1D-08AF-5189-FEAF58132A04}"/>
          </ac:spMkLst>
        </pc:spChg>
        <pc:spChg chg="mod">
          <ac:chgData name="MYUNG JIN" userId="89f3fa32ababedc4" providerId="LiveId" clId="{6A819448-9C74-403A-93EF-38E481433A77}" dt="2024-05-30T13:46:22.458" v="8394"/>
          <ac:spMkLst>
            <pc:docMk/>
            <pc:sldMk cId="592253937" sldId="371"/>
            <ac:spMk id="264" creationId="{47BA2383-CFF1-6BD9-E6AF-619F71E812C0}"/>
          </ac:spMkLst>
        </pc:spChg>
        <pc:spChg chg="mod">
          <ac:chgData name="MYUNG JIN" userId="89f3fa32ababedc4" providerId="LiveId" clId="{6A819448-9C74-403A-93EF-38E481433A77}" dt="2024-05-30T13:46:22.458" v="8394"/>
          <ac:spMkLst>
            <pc:docMk/>
            <pc:sldMk cId="592253937" sldId="371"/>
            <ac:spMk id="265" creationId="{14C3BE3B-9EF8-6B5E-669F-45BF35553286}"/>
          </ac:spMkLst>
        </pc:spChg>
        <pc:spChg chg="mod">
          <ac:chgData name="MYUNG JIN" userId="89f3fa32ababedc4" providerId="LiveId" clId="{6A819448-9C74-403A-93EF-38E481433A77}" dt="2024-05-30T13:46:22.458" v="8394"/>
          <ac:spMkLst>
            <pc:docMk/>
            <pc:sldMk cId="592253937" sldId="371"/>
            <ac:spMk id="266" creationId="{8C7ECBA7-F6ED-C95B-82AC-07A687A001FF}"/>
          </ac:spMkLst>
        </pc:spChg>
        <pc:spChg chg="mod">
          <ac:chgData name="MYUNG JIN" userId="89f3fa32ababedc4" providerId="LiveId" clId="{6A819448-9C74-403A-93EF-38E481433A77}" dt="2024-05-30T13:46:22.458" v="8394"/>
          <ac:spMkLst>
            <pc:docMk/>
            <pc:sldMk cId="592253937" sldId="371"/>
            <ac:spMk id="267" creationId="{12DF8E7A-C817-AF08-077F-F5E0A65A68D0}"/>
          </ac:spMkLst>
        </pc:spChg>
        <pc:spChg chg="mod">
          <ac:chgData name="MYUNG JIN" userId="89f3fa32ababedc4" providerId="LiveId" clId="{6A819448-9C74-403A-93EF-38E481433A77}" dt="2024-05-30T13:46:22.458" v="8394"/>
          <ac:spMkLst>
            <pc:docMk/>
            <pc:sldMk cId="592253937" sldId="371"/>
            <ac:spMk id="268" creationId="{3F7F82DF-3ADD-3595-0CBC-554BF7480AFC}"/>
          </ac:spMkLst>
        </pc:spChg>
        <pc:spChg chg="mod">
          <ac:chgData name="MYUNG JIN" userId="89f3fa32ababedc4" providerId="LiveId" clId="{6A819448-9C74-403A-93EF-38E481433A77}" dt="2024-05-30T13:46:22.458" v="8394"/>
          <ac:spMkLst>
            <pc:docMk/>
            <pc:sldMk cId="592253937" sldId="371"/>
            <ac:spMk id="269" creationId="{396E95C6-9A36-E186-9D26-1896F7C6684A}"/>
          </ac:spMkLst>
        </pc:spChg>
        <pc:spChg chg="mod">
          <ac:chgData name="MYUNG JIN" userId="89f3fa32ababedc4" providerId="LiveId" clId="{6A819448-9C74-403A-93EF-38E481433A77}" dt="2024-05-30T13:46:22.458" v="8394"/>
          <ac:spMkLst>
            <pc:docMk/>
            <pc:sldMk cId="592253937" sldId="371"/>
            <ac:spMk id="270" creationId="{2E8E7696-EA2A-1AB8-784D-828C36A84C0C}"/>
          </ac:spMkLst>
        </pc:spChg>
        <pc:spChg chg="mod">
          <ac:chgData name="MYUNG JIN" userId="89f3fa32ababedc4" providerId="LiveId" clId="{6A819448-9C74-403A-93EF-38E481433A77}" dt="2024-05-30T13:46:28.821" v="8396"/>
          <ac:spMkLst>
            <pc:docMk/>
            <pc:sldMk cId="592253937" sldId="371"/>
            <ac:spMk id="280" creationId="{458CF332-5163-DDFC-7FC1-E98FACA44DBD}"/>
          </ac:spMkLst>
        </pc:spChg>
        <pc:spChg chg="mod">
          <ac:chgData name="MYUNG JIN" userId="89f3fa32ababedc4" providerId="LiveId" clId="{6A819448-9C74-403A-93EF-38E481433A77}" dt="2024-05-30T13:46:28.821" v="8396"/>
          <ac:spMkLst>
            <pc:docMk/>
            <pc:sldMk cId="592253937" sldId="371"/>
            <ac:spMk id="285" creationId="{B054D92C-2107-C678-ED83-504F462904D6}"/>
          </ac:spMkLst>
        </pc:spChg>
        <pc:spChg chg="mod">
          <ac:chgData name="MYUNG JIN" userId="89f3fa32ababedc4" providerId="LiveId" clId="{6A819448-9C74-403A-93EF-38E481433A77}" dt="2024-05-30T13:46:28.821" v="8396"/>
          <ac:spMkLst>
            <pc:docMk/>
            <pc:sldMk cId="592253937" sldId="371"/>
            <ac:spMk id="286" creationId="{83577C43-4A45-15AD-39FB-09C6A65FB082}"/>
          </ac:spMkLst>
        </pc:spChg>
        <pc:spChg chg="mod">
          <ac:chgData name="MYUNG JIN" userId="89f3fa32ababedc4" providerId="LiveId" clId="{6A819448-9C74-403A-93EF-38E481433A77}" dt="2024-05-30T13:46:28.821" v="8396"/>
          <ac:spMkLst>
            <pc:docMk/>
            <pc:sldMk cId="592253937" sldId="371"/>
            <ac:spMk id="287" creationId="{9AD8F609-A8D1-68B0-834D-E57A59E50321}"/>
          </ac:spMkLst>
        </pc:spChg>
        <pc:spChg chg="mod">
          <ac:chgData name="MYUNG JIN" userId="89f3fa32ababedc4" providerId="LiveId" clId="{6A819448-9C74-403A-93EF-38E481433A77}" dt="2024-05-30T13:46:28.821" v="8396"/>
          <ac:spMkLst>
            <pc:docMk/>
            <pc:sldMk cId="592253937" sldId="371"/>
            <ac:spMk id="288" creationId="{EC1AA873-72D2-8059-B0DC-6F1F5CC1930B}"/>
          </ac:spMkLst>
        </pc:spChg>
        <pc:spChg chg="mod">
          <ac:chgData name="MYUNG JIN" userId="89f3fa32ababedc4" providerId="LiveId" clId="{6A819448-9C74-403A-93EF-38E481433A77}" dt="2024-05-30T13:46:28.821" v="8396"/>
          <ac:spMkLst>
            <pc:docMk/>
            <pc:sldMk cId="592253937" sldId="371"/>
            <ac:spMk id="289" creationId="{BF1A2D11-4C77-256B-AC77-39DFF3BEE21E}"/>
          </ac:spMkLst>
        </pc:spChg>
        <pc:spChg chg="mod">
          <ac:chgData name="MYUNG JIN" userId="89f3fa32ababedc4" providerId="LiveId" clId="{6A819448-9C74-403A-93EF-38E481433A77}" dt="2024-05-30T13:46:28.821" v="8396"/>
          <ac:spMkLst>
            <pc:docMk/>
            <pc:sldMk cId="592253937" sldId="371"/>
            <ac:spMk id="290" creationId="{60E2A42E-2300-9030-D025-0825B085EA8D}"/>
          </ac:spMkLst>
        </pc:spChg>
        <pc:spChg chg="mod">
          <ac:chgData name="MYUNG JIN" userId="89f3fa32ababedc4" providerId="LiveId" clId="{6A819448-9C74-403A-93EF-38E481433A77}" dt="2024-05-30T13:46:28.821" v="8396"/>
          <ac:spMkLst>
            <pc:docMk/>
            <pc:sldMk cId="592253937" sldId="371"/>
            <ac:spMk id="291" creationId="{37F3CBF9-9851-3632-568C-E572EAC4C530}"/>
          </ac:spMkLst>
        </pc:spChg>
        <pc:spChg chg="mod">
          <ac:chgData name="MYUNG JIN" userId="89f3fa32ababedc4" providerId="LiveId" clId="{6A819448-9C74-403A-93EF-38E481433A77}" dt="2024-05-30T13:46:28.821" v="8396"/>
          <ac:spMkLst>
            <pc:docMk/>
            <pc:sldMk cId="592253937" sldId="371"/>
            <ac:spMk id="292" creationId="{2DB18241-958B-8869-418C-6A7C7AA81499}"/>
          </ac:spMkLst>
        </pc:spChg>
        <pc:spChg chg="mod">
          <ac:chgData name="MYUNG JIN" userId="89f3fa32ababedc4" providerId="LiveId" clId="{6A819448-9C74-403A-93EF-38E481433A77}" dt="2024-05-30T13:46:28.821" v="8396"/>
          <ac:spMkLst>
            <pc:docMk/>
            <pc:sldMk cId="592253937" sldId="371"/>
            <ac:spMk id="297" creationId="{8A441726-14FB-DDB8-75D9-869969C4245D}"/>
          </ac:spMkLst>
        </pc:spChg>
        <pc:spChg chg="mod">
          <ac:chgData name="MYUNG JIN" userId="89f3fa32ababedc4" providerId="LiveId" clId="{6A819448-9C74-403A-93EF-38E481433A77}" dt="2024-05-30T13:46:28.821" v="8396"/>
          <ac:spMkLst>
            <pc:docMk/>
            <pc:sldMk cId="592253937" sldId="371"/>
            <ac:spMk id="302" creationId="{ED081709-8921-8A5B-AAFA-BE1AD4452E9C}"/>
          </ac:spMkLst>
        </pc:spChg>
        <pc:spChg chg="mod">
          <ac:chgData name="MYUNG JIN" userId="89f3fa32ababedc4" providerId="LiveId" clId="{6A819448-9C74-403A-93EF-38E481433A77}" dt="2024-05-30T13:46:28.821" v="8396"/>
          <ac:spMkLst>
            <pc:docMk/>
            <pc:sldMk cId="592253937" sldId="371"/>
            <ac:spMk id="303" creationId="{3F075DB7-4230-5BEF-B03C-759C11878EA2}"/>
          </ac:spMkLst>
        </pc:spChg>
        <pc:spChg chg="mod">
          <ac:chgData name="MYUNG JIN" userId="89f3fa32ababedc4" providerId="LiveId" clId="{6A819448-9C74-403A-93EF-38E481433A77}" dt="2024-05-30T13:46:28.821" v="8396"/>
          <ac:spMkLst>
            <pc:docMk/>
            <pc:sldMk cId="592253937" sldId="371"/>
            <ac:spMk id="307" creationId="{254D1C13-79E9-A51E-53C6-E38D706AE61D}"/>
          </ac:spMkLst>
        </pc:spChg>
        <pc:spChg chg="mod">
          <ac:chgData name="MYUNG JIN" userId="89f3fa32ababedc4" providerId="LiveId" clId="{6A819448-9C74-403A-93EF-38E481433A77}" dt="2024-05-30T13:46:28.821" v="8396"/>
          <ac:spMkLst>
            <pc:docMk/>
            <pc:sldMk cId="592253937" sldId="371"/>
            <ac:spMk id="308" creationId="{85043B94-7AC5-681E-EE4F-D8F0E1715DBC}"/>
          </ac:spMkLst>
        </pc:spChg>
        <pc:spChg chg="mod">
          <ac:chgData name="MYUNG JIN" userId="89f3fa32ababedc4" providerId="LiveId" clId="{6A819448-9C74-403A-93EF-38E481433A77}" dt="2024-05-30T13:46:28.821" v="8396"/>
          <ac:spMkLst>
            <pc:docMk/>
            <pc:sldMk cId="592253937" sldId="371"/>
            <ac:spMk id="309" creationId="{29A5940F-EFC2-4A5C-6FBA-3224D5828981}"/>
          </ac:spMkLst>
        </pc:spChg>
        <pc:spChg chg="mod">
          <ac:chgData name="MYUNG JIN" userId="89f3fa32ababedc4" providerId="LiveId" clId="{6A819448-9C74-403A-93EF-38E481433A77}" dt="2024-05-30T13:46:28.821" v="8396"/>
          <ac:spMkLst>
            <pc:docMk/>
            <pc:sldMk cId="592253937" sldId="371"/>
            <ac:spMk id="310" creationId="{0CD44BF0-541F-BC74-FE88-277E495FC12E}"/>
          </ac:spMkLst>
        </pc:spChg>
        <pc:spChg chg="mod">
          <ac:chgData name="MYUNG JIN" userId="89f3fa32ababedc4" providerId="LiveId" clId="{6A819448-9C74-403A-93EF-38E481433A77}" dt="2024-05-30T13:46:28.821" v="8396"/>
          <ac:spMkLst>
            <pc:docMk/>
            <pc:sldMk cId="592253937" sldId="371"/>
            <ac:spMk id="311" creationId="{DADB1EEF-456B-1A13-D5CD-3724EE8C7FD8}"/>
          </ac:spMkLst>
        </pc:spChg>
        <pc:spChg chg="mod">
          <ac:chgData name="MYUNG JIN" userId="89f3fa32ababedc4" providerId="LiveId" clId="{6A819448-9C74-403A-93EF-38E481433A77}" dt="2024-05-30T13:46:28.821" v="8396"/>
          <ac:spMkLst>
            <pc:docMk/>
            <pc:sldMk cId="592253937" sldId="371"/>
            <ac:spMk id="312" creationId="{32634409-599C-5D22-4B3A-A09F8D86A761}"/>
          </ac:spMkLst>
        </pc:spChg>
        <pc:spChg chg="mod">
          <ac:chgData name="MYUNG JIN" userId="89f3fa32ababedc4" providerId="LiveId" clId="{6A819448-9C74-403A-93EF-38E481433A77}" dt="2024-05-30T13:46:28.821" v="8396"/>
          <ac:spMkLst>
            <pc:docMk/>
            <pc:sldMk cId="592253937" sldId="371"/>
            <ac:spMk id="314" creationId="{A77DF20C-7D4C-879F-E05A-116E19585650}"/>
          </ac:spMkLst>
        </pc:spChg>
        <pc:spChg chg="mod">
          <ac:chgData name="MYUNG JIN" userId="89f3fa32ababedc4" providerId="LiveId" clId="{6A819448-9C74-403A-93EF-38E481433A77}" dt="2024-05-30T13:46:28.821" v="8396"/>
          <ac:spMkLst>
            <pc:docMk/>
            <pc:sldMk cId="592253937" sldId="371"/>
            <ac:spMk id="315" creationId="{9DA00913-0E1A-9C51-7B6F-630FE472FEBD}"/>
          </ac:spMkLst>
        </pc:spChg>
        <pc:spChg chg="mod">
          <ac:chgData name="MYUNG JIN" userId="89f3fa32ababedc4" providerId="LiveId" clId="{6A819448-9C74-403A-93EF-38E481433A77}" dt="2024-05-30T13:46:28.821" v="8396"/>
          <ac:spMkLst>
            <pc:docMk/>
            <pc:sldMk cId="592253937" sldId="371"/>
            <ac:spMk id="317" creationId="{28A8BCF5-290F-270E-6EDB-EECCEA48B16D}"/>
          </ac:spMkLst>
        </pc:spChg>
        <pc:spChg chg="mod">
          <ac:chgData name="MYUNG JIN" userId="89f3fa32ababedc4" providerId="LiveId" clId="{6A819448-9C74-403A-93EF-38E481433A77}" dt="2024-05-30T13:46:28.821" v="8396"/>
          <ac:spMkLst>
            <pc:docMk/>
            <pc:sldMk cId="592253937" sldId="371"/>
            <ac:spMk id="318" creationId="{6B4C4F95-895C-7699-DE8D-5FA5EB50531A}"/>
          </ac:spMkLst>
        </pc:spChg>
        <pc:spChg chg="mod">
          <ac:chgData name="MYUNG JIN" userId="89f3fa32ababedc4" providerId="LiveId" clId="{6A819448-9C74-403A-93EF-38E481433A77}" dt="2024-05-30T13:46:28.821" v="8396"/>
          <ac:spMkLst>
            <pc:docMk/>
            <pc:sldMk cId="592253937" sldId="371"/>
            <ac:spMk id="319" creationId="{27C830E7-92DB-9F18-AAC0-C52D96DC5F2D}"/>
          </ac:spMkLst>
        </pc:spChg>
        <pc:spChg chg="mod">
          <ac:chgData name="MYUNG JIN" userId="89f3fa32ababedc4" providerId="LiveId" clId="{6A819448-9C74-403A-93EF-38E481433A77}" dt="2024-05-30T13:46:28.821" v="8396"/>
          <ac:spMkLst>
            <pc:docMk/>
            <pc:sldMk cId="592253937" sldId="371"/>
            <ac:spMk id="320" creationId="{ABE2B6D0-16FF-50A2-DE0B-911AE249154E}"/>
          </ac:spMkLst>
        </pc:spChg>
        <pc:spChg chg="mod">
          <ac:chgData name="MYUNG JIN" userId="89f3fa32ababedc4" providerId="LiveId" clId="{6A819448-9C74-403A-93EF-38E481433A77}" dt="2024-05-30T13:46:28.821" v="8396"/>
          <ac:spMkLst>
            <pc:docMk/>
            <pc:sldMk cId="592253937" sldId="371"/>
            <ac:spMk id="321" creationId="{216BC362-842E-09EA-AA51-B8D324942929}"/>
          </ac:spMkLst>
        </pc:spChg>
        <pc:spChg chg="mod">
          <ac:chgData name="MYUNG JIN" userId="89f3fa32ababedc4" providerId="LiveId" clId="{6A819448-9C74-403A-93EF-38E481433A77}" dt="2024-05-30T13:46:28.821" v="8396"/>
          <ac:spMkLst>
            <pc:docMk/>
            <pc:sldMk cId="592253937" sldId="371"/>
            <ac:spMk id="322" creationId="{8068FF28-67B0-EA17-098A-056E552E2065}"/>
          </ac:spMkLst>
        </pc:spChg>
        <pc:spChg chg="mod">
          <ac:chgData name="MYUNG JIN" userId="89f3fa32ababedc4" providerId="LiveId" clId="{6A819448-9C74-403A-93EF-38E481433A77}" dt="2024-05-30T13:46:28.821" v="8396"/>
          <ac:spMkLst>
            <pc:docMk/>
            <pc:sldMk cId="592253937" sldId="371"/>
            <ac:spMk id="324" creationId="{26CC7787-B094-6597-794A-D20E82CC7E2F}"/>
          </ac:spMkLst>
        </pc:spChg>
        <pc:spChg chg="mod">
          <ac:chgData name="MYUNG JIN" userId="89f3fa32ababedc4" providerId="LiveId" clId="{6A819448-9C74-403A-93EF-38E481433A77}" dt="2024-05-30T13:46:28.821" v="8396"/>
          <ac:spMkLst>
            <pc:docMk/>
            <pc:sldMk cId="592253937" sldId="371"/>
            <ac:spMk id="325" creationId="{16E70A77-28A1-0D33-B2E0-667ECA5E9507}"/>
          </ac:spMkLst>
        </pc:spChg>
        <pc:spChg chg="mod">
          <ac:chgData name="MYUNG JIN" userId="89f3fa32ababedc4" providerId="LiveId" clId="{6A819448-9C74-403A-93EF-38E481433A77}" dt="2024-05-30T13:46:28.821" v="8396"/>
          <ac:spMkLst>
            <pc:docMk/>
            <pc:sldMk cId="592253937" sldId="371"/>
            <ac:spMk id="326" creationId="{856808CC-365B-BE74-4EE0-891E8C6D73EC}"/>
          </ac:spMkLst>
        </pc:spChg>
        <pc:spChg chg="mod">
          <ac:chgData name="MYUNG JIN" userId="89f3fa32ababedc4" providerId="LiveId" clId="{6A819448-9C74-403A-93EF-38E481433A77}" dt="2024-05-30T13:46:28.821" v="8396"/>
          <ac:spMkLst>
            <pc:docMk/>
            <pc:sldMk cId="592253937" sldId="371"/>
            <ac:spMk id="327" creationId="{3FB59C30-10B1-3998-925F-A967B6CFF9CD}"/>
          </ac:spMkLst>
        </pc:spChg>
        <pc:spChg chg="mod">
          <ac:chgData name="MYUNG JIN" userId="89f3fa32ababedc4" providerId="LiveId" clId="{6A819448-9C74-403A-93EF-38E481433A77}" dt="2024-05-30T13:46:28.821" v="8396"/>
          <ac:spMkLst>
            <pc:docMk/>
            <pc:sldMk cId="592253937" sldId="371"/>
            <ac:spMk id="328" creationId="{15BC25A8-B3CB-B8DE-03AF-A183C7F4DC15}"/>
          </ac:spMkLst>
        </pc:spChg>
        <pc:spChg chg="mod">
          <ac:chgData name="MYUNG JIN" userId="89f3fa32ababedc4" providerId="LiveId" clId="{6A819448-9C74-403A-93EF-38E481433A77}" dt="2024-05-30T13:46:28.821" v="8396"/>
          <ac:spMkLst>
            <pc:docMk/>
            <pc:sldMk cId="592253937" sldId="371"/>
            <ac:spMk id="329" creationId="{77A6C437-9C89-4E6C-71D0-014780EC9C48}"/>
          </ac:spMkLst>
        </pc:spChg>
        <pc:spChg chg="mod">
          <ac:chgData name="MYUNG JIN" userId="89f3fa32ababedc4" providerId="LiveId" clId="{6A819448-9C74-403A-93EF-38E481433A77}" dt="2024-05-30T13:46:28.821" v="8396"/>
          <ac:spMkLst>
            <pc:docMk/>
            <pc:sldMk cId="592253937" sldId="371"/>
            <ac:spMk id="330" creationId="{3ACBCE18-EA8D-B190-D94D-F8C104124DE5}"/>
          </ac:spMkLst>
        </pc:spChg>
        <pc:spChg chg="mod">
          <ac:chgData name="MYUNG JIN" userId="89f3fa32ababedc4" providerId="LiveId" clId="{6A819448-9C74-403A-93EF-38E481433A77}" dt="2024-05-30T13:46:28.821" v="8396"/>
          <ac:spMkLst>
            <pc:docMk/>
            <pc:sldMk cId="592253937" sldId="371"/>
            <ac:spMk id="331" creationId="{318638EC-6295-1D63-2144-C9F72AA4AB9F}"/>
          </ac:spMkLst>
        </pc:spChg>
        <pc:spChg chg="mod">
          <ac:chgData name="MYUNG JIN" userId="89f3fa32ababedc4" providerId="LiveId" clId="{6A819448-9C74-403A-93EF-38E481433A77}" dt="2024-05-30T13:46:28.821" v="8396"/>
          <ac:spMkLst>
            <pc:docMk/>
            <pc:sldMk cId="592253937" sldId="371"/>
            <ac:spMk id="332" creationId="{79760467-AFBF-5220-B59F-23D1AC133463}"/>
          </ac:spMkLst>
        </pc:spChg>
        <pc:spChg chg="add">
          <ac:chgData name="MYUNG JIN" userId="89f3fa32ababedc4" providerId="LiveId" clId="{6A819448-9C74-403A-93EF-38E481433A77}" dt="2024-05-30T13:46:53.112" v="8404" actId="11529"/>
          <ac:spMkLst>
            <pc:docMk/>
            <pc:sldMk cId="592253937" sldId="371"/>
            <ac:spMk id="334" creationId="{F242D8A4-8EB6-F98C-7A6E-78EAE987AB38}"/>
          </ac:spMkLst>
        </pc:spChg>
        <pc:spChg chg="add mod">
          <ac:chgData name="MYUNG JIN" userId="89f3fa32ababedc4" providerId="LiveId" clId="{6A819448-9C74-403A-93EF-38E481433A77}" dt="2024-05-30T13:47:07.897" v="8428" actId="1076"/>
          <ac:spMkLst>
            <pc:docMk/>
            <pc:sldMk cId="592253937" sldId="371"/>
            <ac:spMk id="335" creationId="{B6B83F21-FAAC-D72F-1A60-97C093AF7F6B}"/>
          </ac:spMkLst>
        </pc:spChg>
        <pc:grpChg chg="add del mod">
          <ac:chgData name="MYUNG JIN" userId="89f3fa32ababedc4" providerId="LiveId" clId="{6A819448-9C74-403A-93EF-38E481433A77}" dt="2024-05-30T13:20:47.131" v="8102" actId="478"/>
          <ac:grpSpMkLst>
            <pc:docMk/>
            <pc:sldMk cId="592253937" sldId="371"/>
            <ac:grpSpMk id="3" creationId="{14B1EBA7-FC8E-689D-C6E9-430065CCEACB}"/>
          </ac:grpSpMkLst>
        </pc:grpChg>
        <pc:grpChg chg="mod">
          <ac:chgData name="MYUNG JIN" userId="89f3fa32ababedc4" providerId="LiveId" clId="{6A819448-9C74-403A-93EF-38E481433A77}" dt="2024-05-30T13:20:42.346" v="8099" actId="164"/>
          <ac:grpSpMkLst>
            <pc:docMk/>
            <pc:sldMk cId="592253937" sldId="371"/>
            <ac:grpSpMk id="4" creationId="{C20A5117-8C11-04C2-A27C-6F4FF50976F8}"/>
          </ac:grpSpMkLst>
        </pc:grpChg>
        <pc:grpChg chg="add mod">
          <ac:chgData name="MYUNG JIN" userId="89f3fa32ababedc4" providerId="LiveId" clId="{6A819448-9C74-403A-93EF-38E481433A77}" dt="2024-05-30T13:20:43.911" v="8100"/>
          <ac:grpSpMkLst>
            <pc:docMk/>
            <pc:sldMk cId="592253937" sldId="371"/>
            <ac:grpSpMk id="9" creationId="{02EE1B65-27D6-EACF-29BE-CEDC248A9517}"/>
          </ac:grpSpMkLst>
        </pc:grpChg>
        <pc:grpChg chg="mod">
          <ac:chgData name="MYUNG JIN" userId="89f3fa32ababedc4" providerId="LiveId" clId="{6A819448-9C74-403A-93EF-38E481433A77}" dt="2024-05-30T13:20:43.911" v="8100"/>
          <ac:grpSpMkLst>
            <pc:docMk/>
            <pc:sldMk cId="592253937" sldId="371"/>
            <ac:grpSpMk id="13" creationId="{32DF921D-6C49-4BCD-A107-DB468D50CCAE}"/>
          </ac:grpSpMkLst>
        </pc:grpChg>
        <pc:grpChg chg="mod">
          <ac:chgData name="MYUNG JIN" userId="89f3fa32ababedc4" providerId="LiveId" clId="{6A819448-9C74-403A-93EF-38E481433A77}" dt="2024-05-30T13:20:43.911" v="8100"/>
          <ac:grpSpMkLst>
            <pc:docMk/>
            <pc:sldMk cId="592253937" sldId="371"/>
            <ac:grpSpMk id="16" creationId="{6EDE673F-AA0B-15C4-FC89-95EF625364D6}"/>
          </ac:grpSpMkLst>
        </pc:grpChg>
        <pc:grpChg chg="mod">
          <ac:chgData name="MYUNG JIN" userId="89f3fa32ababedc4" providerId="LiveId" clId="{6A819448-9C74-403A-93EF-38E481433A77}" dt="2024-05-30T13:20:43.911" v="8100"/>
          <ac:grpSpMkLst>
            <pc:docMk/>
            <pc:sldMk cId="592253937" sldId="371"/>
            <ac:grpSpMk id="21" creationId="{0C220691-0F47-6772-DEE7-9FEB678244AC}"/>
          </ac:grpSpMkLst>
        </pc:grpChg>
        <pc:grpChg chg="mod">
          <ac:chgData name="MYUNG JIN" userId="89f3fa32ababedc4" providerId="LiveId" clId="{6A819448-9C74-403A-93EF-38E481433A77}" dt="2024-05-30T13:21:09.120" v="8114" actId="164"/>
          <ac:grpSpMkLst>
            <pc:docMk/>
            <pc:sldMk cId="592253937" sldId="371"/>
            <ac:grpSpMk id="40" creationId="{5D16F255-4A25-D11B-44AC-AB8B446B028C}"/>
          </ac:grpSpMkLst>
        </pc:grpChg>
        <pc:grpChg chg="mod">
          <ac:chgData name="MYUNG JIN" userId="89f3fa32ababedc4" providerId="LiveId" clId="{6A819448-9C74-403A-93EF-38E481433A77}" dt="2024-05-30T13:20:43.911" v="8100"/>
          <ac:grpSpMkLst>
            <pc:docMk/>
            <pc:sldMk cId="592253937" sldId="371"/>
            <ac:grpSpMk id="67" creationId="{AC92AC75-628E-0DEB-9C52-BAE568A3F486}"/>
          </ac:grpSpMkLst>
        </pc:grpChg>
        <pc:grpChg chg="add mod">
          <ac:chgData name="MYUNG JIN" userId="89f3fa32ababedc4" providerId="LiveId" clId="{6A819448-9C74-403A-93EF-38E481433A77}" dt="2024-05-30T13:20:56.185" v="8106"/>
          <ac:grpSpMkLst>
            <pc:docMk/>
            <pc:sldMk cId="592253937" sldId="371"/>
            <ac:grpSpMk id="82" creationId="{C748C699-C761-DD01-5C12-48B0D9E1FA31}"/>
          </ac:grpSpMkLst>
        </pc:grpChg>
        <pc:grpChg chg="mod">
          <ac:chgData name="MYUNG JIN" userId="89f3fa32ababedc4" providerId="LiveId" clId="{6A819448-9C74-403A-93EF-38E481433A77}" dt="2024-05-30T13:20:56.185" v="8106"/>
          <ac:grpSpMkLst>
            <pc:docMk/>
            <pc:sldMk cId="592253937" sldId="371"/>
            <ac:grpSpMk id="83" creationId="{B177875B-8EEB-DE32-DBD6-678548255D0D}"/>
          </ac:grpSpMkLst>
        </pc:grpChg>
        <pc:grpChg chg="mod">
          <ac:chgData name="MYUNG JIN" userId="89f3fa32ababedc4" providerId="LiveId" clId="{6A819448-9C74-403A-93EF-38E481433A77}" dt="2024-05-30T13:20:56.185" v="8106"/>
          <ac:grpSpMkLst>
            <pc:docMk/>
            <pc:sldMk cId="592253937" sldId="371"/>
            <ac:grpSpMk id="86" creationId="{EF5CE8BD-CC1A-196C-93F7-E461511E44E2}"/>
          </ac:grpSpMkLst>
        </pc:grpChg>
        <pc:grpChg chg="mod">
          <ac:chgData name="MYUNG JIN" userId="89f3fa32ababedc4" providerId="LiveId" clId="{6A819448-9C74-403A-93EF-38E481433A77}" dt="2024-05-30T13:20:56.185" v="8106"/>
          <ac:grpSpMkLst>
            <pc:docMk/>
            <pc:sldMk cId="592253937" sldId="371"/>
            <ac:grpSpMk id="93" creationId="{2AC7167D-2AC6-9262-34A8-40A3A992476E}"/>
          </ac:grpSpMkLst>
        </pc:grpChg>
        <pc:grpChg chg="add mod">
          <ac:chgData name="MYUNG JIN" userId="89f3fa32ababedc4" providerId="LiveId" clId="{6A819448-9C74-403A-93EF-38E481433A77}" dt="2024-05-30T13:21:18.426" v="8115" actId="164"/>
          <ac:grpSpMkLst>
            <pc:docMk/>
            <pc:sldMk cId="592253937" sldId="371"/>
            <ac:grpSpMk id="104" creationId="{54043FD3-456A-55B5-6301-318AF861E547}"/>
          </ac:grpSpMkLst>
        </pc:grpChg>
        <pc:grpChg chg="add del mod">
          <ac:chgData name="MYUNG JIN" userId="89f3fa32ababedc4" providerId="LiveId" clId="{6A819448-9C74-403A-93EF-38E481433A77}" dt="2024-05-30T13:21:57.486" v="8126" actId="478"/>
          <ac:grpSpMkLst>
            <pc:docMk/>
            <pc:sldMk cId="592253937" sldId="371"/>
            <ac:grpSpMk id="105" creationId="{1A294FB6-7B1F-7418-0F08-299A95B40D28}"/>
          </ac:grpSpMkLst>
        </pc:grpChg>
        <pc:grpChg chg="add mod">
          <ac:chgData name="MYUNG JIN" userId="89f3fa32ababedc4" providerId="LiveId" clId="{6A819448-9C74-403A-93EF-38E481433A77}" dt="2024-05-30T13:21:20.284" v="8116"/>
          <ac:grpSpMkLst>
            <pc:docMk/>
            <pc:sldMk cId="592253937" sldId="371"/>
            <ac:grpSpMk id="106" creationId="{33E400C2-351D-95D1-1B13-3FA50D826A61}"/>
          </ac:grpSpMkLst>
        </pc:grpChg>
        <pc:grpChg chg="mod">
          <ac:chgData name="MYUNG JIN" userId="89f3fa32ababedc4" providerId="LiveId" clId="{6A819448-9C74-403A-93EF-38E481433A77}" dt="2024-05-30T13:21:20.284" v="8116"/>
          <ac:grpSpMkLst>
            <pc:docMk/>
            <pc:sldMk cId="592253937" sldId="371"/>
            <ac:grpSpMk id="107" creationId="{D3C13D56-EAE2-B694-1A48-412A91C65EB9}"/>
          </ac:grpSpMkLst>
        </pc:grpChg>
        <pc:grpChg chg="mod">
          <ac:chgData name="MYUNG JIN" userId="89f3fa32ababedc4" providerId="LiveId" clId="{6A819448-9C74-403A-93EF-38E481433A77}" dt="2024-05-30T13:21:20.284" v="8116"/>
          <ac:grpSpMkLst>
            <pc:docMk/>
            <pc:sldMk cId="592253937" sldId="371"/>
            <ac:grpSpMk id="113" creationId="{6FB0EA60-0D19-1D59-5918-689E5AAF7291}"/>
          </ac:grpSpMkLst>
        </pc:grpChg>
        <pc:grpChg chg="mod">
          <ac:chgData name="MYUNG JIN" userId="89f3fa32ababedc4" providerId="LiveId" clId="{6A819448-9C74-403A-93EF-38E481433A77}" dt="2024-05-30T13:21:20.284" v="8116"/>
          <ac:grpSpMkLst>
            <pc:docMk/>
            <pc:sldMk cId="592253937" sldId="371"/>
            <ac:grpSpMk id="116" creationId="{E00CCD6B-112B-C462-0F04-4ACFDC6A3030}"/>
          </ac:grpSpMkLst>
        </pc:grpChg>
        <pc:grpChg chg="mod">
          <ac:chgData name="MYUNG JIN" userId="89f3fa32ababedc4" providerId="LiveId" clId="{6A819448-9C74-403A-93EF-38E481433A77}" dt="2024-05-30T13:21:20.284" v="8116"/>
          <ac:grpSpMkLst>
            <pc:docMk/>
            <pc:sldMk cId="592253937" sldId="371"/>
            <ac:grpSpMk id="119" creationId="{932DCC06-4773-9782-2ECF-90A50F41B76D}"/>
          </ac:grpSpMkLst>
        </pc:grpChg>
        <pc:grpChg chg="mod">
          <ac:chgData name="MYUNG JIN" userId="89f3fa32ababedc4" providerId="LiveId" clId="{6A819448-9C74-403A-93EF-38E481433A77}" dt="2024-05-30T13:21:20.284" v="8116"/>
          <ac:grpSpMkLst>
            <pc:docMk/>
            <pc:sldMk cId="592253937" sldId="371"/>
            <ac:grpSpMk id="126" creationId="{0F413FB9-B5E9-73CE-9F11-23EFB066AC77}"/>
          </ac:grpSpMkLst>
        </pc:grpChg>
        <pc:grpChg chg="add mod">
          <ac:chgData name="MYUNG JIN" userId="89f3fa32ababedc4" providerId="LiveId" clId="{6A819448-9C74-403A-93EF-38E481433A77}" dt="2024-05-30T13:21:49.056" v="8121"/>
          <ac:grpSpMkLst>
            <pc:docMk/>
            <pc:sldMk cId="592253937" sldId="371"/>
            <ac:grpSpMk id="138" creationId="{DF8BAC4C-8068-8B8D-08B3-3AC0063299DF}"/>
          </ac:grpSpMkLst>
        </pc:grpChg>
        <pc:grpChg chg="mod">
          <ac:chgData name="MYUNG JIN" userId="89f3fa32ababedc4" providerId="LiveId" clId="{6A819448-9C74-403A-93EF-38E481433A77}" dt="2024-05-30T13:21:49.056" v="8121"/>
          <ac:grpSpMkLst>
            <pc:docMk/>
            <pc:sldMk cId="592253937" sldId="371"/>
            <ac:grpSpMk id="139" creationId="{617C5540-80EE-6CF0-8F61-CF3892CBC89F}"/>
          </ac:grpSpMkLst>
        </pc:grpChg>
        <pc:grpChg chg="mod">
          <ac:chgData name="MYUNG JIN" userId="89f3fa32ababedc4" providerId="LiveId" clId="{6A819448-9C74-403A-93EF-38E481433A77}" dt="2024-05-30T13:21:49.056" v="8121"/>
          <ac:grpSpMkLst>
            <pc:docMk/>
            <pc:sldMk cId="592253937" sldId="371"/>
            <ac:grpSpMk id="148" creationId="{3F128568-B010-80FA-868C-4D970E2B4517}"/>
          </ac:grpSpMkLst>
        </pc:grpChg>
        <pc:grpChg chg="mod">
          <ac:chgData name="MYUNG JIN" userId="89f3fa32ababedc4" providerId="LiveId" clId="{6A819448-9C74-403A-93EF-38E481433A77}" dt="2024-05-30T13:21:49.056" v="8121"/>
          <ac:grpSpMkLst>
            <pc:docMk/>
            <pc:sldMk cId="592253937" sldId="371"/>
            <ac:grpSpMk id="165" creationId="{5D872C0A-514C-E988-2A11-BA90C0B2794C}"/>
          </ac:grpSpMkLst>
        </pc:grpChg>
        <pc:grpChg chg="add mod">
          <ac:chgData name="MYUNG JIN" userId="89f3fa32ababedc4" providerId="LiveId" clId="{6A819448-9C74-403A-93EF-38E481433A77}" dt="2024-05-30T13:45:46.354" v="8384"/>
          <ac:grpSpMkLst>
            <pc:docMk/>
            <pc:sldMk cId="592253937" sldId="371"/>
            <ac:grpSpMk id="197" creationId="{4C594E1F-537D-AB97-835F-33877DD306D4}"/>
          </ac:grpSpMkLst>
        </pc:grpChg>
        <pc:grpChg chg="mod">
          <ac:chgData name="MYUNG JIN" userId="89f3fa32ababedc4" providerId="LiveId" clId="{6A819448-9C74-403A-93EF-38E481433A77}" dt="2024-05-30T13:45:46.354" v="8384"/>
          <ac:grpSpMkLst>
            <pc:docMk/>
            <pc:sldMk cId="592253937" sldId="371"/>
            <ac:grpSpMk id="198" creationId="{7E900122-38F2-0BD8-ABFF-AA36F86279A4}"/>
          </ac:grpSpMkLst>
        </pc:grpChg>
        <pc:grpChg chg="mod">
          <ac:chgData name="MYUNG JIN" userId="89f3fa32ababedc4" providerId="LiveId" clId="{6A819448-9C74-403A-93EF-38E481433A77}" dt="2024-05-30T13:45:46.354" v="8384"/>
          <ac:grpSpMkLst>
            <pc:docMk/>
            <pc:sldMk cId="592253937" sldId="371"/>
            <ac:grpSpMk id="201" creationId="{CEB1DABE-1CB7-8BFD-B812-D0D4A2CC67EF}"/>
          </ac:grpSpMkLst>
        </pc:grpChg>
        <pc:grpChg chg="mod">
          <ac:chgData name="MYUNG JIN" userId="89f3fa32ababedc4" providerId="LiveId" clId="{6A819448-9C74-403A-93EF-38E481433A77}" dt="2024-05-30T13:45:46.354" v="8384"/>
          <ac:grpSpMkLst>
            <pc:docMk/>
            <pc:sldMk cId="592253937" sldId="371"/>
            <ac:grpSpMk id="208" creationId="{43E87D57-52B3-9DB2-9BEE-8557A4418CC9}"/>
          </ac:grpSpMkLst>
        </pc:grpChg>
        <pc:grpChg chg="add mod">
          <ac:chgData name="MYUNG JIN" userId="89f3fa32ababedc4" providerId="LiveId" clId="{6A819448-9C74-403A-93EF-38E481433A77}" dt="2024-05-30T13:46:26.807" v="8395" actId="164"/>
          <ac:grpSpMkLst>
            <pc:docMk/>
            <pc:sldMk cId="592253937" sldId="371"/>
            <ac:grpSpMk id="219" creationId="{416C7299-BF8F-7C1B-8BC9-B5F688268BA5}"/>
          </ac:grpSpMkLst>
        </pc:grpChg>
        <pc:grpChg chg="mod">
          <ac:chgData name="MYUNG JIN" userId="89f3fa32ababedc4" providerId="LiveId" clId="{6A819448-9C74-403A-93EF-38E481433A77}" dt="2024-05-30T13:46:22.458" v="8394"/>
          <ac:grpSpMkLst>
            <pc:docMk/>
            <pc:sldMk cId="592253937" sldId="371"/>
            <ac:grpSpMk id="220" creationId="{267CCAB8-3AE0-A8F4-D53B-F0BC1FECEB21}"/>
          </ac:grpSpMkLst>
        </pc:grpChg>
        <pc:grpChg chg="mod">
          <ac:chgData name="MYUNG JIN" userId="89f3fa32ababedc4" providerId="LiveId" clId="{6A819448-9C74-403A-93EF-38E481433A77}" dt="2024-05-30T13:46:22.458" v="8394"/>
          <ac:grpSpMkLst>
            <pc:docMk/>
            <pc:sldMk cId="592253937" sldId="371"/>
            <ac:grpSpMk id="223" creationId="{3C8D0E0C-3B61-C326-46B0-5BF18F337D61}"/>
          </ac:grpSpMkLst>
        </pc:grpChg>
        <pc:grpChg chg="mod">
          <ac:chgData name="MYUNG JIN" userId="89f3fa32ababedc4" providerId="LiveId" clId="{6A819448-9C74-403A-93EF-38E481433A77}" dt="2024-05-30T13:46:22.458" v="8394"/>
          <ac:grpSpMkLst>
            <pc:docMk/>
            <pc:sldMk cId="592253937" sldId="371"/>
            <ac:grpSpMk id="230" creationId="{F6753DFA-B379-3186-E48A-3A7EA0888BCD}"/>
          </ac:grpSpMkLst>
        </pc:grpChg>
        <pc:grpChg chg="add mod">
          <ac:chgData name="MYUNG JIN" userId="89f3fa32ababedc4" providerId="LiveId" clId="{6A819448-9C74-403A-93EF-38E481433A77}" dt="2024-05-30T13:46:26.807" v="8395" actId="164"/>
          <ac:grpSpMkLst>
            <pc:docMk/>
            <pc:sldMk cId="592253937" sldId="371"/>
            <ac:grpSpMk id="240" creationId="{07290B24-A798-92B9-74A2-C9FB2BB67E2F}"/>
          </ac:grpSpMkLst>
        </pc:grpChg>
        <pc:grpChg chg="mod">
          <ac:chgData name="MYUNG JIN" userId="89f3fa32ababedc4" providerId="LiveId" clId="{6A819448-9C74-403A-93EF-38E481433A77}" dt="2024-05-30T13:46:22.458" v="8394"/>
          <ac:grpSpMkLst>
            <pc:docMk/>
            <pc:sldMk cId="592253937" sldId="371"/>
            <ac:grpSpMk id="242" creationId="{72448BEB-1941-4E6E-8A1D-155CE0F184B3}"/>
          </ac:grpSpMkLst>
        </pc:grpChg>
        <pc:grpChg chg="add mod">
          <ac:chgData name="MYUNG JIN" userId="89f3fa32ababedc4" providerId="LiveId" clId="{6A819448-9C74-403A-93EF-38E481433A77}" dt="2024-05-30T13:46:26.807" v="8395" actId="164"/>
          <ac:grpSpMkLst>
            <pc:docMk/>
            <pc:sldMk cId="592253937" sldId="371"/>
            <ac:grpSpMk id="257" creationId="{49ECB2CE-1D89-9FE6-FFAA-1158A5A0368F}"/>
          </ac:grpSpMkLst>
        </pc:grpChg>
        <pc:grpChg chg="mod">
          <ac:chgData name="MYUNG JIN" userId="89f3fa32ababedc4" providerId="LiveId" clId="{6A819448-9C74-403A-93EF-38E481433A77}" dt="2024-05-30T13:46:22.458" v="8394"/>
          <ac:grpSpMkLst>
            <pc:docMk/>
            <pc:sldMk cId="592253937" sldId="371"/>
            <ac:grpSpMk id="259" creationId="{C7F8A7BA-00C4-D8C8-3613-62DB999464DA}"/>
          </ac:grpSpMkLst>
        </pc:grpChg>
        <pc:grpChg chg="mod">
          <ac:chgData name="MYUNG JIN" userId="89f3fa32ababedc4" providerId="LiveId" clId="{6A819448-9C74-403A-93EF-38E481433A77}" dt="2024-05-30T13:46:22.458" v="8394"/>
          <ac:grpSpMkLst>
            <pc:docMk/>
            <pc:sldMk cId="592253937" sldId="371"/>
            <ac:grpSpMk id="262" creationId="{67E93E95-C51C-D923-82D7-31AFD142DA7B}"/>
          </ac:grpSpMkLst>
        </pc:grpChg>
        <pc:grpChg chg="add del mod">
          <ac:chgData name="MYUNG JIN" userId="89f3fa32ababedc4" providerId="LiveId" clId="{6A819448-9C74-403A-93EF-38E481433A77}" dt="2024-05-30T13:46:33.037" v="8399" actId="478"/>
          <ac:grpSpMkLst>
            <pc:docMk/>
            <pc:sldMk cId="592253937" sldId="371"/>
            <ac:grpSpMk id="275" creationId="{5D5B3D5B-AD5E-EA28-2E99-17126D026460}"/>
          </ac:grpSpMkLst>
        </pc:grpChg>
        <pc:grpChg chg="add mod">
          <ac:chgData name="MYUNG JIN" userId="89f3fa32ababedc4" providerId="LiveId" clId="{6A819448-9C74-403A-93EF-38E481433A77}" dt="2024-05-30T13:46:28.821" v="8396"/>
          <ac:grpSpMkLst>
            <pc:docMk/>
            <pc:sldMk cId="592253937" sldId="371"/>
            <ac:grpSpMk id="276" creationId="{0C808E6F-30F5-7F29-596F-38D095FE9FC3}"/>
          </ac:grpSpMkLst>
        </pc:grpChg>
        <pc:grpChg chg="mod">
          <ac:chgData name="MYUNG JIN" userId="89f3fa32ababedc4" providerId="LiveId" clId="{6A819448-9C74-403A-93EF-38E481433A77}" dt="2024-05-30T13:46:28.821" v="8396"/>
          <ac:grpSpMkLst>
            <pc:docMk/>
            <pc:sldMk cId="592253937" sldId="371"/>
            <ac:grpSpMk id="277" creationId="{E0A113F8-5740-679B-A520-6DCDD1088667}"/>
          </ac:grpSpMkLst>
        </pc:grpChg>
        <pc:grpChg chg="mod">
          <ac:chgData name="MYUNG JIN" userId="89f3fa32ababedc4" providerId="LiveId" clId="{6A819448-9C74-403A-93EF-38E481433A77}" dt="2024-05-30T13:46:28.821" v="8396"/>
          <ac:grpSpMkLst>
            <pc:docMk/>
            <pc:sldMk cId="592253937" sldId="371"/>
            <ac:grpSpMk id="278" creationId="{238F147D-C649-E940-978F-7B741B4BE35D}"/>
          </ac:grpSpMkLst>
        </pc:grpChg>
        <pc:grpChg chg="mod">
          <ac:chgData name="MYUNG JIN" userId="89f3fa32ababedc4" providerId="LiveId" clId="{6A819448-9C74-403A-93EF-38E481433A77}" dt="2024-05-30T13:46:28.821" v="8396"/>
          <ac:grpSpMkLst>
            <pc:docMk/>
            <pc:sldMk cId="592253937" sldId="371"/>
            <ac:grpSpMk id="279" creationId="{89ED506B-C349-CF5A-164B-471D2A138B56}"/>
          </ac:grpSpMkLst>
        </pc:grpChg>
        <pc:grpChg chg="mod">
          <ac:chgData name="MYUNG JIN" userId="89f3fa32ababedc4" providerId="LiveId" clId="{6A819448-9C74-403A-93EF-38E481433A77}" dt="2024-05-30T13:46:28.821" v="8396"/>
          <ac:grpSpMkLst>
            <pc:docMk/>
            <pc:sldMk cId="592253937" sldId="371"/>
            <ac:grpSpMk id="281" creationId="{C4738D97-B6D9-4DD7-A5F8-986A2D92CC75}"/>
          </ac:grpSpMkLst>
        </pc:grpChg>
        <pc:grpChg chg="mod">
          <ac:chgData name="MYUNG JIN" userId="89f3fa32ababedc4" providerId="LiveId" clId="{6A819448-9C74-403A-93EF-38E481433A77}" dt="2024-05-30T13:46:28.821" v="8396"/>
          <ac:grpSpMkLst>
            <pc:docMk/>
            <pc:sldMk cId="592253937" sldId="371"/>
            <ac:grpSpMk id="284" creationId="{9D2BAD7F-E984-73C6-7853-E7F1221B9EDA}"/>
          </ac:grpSpMkLst>
        </pc:grpChg>
        <pc:grpChg chg="mod">
          <ac:chgData name="MYUNG JIN" userId="89f3fa32ababedc4" providerId="LiveId" clId="{6A819448-9C74-403A-93EF-38E481433A77}" dt="2024-05-30T13:46:28.821" v="8396"/>
          <ac:grpSpMkLst>
            <pc:docMk/>
            <pc:sldMk cId="592253937" sldId="371"/>
            <ac:grpSpMk id="298" creationId="{FA0B7B23-ACBC-9EE0-0E44-A78ED5A30F54}"/>
          </ac:grpSpMkLst>
        </pc:grpChg>
        <pc:grpChg chg="mod">
          <ac:chgData name="MYUNG JIN" userId="89f3fa32ababedc4" providerId="LiveId" clId="{6A819448-9C74-403A-93EF-38E481433A77}" dt="2024-05-30T13:46:28.821" v="8396"/>
          <ac:grpSpMkLst>
            <pc:docMk/>
            <pc:sldMk cId="592253937" sldId="371"/>
            <ac:grpSpMk id="313" creationId="{A0288E98-454B-7D99-A510-5AF159D64CBE}"/>
          </ac:grpSpMkLst>
        </pc:grpChg>
        <pc:grpChg chg="mod">
          <ac:chgData name="MYUNG JIN" userId="89f3fa32ababedc4" providerId="LiveId" clId="{6A819448-9C74-403A-93EF-38E481433A77}" dt="2024-05-30T13:46:28.821" v="8396"/>
          <ac:grpSpMkLst>
            <pc:docMk/>
            <pc:sldMk cId="592253937" sldId="371"/>
            <ac:grpSpMk id="316" creationId="{2BD9B2B0-AEB3-6931-667B-913217DD9AD1}"/>
          </ac:grpSpMkLst>
        </pc:grpChg>
        <pc:grpChg chg="mod">
          <ac:chgData name="MYUNG JIN" userId="89f3fa32ababedc4" providerId="LiveId" clId="{6A819448-9C74-403A-93EF-38E481433A77}" dt="2024-05-30T13:46:28.821" v="8396"/>
          <ac:grpSpMkLst>
            <pc:docMk/>
            <pc:sldMk cId="592253937" sldId="371"/>
            <ac:grpSpMk id="323" creationId="{61F94EEF-EF50-5F81-9BEE-F0C9C504F547}"/>
          </ac:grpSpMkLst>
        </pc:grpChg>
        <pc:picChg chg="add mod">
          <ac:chgData name="MYUNG JIN" userId="89f3fa32ababedc4" providerId="LiveId" clId="{6A819448-9C74-403A-93EF-38E481433A77}" dt="2024-05-30T13:20:51.646" v="8105" actId="1076"/>
          <ac:picMkLst>
            <pc:docMk/>
            <pc:sldMk cId="592253937" sldId="371"/>
            <ac:picMk id="81" creationId="{73C93E4F-73EA-A1F8-1689-44A5A5DB1EF8}"/>
          </ac:picMkLst>
        </pc:picChg>
        <pc:picChg chg="add del mod">
          <ac:chgData name="MYUNG JIN" userId="89f3fa32ababedc4" providerId="LiveId" clId="{6A819448-9C74-403A-93EF-38E481433A77}" dt="2024-05-30T13:21:06.522" v="8113" actId="478"/>
          <ac:picMkLst>
            <pc:docMk/>
            <pc:sldMk cId="592253937" sldId="371"/>
            <ac:picMk id="103" creationId="{F6654C62-3AE4-9D4E-1571-F6226DB78A0F}"/>
          </ac:picMkLst>
        </pc:picChg>
        <pc:picChg chg="del">
          <ac:chgData name="MYUNG JIN" userId="89f3fa32ababedc4" providerId="LiveId" clId="{6A819448-9C74-403A-93EF-38E481433A77}" dt="2024-05-30T13:22:04.290" v="8130" actId="478"/>
          <ac:picMkLst>
            <pc:docMk/>
            <pc:sldMk cId="592253937" sldId="371"/>
            <ac:picMk id="130" creationId="{2B3D3B01-10FB-5F95-4896-196CC7A1431B}"/>
          </ac:picMkLst>
        </pc:picChg>
        <pc:picChg chg="add del mod">
          <ac:chgData name="MYUNG JIN" userId="89f3fa32ababedc4" providerId="LiveId" clId="{6A819448-9C74-403A-93EF-38E481433A77}" dt="2024-05-30T13:46:10.966" v="8393" actId="478"/>
          <ac:picMkLst>
            <pc:docMk/>
            <pc:sldMk cId="592253937" sldId="371"/>
            <ac:picMk id="137" creationId="{30D63B98-2B0B-9886-733F-36CB11502905}"/>
          </ac:picMkLst>
        </pc:picChg>
        <pc:picChg chg="del mod">
          <ac:chgData name="MYUNG JIN" userId="89f3fa32ababedc4" providerId="LiveId" clId="{6A819448-9C74-403A-93EF-38E481433A77}" dt="2024-05-30T13:22:03.801" v="8129" actId="478"/>
          <ac:picMkLst>
            <pc:docMk/>
            <pc:sldMk cId="592253937" sldId="371"/>
            <ac:picMk id="162" creationId="{18777B94-6E5D-B57F-4DC0-5F8462348AB3}"/>
          </ac:picMkLst>
        </pc:picChg>
        <pc:picChg chg="add mod">
          <ac:chgData name="MYUNG JIN" userId="89f3fa32ababedc4" providerId="LiveId" clId="{6A819448-9C74-403A-93EF-38E481433A77}" dt="2024-05-30T13:46:43.550" v="8403" actId="1076"/>
          <ac:picMkLst>
            <pc:docMk/>
            <pc:sldMk cId="592253937" sldId="371"/>
            <ac:picMk id="186" creationId="{C4C58B95-E4B1-5F10-2104-7C1899619528}"/>
          </ac:picMkLst>
        </pc:picChg>
        <pc:picChg chg="add mod">
          <ac:chgData name="MYUNG JIN" userId="89f3fa32ababedc4" providerId="LiveId" clId="{6A819448-9C74-403A-93EF-38E481433A77}" dt="2024-05-30T13:45:56.994" v="8391" actId="1076"/>
          <ac:picMkLst>
            <pc:docMk/>
            <pc:sldMk cId="592253937" sldId="371"/>
            <ac:picMk id="218" creationId="{8683A2E5-1515-A394-2BC1-855FC96DFCE8}"/>
          </ac:picMkLst>
        </pc:picChg>
        <pc:picChg chg="mod">
          <ac:chgData name="MYUNG JIN" userId="89f3fa32ababedc4" providerId="LiveId" clId="{6A819448-9C74-403A-93EF-38E481433A77}" dt="2024-05-30T13:46:22.458" v="8394"/>
          <ac:picMkLst>
            <pc:docMk/>
            <pc:sldMk cId="592253937" sldId="371"/>
            <ac:picMk id="245" creationId="{FC0C6BE7-3D79-2DDA-F0EE-1BF6D28AA2DF}"/>
          </ac:picMkLst>
        </pc:picChg>
        <pc:picChg chg="mod">
          <ac:chgData name="MYUNG JIN" userId="89f3fa32ababedc4" providerId="LiveId" clId="{6A819448-9C74-403A-93EF-38E481433A77}" dt="2024-05-30T13:46:22.458" v="8394"/>
          <ac:picMkLst>
            <pc:docMk/>
            <pc:sldMk cId="592253937" sldId="371"/>
            <ac:picMk id="271" creationId="{ED239E57-1965-FF6A-C658-E713C13500CA}"/>
          </ac:picMkLst>
        </pc:picChg>
        <pc:picChg chg="mod">
          <ac:chgData name="MYUNG JIN" userId="89f3fa32ababedc4" providerId="LiveId" clId="{6A819448-9C74-403A-93EF-38E481433A77}" dt="2024-05-30T13:46:22.458" v="8394"/>
          <ac:picMkLst>
            <pc:docMk/>
            <pc:sldMk cId="592253937" sldId="371"/>
            <ac:picMk id="272" creationId="{87176A9A-E8C0-665F-1660-92317E84A49E}"/>
          </ac:picMkLst>
        </pc:picChg>
        <pc:picChg chg="mod">
          <ac:chgData name="MYUNG JIN" userId="89f3fa32ababedc4" providerId="LiveId" clId="{6A819448-9C74-403A-93EF-38E481433A77}" dt="2024-05-30T13:46:22.458" v="8394"/>
          <ac:picMkLst>
            <pc:docMk/>
            <pc:sldMk cId="592253937" sldId="371"/>
            <ac:picMk id="273" creationId="{677534CB-21A1-E818-242C-BD4A50FDD97E}"/>
          </ac:picMkLst>
        </pc:picChg>
        <pc:picChg chg="mod">
          <ac:chgData name="MYUNG JIN" userId="89f3fa32ababedc4" providerId="LiveId" clId="{6A819448-9C74-403A-93EF-38E481433A77}" dt="2024-05-30T13:46:22.458" v="8394"/>
          <ac:picMkLst>
            <pc:docMk/>
            <pc:sldMk cId="592253937" sldId="371"/>
            <ac:picMk id="274" creationId="{40FB960E-0B63-3A53-4904-E7F6DC3F5D24}"/>
          </ac:picMkLst>
        </pc:picChg>
        <pc:picChg chg="mod">
          <ac:chgData name="MYUNG JIN" userId="89f3fa32ababedc4" providerId="LiveId" clId="{6A819448-9C74-403A-93EF-38E481433A77}" dt="2024-05-30T13:46:28.821" v="8396"/>
          <ac:picMkLst>
            <pc:docMk/>
            <pc:sldMk cId="592253937" sldId="371"/>
            <ac:picMk id="293" creationId="{DAE1F0BF-BB6E-6DCA-F75D-4B846351A90C}"/>
          </ac:picMkLst>
        </pc:picChg>
        <pc:picChg chg="mod">
          <ac:chgData name="MYUNG JIN" userId="89f3fa32ababedc4" providerId="LiveId" clId="{6A819448-9C74-403A-93EF-38E481433A77}" dt="2024-05-30T13:46:28.821" v="8396"/>
          <ac:picMkLst>
            <pc:docMk/>
            <pc:sldMk cId="592253937" sldId="371"/>
            <ac:picMk id="294" creationId="{20622C52-1541-A666-0999-278DA0C086BD}"/>
          </ac:picMkLst>
        </pc:picChg>
        <pc:picChg chg="mod">
          <ac:chgData name="MYUNG JIN" userId="89f3fa32ababedc4" providerId="LiveId" clId="{6A819448-9C74-403A-93EF-38E481433A77}" dt="2024-05-30T13:46:28.821" v="8396"/>
          <ac:picMkLst>
            <pc:docMk/>
            <pc:sldMk cId="592253937" sldId="371"/>
            <ac:picMk id="295" creationId="{DE8FD7AE-F328-B742-6AC8-C1ABEA3D6B64}"/>
          </ac:picMkLst>
        </pc:picChg>
        <pc:picChg chg="mod">
          <ac:chgData name="MYUNG JIN" userId="89f3fa32ababedc4" providerId="LiveId" clId="{6A819448-9C74-403A-93EF-38E481433A77}" dt="2024-05-30T13:46:28.821" v="8396"/>
          <ac:picMkLst>
            <pc:docMk/>
            <pc:sldMk cId="592253937" sldId="371"/>
            <ac:picMk id="296" creationId="{46BD9604-F796-D319-2697-23E8779D4C2F}"/>
          </ac:picMkLst>
        </pc:picChg>
        <pc:picChg chg="mod">
          <ac:chgData name="MYUNG JIN" userId="89f3fa32ababedc4" providerId="LiveId" clId="{6A819448-9C74-403A-93EF-38E481433A77}" dt="2024-05-30T13:46:28.821" v="8396"/>
          <ac:picMkLst>
            <pc:docMk/>
            <pc:sldMk cId="592253937" sldId="371"/>
            <ac:picMk id="301" creationId="{B948EF53-7EB7-8B10-51A6-F5A441BFD4C6}"/>
          </ac:picMkLst>
        </pc:picChg>
        <pc:picChg chg="add mod">
          <ac:chgData name="MYUNG JIN" userId="89f3fa32ababedc4" providerId="LiveId" clId="{6A819448-9C74-403A-93EF-38E481433A77}" dt="2024-05-30T13:46:38.908" v="8402" actId="1076"/>
          <ac:picMkLst>
            <pc:docMk/>
            <pc:sldMk cId="592253937" sldId="371"/>
            <ac:picMk id="333" creationId="{72A361EF-C5DF-E666-6036-ED381D4B78D0}"/>
          </ac:picMkLst>
        </pc:picChg>
        <pc:cxnChg chg="mod">
          <ac:chgData name="MYUNG JIN" userId="89f3fa32ababedc4" providerId="LiveId" clId="{6A819448-9C74-403A-93EF-38E481433A77}" dt="2024-05-30T13:21:18.426" v="8115" actId="164"/>
          <ac:cxnSpMkLst>
            <pc:docMk/>
            <pc:sldMk cId="592253937" sldId="371"/>
            <ac:cxnSpMk id="72" creationId="{99B4107F-0B85-895B-81FA-2ED5678311E2}"/>
          </ac:cxnSpMkLst>
        </pc:cxnChg>
        <pc:cxnChg chg="mod">
          <ac:chgData name="MYUNG JIN" userId="89f3fa32ababedc4" providerId="LiveId" clId="{6A819448-9C74-403A-93EF-38E481433A77}" dt="2024-05-30T13:21:18.426" v="8115" actId="164"/>
          <ac:cxnSpMkLst>
            <pc:docMk/>
            <pc:sldMk cId="592253937" sldId="371"/>
            <ac:cxnSpMk id="73" creationId="{F99782EF-E544-A135-137E-99561B8ABF51}"/>
          </ac:cxnSpMkLst>
        </pc:cxnChg>
        <pc:cxnChg chg="mod">
          <ac:chgData name="MYUNG JIN" userId="89f3fa32ababedc4" providerId="LiveId" clId="{6A819448-9C74-403A-93EF-38E481433A77}" dt="2024-05-30T13:21:18.426" v="8115" actId="164"/>
          <ac:cxnSpMkLst>
            <pc:docMk/>
            <pc:sldMk cId="592253937" sldId="371"/>
            <ac:cxnSpMk id="74" creationId="{CD7140E8-EE60-5275-D593-C86F7722465D}"/>
          </ac:cxnSpMkLst>
        </pc:cxnChg>
        <pc:cxnChg chg="mod">
          <ac:chgData name="MYUNG JIN" userId="89f3fa32ababedc4" providerId="LiveId" clId="{6A819448-9C74-403A-93EF-38E481433A77}" dt="2024-05-30T13:21:20.284" v="8116"/>
          <ac:cxnSpMkLst>
            <pc:docMk/>
            <pc:sldMk cId="592253937" sldId="371"/>
            <ac:cxnSpMk id="109" creationId="{54B2B947-7433-C69D-5C12-7CE564F58E08}"/>
          </ac:cxnSpMkLst>
        </pc:cxnChg>
        <pc:cxnChg chg="mod">
          <ac:chgData name="MYUNG JIN" userId="89f3fa32ababedc4" providerId="LiveId" clId="{6A819448-9C74-403A-93EF-38E481433A77}" dt="2024-05-30T13:21:20.284" v="8116"/>
          <ac:cxnSpMkLst>
            <pc:docMk/>
            <pc:sldMk cId="592253937" sldId="371"/>
            <ac:cxnSpMk id="110" creationId="{BA2F3719-728A-08EE-479C-45810C1BE8B4}"/>
          </ac:cxnSpMkLst>
        </pc:cxnChg>
        <pc:cxnChg chg="mod">
          <ac:chgData name="MYUNG JIN" userId="89f3fa32ababedc4" providerId="LiveId" clId="{6A819448-9C74-403A-93EF-38E481433A77}" dt="2024-05-30T13:21:20.284" v="8116"/>
          <ac:cxnSpMkLst>
            <pc:docMk/>
            <pc:sldMk cId="592253937" sldId="371"/>
            <ac:cxnSpMk id="111" creationId="{A59C47A3-05E7-16E2-02AD-96575606FD36}"/>
          </ac:cxnSpMkLst>
        </pc:cxnChg>
        <pc:cxnChg chg="mod">
          <ac:chgData name="MYUNG JIN" userId="89f3fa32ababedc4" providerId="LiveId" clId="{6A819448-9C74-403A-93EF-38E481433A77}" dt="2024-05-30T13:21:49.056" v="8121"/>
          <ac:cxnSpMkLst>
            <pc:docMk/>
            <pc:sldMk cId="592253937" sldId="371"/>
            <ac:cxnSpMk id="140" creationId="{48E9C5AA-EA9C-DD2C-AC2A-378268C236B8}"/>
          </ac:cxnSpMkLst>
        </pc:cxnChg>
        <pc:cxnChg chg="mod">
          <ac:chgData name="MYUNG JIN" userId="89f3fa32ababedc4" providerId="LiveId" clId="{6A819448-9C74-403A-93EF-38E481433A77}" dt="2024-05-30T13:21:49.056" v="8121"/>
          <ac:cxnSpMkLst>
            <pc:docMk/>
            <pc:sldMk cId="592253937" sldId="371"/>
            <ac:cxnSpMk id="141" creationId="{6490F092-15B9-EC8F-05AA-93DE0398656C}"/>
          </ac:cxnSpMkLst>
        </pc:cxnChg>
        <pc:cxnChg chg="mod">
          <ac:chgData name="MYUNG JIN" userId="89f3fa32ababedc4" providerId="LiveId" clId="{6A819448-9C74-403A-93EF-38E481433A77}" dt="2024-05-30T13:21:49.056" v="8121"/>
          <ac:cxnSpMkLst>
            <pc:docMk/>
            <pc:sldMk cId="592253937" sldId="371"/>
            <ac:cxnSpMk id="142" creationId="{B2A9D1A2-7ECF-5DF9-25E9-960C0219DAB2}"/>
          </ac:cxnSpMkLst>
        </pc:cxnChg>
        <pc:cxnChg chg="mod">
          <ac:chgData name="MYUNG JIN" userId="89f3fa32ababedc4" providerId="LiveId" clId="{6A819448-9C74-403A-93EF-38E481433A77}" dt="2024-05-30T13:21:49.056" v="8121"/>
          <ac:cxnSpMkLst>
            <pc:docMk/>
            <pc:sldMk cId="592253937" sldId="371"/>
            <ac:cxnSpMk id="143" creationId="{9E529147-95A5-74DB-6DF6-23402159A432}"/>
          </ac:cxnSpMkLst>
        </pc:cxnChg>
        <pc:cxnChg chg="mod">
          <ac:chgData name="MYUNG JIN" userId="89f3fa32ababedc4" providerId="LiveId" clId="{6A819448-9C74-403A-93EF-38E481433A77}" dt="2024-05-30T13:21:49.056" v="8121"/>
          <ac:cxnSpMkLst>
            <pc:docMk/>
            <pc:sldMk cId="592253937" sldId="371"/>
            <ac:cxnSpMk id="144" creationId="{105C4752-A2FF-EC33-F7D4-900C6C4A4BDF}"/>
          </ac:cxnSpMkLst>
        </pc:cxnChg>
        <pc:cxnChg chg="mod">
          <ac:chgData name="MYUNG JIN" userId="89f3fa32ababedc4" providerId="LiveId" clId="{6A819448-9C74-403A-93EF-38E481433A77}" dt="2024-05-30T13:21:49.056" v="8121"/>
          <ac:cxnSpMkLst>
            <pc:docMk/>
            <pc:sldMk cId="592253937" sldId="371"/>
            <ac:cxnSpMk id="145" creationId="{34985931-1F38-6F08-9FA7-DD1DA93B8D3D}"/>
          </ac:cxnSpMkLst>
        </pc:cxnChg>
        <pc:cxnChg chg="add mod">
          <ac:chgData name="MYUNG JIN" userId="89f3fa32ababedc4" providerId="LiveId" clId="{6A819448-9C74-403A-93EF-38E481433A77}" dt="2024-05-30T13:36:49.414" v="8164" actId="208"/>
          <ac:cxnSpMkLst>
            <pc:docMk/>
            <pc:sldMk cId="592253937" sldId="371"/>
            <ac:cxnSpMk id="191" creationId="{22BF4D91-9792-399C-5747-86E5985A1F36}"/>
          </ac:cxnSpMkLst>
        </pc:cxnChg>
        <pc:cxnChg chg="add mod">
          <ac:chgData name="MYUNG JIN" userId="89f3fa32ababedc4" providerId="LiveId" clId="{6A819448-9C74-403A-93EF-38E481433A77}" dt="2024-05-30T13:36:51.831" v="8165" actId="14100"/>
          <ac:cxnSpMkLst>
            <pc:docMk/>
            <pc:sldMk cId="592253937" sldId="371"/>
            <ac:cxnSpMk id="192" creationId="{4E741E91-CE82-E0F3-D960-06F74B5C3ED2}"/>
          </ac:cxnSpMkLst>
        </pc:cxnChg>
        <pc:cxnChg chg="mod">
          <ac:chgData name="MYUNG JIN" userId="89f3fa32ababedc4" providerId="LiveId" clId="{6A819448-9C74-403A-93EF-38E481433A77}" dt="2024-05-30T13:46:22.458" v="8394"/>
          <ac:cxnSpMkLst>
            <pc:docMk/>
            <pc:sldMk cId="592253937" sldId="371"/>
            <ac:cxnSpMk id="243" creationId="{B9EF39BA-2B72-B420-7ED9-900FBC7F0534}"/>
          </ac:cxnSpMkLst>
        </pc:cxnChg>
        <pc:cxnChg chg="mod">
          <ac:chgData name="MYUNG JIN" userId="89f3fa32ababedc4" providerId="LiveId" clId="{6A819448-9C74-403A-93EF-38E481433A77}" dt="2024-05-30T13:46:22.458" v="8394"/>
          <ac:cxnSpMkLst>
            <pc:docMk/>
            <pc:sldMk cId="592253937" sldId="371"/>
            <ac:cxnSpMk id="244" creationId="{AD5CB2A5-3B4E-CC40-BC2D-862F5E229B48}"/>
          </ac:cxnSpMkLst>
        </pc:cxnChg>
        <pc:cxnChg chg="mod">
          <ac:chgData name="MYUNG JIN" userId="89f3fa32ababedc4" providerId="LiveId" clId="{6A819448-9C74-403A-93EF-38E481433A77}" dt="2024-05-30T13:46:22.458" v="8394"/>
          <ac:cxnSpMkLst>
            <pc:docMk/>
            <pc:sldMk cId="592253937" sldId="371"/>
            <ac:cxnSpMk id="248" creationId="{52C92E0E-9B12-70CA-6669-20222BC9A4EB}"/>
          </ac:cxnSpMkLst>
        </pc:cxnChg>
        <pc:cxnChg chg="mod">
          <ac:chgData name="MYUNG JIN" userId="89f3fa32ababedc4" providerId="LiveId" clId="{6A819448-9C74-403A-93EF-38E481433A77}" dt="2024-05-30T13:46:22.458" v="8394"/>
          <ac:cxnSpMkLst>
            <pc:docMk/>
            <pc:sldMk cId="592253937" sldId="371"/>
            <ac:cxnSpMk id="249" creationId="{E415BDC6-9125-C3AC-A37A-867B9DB435E2}"/>
          </ac:cxnSpMkLst>
        </pc:cxnChg>
        <pc:cxnChg chg="mod">
          <ac:chgData name="MYUNG JIN" userId="89f3fa32ababedc4" providerId="LiveId" clId="{6A819448-9C74-403A-93EF-38E481433A77}" dt="2024-05-30T13:46:22.458" v="8394"/>
          <ac:cxnSpMkLst>
            <pc:docMk/>
            <pc:sldMk cId="592253937" sldId="371"/>
            <ac:cxnSpMk id="250" creationId="{91A8DA25-6057-F909-BF61-0D4D281B520C}"/>
          </ac:cxnSpMkLst>
        </pc:cxnChg>
        <pc:cxnChg chg="mod">
          <ac:chgData name="MYUNG JIN" userId="89f3fa32ababedc4" providerId="LiveId" clId="{6A819448-9C74-403A-93EF-38E481433A77}" dt="2024-05-30T13:46:22.458" v="8394"/>
          <ac:cxnSpMkLst>
            <pc:docMk/>
            <pc:sldMk cId="592253937" sldId="371"/>
            <ac:cxnSpMk id="260" creationId="{2708837D-E372-B99A-74A6-A6305F2D0327}"/>
          </ac:cxnSpMkLst>
        </pc:cxnChg>
        <pc:cxnChg chg="mod">
          <ac:chgData name="MYUNG JIN" userId="89f3fa32ababedc4" providerId="LiveId" clId="{6A819448-9C74-403A-93EF-38E481433A77}" dt="2024-05-30T13:46:22.458" v="8394"/>
          <ac:cxnSpMkLst>
            <pc:docMk/>
            <pc:sldMk cId="592253937" sldId="371"/>
            <ac:cxnSpMk id="261" creationId="{56A615FA-27DC-91C6-2BFF-4BB7805562A9}"/>
          </ac:cxnSpMkLst>
        </pc:cxnChg>
        <pc:cxnChg chg="mod">
          <ac:chgData name="MYUNG JIN" userId="89f3fa32ababedc4" providerId="LiveId" clId="{6A819448-9C74-403A-93EF-38E481433A77}" dt="2024-05-30T13:46:28.821" v="8396"/>
          <ac:cxnSpMkLst>
            <pc:docMk/>
            <pc:sldMk cId="592253937" sldId="371"/>
            <ac:cxnSpMk id="282" creationId="{49F7B107-4668-4CA1-6686-0EF21EB377A8}"/>
          </ac:cxnSpMkLst>
        </pc:cxnChg>
        <pc:cxnChg chg="mod">
          <ac:chgData name="MYUNG JIN" userId="89f3fa32ababedc4" providerId="LiveId" clId="{6A819448-9C74-403A-93EF-38E481433A77}" dt="2024-05-30T13:46:28.821" v="8396"/>
          <ac:cxnSpMkLst>
            <pc:docMk/>
            <pc:sldMk cId="592253937" sldId="371"/>
            <ac:cxnSpMk id="283" creationId="{84E0DFBD-7F03-ED3C-EC12-F136BACED91D}"/>
          </ac:cxnSpMkLst>
        </pc:cxnChg>
        <pc:cxnChg chg="mod">
          <ac:chgData name="MYUNG JIN" userId="89f3fa32ababedc4" providerId="LiveId" clId="{6A819448-9C74-403A-93EF-38E481433A77}" dt="2024-05-30T13:46:28.821" v="8396"/>
          <ac:cxnSpMkLst>
            <pc:docMk/>
            <pc:sldMk cId="592253937" sldId="371"/>
            <ac:cxnSpMk id="299" creationId="{E8CFD10E-C4CE-1E45-FDD1-3A076CE0F36D}"/>
          </ac:cxnSpMkLst>
        </pc:cxnChg>
        <pc:cxnChg chg="mod">
          <ac:chgData name="MYUNG JIN" userId="89f3fa32ababedc4" providerId="LiveId" clId="{6A819448-9C74-403A-93EF-38E481433A77}" dt="2024-05-30T13:46:28.821" v="8396"/>
          <ac:cxnSpMkLst>
            <pc:docMk/>
            <pc:sldMk cId="592253937" sldId="371"/>
            <ac:cxnSpMk id="300" creationId="{0554D2CE-44E6-0E19-0F54-1D3DB1D41A4C}"/>
          </ac:cxnSpMkLst>
        </pc:cxnChg>
        <pc:cxnChg chg="mod">
          <ac:chgData name="MYUNG JIN" userId="89f3fa32ababedc4" providerId="LiveId" clId="{6A819448-9C74-403A-93EF-38E481433A77}" dt="2024-05-30T13:46:28.821" v="8396"/>
          <ac:cxnSpMkLst>
            <pc:docMk/>
            <pc:sldMk cId="592253937" sldId="371"/>
            <ac:cxnSpMk id="304" creationId="{CF315C63-9A10-A91C-9EC4-9AA203632D92}"/>
          </ac:cxnSpMkLst>
        </pc:cxnChg>
        <pc:cxnChg chg="mod">
          <ac:chgData name="MYUNG JIN" userId="89f3fa32ababedc4" providerId="LiveId" clId="{6A819448-9C74-403A-93EF-38E481433A77}" dt="2024-05-30T13:46:28.821" v="8396"/>
          <ac:cxnSpMkLst>
            <pc:docMk/>
            <pc:sldMk cId="592253937" sldId="371"/>
            <ac:cxnSpMk id="305" creationId="{D67D7F7D-642A-4FD7-8582-986577BB9ED2}"/>
          </ac:cxnSpMkLst>
        </pc:cxnChg>
        <pc:cxnChg chg="mod">
          <ac:chgData name="MYUNG JIN" userId="89f3fa32ababedc4" providerId="LiveId" clId="{6A819448-9C74-403A-93EF-38E481433A77}" dt="2024-05-30T13:46:28.821" v="8396"/>
          <ac:cxnSpMkLst>
            <pc:docMk/>
            <pc:sldMk cId="592253937" sldId="371"/>
            <ac:cxnSpMk id="306" creationId="{C1EDC628-24E9-146B-1885-CCEAFA2583EE}"/>
          </ac:cxnSpMkLst>
        </pc:cxnChg>
      </pc:sldChg>
      <pc:sldChg chg="addSp delSp modSp add mod">
        <pc:chgData name="MYUNG JIN" userId="89f3fa32ababedc4" providerId="LiveId" clId="{6A819448-9C74-403A-93EF-38E481433A77}" dt="2024-05-30T14:00:16.159" v="8647" actId="20577"/>
        <pc:sldMkLst>
          <pc:docMk/>
          <pc:sldMk cId="1152505063" sldId="372"/>
        </pc:sldMkLst>
        <pc:spChg chg="add mod">
          <ac:chgData name="MYUNG JIN" userId="89f3fa32ababedc4" providerId="LiveId" clId="{6A819448-9C74-403A-93EF-38E481433A77}" dt="2024-05-30T13:47:59.211" v="8441" actId="14100"/>
          <ac:spMkLst>
            <pc:docMk/>
            <pc:sldMk cId="1152505063" sldId="372"/>
            <ac:spMk id="9" creationId="{4E0E8617-9D92-87C5-EEA6-3A135514A9B5}"/>
          </ac:spMkLst>
        </pc:spChg>
        <pc:spChg chg="add mod">
          <ac:chgData name="MYUNG JIN" userId="89f3fa32ababedc4" providerId="LiveId" clId="{6A819448-9C74-403A-93EF-38E481433A77}" dt="2024-05-30T13:57:28.783" v="8470" actId="1076"/>
          <ac:spMkLst>
            <pc:docMk/>
            <pc:sldMk cId="1152505063" sldId="372"/>
            <ac:spMk id="15" creationId="{13844470-0A01-F092-C149-0CB6AF0B0103}"/>
          </ac:spMkLst>
        </pc:spChg>
        <pc:spChg chg="add mod">
          <ac:chgData name="MYUNG JIN" userId="89f3fa32ababedc4" providerId="LiveId" clId="{6A819448-9C74-403A-93EF-38E481433A77}" dt="2024-05-30T13:57:35.764" v="8476" actId="20577"/>
          <ac:spMkLst>
            <pc:docMk/>
            <pc:sldMk cId="1152505063" sldId="372"/>
            <ac:spMk id="16" creationId="{2CBF560F-3ECA-F444-B0FD-70978D22AA31}"/>
          </ac:spMkLst>
        </pc:spChg>
        <pc:spChg chg="add mod">
          <ac:chgData name="MYUNG JIN" userId="89f3fa32ababedc4" providerId="LiveId" clId="{6A819448-9C74-403A-93EF-38E481433A77}" dt="2024-05-30T13:58:01.131" v="8483" actId="20577"/>
          <ac:spMkLst>
            <pc:docMk/>
            <pc:sldMk cId="1152505063" sldId="372"/>
            <ac:spMk id="17" creationId="{8D659B80-72D0-64E3-247E-6D7AA76971FB}"/>
          </ac:spMkLst>
        </pc:spChg>
        <pc:spChg chg="add mod">
          <ac:chgData name="MYUNG JIN" userId="89f3fa32ababedc4" providerId="LiveId" clId="{6A819448-9C74-403A-93EF-38E481433A77}" dt="2024-05-30T14:00:16.159" v="8647" actId="20577"/>
          <ac:spMkLst>
            <pc:docMk/>
            <pc:sldMk cId="1152505063" sldId="372"/>
            <ac:spMk id="23" creationId="{79C9216A-E92B-3B77-B67A-22B89DC4705B}"/>
          </ac:spMkLst>
        </pc:spChg>
        <pc:picChg chg="add del mod modCrop">
          <ac:chgData name="MYUNG JIN" userId="89f3fa32ababedc4" providerId="LiveId" clId="{6A819448-9C74-403A-93EF-38E481433A77}" dt="2024-05-30T13:57:00.234" v="8449" actId="478"/>
          <ac:picMkLst>
            <pc:docMk/>
            <pc:sldMk cId="1152505063" sldId="372"/>
            <ac:picMk id="4" creationId="{B705E546-A1C3-926E-499C-6D9E19D86AD0}"/>
          </ac:picMkLst>
        </pc:picChg>
        <pc:picChg chg="add mod">
          <ac:chgData name="MYUNG JIN" userId="89f3fa32ababedc4" providerId="LiveId" clId="{6A819448-9C74-403A-93EF-38E481433A77}" dt="2024-05-30T13:57:09.605" v="8456" actId="1076"/>
          <ac:picMkLst>
            <pc:docMk/>
            <pc:sldMk cId="1152505063" sldId="372"/>
            <ac:picMk id="14" creationId="{7F819E0B-BE8A-E7EC-F813-6F4CD60CD2E9}"/>
          </ac:picMkLst>
        </pc:picChg>
        <pc:picChg chg="add mod">
          <ac:chgData name="MYUNG JIN" userId="89f3fa32ababedc4" providerId="LiveId" clId="{6A819448-9C74-403A-93EF-38E481433A77}" dt="2024-05-30T13:59:07.252" v="8501" actId="1076"/>
          <ac:picMkLst>
            <pc:docMk/>
            <pc:sldMk cId="1152505063" sldId="372"/>
            <ac:picMk id="18" creationId="{A1BD3F8C-1A8A-814D-6D25-0C5138DFC025}"/>
          </ac:picMkLst>
        </pc:picChg>
        <pc:picChg chg="add mod">
          <ac:chgData name="MYUNG JIN" userId="89f3fa32ababedc4" providerId="LiveId" clId="{6A819448-9C74-403A-93EF-38E481433A77}" dt="2024-05-30T13:59:02.989" v="8499" actId="571"/>
          <ac:picMkLst>
            <pc:docMk/>
            <pc:sldMk cId="1152505063" sldId="372"/>
            <ac:picMk id="19" creationId="{B855CA32-ADBC-C0C3-041D-7D30D55F00A4}"/>
          </ac:picMkLst>
        </pc:picChg>
        <pc:picChg chg="add mod">
          <ac:chgData name="MYUNG JIN" userId="89f3fa32ababedc4" providerId="LiveId" clId="{6A819448-9C74-403A-93EF-38E481433A77}" dt="2024-05-30T13:59:04.788" v="8500" actId="571"/>
          <ac:picMkLst>
            <pc:docMk/>
            <pc:sldMk cId="1152505063" sldId="372"/>
            <ac:picMk id="20" creationId="{19FDCE1F-4FD0-C35E-BF1A-A8BA4CC5B83E}"/>
          </ac:picMkLst>
        </pc:picChg>
        <pc:picChg chg="add mod">
          <ac:chgData name="MYUNG JIN" userId="89f3fa32ababedc4" providerId="LiveId" clId="{6A819448-9C74-403A-93EF-38E481433A77}" dt="2024-05-30T13:59:13.397" v="8502" actId="571"/>
          <ac:picMkLst>
            <pc:docMk/>
            <pc:sldMk cId="1152505063" sldId="372"/>
            <ac:picMk id="21" creationId="{F0523B80-DF5E-1A06-19F2-F7256DE581B6}"/>
          </ac:picMkLst>
        </pc:picChg>
        <pc:picChg chg="add mod">
          <ac:chgData name="MYUNG JIN" userId="89f3fa32ababedc4" providerId="LiveId" clId="{6A819448-9C74-403A-93EF-38E481433A77}" dt="2024-05-30T13:59:16.703" v="8503" actId="571"/>
          <ac:picMkLst>
            <pc:docMk/>
            <pc:sldMk cId="1152505063" sldId="372"/>
            <ac:picMk id="22" creationId="{A8F6F27C-F271-C33C-AFC6-5D66565E9143}"/>
          </ac:picMkLst>
        </pc:picChg>
        <pc:picChg chg="add del mod">
          <ac:chgData name="MYUNG JIN" userId="89f3fa32ababedc4" providerId="LiveId" clId="{6A819448-9C74-403A-93EF-38E481433A77}" dt="2024-05-30T13:58:54.729" v="8498" actId="478"/>
          <ac:picMkLst>
            <pc:docMk/>
            <pc:sldMk cId="1152505063" sldId="372"/>
            <ac:picMk id="37" creationId="{9A8272D3-C6B8-D063-0B82-EA32E06A95E5}"/>
          </ac:picMkLst>
        </pc:picChg>
        <pc:picChg chg="del">
          <ac:chgData name="MYUNG JIN" userId="89f3fa32ababedc4" providerId="LiveId" clId="{6A819448-9C74-403A-93EF-38E481433A77}" dt="2024-05-30T13:22:49.181" v="8137" actId="478"/>
          <ac:picMkLst>
            <pc:docMk/>
            <pc:sldMk cId="1152505063" sldId="372"/>
            <ac:picMk id="81" creationId="{73C93E4F-73EA-A1F8-1689-44A5A5DB1EF8}"/>
          </ac:picMkLst>
        </pc:picChg>
        <pc:picChg chg="del">
          <ac:chgData name="MYUNG JIN" userId="89f3fa32ababedc4" providerId="LiveId" clId="{6A819448-9C74-403A-93EF-38E481433A77}" dt="2024-05-30T13:22:49.714" v="8138" actId="478"/>
          <ac:picMkLst>
            <pc:docMk/>
            <pc:sldMk cId="1152505063" sldId="372"/>
            <ac:picMk id="137" creationId="{30D63B98-2B0B-9886-733F-36CB11502905}"/>
          </ac:picMkLst>
        </pc:picChg>
        <pc:picChg chg="mod">
          <ac:chgData name="MYUNG JIN" userId="89f3fa32ababedc4" providerId="LiveId" clId="{6A819448-9C74-403A-93EF-38E481433A77}" dt="2024-05-30T13:47:53.674" v="8438" actId="14100"/>
          <ac:picMkLst>
            <pc:docMk/>
            <pc:sldMk cId="1152505063" sldId="372"/>
            <ac:picMk id="186" creationId="{C4C58B95-E4B1-5F10-2104-7C1899619528}"/>
          </ac:picMkLst>
        </pc:picChg>
        <pc:cxnChg chg="add">
          <ac:chgData name="MYUNG JIN" userId="89f3fa32ababedc4" providerId="LiveId" clId="{6A819448-9C74-403A-93EF-38E481433A77}" dt="2024-05-30T13:48:09.310" v="8444" actId="11529"/>
          <ac:cxnSpMkLst>
            <pc:docMk/>
            <pc:sldMk cId="1152505063" sldId="372"/>
            <ac:cxnSpMk id="11" creationId="{E079F93B-A151-130D-8824-CA21783B1A7F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8180F2F1-247D-439A-AE1A-1AD18BF0EBC5}" type="datetime1">
              <a:rPr lang="ko-KR" altLang="en-US"/>
              <a:pPr lvl="0">
                <a:defRPr/>
              </a:pPr>
              <a:t>2024-07-05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69D8441-CF3E-4C34-A420-65ADD8A7BB05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69D8441-CF3E-4C34-A420-65ADD8A7BB05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3E4E-B595-4996-A493-F707DD66EAFA}" type="datetimeFigureOut">
              <a:rPr lang="ko-KR" altLang="en-US" smtClean="0"/>
              <a:t>2024-07-05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327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3E4E-B595-4996-A493-F707DD66EAFA}" type="datetimeFigureOut">
              <a:rPr lang="ko-KR" altLang="en-US" smtClean="0"/>
              <a:t>2024-07-05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7371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3E4E-B595-4996-A493-F707DD66EAFA}" type="datetimeFigureOut">
              <a:rPr lang="ko-KR" altLang="en-US" smtClean="0"/>
              <a:t>2024-07-05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00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3E4E-B595-4996-A493-F707DD66EAFA}" type="datetimeFigureOut">
              <a:rPr lang="ko-KR" altLang="en-US" smtClean="0"/>
              <a:t>2024-07-05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779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3E4E-B595-4996-A493-F707DD66EAFA}" type="datetimeFigureOut">
              <a:rPr lang="ko-KR" altLang="en-US" smtClean="0"/>
              <a:t>2024-07-05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316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3E4E-B595-4996-A493-F707DD66EAFA}" type="datetimeFigureOut">
              <a:rPr lang="ko-KR" altLang="en-US" smtClean="0"/>
              <a:t>2024-07-05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328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3E4E-B595-4996-A493-F707DD66EAFA}" type="datetimeFigureOut">
              <a:rPr lang="ko-KR" altLang="en-US" smtClean="0"/>
              <a:t>2024-07-05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4692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3E4E-B595-4996-A493-F707DD66EAFA}" type="datetimeFigureOut">
              <a:rPr lang="ko-KR" altLang="en-US" smtClean="0"/>
              <a:t>2024-07-05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618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3E4E-B595-4996-A493-F707DD66EAFA}" type="datetimeFigureOut">
              <a:rPr lang="ko-KR" altLang="en-US" smtClean="0"/>
              <a:t>2024-07-05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934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3E4E-B595-4996-A493-F707DD66EAFA}" type="datetimeFigureOut">
              <a:rPr lang="ko-KR" altLang="en-US" smtClean="0"/>
              <a:t>2024-07-05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259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3E4E-B595-4996-A493-F707DD66EAFA}" type="datetimeFigureOut">
              <a:rPr lang="ko-KR" altLang="en-US" smtClean="0"/>
              <a:t>2024-07-05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8792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E93E4E-B595-4996-A493-F707DD66EAFA}" type="datetimeFigureOut">
              <a:rPr lang="ko-KR" altLang="en-US" smtClean="0"/>
              <a:t>2024-07-05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822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0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3" Type="http://schemas.openxmlformats.org/officeDocument/2006/relationships/image" Target="../media/image11.png"/><Relationship Id="rId7" Type="http://schemas.openxmlformats.org/officeDocument/2006/relationships/oleObject" Target="../embeddings/oleObject2.bin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e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3" Type="http://schemas.openxmlformats.org/officeDocument/2006/relationships/image" Target="../media/image14.png"/><Relationship Id="rId7" Type="http://schemas.openxmlformats.org/officeDocument/2006/relationships/oleObject" Target="../embeddings/oleObject4.bin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6.png"/><Relationship Id="rId7" Type="http://schemas.openxmlformats.org/officeDocument/2006/relationships/image" Target="../media/image20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19.emf"/><Relationship Id="rId4" Type="http://schemas.openxmlformats.org/officeDocument/2006/relationships/oleObject" Target="../embeddings/oleObject5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3" Type="http://schemas.openxmlformats.org/officeDocument/2006/relationships/image" Target="../media/image21.emf"/><Relationship Id="rId7" Type="http://schemas.openxmlformats.org/officeDocument/2006/relationships/oleObject" Target="../embeddings/oleObject9.bin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e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2.png"/><Relationship Id="rId9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w="med" len="med"/>
            <a:tailEnd w="med" len="med"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1600" b="0" i="0" u="none" strike="noStrike" cap="none" normalizeH="0">
              <a:solidFill>
                <a:schemeClr val="tx1"/>
              </a:solidFill>
              <a:effectLst/>
              <a:latin typeface="Times New Roman"/>
              <a:ea typeface="맑은 고딕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School of Electrical Engineering, Seoul National University</a:t>
            </a:r>
            <a:endParaRPr lang="en-US" altLang="ko-KR" sz="1100" b="1" kern="0">
              <a:solidFill>
                <a:schemeClr val="bg1">
                  <a:lumMod val="75000"/>
                </a:schemeClr>
              </a:solidFill>
              <a:latin typeface="Times New Roman"/>
              <a:ea typeface="맑은 고딕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  <p:cxnSp>
        <p:nvCxnSpPr>
          <p:cNvPr id="12" name="직선 연결선 11"/>
          <p:cNvCxnSpPr/>
          <p:nvPr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069080" y="6496407"/>
            <a:ext cx="1005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dirty="0">
                <a:solidFill>
                  <a:srgbClr val="FFFFFF"/>
                </a:solidFill>
              </a:rPr>
              <a:t>1/16</a:t>
            </a:r>
            <a:endParaRPr lang="ko-KR" altLang="en-US" dirty="0">
              <a:solidFill>
                <a:srgbClr val="FFFFFF"/>
              </a:solidFill>
            </a:endParaRPr>
          </a:p>
        </p:txBody>
      </p:sp>
      <p:sp>
        <p:nvSpPr>
          <p:cNvPr id="15" name="제목 1"/>
          <p:cNvSpPr txBox="1"/>
          <p:nvPr/>
        </p:nvSpPr>
        <p:spPr>
          <a:xfrm>
            <a:off x="251520" y="1572017"/>
            <a:ext cx="8712968" cy="3713966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91438" tIns="45719" rIns="91438" bIns="45719" anchor="ctr"/>
          <a:lstStyle>
            <a:lvl1pPr eaLnBrk="0" hangingPunct="0">
              <a:defRPr>
                <a:solidFill>
                  <a:schemeClr val="tx1"/>
                </a:solidFill>
                <a:latin typeface="Arial"/>
                <a:ea typeface="MS PGothic"/>
                <a:cs typeface="MS PGothic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/>
                <a:ea typeface="MS PGothic"/>
                <a:cs typeface="MS PGothic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/>
                <a:ea typeface="MS PGothic"/>
                <a:cs typeface="MS PGothic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/>
                <a:ea typeface="MS PGothic"/>
                <a:cs typeface="MS PGothic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/>
                <a:ea typeface="MS PGothic"/>
                <a:cs typeface="MS PGothic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MS PGothic"/>
                <a:cs typeface="MS PGothic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MS PGothic"/>
                <a:cs typeface="MS PGothic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MS PGothic"/>
                <a:cs typeface="MS PGothic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MS PGothic"/>
                <a:cs typeface="MS PGothic"/>
              </a:defRPr>
            </a:lvl9pPr>
          </a:lstStyle>
          <a:p>
            <a:pPr lvl="0" algn="ctr" latinLnBrk="1">
              <a:defRPr/>
            </a:pPr>
            <a:r>
              <a:rPr kumimoji="1" lang="en-US" altLang="ko-KR" sz="3200" b="1" dirty="0">
                <a:solidFill>
                  <a:srgbClr val="0000FF"/>
                </a:solidFill>
                <a:latin typeface="Calibri"/>
                <a:ea typeface="굴림"/>
                <a:cs typeface="굴림"/>
              </a:rPr>
              <a:t>Deep Observation of Fast-</a:t>
            </a:r>
            <a:r>
              <a:rPr kumimoji="1" lang="en-US" altLang="ko-KR" sz="3200" b="1" dirty="0" err="1">
                <a:solidFill>
                  <a:srgbClr val="0000FF"/>
                </a:solidFill>
                <a:latin typeface="Calibri"/>
                <a:ea typeface="굴림"/>
                <a:cs typeface="굴림"/>
              </a:rPr>
              <a:t>Detrapping</a:t>
            </a:r>
            <a:r>
              <a:rPr kumimoji="1" lang="en-US" altLang="ko-KR" sz="3200" b="1" dirty="0">
                <a:solidFill>
                  <a:srgbClr val="0000FF"/>
                </a:solidFill>
                <a:latin typeface="Calibri"/>
                <a:ea typeface="굴림"/>
                <a:cs typeface="굴림"/>
              </a:rPr>
              <a:t> Model</a:t>
            </a:r>
          </a:p>
          <a:p>
            <a:pPr lvl="0" algn="ctr" latinLnBrk="1">
              <a:defRPr/>
            </a:pPr>
            <a:r>
              <a:rPr kumimoji="1" lang="en-US" altLang="ko-KR" sz="3200" b="1" dirty="0">
                <a:solidFill>
                  <a:srgbClr val="0000FF"/>
                </a:solidFill>
                <a:latin typeface="Calibri"/>
                <a:ea typeface="굴림"/>
                <a:cs typeface="굴림"/>
              </a:rPr>
              <a:t>&amp;</a:t>
            </a:r>
          </a:p>
          <a:p>
            <a:pPr lvl="0" algn="ctr" latinLnBrk="1">
              <a:defRPr/>
            </a:pPr>
            <a:r>
              <a:rPr kumimoji="1" lang="en-US" altLang="ko-KR" sz="3200" b="1" dirty="0">
                <a:solidFill>
                  <a:srgbClr val="0000FF"/>
                </a:solidFill>
                <a:latin typeface="Calibri"/>
                <a:ea typeface="굴림"/>
                <a:cs typeface="굴림"/>
              </a:rPr>
              <a:t>Development to Region Split Model</a:t>
            </a:r>
          </a:p>
          <a:p>
            <a:pPr lvl="0" algn="ctr" latinLnBrk="1">
              <a:defRPr/>
            </a:pPr>
            <a:endParaRPr kumimoji="1" lang="en-US" altLang="ko-KR" sz="3200" b="1" dirty="0">
              <a:solidFill>
                <a:srgbClr val="0000FF"/>
              </a:solidFill>
              <a:latin typeface="Calibri"/>
              <a:ea typeface="굴림"/>
              <a:cs typeface="굴림"/>
            </a:endParaRPr>
          </a:p>
          <a:p>
            <a:pPr lvl="0" algn="ctr" latinLnBrk="1">
              <a:defRPr/>
            </a:pPr>
            <a:r>
              <a:rPr kumimoji="1" lang="en-US" altLang="ko-KR" sz="3200" b="1" dirty="0">
                <a:solidFill>
                  <a:srgbClr val="0000FF"/>
                </a:solidFill>
                <a:latin typeface="Calibri"/>
                <a:ea typeface="굴림"/>
                <a:cs typeface="굴림"/>
              </a:rPr>
              <a:t>20240531</a:t>
            </a:r>
          </a:p>
          <a:p>
            <a:pPr lvl="0" algn="ctr" latinLnBrk="1">
              <a:defRPr/>
            </a:pPr>
            <a:r>
              <a:rPr kumimoji="1" lang="ko-KR" alt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rPr>
              <a:t>진명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 bwMode="auto"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School of Electrical Engineering, Seoul National University</a:t>
            </a:r>
            <a:endParaRPr lang="en-US" altLang="ko-KR" sz="1100" b="1" kern="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3072" y="189833"/>
            <a:ext cx="8649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 err="1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QnA</a:t>
            </a:r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 with </a:t>
            </a:r>
            <a:r>
              <a:rPr lang="ko-KR" alt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김민수 박사</a:t>
            </a:r>
          </a:p>
        </p:txBody>
      </p:sp>
      <p:cxnSp>
        <p:nvCxnSpPr>
          <p:cNvPr id="12" name="직선 연결선 11"/>
          <p:cNvCxnSpPr/>
          <p:nvPr/>
        </p:nvCxnSpPr>
        <p:spPr bwMode="auto"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069080" y="6496407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FFFF"/>
                </a:solidFill>
              </a:rPr>
              <a:t>2/16</a:t>
            </a:r>
            <a:endParaRPr lang="ko-KR" altLang="en-US" dirty="0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826829-174E-E7B4-20A4-81BE4C51458E}"/>
              </a:ext>
            </a:extLst>
          </p:cNvPr>
          <p:cNvSpPr txBox="1"/>
          <p:nvPr/>
        </p:nvSpPr>
        <p:spPr>
          <a:xfrm>
            <a:off x="456817" y="1700856"/>
            <a:ext cx="820360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주요사항</a:t>
            </a:r>
            <a:endParaRPr lang="en-US" altLang="ko-KR" sz="2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Barrier lowering </a:t>
            </a:r>
            <a:r>
              <a:rPr lang="ko-KR" altLang="en-US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관련 질문 </a:t>
            </a:r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– </a:t>
            </a:r>
            <a:r>
              <a:rPr lang="ko-KR" altLang="en-US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이번 발표에서 다룰 예정</a:t>
            </a:r>
            <a:endParaRPr lang="en-US" altLang="ko-KR" sz="2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논문에서의 </a:t>
            </a:r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figure </a:t>
            </a:r>
            <a:r>
              <a:rPr lang="ko-KR" altLang="en-US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추출 방법</a:t>
            </a:r>
            <a:endParaRPr lang="en-US" altLang="ko-KR" sz="2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lvl="1"/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- </a:t>
            </a:r>
            <a:r>
              <a:rPr lang="ko-KR" altLang="en-US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우선</a:t>
            </a:r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</a:t>
            </a:r>
            <a:r>
              <a:rPr lang="ko-KR" altLang="en-US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논문에 있는 그대로의 </a:t>
            </a:r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model </a:t>
            </a:r>
            <a:r>
              <a:rPr lang="ko-KR" altLang="en-US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식으로</a:t>
            </a:r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figure </a:t>
            </a:r>
            <a:r>
              <a:rPr lang="ko-KR" altLang="en-US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구성</a:t>
            </a:r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활용했던 </a:t>
            </a:r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figure </a:t>
            </a:r>
            <a:r>
              <a:rPr lang="ko-KR" altLang="en-US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추출 자료 </a:t>
            </a:r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(TCAD </a:t>
            </a:r>
            <a:r>
              <a:rPr lang="ko-KR" altLang="en-US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및 </a:t>
            </a:r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model) </a:t>
            </a:r>
            <a:r>
              <a:rPr lang="ko-KR" altLang="en-US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없음</a:t>
            </a:r>
            <a:endParaRPr lang="en-US" altLang="ko-KR" sz="2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lvl="1"/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(Figure</a:t>
            </a:r>
            <a:r>
              <a:rPr lang="ko-KR" altLang="en-US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가 틀렸을 때</a:t>
            </a:r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1</a:t>
            </a:r>
            <a:r>
              <a:rPr lang="ko-KR" altLang="en-US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대</a:t>
            </a:r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 </a:t>
            </a:r>
            <a:r>
              <a:rPr lang="ko-KR" altLang="en-US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비교 대상이 없는 상황</a:t>
            </a:r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52810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 bwMode="auto"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School of Electrical Engineering, Seoul National University</a:t>
            </a:r>
            <a:endParaRPr lang="en-US" altLang="ko-KR" sz="1100" b="1" kern="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3072" y="189833"/>
            <a:ext cx="8649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Model Observation</a:t>
            </a:r>
            <a:endParaRPr lang="ko-KR" altLang="en-US" sz="3600" dirty="0">
              <a:ln>
                <a:solidFill>
                  <a:srgbClr val="00397F">
                    <a:alpha val="30000"/>
                  </a:srgbClr>
                </a:solidFill>
              </a:ln>
              <a:solidFill>
                <a:srgbClr val="00397F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 bwMode="auto"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069080" y="6496407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FFFF"/>
                </a:solidFill>
              </a:rPr>
              <a:t>3/16</a:t>
            </a:r>
            <a:endParaRPr lang="ko-KR" altLang="en-US" dirty="0">
              <a:solidFill>
                <a:srgbClr val="FFFFFF"/>
              </a:solidFill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C41C125D-C6C8-9F17-F0F6-C4F01E9B0AF7}"/>
              </a:ext>
            </a:extLst>
          </p:cNvPr>
          <p:cNvGrpSpPr/>
          <p:nvPr/>
        </p:nvGrpSpPr>
        <p:grpSpPr>
          <a:xfrm>
            <a:off x="1090915" y="1482571"/>
            <a:ext cx="7320312" cy="3770938"/>
            <a:chOff x="1090915" y="1482571"/>
            <a:chExt cx="7320312" cy="3770938"/>
          </a:xfrm>
        </p:grpSpPr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id="{525FA864-36BE-0756-1CD2-28DB90CD1E8A}"/>
                </a:ext>
              </a:extLst>
            </p:cNvPr>
            <p:cNvGrpSpPr/>
            <p:nvPr/>
          </p:nvGrpSpPr>
          <p:grpSpPr>
            <a:xfrm>
              <a:off x="1090915" y="1482571"/>
              <a:ext cx="7320312" cy="3770938"/>
              <a:chOff x="1781197" y="1590147"/>
              <a:chExt cx="7320312" cy="3770938"/>
            </a:xfrm>
          </p:grpSpPr>
          <p:grpSp>
            <p:nvGrpSpPr>
              <p:cNvPr id="9" name="그룹 8">
                <a:extLst>
                  <a:ext uri="{FF2B5EF4-FFF2-40B4-BE49-F238E27FC236}">
                    <a16:creationId xmlns:a16="http://schemas.microsoft.com/office/drawing/2014/main" id="{B9DA0AB4-CBD2-7410-8DBF-67A853A832A0}"/>
                  </a:ext>
                </a:extLst>
              </p:cNvPr>
              <p:cNvGrpSpPr/>
              <p:nvPr/>
            </p:nvGrpSpPr>
            <p:grpSpPr>
              <a:xfrm>
                <a:off x="1810130" y="1590147"/>
                <a:ext cx="6589059" cy="2877669"/>
                <a:chOff x="977153" y="1550894"/>
                <a:chExt cx="6589059" cy="2877669"/>
              </a:xfrm>
            </p:grpSpPr>
            <p:grpSp>
              <p:nvGrpSpPr>
                <p:cNvPr id="19" name="그룹 18">
                  <a:extLst>
                    <a:ext uri="{FF2B5EF4-FFF2-40B4-BE49-F238E27FC236}">
                      <a16:creationId xmlns:a16="http://schemas.microsoft.com/office/drawing/2014/main" id="{EA88B740-21BA-B844-99DC-48BCE1574C3E}"/>
                    </a:ext>
                  </a:extLst>
                </p:cNvPr>
                <p:cNvGrpSpPr/>
                <p:nvPr/>
              </p:nvGrpSpPr>
              <p:grpSpPr>
                <a:xfrm>
                  <a:off x="977153" y="1550894"/>
                  <a:ext cx="6589059" cy="2877669"/>
                  <a:chOff x="977153" y="1550894"/>
                  <a:chExt cx="6589059" cy="2877669"/>
                </a:xfrm>
              </p:grpSpPr>
              <p:grpSp>
                <p:nvGrpSpPr>
                  <p:cNvPr id="35" name="그룹 34">
                    <a:extLst>
                      <a:ext uri="{FF2B5EF4-FFF2-40B4-BE49-F238E27FC236}">
                        <a16:creationId xmlns:a16="http://schemas.microsoft.com/office/drawing/2014/main" id="{31209406-7F18-52A9-1DA0-7A388B3EE57B}"/>
                      </a:ext>
                    </a:extLst>
                  </p:cNvPr>
                  <p:cNvGrpSpPr/>
                  <p:nvPr/>
                </p:nvGrpSpPr>
                <p:grpSpPr>
                  <a:xfrm>
                    <a:off x="977153" y="1550894"/>
                    <a:ext cx="6589059" cy="2877669"/>
                    <a:chOff x="977153" y="1550894"/>
                    <a:chExt cx="6589059" cy="2877669"/>
                  </a:xfrm>
                </p:grpSpPr>
                <p:sp>
                  <p:nvSpPr>
                    <p:cNvPr id="49" name="직사각형 48">
                      <a:extLst>
                        <a:ext uri="{FF2B5EF4-FFF2-40B4-BE49-F238E27FC236}">
                          <a16:creationId xmlns:a16="http://schemas.microsoft.com/office/drawing/2014/main" id="{D64B882F-FBC8-CC91-4B66-B22817F9A1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77153" y="1550894"/>
                      <a:ext cx="1102659" cy="2877669"/>
                    </a:xfrm>
                    <a:prstGeom prst="rect">
                      <a:avLst/>
                    </a:prstGeom>
                    <a:noFill/>
                    <a:ln w="28575">
                      <a:solidFill>
                        <a:srgbClr val="002060"/>
                      </a:solidFill>
                    </a:ln>
                  </p:spPr>
                  <p:style>
                    <a:lnRef idx="2">
                      <a:schemeClr val="accent1">
                        <a:shade val="2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50" name="직사각형 49">
                      <a:extLst>
                        <a:ext uri="{FF2B5EF4-FFF2-40B4-BE49-F238E27FC236}">
                          <a16:creationId xmlns:a16="http://schemas.microsoft.com/office/drawing/2014/main" id="{6B763A37-2992-77E9-EEAB-42E300491E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79812" y="1550895"/>
                      <a:ext cx="3393848" cy="1436984"/>
                    </a:xfrm>
                    <a:prstGeom prst="rect">
                      <a:avLst/>
                    </a:prstGeom>
                    <a:noFill/>
                    <a:ln w="28575">
                      <a:solidFill>
                        <a:srgbClr val="002060"/>
                      </a:solidFill>
                    </a:ln>
                  </p:spPr>
                  <p:style>
                    <a:lnRef idx="2">
                      <a:schemeClr val="accent1">
                        <a:shade val="2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51" name="직사각형 50">
                      <a:extLst>
                        <a:ext uri="{FF2B5EF4-FFF2-40B4-BE49-F238E27FC236}">
                          <a16:creationId xmlns:a16="http://schemas.microsoft.com/office/drawing/2014/main" id="{409AE64C-97BB-C81A-8385-0AABEEB2401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73660" y="1550895"/>
                      <a:ext cx="2092552" cy="1436986"/>
                    </a:xfrm>
                    <a:prstGeom prst="rect">
                      <a:avLst/>
                    </a:prstGeom>
                    <a:gradFill flip="none" rotWithShape="1">
                      <a:gsLst>
                        <a:gs pos="0">
                          <a:srgbClr val="FF0000">
                            <a:tint val="66000"/>
                            <a:satMod val="160000"/>
                          </a:srgbClr>
                        </a:gs>
                        <a:gs pos="50000">
                          <a:srgbClr val="FF0000">
                            <a:tint val="44500"/>
                            <a:satMod val="160000"/>
                          </a:srgbClr>
                        </a:gs>
                        <a:gs pos="100000">
                          <a:srgbClr val="FF0000">
                            <a:tint val="23500"/>
                            <a:satMod val="160000"/>
                          </a:srgbClr>
                        </a:gs>
                      </a:gsLst>
                      <a:lin ang="0" scaled="1"/>
                      <a:tileRect/>
                    </a:gradFill>
                    <a:ln w="28575">
                      <a:solidFill>
                        <a:srgbClr val="002060"/>
                      </a:solidFill>
                    </a:ln>
                  </p:spPr>
                  <p:style>
                    <a:lnRef idx="2">
                      <a:schemeClr val="accent1">
                        <a:shade val="2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52" name="직사각형 51">
                      <a:extLst>
                        <a:ext uri="{FF2B5EF4-FFF2-40B4-BE49-F238E27FC236}">
                          <a16:creationId xmlns:a16="http://schemas.microsoft.com/office/drawing/2014/main" id="{2827A1BA-A9D5-15AC-BF4F-8D0DB8C367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79812" y="2991578"/>
                      <a:ext cx="3393848" cy="1436985"/>
                    </a:xfrm>
                    <a:prstGeom prst="rect">
                      <a:avLst/>
                    </a:prstGeom>
                    <a:noFill/>
                    <a:ln w="28575">
                      <a:solidFill>
                        <a:srgbClr val="002060"/>
                      </a:solidFill>
                    </a:ln>
                  </p:spPr>
                  <p:style>
                    <a:lnRef idx="2">
                      <a:schemeClr val="accent1">
                        <a:shade val="2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53" name="직사각형 52">
                      <a:extLst>
                        <a:ext uri="{FF2B5EF4-FFF2-40B4-BE49-F238E27FC236}">
                          <a16:creationId xmlns:a16="http://schemas.microsoft.com/office/drawing/2014/main" id="{0E207B2F-362F-BB33-D6C1-B01940401E1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73660" y="2991577"/>
                      <a:ext cx="2092552" cy="1436986"/>
                    </a:xfrm>
                    <a:prstGeom prst="rect">
                      <a:avLst/>
                    </a:prstGeom>
                    <a:gradFill flip="none" rotWithShape="1">
                      <a:gsLst>
                        <a:gs pos="0">
                          <a:srgbClr val="FF0000">
                            <a:tint val="66000"/>
                            <a:satMod val="160000"/>
                          </a:srgbClr>
                        </a:gs>
                        <a:gs pos="50000">
                          <a:srgbClr val="FF0000">
                            <a:tint val="44500"/>
                            <a:satMod val="160000"/>
                          </a:srgbClr>
                        </a:gs>
                        <a:gs pos="100000">
                          <a:srgbClr val="FF0000">
                            <a:tint val="23500"/>
                            <a:satMod val="160000"/>
                          </a:srgbClr>
                        </a:gs>
                      </a:gsLst>
                      <a:lin ang="0" scaled="1"/>
                      <a:tileRect/>
                    </a:gradFill>
                    <a:ln w="28575">
                      <a:solidFill>
                        <a:srgbClr val="002060"/>
                      </a:solidFill>
                    </a:ln>
                  </p:spPr>
                  <p:style>
                    <a:lnRef idx="2">
                      <a:schemeClr val="accent1">
                        <a:shade val="2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</p:grpSp>
              <p:sp>
                <p:nvSpPr>
                  <p:cNvPr id="37" name="화살표: 왼쪽 36">
                    <a:extLst>
                      <a:ext uri="{FF2B5EF4-FFF2-40B4-BE49-F238E27FC236}">
                        <a16:creationId xmlns:a16="http://schemas.microsoft.com/office/drawing/2014/main" id="{8877BDD1-DDD0-A425-68A6-B610192C12B2}"/>
                      </a:ext>
                    </a:extLst>
                  </p:cNvPr>
                  <p:cNvSpPr/>
                  <p:nvPr/>
                </p:nvSpPr>
                <p:spPr>
                  <a:xfrm>
                    <a:off x="1725706" y="2114745"/>
                    <a:ext cx="582706" cy="143435"/>
                  </a:xfrm>
                  <a:prstGeom prst="leftArrow">
                    <a:avLst/>
                  </a:prstGeom>
                  <a:solidFill>
                    <a:srgbClr val="C0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2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38" name="화살표: 위쪽 37">
                    <a:extLst>
                      <a:ext uri="{FF2B5EF4-FFF2-40B4-BE49-F238E27FC236}">
                        <a16:creationId xmlns:a16="http://schemas.microsoft.com/office/drawing/2014/main" id="{B4998906-3B25-4E4D-C032-781F7688B60F}"/>
                      </a:ext>
                    </a:extLst>
                  </p:cNvPr>
                  <p:cNvSpPr/>
                  <p:nvPr/>
                </p:nvSpPr>
                <p:spPr>
                  <a:xfrm>
                    <a:off x="2247899" y="2736401"/>
                    <a:ext cx="145677" cy="606970"/>
                  </a:xfrm>
                  <a:prstGeom prst="upArrow">
                    <a:avLst/>
                  </a:prstGeom>
                </p:spPr>
                <p:style>
                  <a:lnRef idx="2">
                    <a:schemeClr val="accent1">
                      <a:shade val="2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40" name="화살표: 왼쪽 39">
                    <a:extLst>
                      <a:ext uri="{FF2B5EF4-FFF2-40B4-BE49-F238E27FC236}">
                        <a16:creationId xmlns:a16="http://schemas.microsoft.com/office/drawing/2014/main" id="{C914029B-E23D-E2A5-E80F-7FBD4C902609}"/>
                      </a:ext>
                    </a:extLst>
                  </p:cNvPr>
                  <p:cNvSpPr/>
                  <p:nvPr/>
                </p:nvSpPr>
                <p:spPr>
                  <a:xfrm>
                    <a:off x="1725706" y="3638352"/>
                    <a:ext cx="582706" cy="143435"/>
                  </a:xfrm>
                  <a:prstGeom prst="leftArrow">
                    <a:avLst/>
                  </a:prstGeom>
                  <a:solidFill>
                    <a:srgbClr val="FFC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2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56" name="화살표: 위쪽 55">
                    <a:extLst>
                      <a:ext uri="{FF2B5EF4-FFF2-40B4-BE49-F238E27FC236}">
                        <a16:creationId xmlns:a16="http://schemas.microsoft.com/office/drawing/2014/main" id="{EEE58EC4-31A0-03CB-E4D5-74511DFA364D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2730460" y="2736401"/>
                    <a:ext cx="145677" cy="606970"/>
                  </a:xfrm>
                  <a:prstGeom prst="upArrow">
                    <a:avLst/>
                  </a:prstGeom>
                </p:spPr>
                <p:style>
                  <a:lnRef idx="2">
                    <a:schemeClr val="accent1">
                      <a:shade val="2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E41FD84-F189-0C41-8D0A-1378966991E3}"/>
                    </a:ext>
                  </a:extLst>
                </p:cNvPr>
                <p:cNvSpPr txBox="1"/>
                <p:nvPr/>
              </p:nvSpPr>
              <p:spPr>
                <a:xfrm>
                  <a:off x="2433918" y="1832519"/>
                  <a:ext cx="2031232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20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BETOX</a:t>
                  </a:r>
                </a:p>
                <a:p>
                  <a:r>
                    <a:rPr lang="en-US" altLang="ko-KR" sz="20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Conduction Band</a:t>
                  </a:r>
                  <a:endPara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endParaRP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98C7E77-DD14-C7E9-0EE8-19482DB6AB79}"/>
                    </a:ext>
                  </a:extLst>
                </p:cNvPr>
                <p:cNvSpPr txBox="1"/>
                <p:nvPr/>
              </p:nvSpPr>
              <p:spPr>
                <a:xfrm>
                  <a:off x="5880122" y="1716033"/>
                  <a:ext cx="1494267" cy="10156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20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CTN</a:t>
                  </a:r>
                </a:p>
                <a:p>
                  <a:r>
                    <a:rPr lang="en-US" altLang="ko-KR" sz="20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Conduction Band</a:t>
                  </a:r>
                  <a:endPara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4" name="TextBox 23">
                      <a:extLst>
                        <a:ext uri="{FF2B5EF4-FFF2-40B4-BE49-F238E27FC236}">
                          <a16:creationId xmlns:a16="http://schemas.microsoft.com/office/drawing/2014/main" id="{4D973672-D028-9FA3-64FC-ADDEF54C630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889312" y="3184574"/>
                      <a:ext cx="1367285" cy="101566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ko-KR" sz="2000" dirty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Times New Roman"/>
                          <a:ea typeface="맑은 고딕"/>
                          <a:cs typeface="Times New Roman"/>
                        </a:rPr>
                        <a:t>CTN</a:t>
                      </a:r>
                    </a:p>
                    <a:p>
                      <a:r>
                        <a:rPr lang="en-US" altLang="ko-KR" sz="2000" dirty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Times New Roman"/>
                          <a:ea typeface="맑은 고딕"/>
                          <a:cs typeface="Times New Roman"/>
                        </a:rPr>
                        <a:t>Trap Site</a:t>
                      </a:r>
                    </a:p>
                    <a:p>
                      <a14:m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Δ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 =1 </m:t>
                          </m:r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𝑉</m:t>
                          </m:r>
                        </m:oMath>
                      </a14:m>
                      <a:r>
                        <a:rPr lang="ko-KR" altLang="en-US" sz="2000" dirty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Times New Roman"/>
                          <a:ea typeface="맑은 고딕"/>
                          <a:cs typeface="Times New Roman"/>
                        </a:rPr>
                        <a:t> </a:t>
                      </a:r>
                    </a:p>
                  </p:txBody>
                </p:sp>
              </mc:Choice>
              <mc:Fallback xmlns="">
                <p:sp>
                  <p:nvSpPr>
                    <p:cNvPr id="24" name="TextBox 23">
                      <a:extLst>
                        <a:ext uri="{FF2B5EF4-FFF2-40B4-BE49-F238E27FC236}">
                          <a16:creationId xmlns:a16="http://schemas.microsoft.com/office/drawing/2014/main" id="{4D973672-D028-9FA3-64FC-ADDEF54C630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889312" y="3184574"/>
                      <a:ext cx="1367285" cy="1015663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1D471BBF-5879-DFD0-55B2-B3989DFC8F99}"/>
                    </a:ext>
                  </a:extLst>
                </p:cNvPr>
                <p:cNvSpPr txBox="1"/>
                <p:nvPr/>
              </p:nvSpPr>
              <p:spPr>
                <a:xfrm>
                  <a:off x="2898762" y="3538517"/>
                  <a:ext cx="1209105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20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BETOX</a:t>
                  </a:r>
                </a:p>
                <a:p>
                  <a:r>
                    <a:rPr lang="en-US" altLang="ko-KR" sz="20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Trap Site</a:t>
                  </a:r>
                  <a:endPara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endParaRP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6BC07AB8-33A5-379F-C7D1-82B8DF166B5F}"/>
                    </a:ext>
                  </a:extLst>
                </p:cNvPr>
                <p:cNvSpPr txBox="1"/>
                <p:nvPr/>
              </p:nvSpPr>
              <p:spPr>
                <a:xfrm>
                  <a:off x="1429164" y="1885994"/>
                  <a:ext cx="68627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2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DT+TE</a:t>
                  </a:r>
                  <a:endParaRPr lang="ko-KR" altLang="en-US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endParaRP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76069121-B30A-79F4-2A7F-E3CAA36F27A6}"/>
                    </a:ext>
                  </a:extLst>
                </p:cNvPr>
                <p:cNvSpPr txBox="1"/>
                <p:nvPr/>
              </p:nvSpPr>
              <p:spPr>
                <a:xfrm>
                  <a:off x="1484066" y="3400181"/>
                  <a:ext cx="68627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2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TBT</a:t>
                  </a:r>
                  <a:endParaRPr lang="ko-KR" altLang="en-US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endParaRP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A71D165B-EC5A-70FD-C3E6-0E6259ECAE4C}"/>
                    </a:ext>
                  </a:extLst>
                </p:cNvPr>
                <p:cNvSpPr txBox="1"/>
                <p:nvPr/>
              </p:nvSpPr>
              <p:spPr>
                <a:xfrm>
                  <a:off x="2115436" y="2484995"/>
                  <a:ext cx="46661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2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PF</a:t>
                  </a:r>
                  <a:endParaRPr lang="ko-KR" altLang="en-US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endParaRPr>
                </a:p>
              </p:txBody>
            </p:sp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2115684B-7F2F-0709-6531-4B640B95A91E}"/>
                    </a:ext>
                  </a:extLst>
                </p:cNvPr>
                <p:cNvSpPr txBox="1"/>
                <p:nvPr/>
              </p:nvSpPr>
              <p:spPr>
                <a:xfrm>
                  <a:off x="2447631" y="3319356"/>
                  <a:ext cx="71133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2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Capture</a:t>
                  </a:r>
                  <a:endParaRPr lang="ko-KR" altLang="en-US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endParaRPr>
                </a:p>
              </p:txBody>
            </p:sp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8CB451E1-9417-A3FF-952B-12CF14D5D70D}"/>
                    </a:ext>
                  </a:extLst>
                </p:cNvPr>
                <p:cNvSpPr txBox="1"/>
                <p:nvPr/>
              </p:nvSpPr>
              <p:spPr>
                <a:xfrm>
                  <a:off x="977153" y="2795059"/>
                  <a:ext cx="109087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20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Channel</a:t>
                  </a:r>
                </a:p>
              </p:txBody>
            </p:sp>
          </p:grpSp>
          <p:sp>
            <p:nvSpPr>
              <p:cNvPr id="58" name="타원 57">
                <a:extLst>
                  <a:ext uri="{FF2B5EF4-FFF2-40B4-BE49-F238E27FC236}">
                    <a16:creationId xmlns:a16="http://schemas.microsoft.com/office/drawing/2014/main" id="{7C1B966F-BDBF-14B3-BA85-F754D84985ED}"/>
                  </a:ext>
                </a:extLst>
              </p:cNvPr>
              <p:cNvSpPr/>
              <p:nvPr/>
            </p:nvSpPr>
            <p:spPr>
              <a:xfrm>
                <a:off x="6642002" y="3749322"/>
                <a:ext cx="1459353" cy="597213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830B34F5-85BD-FBBC-255E-00FEA5B2C23C}"/>
                  </a:ext>
                </a:extLst>
              </p:cNvPr>
              <p:cNvSpPr txBox="1"/>
              <p:nvPr/>
            </p:nvSpPr>
            <p:spPr>
              <a:xfrm>
                <a:off x="4336291" y="4960975"/>
                <a:ext cx="387107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Field Dependency induced by CTN</a:t>
                </a:r>
                <a:endParaRPr lang="ko-KR" altLang="en-US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2451EDD-6B56-F2B5-136F-081862CB718A}"/>
                  </a:ext>
                </a:extLst>
              </p:cNvPr>
              <p:cNvSpPr txBox="1"/>
              <p:nvPr/>
            </p:nvSpPr>
            <p:spPr>
              <a:xfrm>
                <a:off x="1781197" y="4960975"/>
                <a:ext cx="21401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dirty="0" err="1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Detrap</a:t>
                </a:r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Modeling</a:t>
                </a:r>
                <a:endParaRPr lang="ko-KR" altLang="en-US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0A8FCDC4-BD7E-5491-1CEF-8F6838C70494}"/>
                      </a:ext>
                    </a:extLst>
                  </p:cNvPr>
                  <p:cNvSpPr txBox="1"/>
                  <p:nvPr/>
                </p:nvSpPr>
                <p:spPr>
                  <a:xfrm>
                    <a:off x="6630179" y="4500808"/>
                    <a:ext cx="2471330" cy="40594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≈4.3×</m:t>
                        </m:r>
                        <m:sSup>
                          <m:s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10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18</m:t>
                            </m:r>
                          </m:sup>
                        </m:sSup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𝑐</m:t>
                            </m:r>
                            <m:sSup>
                              <m:sSup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𝑚</m:t>
                                </m:r>
                              </m:e>
                              <m:sup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−3</m:t>
                                </m:r>
                              </m:sup>
                            </m:sSup>
                          </m:e>
                        </m:d>
                      </m:oMath>
                    </a14:m>
                    <a:r>
                      <a:rPr lang="ko-KR" altLang="en-US" sz="2000" dirty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Times New Roman"/>
                        <a:ea typeface="맑은 고딕"/>
                        <a:cs typeface="Times New Roman"/>
                      </a:rPr>
                      <a:t> </a:t>
                    </a:r>
                  </a:p>
                </p:txBody>
              </p:sp>
            </mc:Choice>
            <mc:Fallback xmlns=""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0A8FCDC4-BD7E-5491-1CEF-8F6838C7049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30179" y="4500808"/>
                    <a:ext cx="2471330" cy="40594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0" name="화살표: 오른쪽 9">
              <a:extLst>
                <a:ext uri="{FF2B5EF4-FFF2-40B4-BE49-F238E27FC236}">
                  <a16:creationId xmlns:a16="http://schemas.microsoft.com/office/drawing/2014/main" id="{B3F85612-185D-0BA9-1561-662C8E1F64E3}"/>
                </a:ext>
              </a:extLst>
            </p:cNvPr>
            <p:cNvSpPr/>
            <p:nvPr/>
          </p:nvSpPr>
          <p:spPr>
            <a:xfrm>
              <a:off x="4858871" y="2416672"/>
              <a:ext cx="663388" cy="365553"/>
            </a:xfrm>
            <a:prstGeom prst="rightArrow">
              <a:avLst/>
            </a:prstGeom>
            <a:solidFill>
              <a:srgbClr val="FFFF00"/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Field</a:t>
              </a:r>
              <a:endParaRPr lang="ko-KR" altLang="en-US" sz="1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화살표: 오른쪽 13">
              <a:extLst>
                <a:ext uri="{FF2B5EF4-FFF2-40B4-BE49-F238E27FC236}">
                  <a16:creationId xmlns:a16="http://schemas.microsoft.com/office/drawing/2014/main" id="{2AC8B1F5-58AC-050D-E2FF-A68AF80598A4}"/>
                </a:ext>
              </a:extLst>
            </p:cNvPr>
            <p:cNvSpPr/>
            <p:nvPr/>
          </p:nvSpPr>
          <p:spPr>
            <a:xfrm>
              <a:off x="4858871" y="3068256"/>
              <a:ext cx="663388" cy="365553"/>
            </a:xfrm>
            <a:prstGeom prst="rightArrow">
              <a:avLst/>
            </a:prstGeom>
            <a:solidFill>
              <a:srgbClr val="FFFF00"/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Field</a:t>
              </a:r>
              <a:endParaRPr lang="ko-KR" altLang="en-US" sz="1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C7E3E9C3-36B2-76E9-4A79-1CCAA9F4C69D}"/>
                </a:ext>
              </a:extLst>
            </p:cNvPr>
            <p:cNvCxnSpPr>
              <a:cxnSpLocks/>
            </p:cNvCxnSpPr>
            <p:nvPr/>
          </p:nvCxnSpPr>
          <p:spPr>
            <a:xfrm>
              <a:off x="5176378" y="3470194"/>
              <a:ext cx="0" cy="1245241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화살표 연결선 30">
              <a:extLst>
                <a:ext uri="{FF2B5EF4-FFF2-40B4-BE49-F238E27FC236}">
                  <a16:creationId xmlns:a16="http://schemas.microsoft.com/office/drawing/2014/main" id="{2A8E3C93-B7E4-E090-2D00-80164CBD8B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68401" y="4178080"/>
              <a:ext cx="342325" cy="609073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타원 28">
            <a:extLst>
              <a:ext uri="{FF2B5EF4-FFF2-40B4-BE49-F238E27FC236}">
                <a16:creationId xmlns:a16="http://schemas.microsoft.com/office/drawing/2014/main" id="{C41799CF-27D5-0410-C826-83569A900F77}"/>
              </a:ext>
            </a:extLst>
          </p:cNvPr>
          <p:cNvSpPr/>
          <p:nvPr/>
        </p:nvSpPr>
        <p:spPr>
          <a:xfrm>
            <a:off x="1302408" y="1647710"/>
            <a:ext cx="2766669" cy="2591249"/>
          </a:xfrm>
          <a:prstGeom prst="ellipse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6BED725-AF8D-AC54-6754-6E284CD3ABD5}"/>
                  </a:ext>
                </a:extLst>
              </p:cNvPr>
              <p:cNvSpPr txBox="1"/>
              <p:nvPr/>
            </p:nvSpPr>
            <p:spPr>
              <a:xfrm>
                <a:off x="1047092" y="5317985"/>
                <a:ext cx="6469992" cy="9789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𝑑𝑡</m:t>
                        </m:r>
                      </m:den>
                    </m:f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𝑐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𝑐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−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𝑃𝐹</m:t>
                            </m:r>
                          </m:sub>
                        </m:s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𝑇𝐵𝑇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𝑐</m:t>
                            </m:r>
                          </m:sub>
                        </m:sSub>
                      </m:num>
                      <m:den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𝑑𝑡</m:t>
                        </m:r>
                      </m:den>
                    </m:f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𝑃𝐹</m:t>
                        </m:r>
                      </m:sub>
                    </m:sSub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−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𝐷𝑇</m:t>
                            </m:r>
                          </m:sub>
                        </m:s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𝑇𝐸</m:t>
                            </m:r>
                          </m:sub>
                        </m:s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</m:e>
                    </m:d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6BED725-AF8D-AC54-6754-6E284CD3AB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092" y="5317985"/>
                <a:ext cx="6469992" cy="9789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4399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 bwMode="auto"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School of Electrical Engineering, Seoul National University</a:t>
            </a:r>
            <a:endParaRPr lang="en-US" altLang="ko-KR" sz="1100" b="1" kern="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3072" y="189833"/>
            <a:ext cx="8649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Field Dependency</a:t>
            </a:r>
            <a:endParaRPr lang="ko-KR" altLang="en-US" sz="3600" dirty="0">
              <a:ln>
                <a:solidFill>
                  <a:srgbClr val="00397F">
                    <a:alpha val="30000"/>
                  </a:srgbClr>
                </a:solidFill>
              </a:ln>
              <a:solidFill>
                <a:srgbClr val="00397F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 bwMode="auto"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069080" y="6496407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FFFF"/>
                </a:solidFill>
              </a:rPr>
              <a:t>4/16</a:t>
            </a:r>
            <a:endParaRPr lang="ko-KR" altLang="en-US" dirty="0">
              <a:solidFill>
                <a:srgbClr val="FFFFFF"/>
              </a:solidFill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88F96F7F-BC17-EDA3-FCCE-726C2556749C}"/>
              </a:ext>
            </a:extLst>
          </p:cNvPr>
          <p:cNvGrpSpPr/>
          <p:nvPr/>
        </p:nvGrpSpPr>
        <p:grpSpPr>
          <a:xfrm>
            <a:off x="600770" y="1041710"/>
            <a:ext cx="7698841" cy="3918509"/>
            <a:chOff x="600770" y="1041710"/>
            <a:chExt cx="7698841" cy="391850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EEE8CF4-5BE6-E9DD-F5EE-F54894823935}"/>
                    </a:ext>
                  </a:extLst>
                </p:cNvPr>
                <p:cNvSpPr txBox="1"/>
                <p:nvPr/>
              </p:nvSpPr>
              <p:spPr>
                <a:xfrm>
                  <a:off x="600770" y="1041710"/>
                  <a:ext cx="7698841" cy="391850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ko-KR" sz="1100" b="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 panose="02020603050405020304" pitchFamily="18" charset="0"/>
                      <a:ea typeface="맑은 고딕"/>
                      <a:cs typeface="Times New Roman" panose="02020603050405020304" pitchFamily="18" charset="0"/>
                    </a:rPr>
                    <a:t>Modeling description:	</a:t>
                  </a:r>
                  <a14:m>
                    <m:oMath xmlns:m="http://schemas.openxmlformats.org/officeDocument/2006/math">
                      <m:r>
                        <a:rPr lang="en-US" altLang="ko-KR" sz="1100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 </m:t>
                      </m:r>
                      <m:f>
                        <m:fPr>
                          <m:ctrlP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fPr>
                        <m:num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ko-KR" sz="11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ko-KR" sz="11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ko-KR" sz="11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𝑑𝑡</m:t>
                          </m:r>
                        </m:den>
                      </m:f>
                      <m:r>
                        <a:rPr lang="en-US" altLang="ko-KR" sz="11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=</m:t>
                      </m:r>
                      <m:sSub>
                        <m:sSubPr>
                          <m:ctrlP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𝑐</m:t>
                          </m:r>
                        </m:e>
                        <m:sub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𝑛</m:t>
                          </m:r>
                        </m:e>
                        <m:sub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𝑐</m:t>
                          </m:r>
                        </m:sub>
                      </m:sSub>
                      <m:r>
                        <a:rPr lang="en-US" altLang="ko-KR" sz="11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 −</m:t>
                      </m:r>
                      <m:d>
                        <m:dPr>
                          <m:ctrlP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1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ko-KR" sz="11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ko-KR" sz="11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𝑇𝐵𝑇</m:t>
                              </m:r>
                            </m:sub>
                          </m:sSub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11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ko-KR" sz="11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ko-KR" sz="11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𝑃𝐹</m:t>
                              </m:r>
                            </m:sub>
                          </m:sSub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 </m:t>
                          </m:r>
                        </m:e>
                      </m:d>
                      <m:sSub>
                        <m:sSubPr>
                          <m:ctrlP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𝑛</m:t>
                          </m:r>
                        </m:e>
                        <m:sub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𝑡</m:t>
                          </m:r>
                        </m:sub>
                      </m:sSub>
                      <m:r>
                        <a:rPr lang="en-US" altLang="ko-KR" sz="11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 </m:t>
                      </m:r>
                    </m:oMath>
                  </a14:m>
                  <a:r>
                    <a:rPr lang="en-US" altLang="ko-KR" sz="1100" b="0" i="1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Cambria Math" panose="02040503050406030204" pitchFamily="18" charset="0"/>
                      <a:ea typeface="맑은 고딕"/>
                      <a:cs typeface="Times New Roman"/>
                    </a:rPr>
                    <a:t> </a:t>
                  </a:r>
                </a:p>
                <a:p>
                  <a:r>
                    <a:rPr lang="en-US" altLang="ko-KR" sz="1100" b="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ea typeface="맑은 고딕"/>
                      <a:cs typeface="Times New Roman"/>
                    </a:rPr>
                    <a:t>		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fPr>
                        <m:num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ko-KR" sz="11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ko-KR" sz="11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ko-KR" sz="11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𝑑𝑡</m:t>
                          </m:r>
                        </m:den>
                      </m:f>
                      <m:r>
                        <a:rPr lang="en-US" altLang="ko-KR" sz="11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=</m:t>
                      </m:r>
                      <m:sSub>
                        <m:sSubPr>
                          <m:ctrlP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𝑒</m:t>
                          </m:r>
                        </m:e>
                        <m:sub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𝑃𝐹</m:t>
                          </m:r>
                        </m:sub>
                      </m:sSub>
                      <m:sSub>
                        <m:sSubPr>
                          <m:ctrlP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𝑛</m:t>
                          </m:r>
                        </m:e>
                        <m:sub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𝑡</m:t>
                          </m:r>
                        </m:sub>
                      </m:sSub>
                      <m:r>
                        <a:rPr lang="en-US" altLang="ko-KR" sz="11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 −</m:t>
                      </m:r>
                      <m:d>
                        <m:dPr>
                          <m:ctrlP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1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ko-KR" sz="11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ko-KR" sz="11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𝐷𝑇</m:t>
                              </m:r>
                            </m:sub>
                          </m:sSub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11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ko-KR" sz="11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ko-KR" sz="11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𝑇𝐸</m:t>
                              </m:r>
                            </m:sub>
                          </m:sSub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11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ko-KR" sz="11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ko-KR" sz="11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𝑛</m:t>
                          </m:r>
                        </m:e>
                        <m:sub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𝑐</m:t>
                          </m:r>
                        </m:sub>
                      </m:sSub>
                      <m:r>
                        <a:rPr lang="en-US" altLang="ko-KR" sz="11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 </m:t>
                      </m:r>
                    </m:oMath>
                  </a14:m>
                  <a:r>
                    <a:rPr lang="en-US" altLang="ko-KR" sz="1100" b="0" i="1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Cambria Math" panose="02040503050406030204" pitchFamily="18" charset="0"/>
                      <a:ea typeface="맑은 고딕"/>
                      <a:cs typeface="Times New Roman"/>
                    </a:rPr>
                    <a:t> </a:t>
                  </a:r>
                  <a:endParaRPr lang="en-US" altLang="ko-KR" sz="1100" i="1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Cambria Math" panose="02040503050406030204" pitchFamily="18" charset="0"/>
                    <a:ea typeface="맑은 고딕"/>
                    <a:cs typeface="Times New Roman"/>
                  </a:endParaRPr>
                </a:p>
                <a:p>
                  <a:r>
                    <a:rPr lang="en-US" altLang="ko-KR" sz="1800" b="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 panose="02020603050405020304" pitchFamily="18" charset="0"/>
                      <a:ea typeface="맑은 고딕"/>
                      <a:cs typeface="Times New Roman" panose="02020603050405020304" pitchFamily="18" charset="0"/>
                    </a:rPr>
                    <a:t>Coefficients: </a:t>
                  </a:r>
                </a:p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8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8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𝑒</m:t>
                          </m:r>
                        </m:e>
                        <m:sub>
                          <m:r>
                            <a:rPr lang="en-US" altLang="ko-KR" sz="18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𝑃𝐹</m:t>
                          </m:r>
                        </m:sub>
                      </m:sSub>
                      <m:r>
                        <a:rPr lang="en-US" altLang="ko-KR" sz="18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=2</m:t>
                      </m:r>
                      <m:sSub>
                        <m:sSubPr>
                          <m:ctrlPr>
                            <a:rPr lang="en-US" altLang="ko-KR" sz="18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8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𝜎</m:t>
                          </m:r>
                        </m:e>
                        <m:sub>
                          <m:r>
                            <a:rPr lang="en-US" altLang="ko-KR" sz="18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𝑛</m:t>
                          </m:r>
                        </m:sub>
                      </m:sSub>
                      <m:r>
                        <a:rPr lang="en-US" altLang="ko-KR" sz="18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 </m:t>
                      </m:r>
                      <m:rad>
                        <m:radPr>
                          <m:degHide m:val="on"/>
                          <m:ctrlPr>
                            <a:rPr lang="en-US" altLang="ko-KR" sz="18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ko-KR" sz="18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fPr>
                            <m:num>
                              <m:r>
                                <a:rPr lang="en-US" altLang="ko-KR" sz="18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en-US" altLang="ko-KR" sz="18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altLang="ko-KR" sz="18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𝐵</m:t>
                                  </m:r>
                                </m:sub>
                              </m:sSub>
                              <m:r>
                                <a:rPr lang="en-US" altLang="ko-KR" sz="18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𝑇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ko-KR" sz="18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ko-KR" sz="18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  <m:r>
                        <a:rPr lang="en-US" altLang="ko-KR" sz="18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 </m:t>
                      </m:r>
                      <m:sSup>
                        <m:sSupPr>
                          <m:ctrlPr>
                            <a:rPr lang="en-US" altLang="ko-KR" sz="18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18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ko-KR" sz="18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18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2</m:t>
                                  </m:r>
                                  <m:r>
                                    <a:rPr lang="en-US" altLang="ko-KR" sz="18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𝜋</m:t>
                                  </m:r>
                                  <m:sSub>
                                    <m:sSubPr>
                                      <m:ctrlPr>
                                        <a:rPr lang="en-US" altLang="ko-KR" sz="18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ko-KR" sz="18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ko-KR" sz="18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altLang="ko-KR" sz="18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𝐵</m:t>
                                      </m:r>
                                    </m:sub>
                                  </m:sSub>
                                  <m:r>
                                    <a:rPr lang="en-US" altLang="ko-KR" sz="18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𝑇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altLang="ko-KR" sz="18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h</m:t>
                                      </m:r>
                                    </m:e>
                                    <m:sup>
                                      <m:r>
                                        <a:rPr lang="en-US" altLang="ko-KR" sz="18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altLang="ko-KR" sz="18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fPr>
                            <m:num>
                              <m:r>
                                <a:rPr lang="en-US" altLang="ko-KR" sz="18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US" altLang="ko-KR" sz="18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func>
                        <m:funcPr>
                          <m:ctrlPr>
                            <a:rPr lang="en-US" altLang="ko-KR" sz="18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8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sz="18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ko-KR" sz="18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18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ko-KR" sz="18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altLang="ko-KR" sz="18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altLang="ko-KR" sz="18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ko-KR" sz="18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altLang="ko-KR" sz="18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ad>
                                    <m:radPr>
                                      <m:degHide m:val="on"/>
                                      <m:ctrlPr>
                                        <a:rPr lang="en-US" altLang="ko-KR" sz="18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b>
                                        <m:sSubPr>
                                          <m:ctrlPr>
                                            <a:rPr lang="en-US" altLang="ko-KR" sz="1800" b="0" i="1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800" b="0" i="1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𝐹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800" b="0" i="1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ra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ko-KR" sz="18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altLang="ko-KR" sz="18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𝐵</m:t>
                                      </m:r>
                                    </m:sub>
                                  </m:sSub>
                                  <m:r>
                                    <a:rPr lang="en-US" altLang="ko-KR" sz="18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altLang="ko-KR" sz="18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    ⇒</m:t>
                      </m:r>
                    </m:oMath>
                  </a14:m>
                  <a:r>
                    <a:rPr lang="en-US" altLang="ko-KR" sz="18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 Every constants are given</a:t>
                  </a:r>
                </a:p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8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8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𝑒</m:t>
                          </m:r>
                        </m:e>
                        <m:sub>
                          <m:r>
                            <a:rPr lang="en-US" altLang="ko-KR" sz="18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𝐷𝑇</m:t>
                          </m:r>
                        </m:sub>
                      </m:sSub>
                      <m:r>
                        <a:rPr lang="en-US" altLang="ko-KR" sz="18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=</m:t>
                      </m:r>
                      <m:sSub>
                        <m:sSubPr>
                          <m:ctrlPr>
                            <a:rPr lang="en-US" altLang="ko-KR" sz="18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8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𝜈</m:t>
                          </m:r>
                        </m:e>
                        <m:sub>
                          <m:r>
                            <a:rPr lang="en-US" altLang="ko-KR" sz="18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𝐷𝑇</m:t>
                          </m:r>
                        </m:sub>
                      </m:sSub>
                      <m:func>
                        <m:funcPr>
                          <m:ctrlPr>
                            <a:rPr lang="en-US" altLang="ko-KR" sz="18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8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sz="18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dPr>
                            <m:e>
                              <m:r>
                                <a:rPr lang="en-US" altLang="ko-KR" sz="18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sz="18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ko-KR" sz="18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𝑜𝑥</m:t>
                                  </m:r>
                                  <m:r>
                                    <a:rPr lang="en-US" altLang="ko-KR" sz="18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,</m:t>
                                  </m:r>
                                  <m:r>
                                    <a:rPr lang="en-US" altLang="ko-KR" sz="18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𝐶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ko-KR" sz="18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ko-KR" sz="18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𝑂</m:t>
                                  </m:r>
                                  <m:r>
                                    <a:rPr lang="en-US" altLang="ko-KR" sz="18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altLang="ko-KR" sz="18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 </m:t>
                      </m:r>
                      <m:d>
                        <m:dPr>
                          <m:ctrlPr>
                            <a:rPr lang="en-US" altLang="ko-KR" sz="18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𝑜𝑥</m:t>
                              </m:r>
                              <m:r>
                                <a:rPr lang="en-US" altLang="ko-KR" sz="18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,</m:t>
                              </m:r>
                              <m:r>
                                <a:rPr lang="en-US" altLang="ko-KR" sz="18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𝐶</m:t>
                              </m:r>
                            </m:sub>
                          </m:sSub>
                          <m:r>
                            <a:rPr lang="en-US" altLang="ko-KR" sz="18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=</m:t>
                          </m:r>
                          <m:sSubSup>
                            <m:sSubSupPr>
                              <m:ctrlPr>
                                <a:rPr lang="en-US" altLang="ko-KR" sz="18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bSupPr>
                            <m:e>
                              <m:r>
                                <a:rPr lang="en-US" altLang="ko-KR" sz="18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𝐷𝑇</m:t>
                              </m:r>
                            </m:sub>
                            <m:sup>
                              <m:r>
                                <a:rPr lang="en-US" altLang="ko-KR" sz="18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′</m:t>
                              </m:r>
                            </m:sup>
                          </m:sSubSup>
                          <m:f>
                            <m:fPr>
                              <m:ctrlPr>
                                <a:rPr lang="en-US" altLang="ko-KR" sz="1800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fPr>
                            <m:num>
                              <m:r>
                                <a:rPr lang="en-US" altLang="ko-KR" sz="1800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4 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ko-KR" sz="1800" i="1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ko-KR" sz="1800" i="1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US" altLang="ko-KR" sz="1800" i="1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0" i="1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ko-KR" sz="1800" i="1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𝑜𝑥</m:t>
                                      </m:r>
                                    </m:sub>
                                  </m:sSub>
                                </m:e>
                              </m:rad>
                            </m:num>
                            <m:den>
                              <m:r>
                                <a:rPr lang="en-US" altLang="ko-KR" sz="1800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3 ℏ</m:t>
                              </m:r>
                              <m:r>
                                <a:rPr lang="en-US" altLang="ko-KR" sz="1800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𝑞</m:t>
                              </m:r>
                            </m:den>
                          </m:f>
                          <m:r>
                            <a:rPr lang="en-US" altLang="ko-KR" sz="1800" i="1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altLang="ko-KR" sz="1800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1800" i="1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sz="180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Δ</m:t>
                                  </m:r>
                                  <m:sSub>
                                    <m:sSubPr>
                                      <m:ctrlPr>
                                        <a:rPr lang="en-US" altLang="ko-KR" sz="1800" i="1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0" i="1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altLang="ko-KR" sz="1800" i="1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𝐶</m:t>
                                      </m:r>
                                    </m:sub>
                                  </m:sSub>
                                  <m:r>
                                    <a:rPr lang="en-US" altLang="ko-KR" sz="1800" i="1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ko-KR" sz="1800" i="1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0" i="1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altLang="ko-KR" sz="1800" i="1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𝑜𝑥</m:t>
                                      </m:r>
                                    </m:sub>
                                  </m:sSub>
                                  <m:rad>
                                    <m:radPr>
                                      <m:degHide m:val="on"/>
                                      <m:ctrlPr>
                                        <a:rPr lang="en-US" altLang="ko-KR" sz="1800" i="1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b>
                                        <m:sSubPr>
                                          <m:ctrlPr>
                                            <a:rPr lang="en-US" altLang="ko-KR" sz="1800" i="1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800" i="1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𝐹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800" i="1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𝑜𝑥</m:t>
                                          </m:r>
                                        </m:sub>
                                      </m:sSub>
                                    </m:e>
                                  </m:rad>
                                </m:e>
                              </m:d>
                            </m:e>
                            <m:sup>
                              <m:f>
                                <m:fPr>
                                  <m:ctrlPr>
                                    <a:rPr lang="en-US" altLang="ko-KR" sz="1800" i="1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1800" i="1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altLang="ko-KR" sz="1800" i="1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</m:e>
                      </m:d>
                    </m:oMath>
                  </a14:m>
                  <a:r>
                    <a:rPr lang="en-US" altLang="ko-KR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  <a:endParaRPr lang="en-US" altLang="ko-KR" sz="1800" b="0" i="1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Cambria Math" panose="02040503050406030204" pitchFamily="18" charset="0"/>
                    <a:ea typeface="맑은 고딕"/>
                    <a:cs typeface="Times New Roman"/>
                  </a:endParaRPr>
                </a:p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8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8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𝑒</m:t>
                          </m:r>
                        </m:e>
                        <m:sub>
                          <m:r>
                            <a:rPr lang="en-US" altLang="ko-KR" sz="18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𝑇𝐵𝑇</m:t>
                          </m:r>
                        </m:sub>
                      </m:sSub>
                      <m:r>
                        <a:rPr lang="en-US" altLang="ko-KR" sz="18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 =</m:t>
                      </m:r>
                      <m:sSub>
                        <m:sSubPr>
                          <m:ctrlPr>
                            <a:rPr lang="en-US" altLang="ko-KR" sz="18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8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𝜈</m:t>
                          </m:r>
                        </m:e>
                        <m:sub>
                          <m:r>
                            <a:rPr lang="en-US" altLang="ko-KR" sz="18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𝑇𝐵𝑇</m:t>
                          </m:r>
                        </m:sub>
                      </m:sSub>
                      <m:func>
                        <m:funcPr>
                          <m:ctrlPr>
                            <a:rPr lang="en-US" altLang="ko-KR" sz="18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8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sz="18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dPr>
                            <m:e>
                              <m:r>
                                <a:rPr lang="en-US" altLang="ko-KR" sz="18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sz="18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ko-KR" sz="18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𝑜𝑥</m:t>
                                  </m:r>
                                  <m:r>
                                    <a:rPr lang="en-US" altLang="ko-KR" sz="18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,</m:t>
                                  </m:r>
                                  <m:r>
                                    <a:rPr lang="en-US" altLang="ko-KR" sz="18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𝑇</m:t>
                                  </m:r>
                                </m:sub>
                              </m:sSub>
                              <m:r>
                                <a:rPr lang="en-US" altLang="ko-KR" sz="18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ko-KR" sz="18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ko-KR" sz="18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𝑂</m:t>
                                  </m:r>
                                  <m:r>
                                    <a:rPr lang="en-US" altLang="ko-KR" sz="18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altLang="ko-KR" sz="18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∙</m:t>
                      </m:r>
                      <m:f>
                        <m:fPr>
                          <m:ctrlPr>
                            <a:rPr lang="en-US" altLang="ko-KR" sz="18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fPr>
                        <m:num>
                          <m:r>
                            <a:rPr lang="en-US" altLang="ko-KR" sz="18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1−</m:t>
                          </m:r>
                          <m:func>
                            <m:funcPr>
                              <m:ctrlPr>
                                <a:rPr lang="en-US" altLang="ko-KR" sz="18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800" b="0" i="0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ko-KR" sz="18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8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ko-KR" sz="18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altLang="ko-KR" sz="18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𝑛</m:t>
                                      </m:r>
                                      <m:r>
                                        <a:rPr lang="en-US" altLang="ko-KR" sz="18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,</m:t>
                                      </m:r>
                                      <m:r>
                                        <a:rPr lang="en-US" altLang="ko-KR" sz="18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𝑇</m:t>
                                      </m:r>
                                    </m:sub>
                                  </m:sSub>
                                  <m:r>
                                    <a:rPr lang="en-US" altLang="ko-KR" sz="18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altLang="ko-KR" sz="18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8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altLang="ko-KR" sz="18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𝑁</m:t>
                                      </m:r>
                                      <m:r>
                                        <a:rPr lang="en-US" altLang="ko-KR" sz="18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num>
                        <m:den>
                          <m:sSub>
                            <m:sSubPr>
                              <m:ctrlPr>
                                <a:rPr lang="en-US" altLang="ko-KR" sz="18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𝑛</m:t>
                              </m:r>
                              <m:r>
                                <a:rPr lang="en-US" altLang="ko-KR" sz="18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,</m:t>
                              </m:r>
                              <m:r>
                                <a:rPr lang="en-US" altLang="ko-KR" sz="18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𝑇</m:t>
                              </m:r>
                            </m:sub>
                          </m:sSub>
                          <m:r>
                            <a:rPr lang="en-US" altLang="ko-KR" sz="18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ko-KR" sz="18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𝑁</m:t>
                              </m:r>
                              <m:r>
                                <a:rPr lang="en-US" altLang="ko-KR" sz="18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a14:m>
                  <a:r>
                    <a:rPr lang="en-US" altLang="ko-KR" sz="18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</a:p>
                <a:p>
                  <a:r>
                    <a:rPr lang="en-US" altLang="ko-KR" sz="1600" b="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ea typeface="맑은 고딕"/>
                      <a:cs typeface="Times New Roman"/>
                    </a:rPr>
                    <a:t>	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en-US" altLang="ko-KR" sz="12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ko-KR" sz="12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ko-KR" sz="12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ko-KR" sz="12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𝑜𝑥</m:t>
                              </m:r>
                              <m:r>
                                <a:rPr lang="en-US" altLang="ko-KR" sz="12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,</m:t>
                              </m:r>
                              <m:r>
                                <a:rPr lang="en-US" altLang="ko-KR" sz="12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𝑇</m:t>
                              </m:r>
                            </m:sub>
                          </m:sSub>
                          <m:r>
                            <a:rPr lang="en-US" altLang="ko-KR" sz="12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ko-KR" sz="12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fPr>
                            <m:num>
                              <m:r>
                                <a:rPr lang="en-US" altLang="ko-KR" sz="12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4 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ko-KR" sz="12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ko-KR" sz="12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US" altLang="ko-KR" sz="12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2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ko-KR" sz="12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𝑜𝑥</m:t>
                                      </m:r>
                                    </m:sub>
                                  </m:sSub>
                                </m:e>
                              </m:rad>
                            </m:num>
                            <m:den>
                              <m:r>
                                <a:rPr lang="en-US" altLang="ko-KR" sz="12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3 ℏ</m:t>
                              </m:r>
                              <m:r>
                                <a:rPr lang="en-US" altLang="ko-KR" sz="12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𝑞</m:t>
                              </m:r>
                            </m:den>
                          </m:f>
                          <m:r>
                            <a:rPr lang="en-US" altLang="ko-KR" sz="12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altLang="ko-KR" sz="12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12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12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2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altLang="ko-KR" sz="12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altLang="ko-KR" sz="12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ko-KR" sz="1200" b="0" i="0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Δ</m:t>
                                  </m:r>
                                  <m:sSub>
                                    <m:sSubPr>
                                      <m:ctrlPr>
                                        <a:rPr lang="en-US" altLang="ko-KR" sz="12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2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altLang="ko-KR" sz="12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𝐶</m:t>
                                      </m:r>
                                    </m:sub>
                                  </m:sSub>
                                  <m:r>
                                    <a:rPr lang="en-US" altLang="ko-KR" sz="12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ko-KR" sz="12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2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altLang="ko-KR" sz="12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𝑜𝑥</m:t>
                                      </m:r>
                                    </m:sub>
                                  </m:sSub>
                                  <m:rad>
                                    <m:radPr>
                                      <m:degHide m:val="on"/>
                                      <m:ctrlPr>
                                        <a:rPr lang="en-US" altLang="ko-KR" sz="12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b>
                                        <m:sSubPr>
                                          <m:ctrlPr>
                                            <a:rPr lang="en-US" altLang="ko-KR" sz="1200" b="0" i="1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200" b="0" i="1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𝐹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200" b="0" i="1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𝑜𝑥</m:t>
                                          </m:r>
                                        </m:sub>
                                      </m:sSub>
                                    </m:e>
                                  </m:rad>
                                </m:e>
                              </m:d>
                            </m:e>
                            <m:sup>
                              <m:f>
                                <m:fPr>
                                  <m:ctrlPr>
                                    <a:rPr lang="en-US" altLang="ko-KR" sz="12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12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altLang="ko-KR" sz="12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  <m:sSubSup>
                            <m:sSubSupPr>
                              <m:ctrlPr>
                                <a:rPr lang="en-US" altLang="ko-KR" sz="12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bSupPr>
                            <m:e>
                              <m:r>
                                <a:rPr lang="en-US" altLang="ko-KR" sz="12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ko-KR" sz="12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𝑇𝐵𝑇</m:t>
                              </m:r>
                            </m:sub>
                            <m:sup>
                              <m:r>
                                <a:rPr lang="en-US" altLang="ko-KR" sz="12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altLang="ko-KR" sz="12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 ,    </m:t>
                          </m:r>
                          <m:sSub>
                            <m:sSubPr>
                              <m:ctrlPr>
                                <a:rPr lang="en-US" altLang="ko-KR" sz="12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ko-KR" sz="12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 </m:t>
                              </m:r>
                              <m:r>
                                <a:rPr lang="en-US" altLang="ko-KR" sz="12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ko-KR" sz="12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𝑛</m:t>
                              </m:r>
                              <m:r>
                                <a:rPr lang="en-US" altLang="ko-KR" sz="12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,</m:t>
                              </m:r>
                              <m:r>
                                <a:rPr lang="en-US" altLang="ko-KR" sz="12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𝑇</m:t>
                              </m:r>
                              <m:r>
                                <a:rPr lang="en-US" altLang="ko-KR" sz="12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 </m:t>
                              </m:r>
                            </m:sub>
                          </m:sSub>
                          <m:r>
                            <a:rPr lang="en-US" altLang="ko-KR" sz="12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ko-KR" sz="12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fPr>
                            <m:num>
                              <m:r>
                                <a:rPr lang="en-US" altLang="ko-KR" sz="12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2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altLang="ko-KR" sz="12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ko-KR" sz="12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US" altLang="ko-KR" sz="12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2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ko-KR" sz="12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ko-KR" sz="12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2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altLang="ko-KR" sz="12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rad>
                            </m:num>
                            <m:den>
                              <m:r>
                                <a:rPr lang="en-US" altLang="ko-KR" sz="12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ℏ</m:t>
                              </m:r>
                            </m:den>
                          </m:f>
                          <m:r>
                            <a:rPr lang="en-US" altLang="ko-KR" sz="12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 </m:t>
                          </m:r>
                        </m:e>
                      </m:d>
                    </m:oMath>
                  </a14:m>
                  <a:endParaRPr lang="en-US" altLang="ko-KR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endParaRPr>
                </a:p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𝑒</m:t>
                          </m:r>
                        </m:e>
                        <m:sub>
                          <m:r>
                            <a:rPr lang="en-US" altLang="ko-KR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𝑇𝐸</m:t>
                          </m:r>
                        </m:sub>
                      </m:sSub>
                      <m:r>
                        <a:rPr lang="en-US" altLang="ko-KR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=</m:t>
                      </m:r>
                      <m:sSub>
                        <m:sSubPr>
                          <m:ctrlPr>
                            <a:rPr lang="en-US" altLang="ko-KR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𝜈</m:t>
                          </m:r>
                        </m:e>
                        <m:sub>
                          <m:r>
                            <a:rPr lang="en-US" altLang="ko-KR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𝑇𝐸</m:t>
                          </m:r>
                        </m:sub>
                      </m:sSub>
                      <m:func>
                        <m:funcPr>
                          <m:ctrlPr>
                            <a:rPr lang="en-US" altLang="ko-KR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ko-KR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ko-KR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b="0" i="0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Δ</m:t>
                                      </m:r>
                                      <m:r>
                                        <a:rPr lang="en-US" altLang="ko-KR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altLang="ko-KR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𝐶</m:t>
                                      </m:r>
                                    </m:sub>
                                  </m:sSub>
                                  <m:r>
                                    <a:rPr lang="en-US" altLang="ko-KR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ko-KR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altLang="ko-KR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𝑜𝑥</m:t>
                                      </m:r>
                                    </m:sub>
                                  </m:sSub>
                                  <m:rad>
                                    <m:radPr>
                                      <m:degHide m:val="on"/>
                                      <m:ctrlPr>
                                        <a:rPr lang="en-US" altLang="ko-KR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b>
                                        <m:sSubPr>
                                          <m:ctrlPr>
                                            <a:rPr lang="en-US" altLang="ko-KR" b="0" i="1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b="0" i="1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𝐹</m:t>
                                          </m:r>
                                        </m:e>
                                        <m:sub>
                                          <m:r>
                                            <a:rPr lang="en-US" altLang="ko-KR" b="0" i="1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𝑜𝑥</m:t>
                                          </m:r>
                                        </m:sub>
                                      </m:sSub>
                                    </m:e>
                                  </m:ra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ko-KR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altLang="ko-KR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𝐵</m:t>
                                      </m:r>
                                    </m:sub>
                                  </m:sSub>
                                  <m:r>
                                    <a:rPr lang="en-US" altLang="ko-KR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𝑇</m:t>
                                  </m:r>
                                </m:den>
                              </m:f>
                              <m:r>
                                <a:rPr lang="en-US" altLang="ko-KR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 </m:t>
                              </m:r>
                            </m:e>
                          </m:d>
                        </m:e>
                      </m:func>
                      <m:r>
                        <a:rPr lang="en-US" altLang="ko-KR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 </m:t>
                      </m:r>
                    </m:oMath>
                  </a14:m>
                  <a:r>
                    <a:rPr lang="en-US" altLang="ko-KR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</a:p>
                <a:p>
                  <a:endParaRPr lang="en-US" altLang="ko-KR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endParaRPr>
                </a:p>
              </p:txBody>
            </p:sp>
          </mc:Choice>
          <mc:Fallback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EEE8CF4-5BE6-E9DD-F5EE-F548948239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770" y="1041710"/>
                  <a:ext cx="7698841" cy="391850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6B1E3A14-6FA2-727A-F2AF-7D3C473BAC47}"/>
                </a:ext>
              </a:extLst>
            </p:cNvPr>
            <p:cNvSpPr/>
            <p:nvPr/>
          </p:nvSpPr>
          <p:spPr>
            <a:xfrm>
              <a:off x="4069080" y="1879310"/>
              <a:ext cx="933226" cy="35858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8B724531-8505-EF24-013A-CB5FC2C1B592}"/>
                </a:ext>
              </a:extLst>
            </p:cNvPr>
            <p:cNvSpPr/>
            <p:nvPr/>
          </p:nvSpPr>
          <p:spPr>
            <a:xfrm>
              <a:off x="5548256" y="2497875"/>
              <a:ext cx="1515932" cy="6096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F3A6E4CD-1E05-A771-9C87-141ABD3E6109}"/>
                </a:ext>
              </a:extLst>
            </p:cNvPr>
            <p:cNvSpPr/>
            <p:nvPr/>
          </p:nvSpPr>
          <p:spPr>
            <a:xfrm>
              <a:off x="2205317" y="3992496"/>
              <a:ext cx="1138518" cy="24271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1FFAA050-54C4-AD64-4D0E-1CD937D94E12}"/>
                </a:ext>
              </a:extLst>
            </p:cNvPr>
            <p:cNvSpPr/>
            <p:nvPr/>
          </p:nvSpPr>
          <p:spPr>
            <a:xfrm>
              <a:off x="2788022" y="3661482"/>
              <a:ext cx="1398495" cy="24271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87B30B8-C992-3CA2-7C9F-4E00164E9A35}"/>
              </a:ext>
            </a:extLst>
          </p:cNvPr>
          <p:cNvSpPr/>
          <p:nvPr/>
        </p:nvSpPr>
        <p:spPr>
          <a:xfrm>
            <a:off x="567438" y="5118257"/>
            <a:ext cx="661586" cy="3902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38C695-77DB-AFA8-9CDF-1B21872B6744}"/>
              </a:ext>
            </a:extLst>
          </p:cNvPr>
          <p:cNvSpPr txBox="1"/>
          <p:nvPr/>
        </p:nvSpPr>
        <p:spPr>
          <a:xfrm>
            <a:off x="1371600" y="5118257"/>
            <a:ext cx="43973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 Barrier lowering with field dependency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25380692-27C4-02AF-1CE4-2EE5636905FD}"/>
              </a:ext>
            </a:extLst>
          </p:cNvPr>
          <p:cNvGrpSpPr/>
          <p:nvPr/>
        </p:nvGrpSpPr>
        <p:grpSpPr>
          <a:xfrm>
            <a:off x="6777990" y="3340515"/>
            <a:ext cx="1765240" cy="3025857"/>
            <a:chOff x="6777990" y="3340515"/>
            <a:chExt cx="1765240" cy="3025857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EB7A8A3A-7E3A-1D27-6F4A-7261FAF892F1}"/>
                </a:ext>
              </a:extLst>
            </p:cNvPr>
            <p:cNvGrpSpPr/>
            <p:nvPr/>
          </p:nvGrpSpPr>
          <p:grpSpPr>
            <a:xfrm>
              <a:off x="6815062" y="3340515"/>
              <a:ext cx="1728168" cy="3025857"/>
              <a:chOff x="6624918" y="4715435"/>
              <a:chExt cx="911368" cy="1595718"/>
            </a:xfrm>
          </p:grpSpPr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845FF4F3-883E-6790-A38E-66AA0456913D}"/>
                  </a:ext>
                </a:extLst>
              </p:cNvPr>
              <p:cNvSpPr/>
              <p:nvPr/>
            </p:nvSpPr>
            <p:spPr>
              <a:xfrm>
                <a:off x="6624918" y="4715435"/>
                <a:ext cx="116541" cy="1595718"/>
              </a:xfrm>
              <a:prstGeom prst="rect">
                <a:avLst/>
              </a:prstGeom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C0BF2DFE-8D44-BC0B-AFAC-7F76740F39E7}"/>
                  </a:ext>
                </a:extLst>
              </p:cNvPr>
              <p:cNvSpPr/>
              <p:nvPr/>
            </p:nvSpPr>
            <p:spPr>
              <a:xfrm>
                <a:off x="6741459" y="4715435"/>
                <a:ext cx="116541" cy="1595718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F5FA0E57-5F21-D7CF-990F-CC1EFA5C2082}"/>
                  </a:ext>
                </a:extLst>
              </p:cNvPr>
              <p:cNvSpPr/>
              <p:nvPr/>
            </p:nvSpPr>
            <p:spPr>
              <a:xfrm>
                <a:off x="6853517" y="4715435"/>
                <a:ext cx="116541" cy="1595718"/>
              </a:xfrm>
              <a:prstGeom prst="rect">
                <a:avLst/>
              </a:prstGeom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B58C91B7-1AC8-2F67-C38E-E8A756FF5FF4}"/>
                  </a:ext>
                </a:extLst>
              </p:cNvPr>
              <p:cNvSpPr/>
              <p:nvPr/>
            </p:nvSpPr>
            <p:spPr>
              <a:xfrm>
                <a:off x="6970058" y="4715435"/>
                <a:ext cx="283114" cy="1595718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438540AF-2459-2892-B9D3-931322C2CE24}"/>
                  </a:ext>
                </a:extLst>
              </p:cNvPr>
              <p:cNvSpPr/>
              <p:nvPr/>
            </p:nvSpPr>
            <p:spPr>
              <a:xfrm>
                <a:off x="7253172" y="4715435"/>
                <a:ext cx="283114" cy="1595718"/>
              </a:xfrm>
              <a:prstGeom prst="rect">
                <a:avLst/>
              </a:prstGeom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27" name="그림 26">
                <a:extLst>
                  <a:ext uri="{FF2B5EF4-FFF2-40B4-BE49-F238E27FC236}">
                    <a16:creationId xmlns:a16="http://schemas.microsoft.com/office/drawing/2014/main" id="{3A933E01-6732-5576-E23F-344E34AFDC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24573" y="4812631"/>
                <a:ext cx="159238" cy="220070"/>
              </a:xfrm>
              <a:prstGeom prst="rect">
                <a:avLst/>
              </a:prstGeom>
            </p:spPr>
          </p:pic>
          <p:pic>
            <p:nvPicPr>
              <p:cNvPr id="28" name="그림 27">
                <a:extLst>
                  <a:ext uri="{FF2B5EF4-FFF2-40B4-BE49-F238E27FC236}">
                    <a16:creationId xmlns:a16="http://schemas.microsoft.com/office/drawing/2014/main" id="{A9371289-FF14-5AD2-0155-F130C9C739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24573" y="5017829"/>
                <a:ext cx="159238" cy="220070"/>
              </a:xfrm>
              <a:prstGeom prst="rect">
                <a:avLst/>
              </a:prstGeom>
            </p:spPr>
          </p:pic>
          <p:pic>
            <p:nvPicPr>
              <p:cNvPr id="29" name="그림 28">
                <a:extLst>
                  <a:ext uri="{FF2B5EF4-FFF2-40B4-BE49-F238E27FC236}">
                    <a16:creationId xmlns:a16="http://schemas.microsoft.com/office/drawing/2014/main" id="{CF365555-3A97-C2F5-B1B5-A69B67A0D6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24573" y="5235871"/>
                <a:ext cx="159238" cy="220070"/>
              </a:xfrm>
              <a:prstGeom prst="rect">
                <a:avLst/>
              </a:prstGeom>
            </p:spPr>
          </p:pic>
          <p:pic>
            <p:nvPicPr>
              <p:cNvPr id="31" name="그림 30">
                <a:extLst>
                  <a:ext uri="{FF2B5EF4-FFF2-40B4-BE49-F238E27FC236}">
                    <a16:creationId xmlns:a16="http://schemas.microsoft.com/office/drawing/2014/main" id="{CB7615AD-9246-F275-884F-F6FA5A3C08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24573" y="5455941"/>
                <a:ext cx="159238" cy="220070"/>
              </a:xfrm>
              <a:prstGeom prst="rect">
                <a:avLst/>
              </a:prstGeom>
            </p:spPr>
          </p:pic>
          <p:pic>
            <p:nvPicPr>
              <p:cNvPr id="32" name="그림 31">
                <a:extLst>
                  <a:ext uri="{FF2B5EF4-FFF2-40B4-BE49-F238E27FC236}">
                    <a16:creationId xmlns:a16="http://schemas.microsoft.com/office/drawing/2014/main" id="{900C5ACB-757F-3567-D4AA-4079A4F526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24573" y="5661139"/>
                <a:ext cx="159238" cy="220070"/>
              </a:xfrm>
              <a:prstGeom prst="rect">
                <a:avLst/>
              </a:prstGeom>
            </p:spPr>
          </p:pic>
          <p:pic>
            <p:nvPicPr>
              <p:cNvPr id="33" name="그림 32">
                <a:extLst>
                  <a:ext uri="{FF2B5EF4-FFF2-40B4-BE49-F238E27FC236}">
                    <a16:creationId xmlns:a16="http://schemas.microsoft.com/office/drawing/2014/main" id="{0767DC58-0AF5-1C2F-6328-56A41A9494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24573" y="5879181"/>
                <a:ext cx="159238" cy="220070"/>
              </a:xfrm>
              <a:prstGeom prst="rect">
                <a:avLst/>
              </a:prstGeom>
            </p:spPr>
          </p:pic>
        </p:grpSp>
        <p:sp>
          <p:nvSpPr>
            <p:cNvPr id="4" name="화살표: 오른쪽 3">
              <a:extLst>
                <a:ext uri="{FF2B5EF4-FFF2-40B4-BE49-F238E27FC236}">
                  <a16:creationId xmlns:a16="http://schemas.microsoft.com/office/drawing/2014/main" id="{2118ADDB-3D85-77BA-DD7C-9FC5F7D911E0}"/>
                </a:ext>
              </a:extLst>
            </p:cNvPr>
            <p:cNvSpPr/>
            <p:nvPr/>
          </p:nvSpPr>
          <p:spPr>
            <a:xfrm>
              <a:off x="6777990" y="3567749"/>
              <a:ext cx="663388" cy="365553"/>
            </a:xfrm>
            <a:prstGeom prst="rightArrow">
              <a:avLst/>
            </a:prstGeom>
            <a:solidFill>
              <a:srgbClr val="FFFF00"/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Field</a:t>
              </a:r>
              <a:endParaRPr lang="ko-KR" altLang="en-US" sz="1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화살표: 오른쪽 8">
              <a:extLst>
                <a:ext uri="{FF2B5EF4-FFF2-40B4-BE49-F238E27FC236}">
                  <a16:creationId xmlns:a16="http://schemas.microsoft.com/office/drawing/2014/main" id="{7452030F-2DB4-A087-C7C4-BFFF89BD4EA3}"/>
                </a:ext>
              </a:extLst>
            </p:cNvPr>
            <p:cNvSpPr/>
            <p:nvPr/>
          </p:nvSpPr>
          <p:spPr>
            <a:xfrm>
              <a:off x="6777990" y="4081103"/>
              <a:ext cx="663388" cy="365553"/>
            </a:xfrm>
            <a:prstGeom prst="rightArrow">
              <a:avLst/>
            </a:prstGeom>
            <a:solidFill>
              <a:srgbClr val="FFFF00"/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Field</a:t>
              </a:r>
              <a:endParaRPr lang="ko-KR" altLang="en-US" sz="1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화살표: 오른쪽 43">
              <a:extLst>
                <a:ext uri="{FF2B5EF4-FFF2-40B4-BE49-F238E27FC236}">
                  <a16:creationId xmlns:a16="http://schemas.microsoft.com/office/drawing/2014/main" id="{F6267B80-C012-1C53-EDF3-A9A18F67FD40}"/>
                </a:ext>
              </a:extLst>
            </p:cNvPr>
            <p:cNvSpPr/>
            <p:nvPr/>
          </p:nvSpPr>
          <p:spPr>
            <a:xfrm>
              <a:off x="6777990" y="4646160"/>
              <a:ext cx="663388" cy="365553"/>
            </a:xfrm>
            <a:prstGeom prst="rightArrow">
              <a:avLst/>
            </a:prstGeom>
            <a:solidFill>
              <a:srgbClr val="FFFF00"/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Field</a:t>
              </a:r>
              <a:endParaRPr lang="ko-KR" altLang="en-US" sz="1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화살표: 오른쪽 70">
              <a:extLst>
                <a:ext uri="{FF2B5EF4-FFF2-40B4-BE49-F238E27FC236}">
                  <a16:creationId xmlns:a16="http://schemas.microsoft.com/office/drawing/2014/main" id="{0B3D8C66-E931-C6CF-050A-37E783A42B93}"/>
                </a:ext>
              </a:extLst>
            </p:cNvPr>
            <p:cNvSpPr/>
            <p:nvPr/>
          </p:nvSpPr>
          <p:spPr>
            <a:xfrm>
              <a:off x="6777990" y="5187453"/>
              <a:ext cx="663388" cy="365553"/>
            </a:xfrm>
            <a:prstGeom prst="rightArrow">
              <a:avLst/>
            </a:prstGeom>
            <a:solidFill>
              <a:srgbClr val="FFFF00"/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Field</a:t>
              </a:r>
              <a:endParaRPr lang="ko-KR" altLang="en-US" sz="1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화살표: 오른쪽 71">
              <a:extLst>
                <a:ext uri="{FF2B5EF4-FFF2-40B4-BE49-F238E27FC236}">
                  <a16:creationId xmlns:a16="http://schemas.microsoft.com/office/drawing/2014/main" id="{6443FD9B-F96D-1CAC-AFB8-34FF979EEF3C}"/>
                </a:ext>
              </a:extLst>
            </p:cNvPr>
            <p:cNvSpPr/>
            <p:nvPr/>
          </p:nvSpPr>
          <p:spPr>
            <a:xfrm>
              <a:off x="6777990" y="5704701"/>
              <a:ext cx="663388" cy="365553"/>
            </a:xfrm>
            <a:prstGeom prst="rightArrow">
              <a:avLst/>
            </a:prstGeom>
            <a:solidFill>
              <a:srgbClr val="FFFF00"/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Field</a:t>
              </a:r>
              <a:endParaRPr lang="ko-KR" altLang="en-US" sz="1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E9E36722-E072-A391-4DAF-3C95C29C485B}"/>
              </a:ext>
            </a:extLst>
          </p:cNvPr>
          <p:cNvCxnSpPr>
            <a:cxnSpLocks/>
            <a:stCxn id="15" idx="3"/>
            <a:endCxn id="26" idx="1"/>
          </p:cNvCxnSpPr>
          <p:nvPr/>
        </p:nvCxnSpPr>
        <p:spPr>
          <a:xfrm>
            <a:off x="3343835" y="4113853"/>
            <a:ext cx="1129553" cy="3214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8C55940-DB0B-761D-7C27-0DE2C08F8E20}"/>
              </a:ext>
            </a:extLst>
          </p:cNvPr>
          <p:cNvSpPr txBox="1"/>
          <p:nvPr/>
        </p:nvSpPr>
        <p:spPr>
          <a:xfrm>
            <a:off x="4473388" y="4235210"/>
            <a:ext cx="1804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20240705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수정</a:t>
            </a:r>
          </a:p>
        </p:txBody>
      </p:sp>
    </p:spTree>
    <p:extLst>
      <p:ext uri="{BB962C8B-B14F-4D97-AF65-F5344CB8AC3E}">
        <p14:creationId xmlns:p14="http://schemas.microsoft.com/office/powerpoint/2010/main" val="757566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 bwMode="auto"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School of Electrical Engineering, Seoul National University</a:t>
            </a:r>
            <a:endParaRPr lang="en-US" altLang="ko-KR" sz="1100" b="1" kern="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3072" y="189833"/>
            <a:ext cx="8649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Barrier Lowering</a:t>
            </a:r>
            <a:endParaRPr lang="ko-KR" altLang="en-US" sz="3600" dirty="0">
              <a:ln>
                <a:solidFill>
                  <a:srgbClr val="00397F">
                    <a:alpha val="30000"/>
                  </a:srgbClr>
                </a:solidFill>
              </a:ln>
              <a:solidFill>
                <a:srgbClr val="00397F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 bwMode="auto"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069080" y="6496407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FFFF"/>
                </a:solidFill>
              </a:rPr>
              <a:t>5/16</a:t>
            </a:r>
            <a:endParaRPr lang="ko-KR" altLang="en-US" dirty="0">
              <a:solidFill>
                <a:srgbClr val="FFFFFF"/>
              </a:solidFill>
            </a:endParaRPr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25380692-27C4-02AF-1CE4-2EE5636905FD}"/>
              </a:ext>
            </a:extLst>
          </p:cNvPr>
          <p:cNvGrpSpPr/>
          <p:nvPr/>
        </p:nvGrpSpPr>
        <p:grpSpPr>
          <a:xfrm>
            <a:off x="262058" y="2043493"/>
            <a:ext cx="1765240" cy="3025857"/>
            <a:chOff x="6777990" y="3340515"/>
            <a:chExt cx="1765240" cy="3025857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EB7A8A3A-7E3A-1D27-6F4A-7261FAF892F1}"/>
                </a:ext>
              </a:extLst>
            </p:cNvPr>
            <p:cNvGrpSpPr/>
            <p:nvPr/>
          </p:nvGrpSpPr>
          <p:grpSpPr>
            <a:xfrm>
              <a:off x="6815062" y="3340515"/>
              <a:ext cx="1728168" cy="3025857"/>
              <a:chOff x="6624918" y="4715435"/>
              <a:chExt cx="911368" cy="1595718"/>
            </a:xfrm>
          </p:grpSpPr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845FF4F3-883E-6790-A38E-66AA0456913D}"/>
                  </a:ext>
                </a:extLst>
              </p:cNvPr>
              <p:cNvSpPr/>
              <p:nvPr/>
            </p:nvSpPr>
            <p:spPr>
              <a:xfrm>
                <a:off x="6624918" y="4715435"/>
                <a:ext cx="116541" cy="1595718"/>
              </a:xfrm>
              <a:prstGeom prst="rect">
                <a:avLst/>
              </a:prstGeom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C0BF2DFE-8D44-BC0B-AFAC-7F76740F39E7}"/>
                  </a:ext>
                </a:extLst>
              </p:cNvPr>
              <p:cNvSpPr/>
              <p:nvPr/>
            </p:nvSpPr>
            <p:spPr>
              <a:xfrm>
                <a:off x="6741459" y="4715435"/>
                <a:ext cx="116541" cy="1595718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F5FA0E57-5F21-D7CF-990F-CC1EFA5C2082}"/>
                  </a:ext>
                </a:extLst>
              </p:cNvPr>
              <p:cNvSpPr/>
              <p:nvPr/>
            </p:nvSpPr>
            <p:spPr>
              <a:xfrm>
                <a:off x="6853517" y="4715435"/>
                <a:ext cx="116541" cy="1595718"/>
              </a:xfrm>
              <a:prstGeom prst="rect">
                <a:avLst/>
              </a:prstGeom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B58C91B7-1AC8-2F67-C38E-E8A756FF5FF4}"/>
                  </a:ext>
                </a:extLst>
              </p:cNvPr>
              <p:cNvSpPr/>
              <p:nvPr/>
            </p:nvSpPr>
            <p:spPr>
              <a:xfrm>
                <a:off x="6970058" y="4715435"/>
                <a:ext cx="283114" cy="1595718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438540AF-2459-2892-B9D3-931322C2CE24}"/>
                  </a:ext>
                </a:extLst>
              </p:cNvPr>
              <p:cNvSpPr/>
              <p:nvPr/>
            </p:nvSpPr>
            <p:spPr>
              <a:xfrm>
                <a:off x="7253172" y="4715435"/>
                <a:ext cx="283114" cy="1595718"/>
              </a:xfrm>
              <a:prstGeom prst="rect">
                <a:avLst/>
              </a:prstGeom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27" name="그림 26">
                <a:extLst>
                  <a:ext uri="{FF2B5EF4-FFF2-40B4-BE49-F238E27FC236}">
                    <a16:creationId xmlns:a16="http://schemas.microsoft.com/office/drawing/2014/main" id="{3A933E01-6732-5576-E23F-344E34AFDC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24573" y="4812631"/>
                <a:ext cx="159238" cy="220070"/>
              </a:xfrm>
              <a:prstGeom prst="rect">
                <a:avLst/>
              </a:prstGeom>
            </p:spPr>
          </p:pic>
          <p:pic>
            <p:nvPicPr>
              <p:cNvPr id="28" name="그림 27">
                <a:extLst>
                  <a:ext uri="{FF2B5EF4-FFF2-40B4-BE49-F238E27FC236}">
                    <a16:creationId xmlns:a16="http://schemas.microsoft.com/office/drawing/2014/main" id="{A9371289-FF14-5AD2-0155-F130C9C739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24573" y="5017829"/>
                <a:ext cx="159238" cy="220070"/>
              </a:xfrm>
              <a:prstGeom prst="rect">
                <a:avLst/>
              </a:prstGeom>
            </p:spPr>
          </p:pic>
          <p:pic>
            <p:nvPicPr>
              <p:cNvPr id="29" name="그림 28">
                <a:extLst>
                  <a:ext uri="{FF2B5EF4-FFF2-40B4-BE49-F238E27FC236}">
                    <a16:creationId xmlns:a16="http://schemas.microsoft.com/office/drawing/2014/main" id="{CF365555-3A97-C2F5-B1B5-A69B67A0D6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24573" y="5235871"/>
                <a:ext cx="159238" cy="220070"/>
              </a:xfrm>
              <a:prstGeom prst="rect">
                <a:avLst/>
              </a:prstGeom>
            </p:spPr>
          </p:pic>
          <p:pic>
            <p:nvPicPr>
              <p:cNvPr id="31" name="그림 30">
                <a:extLst>
                  <a:ext uri="{FF2B5EF4-FFF2-40B4-BE49-F238E27FC236}">
                    <a16:creationId xmlns:a16="http://schemas.microsoft.com/office/drawing/2014/main" id="{CB7615AD-9246-F275-884F-F6FA5A3C08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24573" y="5455941"/>
                <a:ext cx="159238" cy="220070"/>
              </a:xfrm>
              <a:prstGeom prst="rect">
                <a:avLst/>
              </a:prstGeom>
            </p:spPr>
          </p:pic>
          <p:pic>
            <p:nvPicPr>
              <p:cNvPr id="32" name="그림 31">
                <a:extLst>
                  <a:ext uri="{FF2B5EF4-FFF2-40B4-BE49-F238E27FC236}">
                    <a16:creationId xmlns:a16="http://schemas.microsoft.com/office/drawing/2014/main" id="{900C5ACB-757F-3567-D4AA-4079A4F526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24573" y="5661139"/>
                <a:ext cx="159238" cy="220070"/>
              </a:xfrm>
              <a:prstGeom prst="rect">
                <a:avLst/>
              </a:prstGeom>
            </p:spPr>
          </p:pic>
          <p:pic>
            <p:nvPicPr>
              <p:cNvPr id="33" name="그림 32">
                <a:extLst>
                  <a:ext uri="{FF2B5EF4-FFF2-40B4-BE49-F238E27FC236}">
                    <a16:creationId xmlns:a16="http://schemas.microsoft.com/office/drawing/2014/main" id="{0767DC58-0AF5-1C2F-6328-56A41A9494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24573" y="5879181"/>
                <a:ext cx="159238" cy="220070"/>
              </a:xfrm>
              <a:prstGeom prst="rect">
                <a:avLst/>
              </a:prstGeom>
            </p:spPr>
          </p:pic>
        </p:grpSp>
        <p:sp>
          <p:nvSpPr>
            <p:cNvPr id="4" name="화살표: 오른쪽 3">
              <a:extLst>
                <a:ext uri="{FF2B5EF4-FFF2-40B4-BE49-F238E27FC236}">
                  <a16:creationId xmlns:a16="http://schemas.microsoft.com/office/drawing/2014/main" id="{2118ADDB-3D85-77BA-DD7C-9FC5F7D911E0}"/>
                </a:ext>
              </a:extLst>
            </p:cNvPr>
            <p:cNvSpPr/>
            <p:nvPr/>
          </p:nvSpPr>
          <p:spPr>
            <a:xfrm>
              <a:off x="6777990" y="3567749"/>
              <a:ext cx="663388" cy="365553"/>
            </a:xfrm>
            <a:prstGeom prst="rightArrow">
              <a:avLst/>
            </a:prstGeom>
            <a:solidFill>
              <a:srgbClr val="FFFF00"/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Field</a:t>
              </a:r>
              <a:endParaRPr lang="ko-KR" altLang="en-US" sz="1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화살표: 오른쪽 8">
              <a:extLst>
                <a:ext uri="{FF2B5EF4-FFF2-40B4-BE49-F238E27FC236}">
                  <a16:creationId xmlns:a16="http://schemas.microsoft.com/office/drawing/2014/main" id="{7452030F-2DB4-A087-C7C4-BFFF89BD4EA3}"/>
                </a:ext>
              </a:extLst>
            </p:cNvPr>
            <p:cNvSpPr/>
            <p:nvPr/>
          </p:nvSpPr>
          <p:spPr>
            <a:xfrm>
              <a:off x="6777990" y="4081103"/>
              <a:ext cx="663388" cy="365553"/>
            </a:xfrm>
            <a:prstGeom prst="rightArrow">
              <a:avLst/>
            </a:prstGeom>
            <a:solidFill>
              <a:srgbClr val="FFFF00"/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Field</a:t>
              </a:r>
              <a:endParaRPr lang="ko-KR" altLang="en-US" sz="1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화살표: 오른쪽 43">
              <a:extLst>
                <a:ext uri="{FF2B5EF4-FFF2-40B4-BE49-F238E27FC236}">
                  <a16:creationId xmlns:a16="http://schemas.microsoft.com/office/drawing/2014/main" id="{F6267B80-C012-1C53-EDF3-A9A18F67FD40}"/>
                </a:ext>
              </a:extLst>
            </p:cNvPr>
            <p:cNvSpPr/>
            <p:nvPr/>
          </p:nvSpPr>
          <p:spPr>
            <a:xfrm>
              <a:off x="6777990" y="4646160"/>
              <a:ext cx="663388" cy="365553"/>
            </a:xfrm>
            <a:prstGeom prst="rightArrow">
              <a:avLst/>
            </a:prstGeom>
            <a:solidFill>
              <a:srgbClr val="FFFF00"/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Field</a:t>
              </a:r>
              <a:endParaRPr lang="ko-KR" altLang="en-US" sz="1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화살표: 오른쪽 70">
              <a:extLst>
                <a:ext uri="{FF2B5EF4-FFF2-40B4-BE49-F238E27FC236}">
                  <a16:creationId xmlns:a16="http://schemas.microsoft.com/office/drawing/2014/main" id="{0B3D8C66-E931-C6CF-050A-37E783A42B93}"/>
                </a:ext>
              </a:extLst>
            </p:cNvPr>
            <p:cNvSpPr/>
            <p:nvPr/>
          </p:nvSpPr>
          <p:spPr>
            <a:xfrm>
              <a:off x="6777990" y="5187453"/>
              <a:ext cx="663388" cy="365553"/>
            </a:xfrm>
            <a:prstGeom prst="rightArrow">
              <a:avLst/>
            </a:prstGeom>
            <a:solidFill>
              <a:srgbClr val="FFFF00"/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Field</a:t>
              </a:r>
              <a:endParaRPr lang="ko-KR" altLang="en-US" sz="1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화살표: 오른쪽 71">
              <a:extLst>
                <a:ext uri="{FF2B5EF4-FFF2-40B4-BE49-F238E27FC236}">
                  <a16:creationId xmlns:a16="http://schemas.microsoft.com/office/drawing/2014/main" id="{6443FD9B-F96D-1CAC-AFB8-34FF979EEF3C}"/>
                </a:ext>
              </a:extLst>
            </p:cNvPr>
            <p:cNvSpPr/>
            <p:nvPr/>
          </p:nvSpPr>
          <p:spPr>
            <a:xfrm>
              <a:off x="6777990" y="5704701"/>
              <a:ext cx="663388" cy="365553"/>
            </a:xfrm>
            <a:prstGeom prst="rightArrow">
              <a:avLst/>
            </a:prstGeom>
            <a:solidFill>
              <a:srgbClr val="FFFF00"/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Field</a:t>
              </a:r>
              <a:endParaRPr lang="ko-KR" altLang="en-US" sz="1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순서도: 수동 입력 10">
            <a:extLst>
              <a:ext uri="{FF2B5EF4-FFF2-40B4-BE49-F238E27FC236}">
                <a16:creationId xmlns:a16="http://schemas.microsoft.com/office/drawing/2014/main" id="{92B08AD0-CC11-BFC4-7117-FE339CBB8926}"/>
              </a:ext>
            </a:extLst>
          </p:cNvPr>
          <p:cNvSpPr/>
          <p:nvPr/>
        </p:nvSpPr>
        <p:spPr>
          <a:xfrm>
            <a:off x="2477136" y="2666891"/>
            <a:ext cx="872162" cy="2396162"/>
          </a:xfrm>
          <a:prstGeom prst="flowChartManualInput">
            <a:avLst/>
          </a:prstGeom>
          <a:solidFill>
            <a:srgbClr val="FFC00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화살표: 위로 구부러짐 9">
            <a:extLst>
              <a:ext uri="{FF2B5EF4-FFF2-40B4-BE49-F238E27FC236}">
                <a16:creationId xmlns:a16="http://schemas.microsoft.com/office/drawing/2014/main" id="{2F7E0E84-6B3C-04C7-AEC8-66AFFA8AB660}"/>
              </a:ext>
            </a:extLst>
          </p:cNvPr>
          <p:cNvSpPr/>
          <p:nvPr/>
        </p:nvSpPr>
        <p:spPr>
          <a:xfrm>
            <a:off x="601083" y="5206281"/>
            <a:ext cx="2425485" cy="401747"/>
          </a:xfrm>
          <a:prstGeom prst="curvedUp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왼쪽 중괄호 12">
            <a:extLst>
              <a:ext uri="{FF2B5EF4-FFF2-40B4-BE49-F238E27FC236}">
                <a16:creationId xmlns:a16="http://schemas.microsoft.com/office/drawing/2014/main" id="{70058454-019F-B421-A1DB-6EF3DC3B912E}"/>
              </a:ext>
            </a:extLst>
          </p:cNvPr>
          <p:cNvSpPr/>
          <p:nvPr/>
        </p:nvSpPr>
        <p:spPr>
          <a:xfrm rot="16200000">
            <a:off x="590271" y="5004739"/>
            <a:ext cx="80683" cy="259854"/>
          </a:xfrm>
          <a:prstGeom prst="leftBrace">
            <a:avLst>
              <a:gd name="adj1" fmla="val 35879"/>
              <a:gd name="adj2" fmla="val 50000"/>
            </a:avLst>
          </a:prstGeom>
          <a:noFill/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C6E19A-90E8-1C18-EB07-D4BA1AE9A202}"/>
              </a:ext>
            </a:extLst>
          </p:cNvPr>
          <p:cNvSpPr txBox="1"/>
          <p:nvPr/>
        </p:nvSpPr>
        <p:spPr>
          <a:xfrm>
            <a:off x="409624" y="5648100"/>
            <a:ext cx="29554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BE-Tox Barrier Lowering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A064FD2A-BB90-0755-32E3-BECBFC03C364}"/>
              </a:ext>
            </a:extLst>
          </p:cNvPr>
          <p:cNvSpPr/>
          <p:nvPr/>
        </p:nvSpPr>
        <p:spPr>
          <a:xfrm>
            <a:off x="2518778" y="2300326"/>
            <a:ext cx="663388" cy="365553"/>
          </a:xfrm>
          <a:prstGeom prst="rightArrow">
            <a:avLst/>
          </a:prstGeom>
          <a:solidFill>
            <a:srgbClr val="FFFF00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Field</a:t>
            </a:r>
            <a:endParaRPr lang="ko-KR" altLang="en-US" sz="1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6AE3D55C-F490-6EAD-9709-DAB14005B76A}"/>
              </a:ext>
            </a:extLst>
          </p:cNvPr>
          <p:cNvGrpSpPr/>
          <p:nvPr/>
        </p:nvGrpSpPr>
        <p:grpSpPr>
          <a:xfrm flipH="1">
            <a:off x="2764591" y="3064827"/>
            <a:ext cx="236786" cy="323544"/>
            <a:chOff x="2250596" y="2959460"/>
            <a:chExt cx="287285" cy="400110"/>
          </a:xfrm>
        </p:grpSpPr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A7F88BA0-127F-DC88-54BA-D5DB37CA0EC2}"/>
                </a:ext>
              </a:extLst>
            </p:cNvPr>
            <p:cNvSpPr/>
            <p:nvPr/>
          </p:nvSpPr>
          <p:spPr>
            <a:xfrm>
              <a:off x="2250596" y="3108151"/>
              <a:ext cx="247650" cy="24765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60A8490-DFF0-6448-7D1C-75B1BC199DB1}"/>
                </a:ext>
              </a:extLst>
            </p:cNvPr>
            <p:cNvSpPr txBox="1"/>
            <p:nvPr/>
          </p:nvSpPr>
          <p:spPr>
            <a:xfrm>
              <a:off x="2290230" y="2959460"/>
              <a:ext cx="2476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-</a:t>
              </a:r>
              <a:r>
                <a:rPr lang="ko-KR" altLang="en-US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 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B63C3194-0B58-24D9-2B28-5D84FA95F4D1}"/>
                  </a:ext>
                </a:extLst>
              </p:cNvPr>
              <p:cNvSpPr txBox="1"/>
              <p:nvPr/>
            </p:nvSpPr>
            <p:spPr>
              <a:xfrm>
                <a:off x="732607" y="1076325"/>
                <a:ext cx="7773218" cy="718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Barrier lowering term :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−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𝛽</m:t>
                    </m:r>
                    <m:rad>
                      <m:radPr>
                        <m:degHide m:val="on"/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radPr>
                      <m:deg/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𝐹</m:t>
                        </m:r>
                      </m:e>
                    </m:ra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en-US" altLang="ko-KR" sz="2000" b="0" i="1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Cambria Math" panose="02040503050406030204" pitchFamily="18" charset="0"/>
                    <a:ea typeface="맑은 고딕"/>
                    <a:cs typeface="Times New Roman"/>
                  </a:rPr>
                  <a:t> </a:t>
                </a:r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Cambria Math" panose="02040503050406030204" pitchFamily="18" charset="0"/>
                    <a:ea typeface="맑은 고딕"/>
                    <a:cs typeface="Times New Roman"/>
                  </a:rPr>
                  <a:t> </a:t>
                </a:r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 panose="02020603050405020304" pitchFamily="18" charset="0"/>
                    <a:ea typeface="맑은 고딕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𝛽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𝑞</m:t>
                                </m:r>
                              </m:e>
                              <m:sup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𝜋𝜀</m:t>
                            </m:r>
                          </m:den>
                        </m:f>
                      </m:e>
                    </m:rad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 </a:t>
                </a:r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, F = </a:t>
                </a:r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전기장</a:t>
                </a:r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) </a:t>
                </a:r>
                <a:endParaRPr lang="ko-KR" altLang="en-US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B63C3194-0B58-24D9-2B28-5D84FA95F4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607" y="1076325"/>
                <a:ext cx="7773218" cy="71865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2" name="그룹 121">
            <a:extLst>
              <a:ext uri="{FF2B5EF4-FFF2-40B4-BE49-F238E27FC236}">
                <a16:creationId xmlns:a16="http://schemas.microsoft.com/office/drawing/2014/main" id="{95D6D2AA-1EC4-4EAF-B098-D8ECFA67E54E}"/>
              </a:ext>
            </a:extLst>
          </p:cNvPr>
          <p:cNvGrpSpPr/>
          <p:nvPr/>
        </p:nvGrpSpPr>
        <p:grpSpPr>
          <a:xfrm>
            <a:off x="3971365" y="2411790"/>
            <a:ext cx="4780355" cy="3411947"/>
            <a:chOff x="3971365" y="2411790"/>
            <a:chExt cx="4780355" cy="3411947"/>
          </a:xfrm>
        </p:grpSpPr>
        <p:grpSp>
          <p:nvGrpSpPr>
            <p:cNvPr id="103" name="그룹 102">
              <a:extLst>
                <a:ext uri="{FF2B5EF4-FFF2-40B4-BE49-F238E27FC236}">
                  <a16:creationId xmlns:a16="http://schemas.microsoft.com/office/drawing/2014/main" id="{1E0AAC94-3043-DB39-FFE8-62C41CBD15CB}"/>
                </a:ext>
              </a:extLst>
            </p:cNvPr>
            <p:cNvGrpSpPr/>
            <p:nvPr/>
          </p:nvGrpSpPr>
          <p:grpSpPr>
            <a:xfrm>
              <a:off x="3971365" y="2411790"/>
              <a:ext cx="4780355" cy="2565993"/>
              <a:chOff x="3971365" y="1383090"/>
              <a:chExt cx="4780355" cy="2565993"/>
            </a:xfrm>
          </p:grpSpPr>
          <p:pic>
            <p:nvPicPr>
              <p:cNvPr id="98" name="그림 97">
                <a:extLst>
                  <a:ext uri="{FF2B5EF4-FFF2-40B4-BE49-F238E27FC236}">
                    <a16:creationId xmlns:a16="http://schemas.microsoft.com/office/drawing/2014/main" id="{36FF0551-E5CC-FED5-16AE-7D67CD8FD2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53880" y="1383090"/>
                <a:ext cx="4297840" cy="2565993"/>
              </a:xfrm>
              <a:prstGeom prst="rect">
                <a:avLst/>
              </a:prstGeom>
            </p:spPr>
          </p:pic>
          <p:cxnSp>
            <p:nvCxnSpPr>
              <p:cNvPr id="100" name="직선 화살표 연결선 99">
                <a:extLst>
                  <a:ext uri="{FF2B5EF4-FFF2-40B4-BE49-F238E27FC236}">
                    <a16:creationId xmlns:a16="http://schemas.microsoft.com/office/drawing/2014/main" id="{49A21151-B220-81DB-EA6C-4DEAAE5FA72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71365" y="3429000"/>
                <a:ext cx="3215717" cy="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1" name="왼쪽 중괄호 100">
                <a:extLst>
                  <a:ext uri="{FF2B5EF4-FFF2-40B4-BE49-F238E27FC236}">
                    <a16:creationId xmlns:a16="http://schemas.microsoft.com/office/drawing/2014/main" id="{62077E66-82CA-E77A-5B55-0EE8D53F63AC}"/>
                  </a:ext>
                </a:extLst>
              </p:cNvPr>
              <p:cNvSpPr/>
              <p:nvPr/>
            </p:nvSpPr>
            <p:spPr>
              <a:xfrm rot="16200000">
                <a:off x="5899225" y="2632340"/>
                <a:ext cx="322729" cy="1971339"/>
              </a:xfrm>
              <a:prstGeom prst="leftBrace">
                <a:avLst>
                  <a:gd name="adj1" fmla="val 52777"/>
                  <a:gd name="adj2" fmla="val 50000"/>
                </a:avLst>
              </a:prstGeom>
              <a:ln w="1905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14" name="직선 화살표 연결선 113">
                <a:extLst>
                  <a:ext uri="{FF2B5EF4-FFF2-40B4-BE49-F238E27FC236}">
                    <a16:creationId xmlns:a16="http://schemas.microsoft.com/office/drawing/2014/main" id="{3A218B2A-E229-CFC5-DD37-058661B3346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895975" y="2347098"/>
                <a:ext cx="1388568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EDA6D9CE-2CD3-F2B4-5388-8B67D49B021A}"/>
                </a:ext>
              </a:extLst>
            </p:cNvPr>
            <p:cNvSpPr txBox="1"/>
            <p:nvPr/>
          </p:nvSpPr>
          <p:spPr>
            <a:xfrm>
              <a:off x="4238947" y="2716742"/>
              <a:ext cx="205885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b="1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1.</a:t>
              </a:r>
            </a:p>
            <a:p>
              <a:r>
                <a: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Barrier height lowering</a:t>
              </a:r>
              <a:endPara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p:grpSp>
          <p:nvGrpSpPr>
            <p:cNvPr id="121" name="그룹 120">
              <a:extLst>
                <a:ext uri="{FF2B5EF4-FFF2-40B4-BE49-F238E27FC236}">
                  <a16:creationId xmlns:a16="http://schemas.microsoft.com/office/drawing/2014/main" id="{87A98A75-ED05-B0B9-8B04-71EC5B166786}"/>
                </a:ext>
              </a:extLst>
            </p:cNvPr>
            <p:cNvGrpSpPr/>
            <p:nvPr/>
          </p:nvGrpSpPr>
          <p:grpSpPr>
            <a:xfrm>
              <a:off x="5453150" y="4305471"/>
              <a:ext cx="2090650" cy="1518266"/>
              <a:chOff x="5453150" y="4305471"/>
              <a:chExt cx="2090650" cy="1518266"/>
            </a:xfrm>
          </p:grpSpPr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C30AA458-6907-4BD1-D7CF-E860C6E71D26}"/>
                  </a:ext>
                </a:extLst>
              </p:cNvPr>
              <p:cNvSpPr txBox="1"/>
              <p:nvPr/>
            </p:nvSpPr>
            <p:spPr>
              <a:xfrm>
                <a:off x="5453150" y="4808074"/>
                <a:ext cx="1971339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b="1" u="sng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2.</a:t>
                </a:r>
              </a:p>
              <a:p>
                <a:r>
                  <a:rPr lang="en-US" altLang="ko-KR" sz="2000" u="sng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Tunneling length shortening</a:t>
                </a:r>
                <a:endParaRPr lang="ko-KR" altLang="en-US" sz="2000" u="sng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  <p:cxnSp>
            <p:nvCxnSpPr>
              <p:cNvPr id="109" name="직선 화살표 연결선 108">
                <a:extLst>
                  <a:ext uri="{FF2B5EF4-FFF2-40B4-BE49-F238E27FC236}">
                    <a16:creationId xmlns:a16="http://schemas.microsoft.com/office/drawing/2014/main" id="{2696C0F5-BB18-5F81-CFC2-F52995D37F1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682740" y="4456908"/>
                <a:ext cx="433930" cy="548518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직선 화살표 연결선 115">
                <a:extLst>
                  <a:ext uri="{FF2B5EF4-FFF2-40B4-BE49-F238E27FC236}">
                    <a16:creationId xmlns:a16="http://schemas.microsoft.com/office/drawing/2014/main" id="{19E7A558-85BB-59E4-0CB6-AAECEB1FEB2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187082" y="4305471"/>
                <a:ext cx="356718" cy="0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직선 화살표 연결선 117">
                <a:extLst>
                  <a:ext uri="{FF2B5EF4-FFF2-40B4-BE49-F238E27FC236}">
                    <a16:creationId xmlns:a16="http://schemas.microsoft.com/office/drawing/2014/main" id="{CBCB482A-9A32-733B-1713-80E7823C2B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82740" y="4305471"/>
                <a:ext cx="363519" cy="0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364838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 bwMode="auto"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School of Electrical Engineering, Seoul National University</a:t>
            </a:r>
            <a:endParaRPr lang="en-US" altLang="ko-KR" sz="1100" b="1" kern="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3072" y="189833"/>
            <a:ext cx="8649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Barrier Lowering</a:t>
            </a:r>
            <a:endParaRPr lang="ko-KR" altLang="en-US" sz="3600" dirty="0">
              <a:ln>
                <a:solidFill>
                  <a:srgbClr val="00397F">
                    <a:alpha val="30000"/>
                  </a:srgbClr>
                </a:solidFill>
              </a:ln>
              <a:solidFill>
                <a:srgbClr val="00397F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 bwMode="auto"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069080" y="6496407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FFFF"/>
                </a:solidFill>
              </a:rPr>
              <a:t>6/16</a:t>
            </a:r>
            <a:endParaRPr lang="ko-KR" altLang="en-US" dirty="0">
              <a:solidFill>
                <a:srgbClr val="FFFFFF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54D2E2-8DA2-7768-61C2-61A0BB3E395B}"/>
              </a:ext>
            </a:extLst>
          </p:cNvPr>
          <p:cNvSpPr txBox="1"/>
          <p:nvPr/>
        </p:nvSpPr>
        <p:spPr>
          <a:xfrm>
            <a:off x="566794" y="3690781"/>
            <a:ext cx="66626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2. Tunneling length shortening : DT, TBT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CCBE6738-E5D2-967B-0508-87344B84D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762" y="926454"/>
            <a:ext cx="3323372" cy="23147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B68E3D4-9DAA-172C-67C3-1C88404311B8}"/>
                  </a:ext>
                </a:extLst>
              </p:cNvPr>
              <p:cNvSpPr txBox="1"/>
              <p:nvPr/>
            </p:nvSpPr>
            <p:spPr>
              <a:xfrm>
                <a:off x="456818" y="4099089"/>
                <a:ext cx="7755731" cy="19977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e>
                      <m:sub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𝐷𝑇</m:t>
                        </m:r>
                      </m:sub>
                    </m:sSub>
                    <m:r>
                      <a:rPr lang="en-US" altLang="ko-KR" sz="18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𝜈</m:t>
                        </m:r>
                      </m:e>
                      <m:sub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𝐷𝑇</m:t>
                        </m:r>
                      </m:sub>
                    </m:sSub>
                    <m:func>
                      <m:func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8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𝑜𝑥</m:t>
                                </m:r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,</m:t>
                                </m:r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𝐶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𝑂</m:t>
                                </m:r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altLang="ko-KR" sz="18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d>
                      <m:d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</m:t>
                            </m:r>
                          </m:sub>
                        </m:sSub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=</m:t>
                        </m:r>
                        <m:sSubSup>
                          <m:sSubSupPr>
                            <m:ctrlP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𝐷𝑇</m:t>
                            </m:r>
                          </m:sub>
                          <m:sup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′</m:t>
                            </m:r>
                          </m:sup>
                        </m:sSubSup>
                        <m:f>
                          <m:fPr>
                            <m:ctrlPr>
                              <a:rPr lang="en-US" altLang="ko-KR" sz="18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8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4 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ko-KR" sz="18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ko-KR" sz="18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US" altLang="ko-KR" sz="18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altLang="ko-KR" sz="18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𝑜𝑥</m:t>
                                    </m:r>
                                  </m:sub>
                                </m:sSub>
                              </m:e>
                            </m:rad>
                          </m:num>
                          <m:den>
                            <m:r>
                              <a:rPr lang="en-US" altLang="ko-KR" sz="18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 ℏ</m:t>
                            </m:r>
                            <m:r>
                              <a:rPr lang="en-US" altLang="ko-KR" sz="18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𝑞</m:t>
                            </m:r>
                          </m:den>
                        </m:f>
                        <m:r>
                          <a:rPr lang="en-US" altLang="ko-KR" sz="18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sSup>
                          <m:sSupPr>
                            <m:ctrlPr>
                              <a:rPr lang="en-US" altLang="ko-KR" sz="18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sz="18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lang="en-US" altLang="ko-KR" sz="18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altLang="ko-KR" sz="18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𝐶</m:t>
                                    </m:r>
                                  </m:sub>
                                </m:sSub>
                                <m:r>
                                  <a:rPr lang="en-US" altLang="ko-KR" sz="18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sz="18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ko-KR" sz="18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𝑜𝑥</m:t>
                                    </m:r>
                                  </m:sub>
                                </m:sSub>
                                <m:rad>
                                  <m:radPr>
                                    <m:degHide m:val="on"/>
                                    <m:ctrlPr>
                                      <a:rPr lang="en-US" altLang="ko-KR" sz="18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radPr>
                                  <m:deg/>
                                  <m:e>
                                    <m:sSub>
                                      <m:sSubPr>
                                        <m:ctrlPr>
                                          <a:rPr lang="en-US" altLang="ko-KR" sz="18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lang="en-US" altLang="ko-KR" sz="18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𝑜𝑥</m:t>
                                        </m:r>
                                      </m:sub>
                                    </m:sSub>
                                  </m:e>
                                </m:rad>
                              </m:e>
                            </m:d>
                          </m:e>
                          <m:sup>
                            <m:f>
                              <m:fPr>
                                <m:ctrlPr>
                                  <a:rPr lang="en-US" altLang="ko-KR" sz="18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18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US" altLang="ko-KR" sz="18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</m:e>
                    </m:d>
                  </m:oMath>
                </a14:m>
                <a:r>
                  <a:rPr lang="en-US" altLang="ko-KR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𝜈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𝐷𝑇</m:t>
                        </m:r>
                      </m:sub>
                    </m:sSub>
                    <m:func>
                      <m:func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ko-KR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𝐷𝑇</m:t>
                                </m:r>
                              </m:sub>
                              <m:sup>
                                <m:r>
                                  <a:rPr lang="en-US" altLang="ko-KR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′</m:t>
                                </m:r>
                              </m:sup>
                            </m:sSubSup>
                            <m:f>
                              <m:fPr>
                                <m:ctrlPr>
                                  <a:rPr lang="en-US" altLang="ko-KR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r>
                                  <a:rPr lang="en-US" altLang="ko-KR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4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altLang="ko-KR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ko-KR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2</m:t>
                                    </m:r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𝑜𝑥</m:t>
                                        </m:r>
                                      </m:sub>
                                    </m:sSub>
                                  </m:e>
                                </m:rad>
                              </m:num>
                              <m:den>
                                <m:r>
                                  <a:rPr lang="en-US" altLang="ko-KR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3ℏ</m:t>
                                </m:r>
                                <m:r>
                                  <a:rPr lang="en-US" altLang="ko-KR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𝑞</m:t>
                                </m:r>
                              </m:den>
                            </m:f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Δ</m:t>
                            </m:r>
                            <m:sSubSup>
                              <m:sSubSupPr>
                                <m:ctrlPr>
                                  <a:rPr lang="en-US" altLang="ko-KR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𝐶</m:t>
                                </m:r>
                              </m:sub>
                              <m:sup>
                                <m:f>
                                  <m:fPr>
                                    <m:ctrlPr>
                                      <a:rPr lang="en-US" altLang="ko-KR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altLang="ko-KR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2</m:t>
                                    </m:r>
                                  </m:den>
                                </m:f>
                              </m:sup>
                            </m:sSubSup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 </m:t>
                            </m:r>
                            <m:sSubSup>
                              <m:sSubSupPr>
                                <m:ctrlPr>
                                  <a:rPr lang="en-US" altLang="ko-KR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SupPr>
                              <m:e>
                                <m:r>
                                  <a:rPr lang="en-US" altLang="ko-KR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𝑂</m:t>
                                </m:r>
                                <m:r>
                                  <a:rPr lang="en-US" altLang="ko-KR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ko-KR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′</m:t>
                                </m:r>
                              </m:sup>
                            </m:sSubSup>
                          </m:e>
                        </m:d>
                      </m:e>
                    </m:func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d>
                      <m:d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𝑂</m:t>
                            </m:r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′</m:t>
                            </m:r>
                          </m:sup>
                        </m:sSubSup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𝑂</m:t>
                            </m:r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  <m:f>
                          <m:fPr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ko-KR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ko-KR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Δ</m:t>
                                    </m:r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𝐸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𝐶</m:t>
                                        </m:r>
                                      </m:sub>
                                    </m:sSub>
                                    <m:r>
                                      <a:rPr lang="en-US" altLang="ko-KR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 −</m:t>
                                    </m:r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𝛽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𝑜𝑥</m:t>
                                        </m:r>
                                      </m:sub>
                                    </m:sSub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𝐹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𝑜𝑥</m:t>
                                            </m:r>
                                          </m:sub>
                                        </m:sSub>
                                      </m:e>
                                    </m:rad>
                                  </m:e>
                                </m:d>
                              </m:e>
                              <m:sup>
                                <m:f>
                                  <m:fPr>
                                    <m:ctrlPr>
                                      <a:rPr lang="en-US" altLang="ko-KR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altLang="ko-KR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2</m:t>
                                    </m:r>
                                  </m:den>
                                </m:f>
                              </m:sup>
                            </m:sSup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Δ</m:t>
                            </m:r>
                            <m:sSub>
                              <m:sSubPr>
                                <m:ctrlPr>
                                  <a:rPr lang="en-US" altLang="ko-KR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𝐶</m:t>
                                </m:r>
                              </m:sub>
                            </m:sSub>
                          </m:den>
                        </m:f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altLang="ko-KR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  </a:t>
                </a:r>
                <a:endParaRPr lang="en-US" altLang="ko-KR" sz="1800" b="0" i="1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Cambria Math" panose="02040503050406030204" pitchFamily="18" charset="0"/>
                  <a:ea typeface="맑은 고딕"/>
                  <a:cs typeface="Times New Roman"/>
                </a:endParaRPr>
              </a:p>
              <a:p>
                <a:endParaRPr lang="en-US" altLang="ko-KR" sz="1800" b="0" i="1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Cambria Math" panose="02040503050406030204" pitchFamily="18" charset="0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e>
                      <m:sub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𝑇𝐵𝑇</m:t>
                        </m:r>
                      </m:sub>
                    </m:sSub>
                    <m:r>
                      <a:rPr lang="en-US" altLang="ko-KR" sz="18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ko-KR" altLang="en-US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도 마찬가지 방식으로 </a:t>
                </a:r>
                <a:r>
                  <a:rPr lang="en-US" altLang="ko-KR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Tunneling length shortening </a:t>
                </a:r>
                <a:r>
                  <a:rPr lang="ko-KR" altLang="en-US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으로 해석</a:t>
                </a:r>
                <a:r>
                  <a:rPr lang="en-US" altLang="ko-KR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r>
                  <a:rPr lang="ko-KR" altLang="en-US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가능</a:t>
                </a:r>
                <a:r>
                  <a:rPr lang="en-US" altLang="ko-KR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.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B68E3D4-9DAA-172C-67C3-1C8840431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818" y="4099089"/>
                <a:ext cx="7755731" cy="199779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244FABE-F0C7-1D39-ABC3-8D8CE8A2AB42}"/>
                  </a:ext>
                </a:extLst>
              </p:cNvPr>
              <p:cNvSpPr txBox="1"/>
              <p:nvPr/>
            </p:nvSpPr>
            <p:spPr>
              <a:xfrm>
                <a:off x="4152900" y="1657713"/>
                <a:ext cx="3323372" cy="11011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e>
                      <m:sub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𝑃𝐹</m:t>
                        </m:r>
                      </m:sub>
                    </m:sSub>
                    <m:r>
                      <a:rPr lang="en-US" altLang="ko-KR" sz="18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𝜈</m:t>
                        </m:r>
                      </m:e>
                      <m:sub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𝑃𝐹</m:t>
                        </m:r>
                      </m:sub>
                    </m:sSub>
                    <m:func>
                      <m:func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8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sz="18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(</m:t>
                                    </m:r>
                                    <m:r>
                                      <a:rPr lang="en-US" altLang="ko-KR" sz="18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altLang="ko-KR" sz="18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sz="18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ko-KR" sz="18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𝑛</m:t>
                                    </m:r>
                                  </m:sub>
                                </m:sSub>
                                <m:rad>
                                  <m:radPr>
                                    <m:degHide m:val="on"/>
                                    <m:ctrlPr>
                                      <a:rPr lang="en-US" altLang="ko-KR" sz="18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radPr>
                                  <m:deg/>
                                  <m:e>
                                    <m:sSub>
                                      <m:sSubPr>
                                        <m:ctrlPr>
                                          <a:rPr lang="en-US" altLang="ko-KR" sz="18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8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lang="en-US" altLang="ko-KR" sz="18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rad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)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8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ko-KR" sz="18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𝐵</m:t>
                                    </m:r>
                                  </m:sub>
                                </m:sSub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𝑇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altLang="ko-KR" sz="18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e>
                      <m:sub>
                        <m: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𝑇𝐸</m:t>
                        </m:r>
                      </m:sub>
                    </m:sSub>
                    <m:r>
                      <a:rPr lang="en-US" altLang="ko-KR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𝜈</m:t>
                        </m:r>
                      </m:e>
                      <m:sub>
                        <m: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𝑇𝐸</m:t>
                        </m:r>
                      </m:sub>
                    </m:sSub>
                    <m:func>
                      <m:funcPr>
                        <m:ctrlP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r>
                                  <a:rPr lang="en-US" altLang="ko-KR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(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Δ</m:t>
                                    </m:r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𝐶</m:t>
                                    </m:r>
                                  </m:sub>
                                </m:sSub>
                                <m:r>
                                  <a:rPr lang="en-US" altLang="ko-KR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𝑜𝑥</m:t>
                                    </m:r>
                                  </m:sub>
                                </m:sSub>
                                <m:rad>
                                  <m:radPr>
                                    <m:degHide m:val="on"/>
                                    <m:ctrlP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radPr>
                                  <m:deg/>
                                  <m:e>
                                    <m:sSub>
                                      <m:sSubPr>
                                        <m:ctrlPr>
                                          <a:rPr lang="en-US" altLang="ko-KR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𝑜𝑥</m:t>
                                        </m:r>
                                      </m:sub>
                                    </m:sSub>
                                  </m:e>
                                </m:rad>
                                <m:r>
                                  <a:rPr lang="en-US" altLang="ko-KR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)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𝐵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𝑇</m:t>
                                </m:r>
                              </m:den>
                            </m:f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 </m:t>
                            </m:r>
                          </m:e>
                        </m:d>
                      </m:e>
                    </m:func>
                  </m:oMath>
                </a14:m>
                <a:r>
                  <a:rPr lang="ko-KR" altLang="en-US" dirty="0"/>
                  <a:t> </a:t>
                </a:r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244FABE-F0C7-1D39-ABC3-8D8CE8A2AB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900" y="1657713"/>
                <a:ext cx="3323372" cy="11011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4CF0B2AD-8357-A4D3-F550-E59368CC27E8}"/>
              </a:ext>
            </a:extLst>
          </p:cNvPr>
          <p:cNvSpPr txBox="1"/>
          <p:nvPr/>
        </p:nvSpPr>
        <p:spPr>
          <a:xfrm>
            <a:off x="4152900" y="1160598"/>
            <a:ext cx="3784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1. Barrier</a:t>
            </a:r>
            <a:r>
              <a:rPr lang="ko-KR" altLang="en-US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height lowering :  PF, TE</a:t>
            </a: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75375658-BA14-287A-885F-65F5C1FFFEE9}"/>
              </a:ext>
            </a:extLst>
          </p:cNvPr>
          <p:cNvSpPr/>
          <p:nvPr/>
        </p:nvSpPr>
        <p:spPr>
          <a:xfrm>
            <a:off x="6116049" y="1679032"/>
            <a:ext cx="741951" cy="293620"/>
          </a:xfrm>
          <a:prstGeom prst="ellipse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3DF1BF45-E2A5-CC86-B71E-CD79E2B3E776}"/>
              </a:ext>
            </a:extLst>
          </p:cNvPr>
          <p:cNvSpPr/>
          <p:nvPr/>
        </p:nvSpPr>
        <p:spPr>
          <a:xfrm>
            <a:off x="5979459" y="2169352"/>
            <a:ext cx="1129553" cy="293620"/>
          </a:xfrm>
          <a:prstGeom prst="ellipse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40929106-D897-C165-3856-10FA49CAC0EB}"/>
              </a:ext>
            </a:extLst>
          </p:cNvPr>
          <p:cNvSpPr/>
          <p:nvPr/>
        </p:nvSpPr>
        <p:spPr>
          <a:xfrm>
            <a:off x="4492877" y="4751283"/>
            <a:ext cx="1791382" cy="691700"/>
          </a:xfrm>
          <a:prstGeom prst="ellipse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FF6113F8-46A6-2C4A-6AA6-A3E0D87BFA40}"/>
              </a:ext>
            </a:extLst>
          </p:cNvPr>
          <p:cNvCxnSpPr/>
          <p:nvPr/>
        </p:nvCxnSpPr>
        <p:spPr>
          <a:xfrm>
            <a:off x="6284259" y="5109882"/>
            <a:ext cx="717176" cy="80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54276A52-3756-A708-7CF4-3E17505CB27A}"/>
              </a:ext>
            </a:extLst>
          </p:cNvPr>
          <p:cNvSpPr txBox="1"/>
          <p:nvPr/>
        </p:nvSpPr>
        <p:spPr>
          <a:xfrm>
            <a:off x="7001435" y="4919763"/>
            <a:ext cx="17913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Effective</a:t>
            </a:r>
            <a:r>
              <a: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한 </a:t>
            </a:r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tunneling length </a:t>
            </a:r>
            <a:r>
              <a: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가 줄어듦</a:t>
            </a:r>
          </a:p>
        </p:txBody>
      </p:sp>
      <p:sp>
        <p:nvSpPr>
          <p:cNvPr id="3" name="생각 풍선: 구름 모양 2">
            <a:extLst>
              <a:ext uri="{FF2B5EF4-FFF2-40B4-BE49-F238E27FC236}">
                <a16:creationId xmlns:a16="http://schemas.microsoft.com/office/drawing/2014/main" id="{7D39D514-1FD5-43A2-964D-F309210F5DF3}"/>
              </a:ext>
            </a:extLst>
          </p:cNvPr>
          <p:cNvSpPr/>
          <p:nvPr/>
        </p:nvSpPr>
        <p:spPr>
          <a:xfrm>
            <a:off x="4283901" y="2842718"/>
            <a:ext cx="4102274" cy="839865"/>
          </a:xfrm>
          <a:prstGeom prst="cloudCallout">
            <a:avLst>
              <a:gd name="adj1" fmla="val -61902"/>
              <a:gd name="adj2" fmla="val 54297"/>
            </a:avLst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tx1"/>
                </a:solidFill>
                <a:latin typeface="Times New Roman"/>
                <a:ea typeface="맑은 고딕"/>
                <a:cs typeface="Times New Roman"/>
              </a:rPr>
              <a:t>김민수 박사의 답변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A4B72E15-7CE9-3075-94A5-0492E8B76736}"/>
              </a:ext>
            </a:extLst>
          </p:cNvPr>
          <p:cNvCxnSpPr>
            <a:cxnSpLocks/>
            <a:stCxn id="52" idx="6"/>
            <a:endCxn id="9" idx="1"/>
          </p:cNvCxnSpPr>
          <p:nvPr/>
        </p:nvCxnSpPr>
        <p:spPr>
          <a:xfrm flipV="1">
            <a:off x="7109012" y="1846957"/>
            <a:ext cx="120463" cy="46920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33E7570-DA19-2A06-7A50-B5916EE9F29E}"/>
              </a:ext>
            </a:extLst>
          </p:cNvPr>
          <p:cNvSpPr txBox="1"/>
          <p:nvPr/>
        </p:nvSpPr>
        <p:spPr>
          <a:xfrm>
            <a:off x="7229475" y="1646902"/>
            <a:ext cx="1804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20240705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수정</a:t>
            </a:r>
          </a:p>
        </p:txBody>
      </p:sp>
    </p:spTree>
    <p:extLst>
      <p:ext uri="{BB962C8B-B14F-4D97-AF65-F5344CB8AC3E}">
        <p14:creationId xmlns:p14="http://schemas.microsoft.com/office/powerpoint/2010/main" val="4145184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 bwMode="auto"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School of Electrical Engineering, Seoul National University</a:t>
            </a:r>
            <a:endParaRPr lang="en-US" altLang="ko-KR" sz="1100" b="1" kern="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3072" y="189833"/>
            <a:ext cx="8649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Result with using parameters in paper</a:t>
            </a:r>
            <a:endParaRPr lang="ko-KR" altLang="en-US" sz="3600" dirty="0">
              <a:ln>
                <a:solidFill>
                  <a:srgbClr val="00397F">
                    <a:alpha val="30000"/>
                  </a:srgbClr>
                </a:solidFill>
              </a:ln>
              <a:solidFill>
                <a:srgbClr val="00397F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 bwMode="auto"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069080" y="6496407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FFFF"/>
                </a:solidFill>
              </a:rPr>
              <a:t>7/16</a:t>
            </a:r>
            <a:endParaRPr lang="ko-KR" altLang="en-US" dirty="0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78A6BE1-74F9-D80E-B2D0-A6CD49F17336}"/>
                  </a:ext>
                </a:extLst>
              </p:cNvPr>
              <p:cNvSpPr txBox="1"/>
              <p:nvPr/>
            </p:nvSpPr>
            <p:spPr>
              <a:xfrm>
                <a:off x="456818" y="1178704"/>
                <a:ext cx="2859811" cy="22502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𝜈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𝑇𝐸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=3.0×</m:t>
                    </m:r>
                    <m:sSup>
                      <m:sSup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p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10</m:t>
                        </m:r>
                      </m:e>
                      <m:sup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5</m:t>
                        </m:r>
                      </m:sup>
                    </m:sSup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  <a:p>
                <a:endPara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𝜈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𝐷𝑇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=4.0×</m:t>
                    </m:r>
                    <m:sSup>
                      <m:sSup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p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10</m:t>
                        </m:r>
                      </m:e>
                      <m:sup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11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Sup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𝛼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𝐷𝑇</m:t>
                        </m:r>
                      </m:sub>
                      <m:sup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′</m:t>
                        </m:r>
                      </m:sup>
                    </m:sSubSup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=0.231 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𝑉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  <a:p>
                <a:endPara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𝜈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𝑇𝐵𝑇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=4.2×</m:t>
                    </m:r>
                    <m:sSup>
                      <m:sSup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p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10</m:t>
                        </m:r>
                      </m:e>
                      <m:sup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6</m:t>
                        </m:r>
                      </m:sup>
                    </m:sSup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Sup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𝛼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𝑇𝐵𝑇</m:t>
                        </m:r>
                      </m:sub>
                      <m:sup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′</m:t>
                        </m:r>
                      </m:sup>
                    </m:sSubSup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=0.537 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𝑉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78A6BE1-74F9-D80E-B2D0-A6CD49F173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818" y="1178704"/>
                <a:ext cx="2859811" cy="22502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개체 9">
            <a:extLst>
              <a:ext uri="{FF2B5EF4-FFF2-40B4-BE49-F238E27FC236}">
                <a16:creationId xmlns:a16="http://schemas.microsoft.com/office/drawing/2014/main" id="{DCEBC886-A3D7-2628-5CA4-71C649DC0C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393264"/>
              </p:ext>
            </p:extLst>
          </p:nvPr>
        </p:nvGraphicFramePr>
        <p:xfrm>
          <a:off x="4212542" y="836165"/>
          <a:ext cx="5006451" cy="28606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3965500" imgH="2771641" progId="Origin50.Graph">
                  <p:embed/>
                </p:oleObj>
              </mc:Choice>
              <mc:Fallback>
                <p:oleObj name="Graph" r:id="rId4" imgW="3965500" imgH="2771641" progId="Origin50.Graph">
                  <p:embed/>
                  <p:pic>
                    <p:nvPicPr>
                      <p:cNvPr id="10" name="개체 9">
                        <a:extLst>
                          <a:ext uri="{FF2B5EF4-FFF2-40B4-BE49-F238E27FC236}">
                            <a16:creationId xmlns:a16="http://schemas.microsoft.com/office/drawing/2014/main" id="{DCEBC886-A3D7-2628-5CA4-71C649DC0C3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12542" y="836165"/>
                        <a:ext cx="5006451" cy="28606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D9C96F7F-85AD-6165-811C-6C7B4C280EAD}"/>
              </a:ext>
            </a:extLst>
          </p:cNvPr>
          <p:cNvSpPr txBox="1"/>
          <p:nvPr/>
        </p:nvSpPr>
        <p:spPr>
          <a:xfrm>
            <a:off x="411125" y="3571419"/>
            <a:ext cx="51614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=&gt; Parameter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을 있는 그대로 활용하면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tau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값이 너무 작게 나옴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.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78A59CA5-ED43-7AFA-E6A5-1B346EDA9F3D}"/>
              </a:ext>
            </a:extLst>
          </p:cNvPr>
          <p:cNvGrpSpPr/>
          <p:nvPr/>
        </p:nvGrpSpPr>
        <p:grpSpPr>
          <a:xfrm>
            <a:off x="5460815" y="1028703"/>
            <a:ext cx="3153992" cy="2687920"/>
            <a:chOff x="5460815" y="1028703"/>
            <a:chExt cx="3153992" cy="2996450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5DEE0F95-7A2D-7C2A-086B-A41FE9A03EB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alphaModFix amt="30000"/>
            </a:blip>
            <a:stretch>
              <a:fillRect/>
            </a:stretch>
          </p:blipFill>
          <p:spPr>
            <a:xfrm>
              <a:off x="5460815" y="1028703"/>
              <a:ext cx="3153992" cy="2996450"/>
            </a:xfrm>
            <a:prstGeom prst="rect">
              <a:avLst/>
            </a:prstGeom>
          </p:spPr>
        </p:pic>
        <p:sp>
          <p:nvSpPr>
            <p:cNvPr id="15" name="자유형: 도형 14">
              <a:extLst>
                <a:ext uri="{FF2B5EF4-FFF2-40B4-BE49-F238E27FC236}">
                  <a16:creationId xmlns:a16="http://schemas.microsoft.com/office/drawing/2014/main" id="{B898422E-9EC1-0661-11D9-1DB0D96B70F9}"/>
                </a:ext>
              </a:extLst>
            </p:cNvPr>
            <p:cNvSpPr/>
            <p:nvPr/>
          </p:nvSpPr>
          <p:spPr>
            <a:xfrm>
              <a:off x="6110288" y="2016452"/>
              <a:ext cx="2381250" cy="1443948"/>
            </a:xfrm>
            <a:custGeom>
              <a:avLst/>
              <a:gdLst>
                <a:gd name="connsiteX0" fmla="*/ 2381250 w 2381250"/>
                <a:gd name="connsiteY0" fmla="*/ 12373 h 1443948"/>
                <a:gd name="connsiteX1" fmla="*/ 1790700 w 2381250"/>
                <a:gd name="connsiteY1" fmla="*/ 12373 h 1443948"/>
                <a:gd name="connsiteX2" fmla="*/ 1614487 w 2381250"/>
                <a:gd name="connsiteY2" fmla="*/ 140961 h 1443948"/>
                <a:gd name="connsiteX3" fmla="*/ 1271587 w 2381250"/>
                <a:gd name="connsiteY3" fmla="*/ 826761 h 1443948"/>
                <a:gd name="connsiteX4" fmla="*/ 1028700 w 2381250"/>
                <a:gd name="connsiteY4" fmla="*/ 1217286 h 1443948"/>
                <a:gd name="connsiteX5" fmla="*/ 623887 w 2381250"/>
                <a:gd name="connsiteY5" fmla="*/ 1412548 h 1443948"/>
                <a:gd name="connsiteX6" fmla="*/ 0 w 2381250"/>
                <a:gd name="connsiteY6" fmla="*/ 1441123 h 144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81250" h="1443948">
                  <a:moveTo>
                    <a:pt x="2381250" y="12373"/>
                  </a:moveTo>
                  <a:cubicBezTo>
                    <a:pt x="2149872" y="1657"/>
                    <a:pt x="1918494" y="-9058"/>
                    <a:pt x="1790700" y="12373"/>
                  </a:cubicBezTo>
                  <a:cubicBezTo>
                    <a:pt x="1662906" y="33804"/>
                    <a:pt x="1701006" y="5230"/>
                    <a:pt x="1614487" y="140961"/>
                  </a:cubicBezTo>
                  <a:cubicBezTo>
                    <a:pt x="1527968" y="276692"/>
                    <a:pt x="1369218" y="647374"/>
                    <a:pt x="1271587" y="826761"/>
                  </a:cubicBezTo>
                  <a:cubicBezTo>
                    <a:pt x="1173956" y="1006148"/>
                    <a:pt x="1136650" y="1119655"/>
                    <a:pt x="1028700" y="1217286"/>
                  </a:cubicBezTo>
                  <a:cubicBezTo>
                    <a:pt x="920750" y="1314917"/>
                    <a:pt x="795337" y="1375242"/>
                    <a:pt x="623887" y="1412548"/>
                  </a:cubicBezTo>
                  <a:cubicBezTo>
                    <a:pt x="452437" y="1449854"/>
                    <a:pt x="226218" y="1445488"/>
                    <a:pt x="0" y="1441123"/>
                  </a:cubicBezTo>
                </a:path>
              </a:pathLst>
            </a:cu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17" name="개체 16">
            <a:extLst>
              <a:ext uri="{FF2B5EF4-FFF2-40B4-BE49-F238E27FC236}">
                <a16:creationId xmlns:a16="http://schemas.microsoft.com/office/drawing/2014/main" id="{B37B611F-E401-1FD3-77B2-FD3A3AA59F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662204"/>
              </p:ext>
            </p:extLst>
          </p:nvPr>
        </p:nvGraphicFramePr>
        <p:xfrm>
          <a:off x="5485291" y="3964654"/>
          <a:ext cx="3475007" cy="2428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7" imgW="3965500" imgH="2771641" progId="Origin50.Graph">
                  <p:embed/>
                </p:oleObj>
              </mc:Choice>
              <mc:Fallback>
                <p:oleObj name="Graph" r:id="rId7" imgW="3965500" imgH="2771641" progId="Origin50.Graph">
                  <p:embed/>
                  <p:pic>
                    <p:nvPicPr>
                      <p:cNvPr id="17" name="개체 16">
                        <a:extLst>
                          <a:ext uri="{FF2B5EF4-FFF2-40B4-BE49-F238E27FC236}">
                            <a16:creationId xmlns:a16="http://schemas.microsoft.com/office/drawing/2014/main" id="{B37B611F-E401-1FD3-77B2-FD3A3AA59F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485291" y="3964654"/>
                        <a:ext cx="3475007" cy="2428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그룹 17">
            <a:extLst>
              <a:ext uri="{FF2B5EF4-FFF2-40B4-BE49-F238E27FC236}">
                <a16:creationId xmlns:a16="http://schemas.microsoft.com/office/drawing/2014/main" id="{2F87EA0C-922F-527E-C17F-888ED9ABBC3B}"/>
              </a:ext>
            </a:extLst>
          </p:cNvPr>
          <p:cNvGrpSpPr/>
          <p:nvPr/>
        </p:nvGrpSpPr>
        <p:grpSpPr>
          <a:xfrm>
            <a:off x="5460815" y="4112171"/>
            <a:ext cx="3108933" cy="2299369"/>
            <a:chOff x="5460815" y="1028703"/>
            <a:chExt cx="3153992" cy="2996450"/>
          </a:xfrm>
        </p:grpSpPr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54E966A3-20D4-9580-CDA7-28417D6B038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alphaModFix amt="30000"/>
            </a:blip>
            <a:stretch>
              <a:fillRect/>
            </a:stretch>
          </p:blipFill>
          <p:spPr>
            <a:xfrm>
              <a:off x="5460815" y="1028703"/>
              <a:ext cx="3153992" cy="2996450"/>
            </a:xfrm>
            <a:prstGeom prst="rect">
              <a:avLst/>
            </a:prstGeom>
          </p:spPr>
        </p:pic>
        <p:sp>
          <p:nvSpPr>
            <p:cNvPr id="20" name="자유형: 도형 19">
              <a:extLst>
                <a:ext uri="{FF2B5EF4-FFF2-40B4-BE49-F238E27FC236}">
                  <a16:creationId xmlns:a16="http://schemas.microsoft.com/office/drawing/2014/main" id="{E6578F6C-D092-1CC8-E9A3-DA9281737954}"/>
                </a:ext>
              </a:extLst>
            </p:cNvPr>
            <p:cNvSpPr/>
            <p:nvPr/>
          </p:nvSpPr>
          <p:spPr>
            <a:xfrm>
              <a:off x="6110288" y="2016452"/>
              <a:ext cx="2381250" cy="1443948"/>
            </a:xfrm>
            <a:custGeom>
              <a:avLst/>
              <a:gdLst>
                <a:gd name="connsiteX0" fmla="*/ 2381250 w 2381250"/>
                <a:gd name="connsiteY0" fmla="*/ 12373 h 1443948"/>
                <a:gd name="connsiteX1" fmla="*/ 1790700 w 2381250"/>
                <a:gd name="connsiteY1" fmla="*/ 12373 h 1443948"/>
                <a:gd name="connsiteX2" fmla="*/ 1614487 w 2381250"/>
                <a:gd name="connsiteY2" fmla="*/ 140961 h 1443948"/>
                <a:gd name="connsiteX3" fmla="*/ 1271587 w 2381250"/>
                <a:gd name="connsiteY3" fmla="*/ 826761 h 1443948"/>
                <a:gd name="connsiteX4" fmla="*/ 1028700 w 2381250"/>
                <a:gd name="connsiteY4" fmla="*/ 1217286 h 1443948"/>
                <a:gd name="connsiteX5" fmla="*/ 623887 w 2381250"/>
                <a:gd name="connsiteY5" fmla="*/ 1412548 h 1443948"/>
                <a:gd name="connsiteX6" fmla="*/ 0 w 2381250"/>
                <a:gd name="connsiteY6" fmla="*/ 1441123 h 144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81250" h="1443948">
                  <a:moveTo>
                    <a:pt x="2381250" y="12373"/>
                  </a:moveTo>
                  <a:cubicBezTo>
                    <a:pt x="2149872" y="1657"/>
                    <a:pt x="1918494" y="-9058"/>
                    <a:pt x="1790700" y="12373"/>
                  </a:cubicBezTo>
                  <a:cubicBezTo>
                    <a:pt x="1662906" y="33804"/>
                    <a:pt x="1701006" y="5230"/>
                    <a:pt x="1614487" y="140961"/>
                  </a:cubicBezTo>
                  <a:cubicBezTo>
                    <a:pt x="1527968" y="276692"/>
                    <a:pt x="1369218" y="647374"/>
                    <a:pt x="1271587" y="826761"/>
                  </a:cubicBezTo>
                  <a:cubicBezTo>
                    <a:pt x="1173956" y="1006148"/>
                    <a:pt x="1136650" y="1119655"/>
                    <a:pt x="1028700" y="1217286"/>
                  </a:cubicBezTo>
                  <a:cubicBezTo>
                    <a:pt x="920750" y="1314917"/>
                    <a:pt x="795337" y="1375242"/>
                    <a:pt x="623887" y="1412548"/>
                  </a:cubicBezTo>
                  <a:cubicBezTo>
                    <a:pt x="452437" y="1449854"/>
                    <a:pt x="226218" y="1445488"/>
                    <a:pt x="0" y="1441123"/>
                  </a:cubicBezTo>
                </a:path>
              </a:pathLst>
            </a:cu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1" name="화살표: 굽음 20">
            <a:extLst>
              <a:ext uri="{FF2B5EF4-FFF2-40B4-BE49-F238E27FC236}">
                <a16:creationId xmlns:a16="http://schemas.microsoft.com/office/drawing/2014/main" id="{DCECF569-6A6E-DE80-2875-766B868B9B43}"/>
              </a:ext>
            </a:extLst>
          </p:cNvPr>
          <p:cNvSpPr/>
          <p:nvPr/>
        </p:nvSpPr>
        <p:spPr>
          <a:xfrm flipV="1">
            <a:off x="233072" y="4706043"/>
            <a:ext cx="555812" cy="555812"/>
          </a:xfrm>
          <a:prstGeom prst="bentArrow">
            <a:avLst>
              <a:gd name="adj1" fmla="val 13800"/>
              <a:gd name="adj2" fmla="val 18200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5749E67-86BC-EFB4-AAE3-CC9FD347B3AC}"/>
                  </a:ext>
                </a:extLst>
              </p:cNvPr>
              <p:cNvSpPr txBox="1"/>
              <p:nvPr/>
            </p:nvSpPr>
            <p:spPr>
              <a:xfrm>
                <a:off x="813360" y="4625225"/>
                <a:ext cx="4423925" cy="10540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𝑃𝐹</m:t>
                        </m:r>
                      </m:sub>
                    </m:sSub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=2</m:t>
                    </m:r>
                    <m:sSub>
                      <m:sSub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𝜎</m:t>
                        </m:r>
                      </m:e>
                      <m:sub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</m:sub>
                    </m:sSub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ad>
                      <m:radPr>
                        <m:degHide m:val="on"/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  <m:sSub>
                              <m:sSubPr>
                                <m:ctrlP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𝐵</m:t>
                                </m:r>
                              </m:sub>
                            </m:s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𝑇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</m:e>
                    </m:rad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p>
                      <m:sSup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𝜋</m:t>
                                </m:r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𝑛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𝐵</m:t>
                                    </m:r>
                                  </m:sub>
                                </m:sSub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𝑇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h</m:t>
                                    </m:r>
                                  </m:e>
                                  <m:sup>
                                    <m: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f>
                          <m:f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den>
                        </m:f>
                      </m:sup>
                    </m:sSup>
                    <m:func>
                      <m:func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6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𝑛</m:t>
                                    </m:r>
                                  </m:sub>
                                </m:sSub>
                                <m:rad>
                                  <m:radPr>
                                    <m:degHide m:val="on"/>
                                    <m:ctrlP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radPr>
                                  <m:deg/>
                                  <m:e>
                                    <m:sSub>
                                      <m:sSubPr>
                                        <m:ctrlPr>
                                          <a:rPr lang="en-US" altLang="ko-KR" sz="16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6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lang="en-US" altLang="ko-KR" sz="16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rad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𝐵</m:t>
                                    </m:r>
                                  </m:sub>
                                </m:sSub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𝑇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   </m:t>
                    </m:r>
                  </m:oMath>
                </a14:m>
                <a:r>
                  <a:rPr lang="en-US" altLang="ko-KR" sz="1600" b="0" i="1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Cambria Math" panose="02040503050406030204" pitchFamily="18" charset="0"/>
                    <a:ea typeface="맑은 고딕"/>
                    <a:cs typeface="Times New Roman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𝑇𝐵𝑇</m:t>
                        </m:r>
                      </m:sub>
                    </m:sSub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⇒</m:t>
                    </m:r>
                  </m:oMath>
                </a14:m>
                <a:r>
                  <a:rPr lang="en-US" altLang="ko-KR" sz="1400" b="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ea typeface="맑은 고딕"/>
                    <a:cs typeface="Times New Roman"/>
                  </a:rPr>
                  <a:t>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𝑇</m:t>
                            </m:r>
                          </m:sub>
                        </m:sSub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=</m:t>
                        </m:r>
                        <m:f>
                          <m:f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4 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US" altLang="ko-KR" sz="11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altLang="ko-KR" sz="11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𝑜𝑥</m:t>
                                    </m:r>
                                  </m:sub>
                                </m:sSub>
                              </m:e>
                            </m:rad>
                          </m:num>
                          <m:den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 ℏ</m:t>
                            </m:r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𝑞</m:t>
                            </m:r>
                          </m:den>
                        </m:f>
                        <m:r>
                          <a:rPr lang="en-US" altLang="ko-KR" sz="11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sSup>
                          <m:sSup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11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altLang="ko-KR" sz="11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1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lang="en-US" altLang="ko-KR" sz="11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altLang="ko-KR" sz="11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𝐶</m:t>
                                    </m:r>
                                  </m:sub>
                                </m:sSub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sz="11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ko-KR" sz="11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𝑜𝑥</m:t>
                                    </m:r>
                                  </m:sub>
                                </m:sSub>
                                <m:rad>
                                  <m:radPr>
                                    <m:degHide m:val="on"/>
                                    <m:ctrlPr>
                                      <a:rPr lang="en-US" altLang="ko-KR" sz="11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radPr>
                                  <m:deg/>
                                  <m:e>
                                    <m:sSub>
                                      <m:sSubPr>
                                        <m:ctrlPr>
                                          <a:rPr lang="en-US" altLang="ko-KR" sz="11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1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lang="en-US" altLang="ko-KR" sz="11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𝑜𝑥</m:t>
                                        </m:r>
                                      </m:sub>
                                    </m:sSub>
                                  </m:e>
                                </m:rad>
                              </m:e>
                            </m:d>
                          </m:e>
                          <m:sup>
                            <m:f>
                              <m:fPr>
                                <m:ctrlP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US" altLang="ko-KR" sz="11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sSubSup>
                          <m:sSubSupPr>
                            <m:ctrlP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𝑇𝐵𝑇</m:t>
                            </m:r>
                          </m:sub>
                          <m:sup>
                            <m:r>
                              <a:rPr lang="en-US" altLang="ko-KR" sz="11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′</m:t>
                            </m:r>
                          </m:sup>
                        </m:sSubSup>
                      </m:e>
                    </m:d>
                  </m:oMath>
                </a14:m>
                <a:endParaRPr lang="en-US" altLang="ko-KR" sz="16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5749E67-86BC-EFB4-AAE3-CC9FD347B3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360" y="4625225"/>
                <a:ext cx="4423925" cy="105407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곱하기 기호 24">
            <a:extLst>
              <a:ext uri="{FF2B5EF4-FFF2-40B4-BE49-F238E27FC236}">
                <a16:creationId xmlns:a16="http://schemas.microsoft.com/office/drawing/2014/main" id="{FBAAC3A9-86E1-0610-4CE0-19CAEEC24EE4}"/>
              </a:ext>
            </a:extLst>
          </p:cNvPr>
          <p:cNvSpPr/>
          <p:nvPr/>
        </p:nvSpPr>
        <p:spPr>
          <a:xfrm>
            <a:off x="4140703" y="4708342"/>
            <a:ext cx="709082" cy="296263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곱하기 기호 25">
            <a:extLst>
              <a:ext uri="{FF2B5EF4-FFF2-40B4-BE49-F238E27FC236}">
                <a16:creationId xmlns:a16="http://schemas.microsoft.com/office/drawing/2014/main" id="{B4281DC5-2AF5-E8D4-301B-637BAB22982B}"/>
              </a:ext>
            </a:extLst>
          </p:cNvPr>
          <p:cNvSpPr/>
          <p:nvPr/>
        </p:nvSpPr>
        <p:spPr>
          <a:xfrm>
            <a:off x="3551981" y="5255138"/>
            <a:ext cx="709082" cy="296263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16CB5A1-532F-52BB-1535-7671C294D4CC}"/>
              </a:ext>
            </a:extLst>
          </p:cNvPr>
          <p:cNvSpPr txBox="1"/>
          <p:nvPr/>
        </p:nvSpPr>
        <p:spPr>
          <a:xfrm>
            <a:off x="411125" y="5624225"/>
            <a:ext cx="51614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=&gt; TBT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PF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barrier lowering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을 없애면 논문의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figure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와 정확히 일치함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.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9E079DC-0CC7-E9F9-A62B-E011FF9E8C67}"/>
              </a:ext>
            </a:extLst>
          </p:cNvPr>
          <p:cNvSpPr txBox="1"/>
          <p:nvPr/>
        </p:nvSpPr>
        <p:spPr>
          <a:xfrm>
            <a:off x="3992907" y="1020155"/>
            <a:ext cx="4392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①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D39052B-25D2-F559-789F-5FB6D0265A10}"/>
              </a:ext>
            </a:extLst>
          </p:cNvPr>
          <p:cNvSpPr txBox="1"/>
          <p:nvPr/>
        </p:nvSpPr>
        <p:spPr>
          <a:xfrm>
            <a:off x="5165795" y="4004116"/>
            <a:ext cx="5655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②</a:t>
            </a:r>
          </a:p>
        </p:txBody>
      </p:sp>
    </p:spTree>
    <p:extLst>
      <p:ext uri="{BB962C8B-B14F-4D97-AF65-F5344CB8AC3E}">
        <p14:creationId xmlns:p14="http://schemas.microsoft.com/office/powerpoint/2010/main" val="164901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4" grpId="0"/>
      <p:bldP spid="25" grpId="0" animBg="1"/>
      <p:bldP spid="26" grpId="0" animBg="1"/>
      <p:bldP spid="27" grpId="0"/>
      <p:bldP spid="2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 bwMode="auto"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School of Electrical Engineering, Seoul National University</a:t>
            </a:r>
            <a:endParaRPr lang="en-US" altLang="ko-KR" sz="1100" b="1" kern="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3072" y="189833"/>
            <a:ext cx="8649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Result with using parameters in paper</a:t>
            </a:r>
            <a:endParaRPr lang="ko-KR" altLang="en-US" sz="3600" dirty="0">
              <a:ln>
                <a:solidFill>
                  <a:srgbClr val="00397F">
                    <a:alpha val="30000"/>
                  </a:srgbClr>
                </a:solidFill>
              </a:ln>
              <a:solidFill>
                <a:srgbClr val="00397F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 bwMode="auto"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069080" y="6496407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FFFF"/>
                </a:solidFill>
              </a:rPr>
              <a:t>8/16</a:t>
            </a:r>
            <a:endParaRPr lang="ko-KR" altLang="en-US" dirty="0">
              <a:solidFill>
                <a:srgbClr val="FFFFFF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9C8DA92-B06B-1A6A-0D12-B4D0BA0FF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45876"/>
            <a:ext cx="2470723" cy="1566693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39785DE0-67EF-350A-0C5F-27204CCFDE8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0262"/>
          <a:stretch/>
        </p:blipFill>
        <p:spPr>
          <a:xfrm>
            <a:off x="3859692" y="979432"/>
            <a:ext cx="1332702" cy="2301239"/>
          </a:xfrm>
          <a:prstGeom prst="rect">
            <a:avLst/>
          </a:prstGeom>
        </p:spPr>
      </p:pic>
      <p:graphicFrame>
        <p:nvGraphicFramePr>
          <p:cNvPr id="29" name="개체 28">
            <a:extLst>
              <a:ext uri="{FF2B5EF4-FFF2-40B4-BE49-F238E27FC236}">
                <a16:creationId xmlns:a16="http://schemas.microsoft.com/office/drawing/2014/main" id="{A5BA3E56-520E-AAC4-9017-6338EA02D2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6789412"/>
              </p:ext>
            </p:extLst>
          </p:nvPr>
        </p:nvGraphicFramePr>
        <p:xfrm>
          <a:off x="5192394" y="641258"/>
          <a:ext cx="1582031" cy="316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5" imgW="1749586" imgH="3495516" progId="Origin50.Graph">
                  <p:embed/>
                </p:oleObj>
              </mc:Choice>
              <mc:Fallback>
                <p:oleObj name="Graph" r:id="rId5" imgW="1749586" imgH="3495516" progId="Origin50.Graph">
                  <p:embed/>
                  <p:pic>
                    <p:nvPicPr>
                      <p:cNvPr id="29" name="개체 28">
                        <a:extLst>
                          <a:ext uri="{FF2B5EF4-FFF2-40B4-BE49-F238E27FC236}">
                            <a16:creationId xmlns:a16="http://schemas.microsoft.com/office/drawing/2014/main" id="{A5BA3E56-520E-AAC4-9017-6338EA02D2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192394" y="641258"/>
                        <a:ext cx="1582031" cy="316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03D4F16B-7E6B-3DDE-C5DB-4ACC9A48EB91}"/>
              </a:ext>
            </a:extLst>
          </p:cNvPr>
          <p:cNvSpPr txBox="1"/>
          <p:nvPr/>
        </p:nvSpPr>
        <p:spPr>
          <a:xfrm>
            <a:off x="2545229" y="1445876"/>
            <a:ext cx="14806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Given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parameters</a:t>
            </a:r>
            <a:endParaRPr lang="ko-KR" altLang="en-US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31" name="화살표: 오른쪽 30">
            <a:extLst>
              <a:ext uri="{FF2B5EF4-FFF2-40B4-BE49-F238E27FC236}">
                <a16:creationId xmlns:a16="http://schemas.microsoft.com/office/drawing/2014/main" id="{EEEBB9CD-1F39-6637-2488-F4380C8CB2CF}"/>
              </a:ext>
            </a:extLst>
          </p:cNvPr>
          <p:cNvSpPr/>
          <p:nvPr/>
        </p:nvSpPr>
        <p:spPr>
          <a:xfrm>
            <a:off x="2545229" y="2097741"/>
            <a:ext cx="995083" cy="390251"/>
          </a:xfrm>
          <a:prstGeom prst="right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F7E3B30-0A51-7D84-E721-112A0682BDB0}"/>
              </a:ext>
            </a:extLst>
          </p:cNvPr>
          <p:cNvSpPr txBox="1"/>
          <p:nvPr/>
        </p:nvSpPr>
        <p:spPr>
          <a:xfrm>
            <a:off x="1881406" y="3615504"/>
            <a:ext cx="18184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Modified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barrier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lowering</a:t>
            </a:r>
            <a:endParaRPr lang="ko-KR" altLang="en-US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33" name="화살표: 오른쪽 32">
            <a:extLst>
              <a:ext uri="{FF2B5EF4-FFF2-40B4-BE49-F238E27FC236}">
                <a16:creationId xmlns:a16="http://schemas.microsoft.com/office/drawing/2014/main" id="{E94123F7-94B9-297A-CCC6-FF6C2F61068C}"/>
              </a:ext>
            </a:extLst>
          </p:cNvPr>
          <p:cNvSpPr/>
          <p:nvPr/>
        </p:nvSpPr>
        <p:spPr>
          <a:xfrm>
            <a:off x="2126965" y="4275415"/>
            <a:ext cx="995083" cy="390251"/>
          </a:xfrm>
          <a:prstGeom prst="right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0A99ACE-390B-4B12-52ED-C10B09125508}"/>
              </a:ext>
            </a:extLst>
          </p:cNvPr>
          <p:cNvSpPr txBox="1"/>
          <p:nvPr/>
        </p:nvSpPr>
        <p:spPr>
          <a:xfrm>
            <a:off x="2756159" y="2396111"/>
            <a:ext cx="4392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①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9588FB2-1E00-A361-6A97-F1CDEFC260EB}"/>
              </a:ext>
            </a:extLst>
          </p:cNvPr>
          <p:cNvSpPr txBox="1"/>
          <p:nvPr/>
        </p:nvSpPr>
        <p:spPr>
          <a:xfrm>
            <a:off x="2341724" y="4673405"/>
            <a:ext cx="5655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②</a:t>
            </a: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CCE8DA03-9F86-E5EF-B59E-EB528E644AB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0262"/>
          <a:stretch/>
        </p:blipFill>
        <p:spPr>
          <a:xfrm>
            <a:off x="3859692" y="3723144"/>
            <a:ext cx="1332702" cy="2301239"/>
          </a:xfrm>
          <a:prstGeom prst="rect">
            <a:avLst/>
          </a:prstGeom>
        </p:spPr>
      </p:pic>
      <p:graphicFrame>
        <p:nvGraphicFramePr>
          <p:cNvPr id="37" name="개체 36">
            <a:extLst>
              <a:ext uri="{FF2B5EF4-FFF2-40B4-BE49-F238E27FC236}">
                <a16:creationId xmlns:a16="http://schemas.microsoft.com/office/drawing/2014/main" id="{023DEFE7-56E2-3F1F-4466-4E8F1C522C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2863798"/>
              </p:ext>
            </p:extLst>
          </p:nvPr>
        </p:nvGraphicFramePr>
        <p:xfrm>
          <a:off x="5197762" y="3394783"/>
          <a:ext cx="1582031" cy="316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7" imgW="1749586" imgH="3495516" progId="Origin50.Graph">
                  <p:embed/>
                </p:oleObj>
              </mc:Choice>
              <mc:Fallback>
                <p:oleObj name="Graph" r:id="rId7" imgW="1749586" imgH="3495516" progId="Origin50.Graph">
                  <p:embed/>
                  <p:pic>
                    <p:nvPicPr>
                      <p:cNvPr id="37" name="개체 36">
                        <a:extLst>
                          <a:ext uri="{FF2B5EF4-FFF2-40B4-BE49-F238E27FC236}">
                            <a16:creationId xmlns:a16="http://schemas.microsoft.com/office/drawing/2014/main" id="{023DEFE7-56E2-3F1F-4466-4E8F1C522C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197762" y="3394783"/>
                        <a:ext cx="1582031" cy="316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50EE309E-1205-61F6-599A-C0E858A3A5D7}"/>
              </a:ext>
            </a:extLst>
          </p:cNvPr>
          <p:cNvSpPr txBox="1"/>
          <p:nvPr/>
        </p:nvSpPr>
        <p:spPr>
          <a:xfrm>
            <a:off x="6805943" y="4182772"/>
            <a:ext cx="22014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②와 같이 </a:t>
            </a:r>
            <a:r>
              <a:rPr lang="en-US" altLang="ko-KR" sz="14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ΔVt</a:t>
            </a:r>
            <a:r>
              <a: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가 맞아도 세부적인 </a:t>
            </a:r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emission/capture rate</a:t>
            </a:r>
            <a:r>
              <a: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관련 계수들이 맞지 않음</a:t>
            </a:r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.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A6D278-8679-49AA-3EEB-4B3499C236BF}"/>
              </a:ext>
            </a:extLst>
          </p:cNvPr>
          <p:cNvSpPr txBox="1"/>
          <p:nvPr/>
        </p:nvSpPr>
        <p:spPr>
          <a:xfrm>
            <a:off x="6805943" y="1839292"/>
            <a:ext cx="22501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① 과 같이 세부 </a:t>
            </a:r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parameter</a:t>
            </a:r>
            <a:r>
              <a: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가 모두 맞아도 </a:t>
            </a:r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emission/capture rate</a:t>
            </a:r>
            <a:r>
              <a: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관련 계수들이 맞지 않음</a:t>
            </a:r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.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58989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 bwMode="auto"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School of Electrical Engineering, Seoul National University</a:t>
            </a:r>
            <a:endParaRPr lang="en-US" altLang="ko-KR" sz="1100" b="1" kern="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3072" y="189833"/>
            <a:ext cx="8649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Result with using parameters in paper</a:t>
            </a:r>
            <a:endParaRPr lang="ko-KR" altLang="en-US" sz="3600" dirty="0">
              <a:ln>
                <a:solidFill>
                  <a:srgbClr val="00397F">
                    <a:alpha val="30000"/>
                  </a:srgbClr>
                </a:solidFill>
              </a:ln>
              <a:solidFill>
                <a:srgbClr val="00397F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 bwMode="auto"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069080" y="6496407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FFFF"/>
                </a:solidFill>
              </a:rPr>
              <a:t>9/16</a:t>
            </a:r>
            <a:endParaRPr lang="ko-KR" altLang="en-US" dirty="0">
              <a:solidFill>
                <a:srgbClr val="FFFFFF"/>
              </a:solidFill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39785DE0-67EF-350A-0C5F-27204CCFDE8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262"/>
          <a:stretch/>
        </p:blipFill>
        <p:spPr>
          <a:xfrm>
            <a:off x="85644" y="1758407"/>
            <a:ext cx="2002666" cy="3458097"/>
          </a:xfrm>
          <a:prstGeom prst="rect">
            <a:avLst/>
          </a:prstGeom>
        </p:spPr>
      </p:pic>
      <p:graphicFrame>
        <p:nvGraphicFramePr>
          <p:cNvPr id="3" name="개체 2">
            <a:extLst>
              <a:ext uri="{FF2B5EF4-FFF2-40B4-BE49-F238E27FC236}">
                <a16:creationId xmlns:a16="http://schemas.microsoft.com/office/drawing/2014/main" id="{EC1D800F-FCF6-F222-FC24-DACAAE6B1F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8187575"/>
              </p:ext>
            </p:extLst>
          </p:nvPr>
        </p:nvGraphicFramePr>
        <p:xfrm>
          <a:off x="2606583" y="1240936"/>
          <a:ext cx="2371817" cy="47393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1749586" imgH="3495516" progId="Origin50.Graph">
                  <p:embed/>
                </p:oleObj>
              </mc:Choice>
              <mc:Fallback>
                <p:oleObj name="Graph" r:id="rId4" imgW="1749586" imgH="3495516" progId="Origin50.Graph">
                  <p:embed/>
                  <p:pic>
                    <p:nvPicPr>
                      <p:cNvPr id="3" name="개체 2">
                        <a:extLst>
                          <a:ext uri="{FF2B5EF4-FFF2-40B4-BE49-F238E27FC236}">
                            <a16:creationId xmlns:a16="http://schemas.microsoft.com/office/drawing/2014/main" id="{EC1D800F-FCF6-F222-FC24-DACAAE6B1F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606583" y="1240936"/>
                        <a:ext cx="2371817" cy="47393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개체 12">
            <a:extLst>
              <a:ext uri="{FF2B5EF4-FFF2-40B4-BE49-F238E27FC236}">
                <a16:creationId xmlns:a16="http://schemas.microsoft.com/office/drawing/2014/main" id="{46EAEF4F-31AC-5F80-086F-ECC538DE49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626486"/>
              </p:ext>
            </p:extLst>
          </p:nvPr>
        </p:nvGraphicFramePr>
        <p:xfrm>
          <a:off x="5279500" y="1256358"/>
          <a:ext cx="3965575" cy="277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6" imgW="3965500" imgH="2771641" progId="Origin50.Graph">
                  <p:embed/>
                </p:oleObj>
              </mc:Choice>
              <mc:Fallback>
                <p:oleObj name="Graph" r:id="rId6" imgW="3965500" imgH="2771641" progId="Origin50.Graph">
                  <p:embed/>
                  <p:pic>
                    <p:nvPicPr>
                      <p:cNvPr id="13" name="개체 12">
                        <a:extLst>
                          <a:ext uri="{FF2B5EF4-FFF2-40B4-BE49-F238E27FC236}">
                            <a16:creationId xmlns:a16="http://schemas.microsoft.com/office/drawing/2014/main" id="{46EAEF4F-31AC-5F80-086F-ECC538DE49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279500" y="1256358"/>
                        <a:ext cx="3965575" cy="2771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그룹 3">
            <a:extLst>
              <a:ext uri="{FF2B5EF4-FFF2-40B4-BE49-F238E27FC236}">
                <a16:creationId xmlns:a16="http://schemas.microsoft.com/office/drawing/2014/main" id="{C8902386-22FB-2F98-9321-272E7F2161F2}"/>
              </a:ext>
            </a:extLst>
          </p:cNvPr>
          <p:cNvGrpSpPr/>
          <p:nvPr/>
        </p:nvGrpSpPr>
        <p:grpSpPr>
          <a:xfrm>
            <a:off x="5279500" y="1428757"/>
            <a:ext cx="3533671" cy="2599378"/>
            <a:chOff x="5460815" y="1028703"/>
            <a:chExt cx="3153992" cy="2996450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0E2D87E4-2FF3-5914-A69A-78E01DC1868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alphaModFix amt="30000"/>
            </a:blip>
            <a:stretch>
              <a:fillRect/>
            </a:stretch>
          </p:blipFill>
          <p:spPr>
            <a:xfrm>
              <a:off x="5460815" y="1028703"/>
              <a:ext cx="3153992" cy="2996450"/>
            </a:xfrm>
            <a:prstGeom prst="rect">
              <a:avLst/>
            </a:prstGeom>
          </p:spPr>
        </p:pic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ED126065-7F64-7F6F-9A69-A9EFA469CE92}"/>
                </a:ext>
              </a:extLst>
            </p:cNvPr>
            <p:cNvSpPr/>
            <p:nvPr/>
          </p:nvSpPr>
          <p:spPr>
            <a:xfrm>
              <a:off x="6110288" y="2016452"/>
              <a:ext cx="2381250" cy="1443948"/>
            </a:xfrm>
            <a:custGeom>
              <a:avLst/>
              <a:gdLst>
                <a:gd name="connsiteX0" fmla="*/ 2381250 w 2381250"/>
                <a:gd name="connsiteY0" fmla="*/ 12373 h 1443948"/>
                <a:gd name="connsiteX1" fmla="*/ 1790700 w 2381250"/>
                <a:gd name="connsiteY1" fmla="*/ 12373 h 1443948"/>
                <a:gd name="connsiteX2" fmla="*/ 1614487 w 2381250"/>
                <a:gd name="connsiteY2" fmla="*/ 140961 h 1443948"/>
                <a:gd name="connsiteX3" fmla="*/ 1271587 w 2381250"/>
                <a:gd name="connsiteY3" fmla="*/ 826761 h 1443948"/>
                <a:gd name="connsiteX4" fmla="*/ 1028700 w 2381250"/>
                <a:gd name="connsiteY4" fmla="*/ 1217286 h 1443948"/>
                <a:gd name="connsiteX5" fmla="*/ 623887 w 2381250"/>
                <a:gd name="connsiteY5" fmla="*/ 1412548 h 1443948"/>
                <a:gd name="connsiteX6" fmla="*/ 0 w 2381250"/>
                <a:gd name="connsiteY6" fmla="*/ 1441123 h 144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81250" h="1443948">
                  <a:moveTo>
                    <a:pt x="2381250" y="12373"/>
                  </a:moveTo>
                  <a:cubicBezTo>
                    <a:pt x="2149872" y="1657"/>
                    <a:pt x="1918494" y="-9058"/>
                    <a:pt x="1790700" y="12373"/>
                  </a:cubicBezTo>
                  <a:cubicBezTo>
                    <a:pt x="1662906" y="33804"/>
                    <a:pt x="1701006" y="5230"/>
                    <a:pt x="1614487" y="140961"/>
                  </a:cubicBezTo>
                  <a:cubicBezTo>
                    <a:pt x="1527968" y="276692"/>
                    <a:pt x="1369218" y="647374"/>
                    <a:pt x="1271587" y="826761"/>
                  </a:cubicBezTo>
                  <a:cubicBezTo>
                    <a:pt x="1173956" y="1006148"/>
                    <a:pt x="1136650" y="1119655"/>
                    <a:pt x="1028700" y="1217286"/>
                  </a:cubicBezTo>
                  <a:cubicBezTo>
                    <a:pt x="920750" y="1314917"/>
                    <a:pt x="795337" y="1375242"/>
                    <a:pt x="623887" y="1412548"/>
                  </a:cubicBezTo>
                  <a:cubicBezTo>
                    <a:pt x="452437" y="1449854"/>
                    <a:pt x="226218" y="1445488"/>
                    <a:pt x="0" y="1441123"/>
                  </a:cubicBezTo>
                </a:path>
              </a:pathLst>
            </a:cu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0EA3BA8-AA84-6153-C5CF-94C5D4C86540}"/>
              </a:ext>
            </a:extLst>
          </p:cNvPr>
          <p:cNvSpPr txBox="1"/>
          <p:nvPr/>
        </p:nvSpPr>
        <p:spPr>
          <a:xfrm>
            <a:off x="4873575" y="4683383"/>
            <a:ext cx="400888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Cross Check)</a:t>
            </a:r>
          </a:p>
          <a:p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반대로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emission/capture rate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관련 계수들을 맞추어도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ΔVt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response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가 맞지 않음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.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5" name="같음 기호 14">
            <a:extLst>
              <a:ext uri="{FF2B5EF4-FFF2-40B4-BE49-F238E27FC236}">
                <a16:creationId xmlns:a16="http://schemas.microsoft.com/office/drawing/2014/main" id="{45918094-3E95-C67F-2B33-DBDAD439BA82}"/>
              </a:ext>
            </a:extLst>
          </p:cNvPr>
          <p:cNvSpPr/>
          <p:nvPr/>
        </p:nvSpPr>
        <p:spPr>
          <a:xfrm>
            <a:off x="2146300" y="3282950"/>
            <a:ext cx="558800" cy="255251"/>
          </a:xfrm>
          <a:prstGeom prst="mathEqual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A60783-620D-198F-E55E-A774B280399C}"/>
              </a:ext>
            </a:extLst>
          </p:cNvPr>
          <p:cNvSpPr txBox="1"/>
          <p:nvPr/>
        </p:nvSpPr>
        <p:spPr>
          <a:xfrm>
            <a:off x="6800850" y="4126979"/>
            <a:ext cx="2151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&gt;&gt; Not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matching!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62592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개체 18">
            <a:extLst>
              <a:ext uri="{FF2B5EF4-FFF2-40B4-BE49-F238E27FC236}">
                <a16:creationId xmlns:a16="http://schemas.microsoft.com/office/drawing/2014/main" id="{CFA8EE2D-31A2-B501-C369-FF949ECABE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0772052"/>
              </p:ext>
            </p:extLst>
          </p:nvPr>
        </p:nvGraphicFramePr>
        <p:xfrm>
          <a:off x="3175413" y="1591964"/>
          <a:ext cx="3109629" cy="21735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3965500" imgH="2771641" progId="Origin50.Graph">
                  <p:embed/>
                </p:oleObj>
              </mc:Choice>
              <mc:Fallback>
                <p:oleObj name="Graph" r:id="rId2" imgW="3965500" imgH="2771641" progId="Origin50.Graph">
                  <p:embed/>
                  <p:pic>
                    <p:nvPicPr>
                      <p:cNvPr id="19" name="개체 18">
                        <a:extLst>
                          <a:ext uri="{FF2B5EF4-FFF2-40B4-BE49-F238E27FC236}">
                            <a16:creationId xmlns:a16="http://schemas.microsoft.com/office/drawing/2014/main" id="{CFA8EE2D-31A2-B501-C369-FF949ECABE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175413" y="1591964"/>
                        <a:ext cx="3109629" cy="21735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직사각형 4"/>
          <p:cNvSpPr/>
          <p:nvPr/>
        </p:nvSpPr>
        <p:spPr bwMode="auto"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School of Electrical Engineering, Seoul National University</a:t>
            </a:r>
            <a:endParaRPr lang="en-US" altLang="ko-KR" sz="1100" b="1" kern="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3072" y="189833"/>
            <a:ext cx="8649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Characteristics</a:t>
            </a:r>
            <a:r>
              <a:rPr lang="ko-KR" alt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 </a:t>
            </a:r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about Parameter Variation</a:t>
            </a:r>
            <a:endParaRPr lang="ko-KR" altLang="en-US" sz="3600" dirty="0">
              <a:ln>
                <a:solidFill>
                  <a:srgbClr val="00397F">
                    <a:alpha val="30000"/>
                  </a:srgbClr>
                </a:solidFill>
              </a:ln>
              <a:solidFill>
                <a:srgbClr val="00397F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 bwMode="auto"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069080" y="6496407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FFFF"/>
                </a:solidFill>
              </a:rPr>
              <a:t>10/16</a:t>
            </a:r>
            <a:endParaRPr lang="ko-KR" altLang="en-US" dirty="0">
              <a:solidFill>
                <a:srgbClr val="FFFF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8A6BE1-74F9-D80E-B2D0-A6CD49F17336}"/>
              </a:ext>
            </a:extLst>
          </p:cNvPr>
          <p:cNvSpPr txBox="1"/>
          <p:nvPr/>
        </p:nvSpPr>
        <p:spPr>
          <a:xfrm>
            <a:off x="456819" y="1192991"/>
            <a:ext cx="2510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Temperature variation</a:t>
            </a:r>
          </a:p>
        </p:txBody>
      </p:sp>
      <p:graphicFrame>
        <p:nvGraphicFramePr>
          <p:cNvPr id="11" name="개체 10">
            <a:extLst>
              <a:ext uri="{FF2B5EF4-FFF2-40B4-BE49-F238E27FC236}">
                <a16:creationId xmlns:a16="http://schemas.microsoft.com/office/drawing/2014/main" id="{B7309960-07CD-DA4D-75EE-93EC6A7580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204320"/>
              </p:ext>
            </p:extLst>
          </p:nvPr>
        </p:nvGraphicFramePr>
        <p:xfrm>
          <a:off x="49222" y="1466347"/>
          <a:ext cx="3290977" cy="23002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5" imgW="3965500" imgH="2771641" progId="Origin50.Graph">
                  <p:embed/>
                </p:oleObj>
              </mc:Choice>
              <mc:Fallback>
                <p:oleObj name="Graph" r:id="rId5" imgW="3965500" imgH="2771641" progId="Origin50.Graph">
                  <p:embed/>
                  <p:pic>
                    <p:nvPicPr>
                      <p:cNvPr id="11" name="개체 10">
                        <a:extLst>
                          <a:ext uri="{FF2B5EF4-FFF2-40B4-BE49-F238E27FC236}">
                            <a16:creationId xmlns:a16="http://schemas.microsoft.com/office/drawing/2014/main" id="{B7309960-07CD-DA4D-75EE-93EC6A7580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222" y="1466347"/>
                        <a:ext cx="3290977" cy="23002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화살표: 왼쪽/오른쪽 12">
            <a:extLst>
              <a:ext uri="{FF2B5EF4-FFF2-40B4-BE49-F238E27FC236}">
                <a16:creationId xmlns:a16="http://schemas.microsoft.com/office/drawing/2014/main" id="{17638032-4D5D-A172-14E8-A02FA43A84AF}"/>
              </a:ext>
            </a:extLst>
          </p:cNvPr>
          <p:cNvSpPr/>
          <p:nvPr/>
        </p:nvSpPr>
        <p:spPr>
          <a:xfrm>
            <a:off x="1371981" y="2303593"/>
            <a:ext cx="962113" cy="381409"/>
          </a:xfrm>
          <a:prstGeom prst="leftRightArrow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화살표: 왼쪽/오른쪽 14">
            <a:extLst>
              <a:ext uri="{FF2B5EF4-FFF2-40B4-BE49-F238E27FC236}">
                <a16:creationId xmlns:a16="http://schemas.microsoft.com/office/drawing/2014/main" id="{314B4540-DDBC-1A68-3486-0F04418E6742}"/>
              </a:ext>
            </a:extLst>
          </p:cNvPr>
          <p:cNvSpPr/>
          <p:nvPr/>
        </p:nvSpPr>
        <p:spPr>
          <a:xfrm>
            <a:off x="4319561" y="2303593"/>
            <a:ext cx="986118" cy="381409"/>
          </a:xfrm>
          <a:prstGeom prst="leftRightArrow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0FFF3D-6E45-3DB4-AF48-AB708A75B1B4}"/>
              </a:ext>
            </a:extLst>
          </p:cNvPr>
          <p:cNvSpPr txBox="1"/>
          <p:nvPr/>
        </p:nvSpPr>
        <p:spPr>
          <a:xfrm>
            <a:off x="3494715" y="1192991"/>
            <a:ext cx="2510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 level variation</a:t>
            </a:r>
          </a:p>
        </p:txBody>
      </p:sp>
      <p:graphicFrame>
        <p:nvGraphicFramePr>
          <p:cNvPr id="17" name="개체 16">
            <a:extLst>
              <a:ext uri="{FF2B5EF4-FFF2-40B4-BE49-F238E27FC236}">
                <a16:creationId xmlns:a16="http://schemas.microsoft.com/office/drawing/2014/main" id="{2DA3F5B5-B2BE-CB2A-AB71-FBFAC7BA36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7135072"/>
              </p:ext>
            </p:extLst>
          </p:nvPr>
        </p:nvGraphicFramePr>
        <p:xfrm>
          <a:off x="6043249" y="1593102"/>
          <a:ext cx="3109629" cy="21735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7" imgW="3965500" imgH="2771641" progId="Origin50.Graph">
                  <p:embed/>
                </p:oleObj>
              </mc:Choice>
              <mc:Fallback>
                <p:oleObj name="Graph" r:id="rId7" imgW="3965500" imgH="2771641" progId="Origin50.Graph">
                  <p:embed/>
                  <p:pic>
                    <p:nvPicPr>
                      <p:cNvPr id="17" name="개체 16">
                        <a:extLst>
                          <a:ext uri="{FF2B5EF4-FFF2-40B4-BE49-F238E27FC236}">
                            <a16:creationId xmlns:a16="http://schemas.microsoft.com/office/drawing/2014/main" id="{2DA3F5B5-B2BE-CB2A-AB71-FBFAC7BA36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043249" y="1593102"/>
                        <a:ext cx="3109629" cy="21735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3DAA072-4309-7E13-3817-FF9E3D7C01BB}"/>
                  </a:ext>
                </a:extLst>
              </p:cNvPr>
              <p:cNvSpPr txBox="1"/>
              <p:nvPr/>
            </p:nvSpPr>
            <p:spPr>
              <a:xfrm>
                <a:off x="6550722" y="1192991"/>
                <a:ext cx="233174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dirty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dirty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𝛼</m:t>
                        </m:r>
                      </m:e>
                      <m:sub>
                        <m:r>
                          <a:rPr lang="en-US" altLang="ko-KR" sz="2000" b="0" i="1" dirty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𝑜𝑥𝑇</m:t>
                        </m:r>
                      </m:sub>
                    </m:sSub>
                  </m:oMath>
                </a14:m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variation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3DAA072-4309-7E13-3817-FF9E3D7C01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0722" y="1192991"/>
                <a:ext cx="2331742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화살표: 왼쪽/오른쪽 19">
            <a:extLst>
              <a:ext uri="{FF2B5EF4-FFF2-40B4-BE49-F238E27FC236}">
                <a16:creationId xmlns:a16="http://schemas.microsoft.com/office/drawing/2014/main" id="{B42095CF-ED69-C706-7E6B-47CF8B3FB249}"/>
              </a:ext>
            </a:extLst>
          </p:cNvPr>
          <p:cNvSpPr/>
          <p:nvPr/>
        </p:nvSpPr>
        <p:spPr>
          <a:xfrm>
            <a:off x="7124329" y="2303593"/>
            <a:ext cx="986118" cy="381409"/>
          </a:xfrm>
          <a:prstGeom prst="leftRightArrow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54FAACE-9BDF-2FC9-71CA-6D0BF6BB95C1}"/>
              </a:ext>
            </a:extLst>
          </p:cNvPr>
          <p:cNvSpPr txBox="1"/>
          <p:nvPr/>
        </p:nvSpPr>
        <p:spPr>
          <a:xfrm>
            <a:off x="555812" y="3804663"/>
            <a:ext cx="79158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해당 모델은 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stretched exponential 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형태에서 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shape parameter β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에는 영향을 주지 못하고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오직 </a:t>
            </a:r>
            <a:r>
              <a:rPr lang="en-US" altLang="ko-KR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τ</a:t>
            </a:r>
            <a:r>
              <a:rPr lang="ko-KR" altLang="en-US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값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에 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fitting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이 목적임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.</a:t>
            </a:r>
            <a:endParaRPr lang="ko-KR" altLang="en-US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440BED2-8DA0-BC2C-7273-08FF1D97E0D0}"/>
              </a:ext>
            </a:extLst>
          </p:cNvPr>
          <p:cNvSpPr txBox="1"/>
          <p:nvPr/>
        </p:nvSpPr>
        <p:spPr>
          <a:xfrm>
            <a:off x="233072" y="4921744"/>
            <a:ext cx="864939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Result of Fast-</a:t>
            </a:r>
            <a:r>
              <a:rPr lang="en-US" altLang="ko-KR" sz="2800" b="1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en-US" altLang="ko-KR" sz="2800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Model matching</a:t>
            </a: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&gt;&gt; Model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에 대하여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exact parameter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을 대입하였을 땐 논문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figure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와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mismatch.</a:t>
            </a: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&gt;&gt;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소폭의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parameter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변화 만으로도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τ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값의 변화가 큰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model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임을 보임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.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173985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16E2ACB5-CFF1-D427-FA1B-BE424E49785B}"/>
              </a:ext>
            </a:extLst>
          </p:cNvPr>
          <p:cNvSpPr/>
          <p:nvPr/>
        </p:nvSpPr>
        <p:spPr>
          <a:xfrm>
            <a:off x="4990018" y="1983435"/>
            <a:ext cx="472672" cy="945412"/>
          </a:xfrm>
          <a:prstGeom prst="rect">
            <a:avLst/>
          </a:prstGeom>
          <a:solidFill>
            <a:srgbClr val="FFC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 bwMode="auto"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School of Electrical Engineering, Seoul National University</a:t>
            </a:r>
            <a:endParaRPr lang="en-US" altLang="ko-KR" sz="1100" b="1" kern="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069080" y="6496407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FFFF"/>
                </a:solidFill>
              </a:rPr>
              <a:t>11/16</a:t>
            </a:r>
            <a:endParaRPr lang="ko-KR" altLang="en-US" dirty="0">
              <a:solidFill>
                <a:srgbClr val="FFFFFF"/>
              </a:solidFill>
            </a:endParaRP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C4436EEA-15A0-08C8-077B-D16DE3683275}"/>
              </a:ext>
            </a:extLst>
          </p:cNvPr>
          <p:cNvGrpSpPr/>
          <p:nvPr/>
        </p:nvGrpSpPr>
        <p:grpSpPr>
          <a:xfrm>
            <a:off x="395654" y="1910927"/>
            <a:ext cx="2470639" cy="2022748"/>
            <a:chOff x="395654" y="1605482"/>
            <a:chExt cx="2470639" cy="2022748"/>
          </a:xfrm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F85669A2-4A53-E612-384F-9809111018D8}"/>
                </a:ext>
              </a:extLst>
            </p:cNvPr>
            <p:cNvGrpSpPr/>
            <p:nvPr/>
          </p:nvGrpSpPr>
          <p:grpSpPr>
            <a:xfrm>
              <a:off x="395654" y="1945389"/>
              <a:ext cx="2470639" cy="1483611"/>
              <a:chOff x="395654" y="1945389"/>
              <a:chExt cx="2470639" cy="1483611"/>
            </a:xfrm>
          </p:grpSpPr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922398DC-5F0E-D644-8EC6-D14DA4A8A2D0}"/>
                  </a:ext>
                </a:extLst>
              </p:cNvPr>
              <p:cNvGrpSpPr/>
              <p:nvPr/>
            </p:nvGrpSpPr>
            <p:grpSpPr>
              <a:xfrm>
                <a:off x="395654" y="1945389"/>
                <a:ext cx="2470639" cy="1342934"/>
                <a:chOff x="395654" y="1945389"/>
                <a:chExt cx="2470639" cy="1342934"/>
              </a:xfrm>
            </p:grpSpPr>
            <p:sp>
              <p:nvSpPr>
                <p:cNvPr id="14" name="자유형: 도형 13">
                  <a:extLst>
                    <a:ext uri="{FF2B5EF4-FFF2-40B4-BE49-F238E27FC236}">
                      <a16:creationId xmlns:a16="http://schemas.microsoft.com/office/drawing/2014/main" id="{2F537EB0-D7C2-EB81-F11E-6153A1137410}"/>
                    </a:ext>
                  </a:extLst>
                </p:cNvPr>
                <p:cNvSpPr/>
                <p:nvPr/>
              </p:nvSpPr>
              <p:spPr>
                <a:xfrm>
                  <a:off x="395654" y="2477296"/>
                  <a:ext cx="1732084" cy="811027"/>
                </a:xfrm>
                <a:custGeom>
                  <a:avLst/>
                  <a:gdLst>
                    <a:gd name="connsiteX0" fmla="*/ 0 w 1732084"/>
                    <a:gd name="connsiteY0" fmla="*/ 415373 h 811027"/>
                    <a:gd name="connsiteX1" fmla="*/ 975946 w 1732084"/>
                    <a:gd name="connsiteY1" fmla="*/ 28512 h 811027"/>
                    <a:gd name="connsiteX2" fmla="*/ 1529861 w 1732084"/>
                    <a:gd name="connsiteY2" fmla="*/ 116435 h 811027"/>
                    <a:gd name="connsiteX3" fmla="*/ 1732084 w 1732084"/>
                    <a:gd name="connsiteY3" fmla="*/ 811027 h 8110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732084" h="811027">
                      <a:moveTo>
                        <a:pt x="0" y="415373"/>
                      </a:moveTo>
                      <a:cubicBezTo>
                        <a:pt x="360484" y="246854"/>
                        <a:pt x="720969" y="78335"/>
                        <a:pt x="975946" y="28512"/>
                      </a:cubicBezTo>
                      <a:cubicBezTo>
                        <a:pt x="1230923" y="-21311"/>
                        <a:pt x="1403838" y="-13984"/>
                        <a:pt x="1529861" y="116435"/>
                      </a:cubicBezTo>
                      <a:cubicBezTo>
                        <a:pt x="1655884" y="246854"/>
                        <a:pt x="1693984" y="528940"/>
                        <a:pt x="1732084" y="811027"/>
                      </a:cubicBezTo>
                    </a:path>
                  </a:pathLst>
                </a:custGeom>
                <a:noFill/>
                <a:ln w="28575"/>
              </p:spPr>
              <p:style>
                <a:lnRef idx="2">
                  <a:schemeClr val="accent1">
                    <a:shade val="2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5" name="자유형: 도형 14">
                  <a:extLst>
                    <a:ext uri="{FF2B5EF4-FFF2-40B4-BE49-F238E27FC236}">
                      <a16:creationId xmlns:a16="http://schemas.microsoft.com/office/drawing/2014/main" id="{71136899-B904-00BA-DD51-7F11C1EA7A30}"/>
                    </a:ext>
                  </a:extLst>
                </p:cNvPr>
                <p:cNvSpPr/>
                <p:nvPr/>
              </p:nvSpPr>
              <p:spPr>
                <a:xfrm>
                  <a:off x="2294793" y="1945389"/>
                  <a:ext cx="571500" cy="1342934"/>
                </a:xfrm>
                <a:custGeom>
                  <a:avLst/>
                  <a:gdLst>
                    <a:gd name="connsiteX0" fmla="*/ 0 w 571500"/>
                    <a:gd name="connsiteY0" fmla="*/ 1151792 h 1151792"/>
                    <a:gd name="connsiteX1" fmla="*/ 35169 w 571500"/>
                    <a:gd name="connsiteY1" fmla="*/ 342900 h 1151792"/>
                    <a:gd name="connsiteX2" fmla="*/ 158261 w 571500"/>
                    <a:gd name="connsiteY2" fmla="*/ 131885 h 1151792"/>
                    <a:gd name="connsiteX3" fmla="*/ 307731 w 571500"/>
                    <a:gd name="connsiteY3" fmla="*/ 70339 h 1151792"/>
                    <a:gd name="connsiteX4" fmla="*/ 571500 w 571500"/>
                    <a:gd name="connsiteY4" fmla="*/ 0 h 11517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71500" h="1151792">
                      <a:moveTo>
                        <a:pt x="0" y="1151792"/>
                      </a:moveTo>
                      <a:cubicBezTo>
                        <a:pt x="4396" y="832338"/>
                        <a:pt x="8792" y="512884"/>
                        <a:pt x="35169" y="342900"/>
                      </a:cubicBezTo>
                      <a:cubicBezTo>
                        <a:pt x="61546" y="172915"/>
                        <a:pt x="112834" y="177312"/>
                        <a:pt x="158261" y="131885"/>
                      </a:cubicBezTo>
                      <a:cubicBezTo>
                        <a:pt x="203688" y="86458"/>
                        <a:pt x="238858" y="92320"/>
                        <a:pt x="307731" y="70339"/>
                      </a:cubicBezTo>
                      <a:cubicBezTo>
                        <a:pt x="376604" y="48358"/>
                        <a:pt x="474052" y="24179"/>
                        <a:pt x="571500" y="0"/>
                      </a:cubicBezTo>
                    </a:path>
                  </a:pathLst>
                </a:custGeom>
                <a:noFill/>
                <a:ln w="28575"/>
              </p:spPr>
              <p:style>
                <a:lnRef idx="2">
                  <a:schemeClr val="accent1">
                    <a:shade val="2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</p:grpSp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00BE292B-236D-E098-4F79-F2EF9A21F596}"/>
                  </a:ext>
                </a:extLst>
              </p:cNvPr>
              <p:cNvGrpSpPr/>
              <p:nvPr/>
            </p:nvGrpSpPr>
            <p:grpSpPr>
              <a:xfrm>
                <a:off x="1536370" y="2298847"/>
                <a:ext cx="758423" cy="1130153"/>
                <a:chOff x="1738592" y="3239623"/>
                <a:chExt cx="758423" cy="1130153"/>
              </a:xfrm>
            </p:grpSpPr>
            <p:sp>
              <p:nvSpPr>
                <p:cNvPr id="17" name="타원 16">
                  <a:extLst>
                    <a:ext uri="{FF2B5EF4-FFF2-40B4-BE49-F238E27FC236}">
                      <a16:creationId xmlns:a16="http://schemas.microsoft.com/office/drawing/2014/main" id="{005304D7-642C-151B-31B2-89F591BD368B}"/>
                    </a:ext>
                  </a:extLst>
                </p:cNvPr>
                <p:cNvSpPr/>
                <p:nvPr/>
              </p:nvSpPr>
              <p:spPr>
                <a:xfrm>
                  <a:off x="2312377" y="4185138"/>
                  <a:ext cx="184638" cy="184638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2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19" name="직선 연결선 18">
                  <a:extLst>
                    <a:ext uri="{FF2B5EF4-FFF2-40B4-BE49-F238E27FC236}">
                      <a16:creationId xmlns:a16="http://schemas.microsoft.com/office/drawing/2014/main" id="{631EB0A2-199F-5748-0641-E5CCF52395BB}"/>
                    </a:ext>
                  </a:extLst>
                </p:cNvPr>
                <p:cNvCxnSpPr/>
                <p:nvPr/>
              </p:nvCxnSpPr>
              <p:spPr>
                <a:xfrm>
                  <a:off x="2356339" y="4285515"/>
                  <a:ext cx="87924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" name="타원 11">
                  <a:extLst>
                    <a:ext uri="{FF2B5EF4-FFF2-40B4-BE49-F238E27FC236}">
                      <a16:creationId xmlns:a16="http://schemas.microsoft.com/office/drawing/2014/main" id="{EA6F8BB2-F210-EF7C-4B41-48A990DF20D3}"/>
                    </a:ext>
                  </a:extLst>
                </p:cNvPr>
                <p:cNvSpPr/>
                <p:nvPr/>
              </p:nvSpPr>
              <p:spPr>
                <a:xfrm>
                  <a:off x="1738592" y="3239623"/>
                  <a:ext cx="184638" cy="184638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2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13" name="직선 연결선 12">
                  <a:extLst>
                    <a:ext uri="{FF2B5EF4-FFF2-40B4-BE49-F238E27FC236}">
                      <a16:creationId xmlns:a16="http://schemas.microsoft.com/office/drawing/2014/main" id="{DE22FA4B-F97E-8593-BC45-939261FDFBBC}"/>
                    </a:ext>
                  </a:extLst>
                </p:cNvPr>
                <p:cNvCxnSpPr/>
                <p:nvPr/>
              </p:nvCxnSpPr>
              <p:spPr>
                <a:xfrm>
                  <a:off x="1782554" y="3340000"/>
                  <a:ext cx="87924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C80CB0C7-B954-B9C6-E69E-D40F35F3BA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5654" y="1687606"/>
              <a:ext cx="2470639" cy="100003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1F2F30D8-EE01-1DF4-1866-784162F14B10}"/>
                </a:ext>
              </a:extLst>
            </p:cNvPr>
            <p:cNvCxnSpPr/>
            <p:nvPr/>
          </p:nvCxnSpPr>
          <p:spPr>
            <a:xfrm flipV="1">
              <a:off x="2198079" y="1605482"/>
              <a:ext cx="0" cy="2022748"/>
            </a:xfrm>
            <a:prstGeom prst="line">
              <a:avLst/>
            </a:prstGeom>
            <a:ln w="28575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EBA28C00-09F7-CB6D-45D4-53BDE78A5D09}"/>
                </a:ext>
              </a:extLst>
            </p:cNvPr>
            <p:cNvCxnSpPr/>
            <p:nvPr/>
          </p:nvCxnSpPr>
          <p:spPr>
            <a:xfrm flipV="1">
              <a:off x="1630973" y="1605482"/>
              <a:ext cx="0" cy="2022748"/>
            </a:xfrm>
            <a:prstGeom prst="line">
              <a:avLst/>
            </a:prstGeom>
            <a:ln w="28575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F6A09F47-ED8A-EAC4-4BCB-1891C666D282}"/>
              </a:ext>
            </a:extLst>
          </p:cNvPr>
          <p:cNvCxnSpPr/>
          <p:nvPr/>
        </p:nvCxnSpPr>
        <p:spPr>
          <a:xfrm>
            <a:off x="1630973" y="3804783"/>
            <a:ext cx="61106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D292F83-9D82-DCAD-13F1-FC1D9E032E29}"/>
                  </a:ext>
                </a:extLst>
              </p:cNvPr>
              <p:cNvSpPr txBox="1"/>
              <p:nvPr/>
            </p:nvSpPr>
            <p:spPr>
              <a:xfrm>
                <a:off x="1768965" y="3656305"/>
                <a:ext cx="1614365" cy="5934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r</m:t>
                        </m:r>
                      </m:e>
                      <m:sub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0</m:t>
                        </m:r>
                      </m:sub>
                    </m:sSub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𝑞</m:t>
                            </m:r>
                          </m:num>
                          <m:den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4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𝜋𝜀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𝐹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altLang="ko-KR" sz="16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ko-KR" altLang="en-US" sz="16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D292F83-9D82-DCAD-13F1-FC1D9E032E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8965" y="3656305"/>
                <a:ext cx="1614365" cy="5934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5" name="그룹 64">
            <a:extLst>
              <a:ext uri="{FF2B5EF4-FFF2-40B4-BE49-F238E27FC236}">
                <a16:creationId xmlns:a16="http://schemas.microsoft.com/office/drawing/2014/main" id="{FDA83113-54E0-ADB8-71F0-CCBAE5DCB083}"/>
              </a:ext>
            </a:extLst>
          </p:cNvPr>
          <p:cNvGrpSpPr/>
          <p:nvPr/>
        </p:nvGrpSpPr>
        <p:grpSpPr>
          <a:xfrm>
            <a:off x="5372100" y="1983435"/>
            <a:ext cx="1329923" cy="2022748"/>
            <a:chOff x="1588741" y="4113971"/>
            <a:chExt cx="1329923" cy="2022748"/>
          </a:xfrm>
        </p:grpSpPr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AA8BFD2A-39AB-8254-E303-0E4E00E8B621}"/>
                </a:ext>
              </a:extLst>
            </p:cNvPr>
            <p:cNvGrpSpPr/>
            <p:nvPr/>
          </p:nvGrpSpPr>
          <p:grpSpPr>
            <a:xfrm>
              <a:off x="1588741" y="4113971"/>
              <a:ext cx="1329923" cy="2022748"/>
              <a:chOff x="1536370" y="1605482"/>
              <a:chExt cx="1329923" cy="2022748"/>
            </a:xfrm>
          </p:grpSpPr>
          <p:grpSp>
            <p:nvGrpSpPr>
              <p:cNvPr id="50" name="그룹 49">
                <a:extLst>
                  <a:ext uri="{FF2B5EF4-FFF2-40B4-BE49-F238E27FC236}">
                    <a16:creationId xmlns:a16="http://schemas.microsoft.com/office/drawing/2014/main" id="{EA92E150-E1D3-4521-AA67-FB1B4BEEF730}"/>
                  </a:ext>
                </a:extLst>
              </p:cNvPr>
              <p:cNvGrpSpPr/>
              <p:nvPr/>
            </p:nvGrpSpPr>
            <p:grpSpPr>
              <a:xfrm>
                <a:off x="1536370" y="1945389"/>
                <a:ext cx="1329923" cy="1483611"/>
                <a:chOff x="1536370" y="1945389"/>
                <a:chExt cx="1329923" cy="1483611"/>
              </a:xfrm>
            </p:grpSpPr>
            <p:sp>
              <p:nvSpPr>
                <p:cNvPr id="59" name="자유형: 도형 58">
                  <a:extLst>
                    <a:ext uri="{FF2B5EF4-FFF2-40B4-BE49-F238E27FC236}">
                      <a16:creationId xmlns:a16="http://schemas.microsoft.com/office/drawing/2014/main" id="{148DD96E-989C-B652-D80B-4AD57161AF79}"/>
                    </a:ext>
                  </a:extLst>
                </p:cNvPr>
                <p:cNvSpPr/>
                <p:nvPr/>
              </p:nvSpPr>
              <p:spPr>
                <a:xfrm>
                  <a:off x="2294793" y="1945389"/>
                  <a:ext cx="571500" cy="1342934"/>
                </a:xfrm>
                <a:custGeom>
                  <a:avLst/>
                  <a:gdLst>
                    <a:gd name="connsiteX0" fmla="*/ 0 w 571500"/>
                    <a:gd name="connsiteY0" fmla="*/ 1151792 h 1151792"/>
                    <a:gd name="connsiteX1" fmla="*/ 35169 w 571500"/>
                    <a:gd name="connsiteY1" fmla="*/ 342900 h 1151792"/>
                    <a:gd name="connsiteX2" fmla="*/ 158261 w 571500"/>
                    <a:gd name="connsiteY2" fmla="*/ 131885 h 1151792"/>
                    <a:gd name="connsiteX3" fmla="*/ 307731 w 571500"/>
                    <a:gd name="connsiteY3" fmla="*/ 70339 h 1151792"/>
                    <a:gd name="connsiteX4" fmla="*/ 571500 w 571500"/>
                    <a:gd name="connsiteY4" fmla="*/ 0 h 11517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71500" h="1151792">
                      <a:moveTo>
                        <a:pt x="0" y="1151792"/>
                      </a:moveTo>
                      <a:cubicBezTo>
                        <a:pt x="4396" y="832338"/>
                        <a:pt x="8792" y="512884"/>
                        <a:pt x="35169" y="342900"/>
                      </a:cubicBezTo>
                      <a:cubicBezTo>
                        <a:pt x="61546" y="172915"/>
                        <a:pt x="112834" y="177312"/>
                        <a:pt x="158261" y="131885"/>
                      </a:cubicBezTo>
                      <a:cubicBezTo>
                        <a:pt x="203688" y="86458"/>
                        <a:pt x="238858" y="92320"/>
                        <a:pt x="307731" y="70339"/>
                      </a:cubicBezTo>
                      <a:cubicBezTo>
                        <a:pt x="376604" y="48358"/>
                        <a:pt x="474052" y="24179"/>
                        <a:pt x="571500" y="0"/>
                      </a:cubicBezTo>
                    </a:path>
                  </a:pathLst>
                </a:custGeom>
                <a:noFill/>
                <a:ln w="28575"/>
              </p:spPr>
              <p:style>
                <a:lnRef idx="2">
                  <a:schemeClr val="accent1">
                    <a:shade val="2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grpSp>
              <p:nvGrpSpPr>
                <p:cNvPr id="55" name="그룹 54">
                  <a:extLst>
                    <a:ext uri="{FF2B5EF4-FFF2-40B4-BE49-F238E27FC236}">
                      <a16:creationId xmlns:a16="http://schemas.microsoft.com/office/drawing/2014/main" id="{DB12B677-D678-B0A5-4A93-C6CB547B3E32}"/>
                    </a:ext>
                  </a:extLst>
                </p:cNvPr>
                <p:cNvGrpSpPr/>
                <p:nvPr/>
              </p:nvGrpSpPr>
              <p:grpSpPr>
                <a:xfrm>
                  <a:off x="1536370" y="2263334"/>
                  <a:ext cx="758423" cy="1165666"/>
                  <a:chOff x="1738592" y="3204110"/>
                  <a:chExt cx="758423" cy="1165666"/>
                </a:xfrm>
              </p:grpSpPr>
              <p:sp>
                <p:nvSpPr>
                  <p:cNvPr id="56" name="타원 55">
                    <a:extLst>
                      <a:ext uri="{FF2B5EF4-FFF2-40B4-BE49-F238E27FC236}">
                        <a16:creationId xmlns:a16="http://schemas.microsoft.com/office/drawing/2014/main" id="{7B03F696-251C-BC65-53D6-31421AA3F18C}"/>
                      </a:ext>
                    </a:extLst>
                  </p:cNvPr>
                  <p:cNvSpPr/>
                  <p:nvPr/>
                </p:nvSpPr>
                <p:spPr>
                  <a:xfrm>
                    <a:off x="2312377" y="4185138"/>
                    <a:ext cx="184638" cy="184638"/>
                  </a:xfrm>
                  <a:prstGeom prst="ellipse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2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cxnSp>
                <p:nvCxnSpPr>
                  <p:cNvPr id="57" name="직선 연결선 56">
                    <a:extLst>
                      <a:ext uri="{FF2B5EF4-FFF2-40B4-BE49-F238E27FC236}">
                        <a16:creationId xmlns:a16="http://schemas.microsoft.com/office/drawing/2014/main" id="{5D2564D7-71D6-7841-C7AE-48F9225595D9}"/>
                      </a:ext>
                    </a:extLst>
                  </p:cNvPr>
                  <p:cNvCxnSpPr/>
                  <p:nvPr/>
                </p:nvCxnSpPr>
                <p:spPr>
                  <a:xfrm>
                    <a:off x="2356339" y="4285515"/>
                    <a:ext cx="87924" cy="0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" name="타원 1">
                    <a:extLst>
                      <a:ext uri="{FF2B5EF4-FFF2-40B4-BE49-F238E27FC236}">
                        <a16:creationId xmlns:a16="http://schemas.microsoft.com/office/drawing/2014/main" id="{AC538F67-CBCC-2ADB-B004-A6946188D851}"/>
                      </a:ext>
                    </a:extLst>
                  </p:cNvPr>
                  <p:cNvSpPr/>
                  <p:nvPr/>
                </p:nvSpPr>
                <p:spPr>
                  <a:xfrm>
                    <a:off x="1738592" y="3204110"/>
                    <a:ext cx="184638" cy="184638"/>
                  </a:xfrm>
                  <a:prstGeom prst="ellipse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2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cxnSp>
                <p:nvCxnSpPr>
                  <p:cNvPr id="3" name="직선 연결선 2">
                    <a:extLst>
                      <a:ext uri="{FF2B5EF4-FFF2-40B4-BE49-F238E27FC236}">
                        <a16:creationId xmlns:a16="http://schemas.microsoft.com/office/drawing/2014/main" id="{ED1708BF-85D6-9C5A-5924-688497E20980}"/>
                      </a:ext>
                    </a:extLst>
                  </p:cNvPr>
                  <p:cNvCxnSpPr/>
                  <p:nvPr/>
                </p:nvCxnSpPr>
                <p:spPr>
                  <a:xfrm>
                    <a:off x="1782554" y="3304487"/>
                    <a:ext cx="87924" cy="0"/>
                  </a:xfrm>
                  <a:prstGeom prst="line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51" name="직선 연결선 50">
                <a:extLst>
                  <a:ext uri="{FF2B5EF4-FFF2-40B4-BE49-F238E27FC236}">
                    <a16:creationId xmlns:a16="http://schemas.microsoft.com/office/drawing/2014/main" id="{B59AC7B3-05D6-8C2E-DC73-1EE9AF95579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631359" y="1856607"/>
                <a:ext cx="1234934" cy="504796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직선 연결선 51">
                <a:extLst>
                  <a:ext uri="{FF2B5EF4-FFF2-40B4-BE49-F238E27FC236}">
                    <a16:creationId xmlns:a16="http://schemas.microsoft.com/office/drawing/2014/main" id="{908148DD-6A58-17B2-202E-00DFED3D3408}"/>
                  </a:ext>
                </a:extLst>
              </p:cNvPr>
              <p:cNvCxnSpPr/>
              <p:nvPr/>
            </p:nvCxnSpPr>
            <p:spPr>
              <a:xfrm flipV="1">
                <a:off x="2198079" y="1605482"/>
                <a:ext cx="0" cy="2022748"/>
              </a:xfrm>
              <a:prstGeom prst="line">
                <a:avLst/>
              </a:prstGeom>
              <a:ln w="28575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직선 연결선 65">
                <a:extLst>
                  <a:ext uri="{FF2B5EF4-FFF2-40B4-BE49-F238E27FC236}">
                    <a16:creationId xmlns:a16="http://schemas.microsoft.com/office/drawing/2014/main" id="{01D6DC10-047E-DF44-D8BF-1A0FD548DDA0}"/>
                  </a:ext>
                </a:extLst>
              </p:cNvPr>
              <p:cNvCxnSpPr>
                <a:cxnSpLocks/>
                <a:endCxn id="61" idx="2"/>
              </p:cNvCxnSpPr>
              <p:nvPr/>
            </p:nvCxnSpPr>
            <p:spPr>
              <a:xfrm flipH="1">
                <a:off x="1626960" y="2355653"/>
                <a:ext cx="880867" cy="15589"/>
              </a:xfrm>
              <a:prstGeom prst="line">
                <a:avLst/>
              </a:prstGeom>
              <a:ln w="28575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1" name="자유형: 도형 60">
              <a:extLst>
                <a:ext uri="{FF2B5EF4-FFF2-40B4-BE49-F238E27FC236}">
                  <a16:creationId xmlns:a16="http://schemas.microsoft.com/office/drawing/2014/main" id="{183B6350-015C-EFF0-3E72-6BB447CFE925}"/>
                </a:ext>
              </a:extLst>
            </p:cNvPr>
            <p:cNvSpPr/>
            <p:nvPr/>
          </p:nvSpPr>
          <p:spPr>
            <a:xfrm>
              <a:off x="1679331" y="4879731"/>
              <a:ext cx="457200" cy="923192"/>
            </a:xfrm>
            <a:custGeom>
              <a:avLst/>
              <a:gdLst>
                <a:gd name="connsiteX0" fmla="*/ 457200 w 457200"/>
                <a:gd name="connsiteY0" fmla="*/ 923192 h 923192"/>
                <a:gd name="connsiteX1" fmla="*/ 281354 w 457200"/>
                <a:gd name="connsiteY1" fmla="*/ 175846 h 923192"/>
                <a:gd name="connsiteX2" fmla="*/ 0 w 457200"/>
                <a:gd name="connsiteY2" fmla="*/ 0 h 923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7200" h="923192">
                  <a:moveTo>
                    <a:pt x="457200" y="923192"/>
                  </a:moveTo>
                  <a:cubicBezTo>
                    <a:pt x="407377" y="626451"/>
                    <a:pt x="357554" y="329711"/>
                    <a:pt x="281354" y="175846"/>
                  </a:cubicBezTo>
                  <a:cubicBezTo>
                    <a:pt x="205154" y="21981"/>
                    <a:pt x="102577" y="10990"/>
                    <a:pt x="0" y="0"/>
                  </a:cubicBezTo>
                </a:path>
              </a:pathLst>
            </a:custGeom>
            <a:noFill/>
            <a:ln w="28575"/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F3EB3E78-2490-7C3A-8D3D-C67E00466D2C}"/>
                </a:ext>
              </a:extLst>
            </p:cNvPr>
            <p:cNvCxnSpPr>
              <a:stCxn id="61" idx="2"/>
            </p:cNvCxnSpPr>
            <p:nvPr/>
          </p:nvCxnSpPr>
          <p:spPr>
            <a:xfrm flipV="1">
              <a:off x="1679331" y="4326520"/>
              <a:ext cx="0" cy="553211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오른쪽 중괄호 69">
            <a:extLst>
              <a:ext uri="{FF2B5EF4-FFF2-40B4-BE49-F238E27FC236}">
                <a16:creationId xmlns:a16="http://schemas.microsoft.com/office/drawing/2014/main" id="{99A6FC56-969C-1483-8E1F-8B9FA606502B}"/>
              </a:ext>
            </a:extLst>
          </p:cNvPr>
          <p:cNvSpPr/>
          <p:nvPr/>
        </p:nvSpPr>
        <p:spPr>
          <a:xfrm>
            <a:off x="6011691" y="2491813"/>
            <a:ext cx="165931" cy="241793"/>
          </a:xfrm>
          <a:prstGeom prst="rightBrace">
            <a:avLst>
              <a:gd name="adj1" fmla="val 24805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6A2ED5A-0E65-5CEA-753D-9CAF484F6D4F}"/>
              </a:ext>
            </a:extLst>
          </p:cNvPr>
          <p:cNvSpPr txBox="1"/>
          <p:nvPr/>
        </p:nvSpPr>
        <p:spPr>
          <a:xfrm>
            <a:off x="79131" y="1537589"/>
            <a:ext cx="4492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Poole-Frenkel Emission along thick layer</a:t>
            </a:r>
            <a:endParaRPr lang="ko-KR" altLang="en-US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419A7B3-5027-34AF-55F0-B341643067BE}"/>
              </a:ext>
            </a:extLst>
          </p:cNvPr>
          <p:cNvSpPr txBox="1"/>
          <p:nvPr/>
        </p:nvSpPr>
        <p:spPr>
          <a:xfrm>
            <a:off x="4823099" y="1546351"/>
            <a:ext cx="4322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Poole-Frenkel Emission along thin layer</a:t>
            </a:r>
            <a:endParaRPr lang="ko-KR" altLang="en-US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2D33F2FF-14C1-5F38-8552-0C20BB1D2F12}"/>
              </a:ext>
            </a:extLst>
          </p:cNvPr>
          <p:cNvCxnSpPr/>
          <p:nvPr/>
        </p:nvCxnSpPr>
        <p:spPr>
          <a:xfrm>
            <a:off x="5436802" y="2978956"/>
            <a:ext cx="61106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AE8D5512-B7E3-6C74-115A-4485A41318F6}"/>
                  </a:ext>
                </a:extLst>
              </p:cNvPr>
              <p:cNvSpPr txBox="1"/>
              <p:nvPr/>
            </p:nvSpPr>
            <p:spPr>
              <a:xfrm>
                <a:off x="5531477" y="3044008"/>
                <a:ext cx="421718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𝑟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AE8D5512-B7E3-6C74-115A-4485A41318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1477" y="3044008"/>
                <a:ext cx="42171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1D07914B-D7CD-8607-1DBB-C23AA224E9F5}"/>
              </a:ext>
            </a:extLst>
          </p:cNvPr>
          <p:cNvSpPr txBox="1"/>
          <p:nvPr/>
        </p:nvSpPr>
        <p:spPr>
          <a:xfrm>
            <a:off x="233072" y="189833"/>
            <a:ext cx="8649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Development: Region Split Model</a:t>
            </a:r>
            <a:endParaRPr lang="ko-KR" altLang="en-US" sz="3600" dirty="0">
              <a:ln>
                <a:solidFill>
                  <a:srgbClr val="00397F">
                    <a:alpha val="30000"/>
                  </a:srgbClr>
                </a:solidFill>
              </a:ln>
              <a:solidFill>
                <a:srgbClr val="00397F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B4EC46C0-CAB3-F0E4-8222-DF753049F703}"/>
              </a:ext>
            </a:extLst>
          </p:cNvPr>
          <p:cNvCxnSpPr/>
          <p:nvPr/>
        </p:nvCxnSpPr>
        <p:spPr bwMode="auto"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DE8D150-73D9-B3D4-1220-7AA20C357D55}"/>
                  </a:ext>
                </a:extLst>
              </p:cNvPr>
              <p:cNvSpPr txBox="1"/>
              <p:nvPr/>
            </p:nvSpPr>
            <p:spPr>
              <a:xfrm>
                <a:off x="233072" y="4364950"/>
                <a:ext cx="3459857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𝑟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&gt;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:	 PF emission </a:t>
                </a:r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이후 전</a:t>
                </a:r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	</a:t>
                </a:r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자는 </a:t>
                </a:r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peak</a:t>
                </a:r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위에 위치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DE8D150-73D9-B3D4-1220-7AA20C357D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072" y="4364950"/>
                <a:ext cx="3459857" cy="7078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E07BEBF-E006-4691-96B3-21BA01CC213B}"/>
                  </a:ext>
                </a:extLst>
              </p:cNvPr>
              <p:cNvSpPr txBox="1"/>
              <p:nvPr/>
            </p:nvSpPr>
            <p:spPr>
              <a:xfrm>
                <a:off x="4953000" y="4364950"/>
                <a:ext cx="392903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𝑟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&gt;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𝑟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:	 PF emission </a:t>
                </a:r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이후 전자는 </a:t>
                </a:r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interface</a:t>
                </a:r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에 위치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E07BEBF-E006-4691-96B3-21BA01CC21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4364950"/>
                <a:ext cx="3929033" cy="7078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3CA63C36-6124-B72F-0F48-DF4F8A9B23AD}"/>
              </a:ext>
            </a:extLst>
          </p:cNvPr>
          <p:cNvCxnSpPr/>
          <p:nvPr/>
        </p:nvCxnSpPr>
        <p:spPr>
          <a:xfrm>
            <a:off x="4572000" y="877735"/>
            <a:ext cx="0" cy="498966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740C2E1-DF48-814E-11FA-D77592BA4F37}"/>
              </a:ext>
            </a:extLst>
          </p:cNvPr>
          <p:cNvSpPr txBox="1"/>
          <p:nvPr/>
        </p:nvSpPr>
        <p:spPr>
          <a:xfrm>
            <a:off x="4700429" y="1947455"/>
            <a:ext cx="10698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(interface region)</a:t>
            </a:r>
            <a:endParaRPr lang="ko-KR" altLang="en-US" sz="1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91189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 bwMode="auto"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School of Electrical Engineering, Seoul National University</a:t>
            </a:r>
            <a:endParaRPr lang="en-US" altLang="ko-KR" sz="1100" b="1" kern="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3072" y="189833"/>
            <a:ext cx="8649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Development: Region Split Model</a:t>
            </a:r>
            <a:endParaRPr lang="ko-KR" altLang="en-US" sz="3600" dirty="0">
              <a:ln>
                <a:solidFill>
                  <a:srgbClr val="00397F">
                    <a:alpha val="30000"/>
                  </a:srgbClr>
                </a:solidFill>
              </a:ln>
              <a:solidFill>
                <a:srgbClr val="00397F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 bwMode="auto"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069080" y="6496407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FFFF"/>
                </a:solidFill>
              </a:rPr>
              <a:t>12/16</a:t>
            </a:r>
            <a:endParaRPr lang="ko-KR" altLang="en-US" dirty="0">
              <a:solidFill>
                <a:srgbClr val="FFFFFF"/>
              </a:solidFill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C20A5117-8C11-04C2-A27C-6F4FF50976F8}"/>
              </a:ext>
            </a:extLst>
          </p:cNvPr>
          <p:cNvGrpSpPr/>
          <p:nvPr/>
        </p:nvGrpSpPr>
        <p:grpSpPr>
          <a:xfrm>
            <a:off x="377497" y="1327479"/>
            <a:ext cx="3351649" cy="2877669"/>
            <a:chOff x="1119848" y="1482571"/>
            <a:chExt cx="3351649" cy="2877669"/>
          </a:xfrm>
        </p:grpSpPr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674754F6-089D-228E-92EC-8551B25C7E6E}"/>
                </a:ext>
              </a:extLst>
            </p:cNvPr>
            <p:cNvGrpSpPr/>
            <p:nvPr/>
          </p:nvGrpSpPr>
          <p:grpSpPr>
            <a:xfrm>
              <a:off x="1119848" y="1482571"/>
              <a:ext cx="3351649" cy="2877669"/>
              <a:chOff x="977153" y="1550894"/>
              <a:chExt cx="3351649" cy="2877669"/>
            </a:xfrm>
          </p:grpSpPr>
          <p:grpSp>
            <p:nvGrpSpPr>
              <p:cNvPr id="19" name="그룹 18">
                <a:extLst>
                  <a:ext uri="{FF2B5EF4-FFF2-40B4-BE49-F238E27FC236}">
                    <a16:creationId xmlns:a16="http://schemas.microsoft.com/office/drawing/2014/main" id="{2385EACB-4E06-0295-17B3-8CFFE9F10150}"/>
                  </a:ext>
                </a:extLst>
              </p:cNvPr>
              <p:cNvGrpSpPr/>
              <p:nvPr/>
            </p:nvGrpSpPr>
            <p:grpSpPr>
              <a:xfrm>
                <a:off x="977153" y="1550894"/>
                <a:ext cx="3351649" cy="2877669"/>
                <a:chOff x="977153" y="1550894"/>
                <a:chExt cx="3351649" cy="2877669"/>
              </a:xfrm>
            </p:grpSpPr>
            <p:grpSp>
              <p:nvGrpSpPr>
                <p:cNvPr id="29" name="그룹 28">
                  <a:extLst>
                    <a:ext uri="{FF2B5EF4-FFF2-40B4-BE49-F238E27FC236}">
                      <a16:creationId xmlns:a16="http://schemas.microsoft.com/office/drawing/2014/main" id="{5B8FAE92-AAAC-7B9D-BB45-4B13BC2ED474}"/>
                    </a:ext>
                  </a:extLst>
                </p:cNvPr>
                <p:cNvGrpSpPr/>
                <p:nvPr/>
              </p:nvGrpSpPr>
              <p:grpSpPr>
                <a:xfrm>
                  <a:off x="977153" y="1550894"/>
                  <a:ext cx="3351649" cy="2877669"/>
                  <a:chOff x="977153" y="1550894"/>
                  <a:chExt cx="3351649" cy="2877669"/>
                </a:xfrm>
              </p:grpSpPr>
              <p:sp>
                <p:nvSpPr>
                  <p:cNvPr id="34" name="직사각형 33">
                    <a:extLst>
                      <a:ext uri="{FF2B5EF4-FFF2-40B4-BE49-F238E27FC236}">
                        <a16:creationId xmlns:a16="http://schemas.microsoft.com/office/drawing/2014/main" id="{AF222086-C8BE-A5D3-80CF-D8CE6A6AF069}"/>
                      </a:ext>
                    </a:extLst>
                  </p:cNvPr>
                  <p:cNvSpPr/>
                  <p:nvPr/>
                </p:nvSpPr>
                <p:spPr>
                  <a:xfrm>
                    <a:off x="977153" y="1550894"/>
                    <a:ext cx="1102659" cy="2877669"/>
                  </a:xfrm>
                  <a:prstGeom prst="rect">
                    <a:avLst/>
                  </a:prstGeom>
                  <a:noFill/>
                  <a:ln w="28575">
                    <a:solidFill>
                      <a:srgbClr val="002060"/>
                    </a:solidFill>
                  </a:ln>
                </p:spPr>
                <p:style>
                  <a:lnRef idx="2">
                    <a:schemeClr val="accent1">
                      <a:shade val="2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35" name="직사각형 34">
                    <a:extLst>
                      <a:ext uri="{FF2B5EF4-FFF2-40B4-BE49-F238E27FC236}">
                        <a16:creationId xmlns:a16="http://schemas.microsoft.com/office/drawing/2014/main" id="{C88157EE-AEA7-F69C-ED65-8F7C9C091E4A}"/>
                      </a:ext>
                    </a:extLst>
                  </p:cNvPr>
                  <p:cNvSpPr/>
                  <p:nvPr/>
                </p:nvSpPr>
                <p:spPr>
                  <a:xfrm>
                    <a:off x="2079812" y="1550895"/>
                    <a:ext cx="2248990" cy="1436984"/>
                  </a:xfrm>
                  <a:prstGeom prst="rect">
                    <a:avLst/>
                  </a:prstGeom>
                  <a:noFill/>
                  <a:ln w="28575">
                    <a:solidFill>
                      <a:srgbClr val="002060"/>
                    </a:solidFill>
                  </a:ln>
                </p:spPr>
                <p:style>
                  <a:lnRef idx="2">
                    <a:schemeClr val="accent1">
                      <a:shade val="2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37" name="직사각형 36">
                    <a:extLst>
                      <a:ext uri="{FF2B5EF4-FFF2-40B4-BE49-F238E27FC236}">
                        <a16:creationId xmlns:a16="http://schemas.microsoft.com/office/drawing/2014/main" id="{A08B7A2E-F562-6D0A-B358-83E037AE453B}"/>
                      </a:ext>
                    </a:extLst>
                  </p:cNvPr>
                  <p:cNvSpPr/>
                  <p:nvPr/>
                </p:nvSpPr>
                <p:spPr>
                  <a:xfrm>
                    <a:off x="2079812" y="2991578"/>
                    <a:ext cx="2248990" cy="1436985"/>
                  </a:xfrm>
                  <a:prstGeom prst="rect">
                    <a:avLst/>
                  </a:prstGeom>
                  <a:noFill/>
                  <a:ln w="28575">
                    <a:solidFill>
                      <a:srgbClr val="002060"/>
                    </a:solidFill>
                  </a:ln>
                </p:spPr>
                <p:style>
                  <a:lnRef idx="2">
                    <a:schemeClr val="accent1">
                      <a:shade val="2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sp>
              <p:nvSpPr>
                <p:cNvPr id="30" name="화살표: 왼쪽 29">
                  <a:extLst>
                    <a:ext uri="{FF2B5EF4-FFF2-40B4-BE49-F238E27FC236}">
                      <a16:creationId xmlns:a16="http://schemas.microsoft.com/office/drawing/2014/main" id="{B11CC3BE-CC4E-6216-1369-2D18C44588ED}"/>
                    </a:ext>
                  </a:extLst>
                </p:cNvPr>
                <p:cNvSpPr/>
                <p:nvPr/>
              </p:nvSpPr>
              <p:spPr>
                <a:xfrm>
                  <a:off x="1725706" y="2114745"/>
                  <a:ext cx="582706" cy="143435"/>
                </a:xfrm>
                <a:prstGeom prst="leftArrow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2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1" name="화살표: 위쪽 30">
                  <a:extLst>
                    <a:ext uri="{FF2B5EF4-FFF2-40B4-BE49-F238E27FC236}">
                      <a16:creationId xmlns:a16="http://schemas.microsoft.com/office/drawing/2014/main" id="{FB3A8BBE-C426-0F52-07A3-C0A90766F3D0}"/>
                    </a:ext>
                  </a:extLst>
                </p:cNvPr>
                <p:cNvSpPr/>
                <p:nvPr/>
              </p:nvSpPr>
              <p:spPr>
                <a:xfrm>
                  <a:off x="2247899" y="2736401"/>
                  <a:ext cx="145677" cy="606970"/>
                </a:xfrm>
                <a:prstGeom prst="upArrow">
                  <a:avLst/>
                </a:prstGeom>
              </p:spPr>
              <p:style>
                <a:lnRef idx="2">
                  <a:schemeClr val="accent1">
                    <a:shade val="2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2" name="화살표: 왼쪽 31">
                  <a:extLst>
                    <a:ext uri="{FF2B5EF4-FFF2-40B4-BE49-F238E27FC236}">
                      <a16:creationId xmlns:a16="http://schemas.microsoft.com/office/drawing/2014/main" id="{B2C2B224-E100-B4AC-7883-F77210480BB4}"/>
                    </a:ext>
                  </a:extLst>
                </p:cNvPr>
                <p:cNvSpPr/>
                <p:nvPr/>
              </p:nvSpPr>
              <p:spPr>
                <a:xfrm>
                  <a:off x="1725706" y="3638352"/>
                  <a:ext cx="582706" cy="143435"/>
                </a:xfrm>
                <a:prstGeom prst="leftArrow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2">
                  <a:schemeClr val="accent1">
                    <a:shade val="2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3" name="화살표: 위쪽 32">
                  <a:extLst>
                    <a:ext uri="{FF2B5EF4-FFF2-40B4-BE49-F238E27FC236}">
                      <a16:creationId xmlns:a16="http://schemas.microsoft.com/office/drawing/2014/main" id="{B70DB94D-152D-B7B1-5661-89C6B915B38D}"/>
                    </a:ext>
                  </a:extLst>
                </p:cNvPr>
                <p:cNvSpPr/>
                <p:nvPr/>
              </p:nvSpPr>
              <p:spPr>
                <a:xfrm rot="10800000">
                  <a:off x="2730460" y="2736401"/>
                  <a:ext cx="145677" cy="606970"/>
                </a:xfrm>
                <a:prstGeom prst="upArrow">
                  <a:avLst/>
                </a:prstGeom>
              </p:spPr>
              <p:style>
                <a:lnRef idx="2">
                  <a:schemeClr val="accent1">
                    <a:shade val="2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F74E51A-757A-5F6C-9E45-6DA81A379123}"/>
                  </a:ext>
                </a:extLst>
              </p:cNvPr>
              <p:cNvSpPr txBox="1"/>
              <p:nvPr/>
            </p:nvSpPr>
            <p:spPr>
              <a:xfrm>
                <a:off x="2297570" y="1832519"/>
                <a:ext cx="203123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BETOX</a:t>
                </a:r>
              </a:p>
              <a:p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Conduction Band</a:t>
                </a:r>
                <a:endParaRPr lang="ko-KR" altLang="en-US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45A13EE-AE1F-726D-6AE1-0A2A1AE89C5B}"/>
                  </a:ext>
                </a:extLst>
              </p:cNvPr>
              <p:cNvSpPr txBox="1"/>
              <p:nvPr/>
            </p:nvSpPr>
            <p:spPr>
              <a:xfrm>
                <a:off x="2271584" y="3538517"/>
                <a:ext cx="120910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BETOX</a:t>
                </a:r>
              </a:p>
              <a:p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Trap Site</a:t>
                </a:r>
                <a:endParaRPr lang="ko-KR" altLang="en-US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39C5E8F-39F9-3C73-21BF-0C4A99D8507D}"/>
                  </a:ext>
                </a:extLst>
              </p:cNvPr>
              <p:cNvSpPr txBox="1"/>
              <p:nvPr/>
            </p:nvSpPr>
            <p:spPr>
              <a:xfrm>
                <a:off x="1429164" y="1885994"/>
                <a:ext cx="68627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DT+TE</a:t>
                </a:r>
                <a:endParaRPr lang="ko-KR" altLang="en-US" sz="12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ADEEDF3-3038-0F38-3F5D-E1EC62AD49DA}"/>
                  </a:ext>
                </a:extLst>
              </p:cNvPr>
              <p:cNvSpPr txBox="1"/>
              <p:nvPr/>
            </p:nvSpPr>
            <p:spPr>
              <a:xfrm>
                <a:off x="1484066" y="3400181"/>
                <a:ext cx="68627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TBT</a:t>
                </a:r>
                <a:endParaRPr lang="ko-KR" altLang="en-US" sz="12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00145A3-EC60-8183-6B1E-B4C423B8A927}"/>
                  </a:ext>
                </a:extLst>
              </p:cNvPr>
              <p:cNvSpPr txBox="1"/>
              <p:nvPr/>
            </p:nvSpPr>
            <p:spPr>
              <a:xfrm>
                <a:off x="2115436" y="2484995"/>
                <a:ext cx="46661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PF</a:t>
                </a:r>
                <a:endParaRPr lang="ko-KR" altLang="en-US" sz="12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B5DF182-3C8E-2F53-EC9D-A78C4189A3E0}"/>
                  </a:ext>
                </a:extLst>
              </p:cNvPr>
              <p:cNvSpPr txBox="1"/>
              <p:nvPr/>
            </p:nvSpPr>
            <p:spPr>
              <a:xfrm>
                <a:off x="2447631" y="3319356"/>
                <a:ext cx="71133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Capture</a:t>
                </a:r>
                <a:endParaRPr lang="ko-KR" altLang="en-US" sz="12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624FA82-F79F-50E6-6AD0-9D4AAB5FDFE0}"/>
                  </a:ext>
                </a:extLst>
              </p:cNvPr>
              <p:cNvSpPr txBox="1"/>
              <p:nvPr/>
            </p:nvSpPr>
            <p:spPr>
              <a:xfrm>
                <a:off x="977153" y="2795059"/>
                <a:ext cx="109087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Channel</a:t>
                </a:r>
              </a:p>
            </p:txBody>
          </p:sp>
        </p:grpSp>
        <p:sp>
          <p:nvSpPr>
            <p:cNvPr id="10" name="화살표: 오른쪽 9">
              <a:extLst>
                <a:ext uri="{FF2B5EF4-FFF2-40B4-BE49-F238E27FC236}">
                  <a16:creationId xmlns:a16="http://schemas.microsoft.com/office/drawing/2014/main" id="{D9DCA2C7-B865-AFEF-11E7-2B4810F03D54}"/>
                </a:ext>
              </a:extLst>
            </p:cNvPr>
            <p:cNvSpPr/>
            <p:nvPr/>
          </p:nvSpPr>
          <p:spPr>
            <a:xfrm>
              <a:off x="3737386" y="2416672"/>
              <a:ext cx="663388" cy="365553"/>
            </a:xfrm>
            <a:prstGeom prst="rightArrow">
              <a:avLst/>
            </a:prstGeom>
            <a:solidFill>
              <a:srgbClr val="FFFF00"/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Field</a:t>
              </a:r>
              <a:endParaRPr lang="ko-KR" altLang="en-US" sz="1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화살표: 오른쪽 10">
              <a:extLst>
                <a:ext uri="{FF2B5EF4-FFF2-40B4-BE49-F238E27FC236}">
                  <a16:creationId xmlns:a16="http://schemas.microsoft.com/office/drawing/2014/main" id="{06A0C510-E24A-EFC1-6FA4-D2D62175717A}"/>
                </a:ext>
              </a:extLst>
            </p:cNvPr>
            <p:cNvSpPr/>
            <p:nvPr/>
          </p:nvSpPr>
          <p:spPr>
            <a:xfrm>
              <a:off x="3737386" y="3068256"/>
              <a:ext cx="663388" cy="365553"/>
            </a:xfrm>
            <a:prstGeom prst="rightArrow">
              <a:avLst/>
            </a:prstGeom>
            <a:solidFill>
              <a:srgbClr val="FFFF00"/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Field</a:t>
              </a:r>
              <a:endParaRPr lang="ko-KR" altLang="en-US" sz="1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9" name="타원 38">
            <a:extLst>
              <a:ext uri="{FF2B5EF4-FFF2-40B4-BE49-F238E27FC236}">
                <a16:creationId xmlns:a16="http://schemas.microsoft.com/office/drawing/2014/main" id="{C37E8AD8-618B-3C49-FEE0-436BC0DC913D}"/>
              </a:ext>
            </a:extLst>
          </p:cNvPr>
          <p:cNvSpPr/>
          <p:nvPr/>
        </p:nvSpPr>
        <p:spPr>
          <a:xfrm>
            <a:off x="1301602" y="2139873"/>
            <a:ext cx="1419798" cy="1271365"/>
          </a:xfrm>
          <a:prstGeom prst="ellipse">
            <a:avLst/>
          </a:prstGeom>
          <a:noFill/>
          <a:ln w="19050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7" name="화살표: 오른쪽 166">
            <a:extLst>
              <a:ext uri="{FF2B5EF4-FFF2-40B4-BE49-F238E27FC236}">
                <a16:creationId xmlns:a16="http://schemas.microsoft.com/office/drawing/2014/main" id="{6897850E-DBC9-93F9-8649-8245CD262CE6}"/>
              </a:ext>
            </a:extLst>
          </p:cNvPr>
          <p:cNvSpPr/>
          <p:nvPr/>
        </p:nvSpPr>
        <p:spPr>
          <a:xfrm>
            <a:off x="3911480" y="2470208"/>
            <a:ext cx="771626" cy="1020003"/>
          </a:xfrm>
          <a:prstGeom prst="right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39" name="그룹 238">
            <a:extLst>
              <a:ext uri="{FF2B5EF4-FFF2-40B4-BE49-F238E27FC236}">
                <a16:creationId xmlns:a16="http://schemas.microsoft.com/office/drawing/2014/main" id="{C5E1F268-697E-8700-885A-9A326CEDCBDF}"/>
              </a:ext>
            </a:extLst>
          </p:cNvPr>
          <p:cNvGrpSpPr/>
          <p:nvPr/>
        </p:nvGrpSpPr>
        <p:grpSpPr>
          <a:xfrm>
            <a:off x="5242184" y="2465377"/>
            <a:ext cx="2541785" cy="3850717"/>
            <a:chOff x="5242184" y="2465377"/>
            <a:chExt cx="2541785" cy="3850717"/>
          </a:xfrm>
        </p:grpSpPr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E052C4B6-B49F-F261-E946-6069F577A88A}"/>
                </a:ext>
              </a:extLst>
            </p:cNvPr>
            <p:cNvSpPr/>
            <p:nvPr/>
          </p:nvSpPr>
          <p:spPr>
            <a:xfrm>
              <a:off x="6398200" y="2465377"/>
              <a:ext cx="788182" cy="1149658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4" name="그룹 213">
              <a:extLst>
                <a:ext uri="{FF2B5EF4-FFF2-40B4-BE49-F238E27FC236}">
                  <a16:creationId xmlns:a16="http://schemas.microsoft.com/office/drawing/2014/main" id="{B65B3EE1-C323-8BAD-EF7E-3635E8857219}"/>
                </a:ext>
              </a:extLst>
            </p:cNvPr>
            <p:cNvGrpSpPr/>
            <p:nvPr/>
          </p:nvGrpSpPr>
          <p:grpSpPr>
            <a:xfrm>
              <a:off x="5242184" y="4751999"/>
              <a:ext cx="2541785" cy="1564095"/>
              <a:chOff x="6233494" y="4504890"/>
              <a:chExt cx="2541785" cy="1564095"/>
            </a:xfrm>
          </p:grpSpPr>
          <p:grpSp>
            <p:nvGrpSpPr>
              <p:cNvPr id="166" name="그룹 165">
                <a:extLst>
                  <a:ext uri="{FF2B5EF4-FFF2-40B4-BE49-F238E27FC236}">
                    <a16:creationId xmlns:a16="http://schemas.microsoft.com/office/drawing/2014/main" id="{5A1EF5B3-9F87-390F-C20B-A4730D5C2E98}"/>
                  </a:ext>
                </a:extLst>
              </p:cNvPr>
              <p:cNvGrpSpPr/>
              <p:nvPr/>
            </p:nvGrpSpPr>
            <p:grpSpPr>
              <a:xfrm>
                <a:off x="6626553" y="4594815"/>
                <a:ext cx="1960916" cy="1448636"/>
                <a:chOff x="6021035" y="4549135"/>
                <a:chExt cx="1960916" cy="1448636"/>
              </a:xfrm>
            </p:grpSpPr>
            <p:pic>
              <p:nvPicPr>
                <p:cNvPr id="130" name="그림 129">
                  <a:extLst>
                    <a:ext uri="{FF2B5EF4-FFF2-40B4-BE49-F238E27FC236}">
                      <a16:creationId xmlns:a16="http://schemas.microsoft.com/office/drawing/2014/main" id="{2B3D3B01-10FB-5F95-4896-196CC7A143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035061" y="4549135"/>
                  <a:ext cx="946890" cy="1030977"/>
                </a:xfrm>
                <a:prstGeom prst="rect">
                  <a:avLst/>
                </a:prstGeom>
              </p:spPr>
            </p:pic>
            <p:pic>
              <p:nvPicPr>
                <p:cNvPr id="163" name="그림 162">
                  <a:extLst>
                    <a:ext uri="{FF2B5EF4-FFF2-40B4-BE49-F238E27FC236}">
                      <a16:creationId xmlns:a16="http://schemas.microsoft.com/office/drawing/2014/main" id="{61AFE319-20A3-754A-745E-4EBB288D868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699393" y="4689325"/>
                  <a:ext cx="946890" cy="1030977"/>
                </a:xfrm>
                <a:prstGeom prst="rect">
                  <a:avLst/>
                </a:prstGeom>
              </p:spPr>
            </p:pic>
            <p:pic>
              <p:nvPicPr>
                <p:cNvPr id="164" name="그림 163">
                  <a:extLst>
                    <a:ext uri="{FF2B5EF4-FFF2-40B4-BE49-F238E27FC236}">
                      <a16:creationId xmlns:a16="http://schemas.microsoft.com/office/drawing/2014/main" id="{EADFE060-E505-5D10-2D69-A72B242C93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360214" y="4829515"/>
                  <a:ext cx="946890" cy="1030977"/>
                </a:xfrm>
                <a:prstGeom prst="rect">
                  <a:avLst/>
                </a:prstGeom>
              </p:spPr>
            </p:pic>
            <p:pic>
              <p:nvPicPr>
                <p:cNvPr id="165" name="그림 164">
                  <a:extLst>
                    <a:ext uri="{FF2B5EF4-FFF2-40B4-BE49-F238E27FC236}">
                      <a16:creationId xmlns:a16="http://schemas.microsoft.com/office/drawing/2014/main" id="{5B2EE95C-52EC-72AB-4466-05BA74A247B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021035" y="4966794"/>
                  <a:ext cx="946890" cy="1030977"/>
                </a:xfrm>
                <a:prstGeom prst="rect">
                  <a:avLst/>
                </a:prstGeom>
              </p:spPr>
            </p:pic>
          </p:grpSp>
          <p:sp>
            <p:nvSpPr>
              <p:cNvPr id="189" name="직사각형 188">
                <a:extLst>
                  <a:ext uri="{FF2B5EF4-FFF2-40B4-BE49-F238E27FC236}">
                    <a16:creationId xmlns:a16="http://schemas.microsoft.com/office/drawing/2014/main" id="{BBAD3791-E148-5300-F72D-F1D77DA812D5}"/>
                  </a:ext>
                </a:extLst>
              </p:cNvPr>
              <p:cNvSpPr/>
              <p:nvPr/>
            </p:nvSpPr>
            <p:spPr>
              <a:xfrm>
                <a:off x="6278473" y="4504890"/>
                <a:ext cx="2417292" cy="1564095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  <a:prstDash val="sysDash"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" name="화살표: 아래로 구부러짐 189">
                <a:extLst>
                  <a:ext uri="{FF2B5EF4-FFF2-40B4-BE49-F238E27FC236}">
                    <a16:creationId xmlns:a16="http://schemas.microsoft.com/office/drawing/2014/main" id="{0A4266AA-65A8-22CC-0C52-D3C2D59713AA}"/>
                  </a:ext>
                </a:extLst>
              </p:cNvPr>
              <p:cNvSpPr/>
              <p:nvPr/>
            </p:nvSpPr>
            <p:spPr>
              <a:xfrm flipH="1">
                <a:off x="7966799" y="5165309"/>
                <a:ext cx="294449" cy="225374"/>
              </a:xfrm>
              <a:prstGeom prst="curvedDown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91" name="화살표: 아래로 구부러짐 190">
                <a:extLst>
                  <a:ext uri="{FF2B5EF4-FFF2-40B4-BE49-F238E27FC236}">
                    <a16:creationId xmlns:a16="http://schemas.microsoft.com/office/drawing/2014/main" id="{270BEAA7-94B1-6ACF-A458-358D94DD4C6B}"/>
                  </a:ext>
                </a:extLst>
              </p:cNvPr>
              <p:cNvSpPr/>
              <p:nvPr/>
            </p:nvSpPr>
            <p:spPr>
              <a:xfrm flipH="1">
                <a:off x="7617095" y="5326723"/>
                <a:ext cx="294449" cy="225374"/>
              </a:xfrm>
              <a:prstGeom prst="curvedDown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92" name="화살표: 아래로 구부러짐 191">
                <a:extLst>
                  <a:ext uri="{FF2B5EF4-FFF2-40B4-BE49-F238E27FC236}">
                    <a16:creationId xmlns:a16="http://schemas.microsoft.com/office/drawing/2014/main" id="{37406685-E381-C855-E6E6-078DC61CA19E}"/>
                  </a:ext>
                </a:extLst>
              </p:cNvPr>
              <p:cNvSpPr/>
              <p:nvPr/>
            </p:nvSpPr>
            <p:spPr>
              <a:xfrm flipH="1">
                <a:off x="7266992" y="5415275"/>
                <a:ext cx="294449" cy="225374"/>
              </a:xfrm>
              <a:prstGeom prst="curvedDown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94" name="화살표: 위쪽 193">
                <a:extLst>
                  <a:ext uri="{FF2B5EF4-FFF2-40B4-BE49-F238E27FC236}">
                    <a16:creationId xmlns:a16="http://schemas.microsoft.com/office/drawing/2014/main" id="{0688333C-5C18-3956-614A-EE760BABD46D}"/>
                  </a:ext>
                </a:extLst>
              </p:cNvPr>
              <p:cNvSpPr/>
              <p:nvPr/>
            </p:nvSpPr>
            <p:spPr>
              <a:xfrm>
                <a:off x="8449877" y="4804389"/>
                <a:ext cx="145677" cy="606970"/>
              </a:xfrm>
              <a:prstGeom prst="upArrow">
                <a:avLst/>
              </a:prstGeom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5" name="화살표: 위쪽 194">
                <a:extLst>
                  <a:ext uri="{FF2B5EF4-FFF2-40B4-BE49-F238E27FC236}">
                    <a16:creationId xmlns:a16="http://schemas.microsoft.com/office/drawing/2014/main" id="{DFEFEF0D-716C-5C39-C335-096055F8F469}"/>
                  </a:ext>
                </a:extLst>
              </p:cNvPr>
              <p:cNvSpPr/>
              <p:nvPr/>
            </p:nvSpPr>
            <p:spPr>
              <a:xfrm rot="10800000">
                <a:off x="6565765" y="5243770"/>
                <a:ext cx="145677" cy="606970"/>
              </a:xfrm>
              <a:prstGeom prst="upArrow">
                <a:avLst/>
              </a:prstGeom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C43693FD-8ACC-C21A-84D6-8C17AC5AB092}"/>
                  </a:ext>
                </a:extLst>
              </p:cNvPr>
              <p:cNvSpPr txBox="1"/>
              <p:nvPr/>
            </p:nvSpPr>
            <p:spPr>
              <a:xfrm>
                <a:off x="8308668" y="5454459"/>
                <a:ext cx="46661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PF</a:t>
                </a:r>
                <a:endParaRPr lang="ko-KR" altLang="en-US" sz="12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D0306ADC-196D-6CD5-92C1-3BC3494E54A1}"/>
                  </a:ext>
                </a:extLst>
              </p:cNvPr>
              <p:cNvSpPr txBox="1"/>
              <p:nvPr/>
            </p:nvSpPr>
            <p:spPr>
              <a:xfrm>
                <a:off x="6233494" y="5002872"/>
                <a:ext cx="76457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Capture</a:t>
                </a:r>
                <a:endParaRPr lang="ko-KR" altLang="en-US" sz="12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p:grpSp>
        <p:cxnSp>
          <p:nvCxnSpPr>
            <p:cNvPr id="234" name="직선 연결선 233">
              <a:extLst>
                <a:ext uri="{FF2B5EF4-FFF2-40B4-BE49-F238E27FC236}">
                  <a16:creationId xmlns:a16="http://schemas.microsoft.com/office/drawing/2014/main" id="{3A77D13C-6FCF-C3ED-FC82-BDD2D69C6E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87163" y="3587438"/>
              <a:ext cx="1133464" cy="116342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직선 연결선 235">
              <a:extLst>
                <a:ext uri="{FF2B5EF4-FFF2-40B4-BE49-F238E27FC236}">
                  <a16:creationId xmlns:a16="http://schemas.microsoft.com/office/drawing/2014/main" id="{A78259D2-A6EC-67A9-F59D-1BDD81557563}"/>
                </a:ext>
              </a:extLst>
            </p:cNvPr>
            <p:cNvCxnSpPr>
              <a:cxnSpLocks/>
            </p:cNvCxnSpPr>
            <p:nvPr/>
          </p:nvCxnSpPr>
          <p:spPr>
            <a:xfrm>
              <a:off x="7181238" y="3578842"/>
              <a:ext cx="519871" cy="117159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656B871E-72D4-54AF-634D-87B76D5741F6}"/>
              </a:ext>
            </a:extLst>
          </p:cNvPr>
          <p:cNvGrpSpPr/>
          <p:nvPr/>
        </p:nvGrpSpPr>
        <p:grpSpPr>
          <a:xfrm>
            <a:off x="4800409" y="916295"/>
            <a:ext cx="3666190" cy="3492650"/>
            <a:chOff x="4800409" y="916295"/>
            <a:chExt cx="3666190" cy="3492650"/>
          </a:xfrm>
        </p:grpSpPr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5D16F255-4A25-D11B-44AC-AB8B446B028C}"/>
                </a:ext>
              </a:extLst>
            </p:cNvPr>
            <p:cNvGrpSpPr/>
            <p:nvPr/>
          </p:nvGrpSpPr>
          <p:grpSpPr>
            <a:xfrm>
              <a:off x="4800409" y="1531276"/>
              <a:ext cx="3351649" cy="2877669"/>
              <a:chOff x="1119848" y="1482571"/>
              <a:chExt cx="3351649" cy="2877669"/>
            </a:xfrm>
          </p:grpSpPr>
          <p:grpSp>
            <p:nvGrpSpPr>
              <p:cNvPr id="41" name="그룹 40">
                <a:extLst>
                  <a:ext uri="{FF2B5EF4-FFF2-40B4-BE49-F238E27FC236}">
                    <a16:creationId xmlns:a16="http://schemas.microsoft.com/office/drawing/2014/main" id="{A4F5FA23-89DC-FE1E-04F0-6BE14AE558EF}"/>
                  </a:ext>
                </a:extLst>
              </p:cNvPr>
              <p:cNvGrpSpPr/>
              <p:nvPr/>
            </p:nvGrpSpPr>
            <p:grpSpPr>
              <a:xfrm>
                <a:off x="1119848" y="1482571"/>
                <a:ext cx="3351649" cy="2877669"/>
                <a:chOff x="977153" y="1550894"/>
                <a:chExt cx="3351649" cy="2877669"/>
              </a:xfrm>
            </p:grpSpPr>
            <p:grpSp>
              <p:nvGrpSpPr>
                <p:cNvPr id="44" name="그룹 43">
                  <a:extLst>
                    <a:ext uri="{FF2B5EF4-FFF2-40B4-BE49-F238E27FC236}">
                      <a16:creationId xmlns:a16="http://schemas.microsoft.com/office/drawing/2014/main" id="{6F501665-3EF5-83EB-D829-DDB59CC6488A}"/>
                    </a:ext>
                  </a:extLst>
                </p:cNvPr>
                <p:cNvGrpSpPr/>
                <p:nvPr/>
              </p:nvGrpSpPr>
              <p:grpSpPr>
                <a:xfrm>
                  <a:off x="977153" y="1550894"/>
                  <a:ext cx="3351649" cy="2877669"/>
                  <a:chOff x="977153" y="1550894"/>
                  <a:chExt cx="3351649" cy="2877669"/>
                </a:xfrm>
              </p:grpSpPr>
              <p:grpSp>
                <p:nvGrpSpPr>
                  <p:cNvPr id="52" name="그룹 51">
                    <a:extLst>
                      <a:ext uri="{FF2B5EF4-FFF2-40B4-BE49-F238E27FC236}">
                        <a16:creationId xmlns:a16="http://schemas.microsoft.com/office/drawing/2014/main" id="{2CCF97A1-2E57-F987-7BF3-386B8D3E3E97}"/>
                      </a:ext>
                    </a:extLst>
                  </p:cNvPr>
                  <p:cNvGrpSpPr/>
                  <p:nvPr/>
                </p:nvGrpSpPr>
                <p:grpSpPr>
                  <a:xfrm>
                    <a:off x="977153" y="1550894"/>
                    <a:ext cx="3351649" cy="2877669"/>
                    <a:chOff x="977153" y="1550894"/>
                    <a:chExt cx="3351649" cy="2877669"/>
                  </a:xfrm>
                </p:grpSpPr>
                <p:sp>
                  <p:nvSpPr>
                    <p:cNvPr id="57" name="직사각형 56">
                      <a:extLst>
                        <a:ext uri="{FF2B5EF4-FFF2-40B4-BE49-F238E27FC236}">
                          <a16:creationId xmlns:a16="http://schemas.microsoft.com/office/drawing/2014/main" id="{BBC5C3BD-BC50-6760-6819-63A10CE4D8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77153" y="1550894"/>
                      <a:ext cx="1102659" cy="2877669"/>
                    </a:xfrm>
                    <a:prstGeom prst="rect">
                      <a:avLst/>
                    </a:prstGeom>
                    <a:noFill/>
                    <a:ln w="28575">
                      <a:solidFill>
                        <a:srgbClr val="002060"/>
                      </a:solidFill>
                    </a:ln>
                  </p:spPr>
                  <p:style>
                    <a:lnRef idx="2">
                      <a:schemeClr val="accent1">
                        <a:shade val="2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58" name="직사각형 57">
                      <a:extLst>
                        <a:ext uri="{FF2B5EF4-FFF2-40B4-BE49-F238E27FC236}">
                          <a16:creationId xmlns:a16="http://schemas.microsoft.com/office/drawing/2014/main" id="{5A1EBD00-9F4F-11D4-F504-CFED0A876D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79812" y="1550895"/>
                      <a:ext cx="2248990" cy="1436984"/>
                    </a:xfrm>
                    <a:prstGeom prst="rect">
                      <a:avLst/>
                    </a:prstGeom>
                    <a:noFill/>
                    <a:ln w="28575">
                      <a:solidFill>
                        <a:srgbClr val="002060"/>
                      </a:solidFill>
                    </a:ln>
                  </p:spPr>
                  <p:style>
                    <a:lnRef idx="2">
                      <a:schemeClr val="accent1">
                        <a:shade val="2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59" name="직사각형 58">
                      <a:extLst>
                        <a:ext uri="{FF2B5EF4-FFF2-40B4-BE49-F238E27FC236}">
                          <a16:creationId xmlns:a16="http://schemas.microsoft.com/office/drawing/2014/main" id="{5BD92BD9-D2EE-E9AC-FF2F-7CC3965586A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79812" y="2991578"/>
                      <a:ext cx="2248990" cy="1436985"/>
                    </a:xfrm>
                    <a:prstGeom prst="rect">
                      <a:avLst/>
                    </a:prstGeom>
                    <a:noFill/>
                    <a:ln w="28575">
                      <a:solidFill>
                        <a:srgbClr val="002060"/>
                      </a:solidFill>
                    </a:ln>
                  </p:spPr>
                  <p:style>
                    <a:lnRef idx="2">
                      <a:schemeClr val="accent1">
                        <a:shade val="2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60" name="직사각형 59">
                      <a:extLst>
                        <a:ext uri="{FF2B5EF4-FFF2-40B4-BE49-F238E27FC236}">
                          <a16:creationId xmlns:a16="http://schemas.microsoft.com/office/drawing/2014/main" id="{95DC0603-6240-CDC3-CE9C-B12E332AF712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2068030" y="1550895"/>
                      <a:ext cx="577265" cy="1436984"/>
                    </a:xfrm>
                    <a:prstGeom prst="rect">
                      <a:avLst/>
                    </a:prstGeom>
                    <a:noFill/>
                    <a:ln w="28575">
                      <a:solidFill>
                        <a:srgbClr val="002060"/>
                      </a:solidFill>
                    </a:ln>
                  </p:spPr>
                  <p:style>
                    <a:lnRef idx="2">
                      <a:schemeClr val="accent1">
                        <a:shade val="2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</p:grpSp>
              <p:sp>
                <p:nvSpPr>
                  <p:cNvPr id="53" name="화살표: 왼쪽 52">
                    <a:extLst>
                      <a:ext uri="{FF2B5EF4-FFF2-40B4-BE49-F238E27FC236}">
                        <a16:creationId xmlns:a16="http://schemas.microsoft.com/office/drawing/2014/main" id="{85E7E725-E3D9-763B-13A6-C908D29D214A}"/>
                      </a:ext>
                    </a:extLst>
                  </p:cNvPr>
                  <p:cNvSpPr/>
                  <p:nvPr/>
                </p:nvSpPr>
                <p:spPr>
                  <a:xfrm>
                    <a:off x="1725706" y="2114745"/>
                    <a:ext cx="582706" cy="143435"/>
                  </a:xfrm>
                  <a:prstGeom prst="leftArrow">
                    <a:avLst/>
                  </a:prstGeom>
                  <a:solidFill>
                    <a:srgbClr val="C0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2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54" name="화살표: 위쪽 53">
                    <a:extLst>
                      <a:ext uri="{FF2B5EF4-FFF2-40B4-BE49-F238E27FC236}">
                        <a16:creationId xmlns:a16="http://schemas.microsoft.com/office/drawing/2014/main" id="{50140C1C-BC5E-9088-2A2D-0A11D48B2602}"/>
                      </a:ext>
                    </a:extLst>
                  </p:cNvPr>
                  <p:cNvSpPr/>
                  <p:nvPr/>
                </p:nvSpPr>
                <p:spPr>
                  <a:xfrm>
                    <a:off x="2247899" y="2736401"/>
                    <a:ext cx="145677" cy="606970"/>
                  </a:xfrm>
                  <a:prstGeom prst="upArrow">
                    <a:avLst/>
                  </a:prstGeom>
                </p:spPr>
                <p:style>
                  <a:lnRef idx="2">
                    <a:schemeClr val="accent1">
                      <a:shade val="2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55" name="화살표: 왼쪽 54">
                    <a:extLst>
                      <a:ext uri="{FF2B5EF4-FFF2-40B4-BE49-F238E27FC236}">
                        <a16:creationId xmlns:a16="http://schemas.microsoft.com/office/drawing/2014/main" id="{086C10B6-7165-6319-B993-D916A3167DFC}"/>
                      </a:ext>
                    </a:extLst>
                  </p:cNvPr>
                  <p:cNvSpPr/>
                  <p:nvPr/>
                </p:nvSpPr>
                <p:spPr>
                  <a:xfrm>
                    <a:off x="1725706" y="3638352"/>
                    <a:ext cx="582706" cy="143435"/>
                  </a:xfrm>
                  <a:prstGeom prst="leftArrow">
                    <a:avLst/>
                  </a:prstGeom>
                  <a:solidFill>
                    <a:srgbClr val="FFC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2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56" name="화살표: 위쪽 55">
                    <a:extLst>
                      <a:ext uri="{FF2B5EF4-FFF2-40B4-BE49-F238E27FC236}">
                        <a16:creationId xmlns:a16="http://schemas.microsoft.com/office/drawing/2014/main" id="{0D7D295B-8843-F5A0-2D40-A4C7BC5B14DF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2730460" y="2736401"/>
                    <a:ext cx="145677" cy="606970"/>
                  </a:xfrm>
                  <a:prstGeom prst="upArrow">
                    <a:avLst/>
                  </a:prstGeom>
                </p:spPr>
                <p:style>
                  <a:lnRef idx="2">
                    <a:schemeClr val="accent1">
                      <a:shade val="2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63" name="화살표: 위쪽 62">
                    <a:extLst>
                      <a:ext uri="{FF2B5EF4-FFF2-40B4-BE49-F238E27FC236}">
                        <a16:creationId xmlns:a16="http://schemas.microsoft.com/office/drawing/2014/main" id="{3CC24B74-F44A-654A-C554-42108A766792}"/>
                      </a:ext>
                    </a:extLst>
                  </p:cNvPr>
                  <p:cNvSpPr/>
                  <p:nvPr/>
                </p:nvSpPr>
                <p:spPr>
                  <a:xfrm>
                    <a:off x="3028978" y="2736401"/>
                    <a:ext cx="145677" cy="606970"/>
                  </a:xfrm>
                  <a:prstGeom prst="upArrow">
                    <a:avLst/>
                  </a:prstGeom>
                </p:spPr>
                <p:style>
                  <a:lnRef idx="2">
                    <a:schemeClr val="accent1">
                      <a:shade val="2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DE27A87B-A8FB-D437-9B85-41605237DCAD}"/>
                    </a:ext>
                  </a:extLst>
                </p:cNvPr>
                <p:cNvSpPr txBox="1"/>
                <p:nvPr/>
              </p:nvSpPr>
              <p:spPr>
                <a:xfrm>
                  <a:off x="1429164" y="1885994"/>
                  <a:ext cx="68627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2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DT+TE</a:t>
                  </a:r>
                  <a:endParaRPr lang="ko-KR" altLang="en-US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endParaRPr>
                </a:p>
              </p:txBody>
            </p:sp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56ECD5DB-A1DC-C45E-B82D-071E6781C76E}"/>
                    </a:ext>
                  </a:extLst>
                </p:cNvPr>
                <p:cNvSpPr txBox="1"/>
                <p:nvPr/>
              </p:nvSpPr>
              <p:spPr>
                <a:xfrm>
                  <a:off x="1484066" y="3400181"/>
                  <a:ext cx="68627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2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TBT</a:t>
                  </a:r>
                  <a:endParaRPr lang="ko-KR" altLang="en-US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endParaRPr>
                </a:p>
              </p:txBody>
            </p: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A9839A20-B5F7-3672-81A8-F2B043B9E23E}"/>
                    </a:ext>
                  </a:extLst>
                </p:cNvPr>
                <p:cNvSpPr txBox="1"/>
                <p:nvPr/>
              </p:nvSpPr>
              <p:spPr>
                <a:xfrm>
                  <a:off x="2115436" y="2484995"/>
                  <a:ext cx="46661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2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PF</a:t>
                  </a:r>
                  <a:endParaRPr lang="ko-KR" altLang="en-US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endParaRPr>
                </a:p>
              </p:txBody>
            </p:sp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E02E51BF-4660-433C-1566-72F887583374}"/>
                    </a:ext>
                  </a:extLst>
                </p:cNvPr>
                <p:cNvSpPr txBox="1"/>
                <p:nvPr/>
              </p:nvSpPr>
              <p:spPr>
                <a:xfrm>
                  <a:off x="2447631" y="3319356"/>
                  <a:ext cx="71133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2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Capture</a:t>
                  </a:r>
                  <a:endParaRPr lang="ko-KR" altLang="en-US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endParaRPr>
                </a:p>
              </p:txBody>
            </p:sp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F70EC483-7446-E613-663D-7515E3C24B66}"/>
                    </a:ext>
                  </a:extLst>
                </p:cNvPr>
                <p:cNvSpPr txBox="1"/>
                <p:nvPr/>
              </p:nvSpPr>
              <p:spPr>
                <a:xfrm>
                  <a:off x="977153" y="2795059"/>
                  <a:ext cx="109087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20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Channel</a:t>
                  </a:r>
                </a:p>
              </p:txBody>
            </p:sp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3122F323-922B-D8F9-F76E-25A049216BA6}"/>
                    </a:ext>
                  </a:extLst>
                </p:cNvPr>
                <p:cNvSpPr txBox="1"/>
                <p:nvPr/>
              </p:nvSpPr>
              <p:spPr>
                <a:xfrm>
                  <a:off x="2896515" y="2484995"/>
                  <a:ext cx="46661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2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PF</a:t>
                  </a:r>
                  <a:endParaRPr lang="ko-KR" altLang="en-US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endParaRPr>
                </a:p>
              </p:txBody>
            </p:sp>
          </p:grpSp>
          <p:sp>
            <p:nvSpPr>
              <p:cNvPr id="42" name="화살표: 오른쪽 41">
                <a:extLst>
                  <a:ext uri="{FF2B5EF4-FFF2-40B4-BE49-F238E27FC236}">
                    <a16:creationId xmlns:a16="http://schemas.microsoft.com/office/drawing/2014/main" id="{560268F6-1519-628F-F01B-4E6B2F2C3510}"/>
                  </a:ext>
                </a:extLst>
              </p:cNvPr>
              <p:cNvSpPr/>
              <p:nvPr/>
            </p:nvSpPr>
            <p:spPr>
              <a:xfrm>
                <a:off x="3737386" y="2416672"/>
                <a:ext cx="663388" cy="365553"/>
              </a:xfrm>
              <a:prstGeom prst="rightArrow">
                <a:avLst/>
              </a:prstGeom>
              <a:solidFill>
                <a:srgbClr val="FFFF00"/>
              </a:solidFill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Field</a:t>
                </a:r>
                <a:endParaRPr lang="ko-KR" altLang="en-US" sz="12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" name="화살표: 오른쪽 42">
                <a:extLst>
                  <a:ext uri="{FF2B5EF4-FFF2-40B4-BE49-F238E27FC236}">
                    <a16:creationId xmlns:a16="http://schemas.microsoft.com/office/drawing/2014/main" id="{DEB2FAFA-0FD5-8C07-2A20-2565590A8B05}"/>
                  </a:ext>
                </a:extLst>
              </p:cNvPr>
              <p:cNvSpPr/>
              <p:nvPr/>
            </p:nvSpPr>
            <p:spPr>
              <a:xfrm>
                <a:off x="3737386" y="3068256"/>
                <a:ext cx="663388" cy="365553"/>
              </a:xfrm>
              <a:prstGeom prst="rightArrow">
                <a:avLst/>
              </a:prstGeom>
              <a:solidFill>
                <a:srgbClr val="FFFF00"/>
              </a:solidFill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Field</a:t>
                </a:r>
                <a:endParaRPr lang="ko-KR" altLang="en-US" sz="12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0D94578E-568D-E968-BA41-EBBE2EC8FAE5}"/>
                </a:ext>
              </a:extLst>
            </p:cNvPr>
            <p:cNvSpPr txBox="1"/>
            <p:nvPr/>
          </p:nvSpPr>
          <p:spPr>
            <a:xfrm>
              <a:off x="5500010" y="919307"/>
              <a:ext cx="13716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Interface</a:t>
              </a:r>
            </a:p>
            <a:p>
              <a:pPr algn="ctr"/>
              <a:r>
                <a:rPr lang="en-US" altLang="ko-KR" sz="12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(BETOX/Channel)</a:t>
              </a:r>
              <a:endParaRPr lang="ko-KR" altLang="en-US" sz="12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99B4107F-0B85-895B-81FA-2ED5678311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91286" y="1327479"/>
              <a:ext cx="0" cy="346829"/>
            </a:xfrm>
            <a:prstGeom prst="line">
              <a:avLst/>
            </a:prstGeom>
            <a:ln w="28575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F99782EF-E544-A135-137E-99561B8ABF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68551" y="1327479"/>
              <a:ext cx="0" cy="346829"/>
            </a:xfrm>
            <a:prstGeom prst="line">
              <a:avLst/>
            </a:prstGeom>
            <a:ln w="28575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직선 화살표 연결선 73">
              <a:extLst>
                <a:ext uri="{FF2B5EF4-FFF2-40B4-BE49-F238E27FC236}">
                  <a16:creationId xmlns:a16="http://schemas.microsoft.com/office/drawing/2014/main" id="{CD7140E8-EE60-5275-D593-C86F7722465D}"/>
                </a:ext>
              </a:extLst>
            </p:cNvPr>
            <p:cNvCxnSpPr>
              <a:cxnSpLocks/>
            </p:cNvCxnSpPr>
            <p:nvPr/>
          </p:nvCxnSpPr>
          <p:spPr>
            <a:xfrm>
              <a:off x="5925834" y="1375717"/>
              <a:ext cx="519953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ACFEB05B-111D-F39B-DF0C-84C79D12469F}"/>
                    </a:ext>
                  </a:extLst>
                </p:cNvPr>
                <p:cNvSpPr txBox="1"/>
                <p:nvPr/>
              </p:nvSpPr>
              <p:spPr>
                <a:xfrm>
                  <a:off x="6111055" y="1346551"/>
                  <a:ext cx="167417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ko-KR" altLang="en-US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endParaRPr>
                </a:p>
              </p:txBody>
            </p:sp>
          </mc:Choice>
          <mc:Fallback xmlns="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ACFEB05B-111D-F39B-DF0C-84C79D1246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11055" y="1346551"/>
                  <a:ext cx="167417" cy="184666"/>
                </a:xfrm>
                <a:prstGeom prst="rect">
                  <a:avLst/>
                </a:prstGeom>
                <a:blipFill>
                  <a:blip r:embed="rId4"/>
                  <a:stretch>
                    <a:fillRect b="-333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62CE35BF-66AD-40AF-60A1-9F1A750CF582}"/>
                    </a:ext>
                  </a:extLst>
                </p:cNvPr>
                <p:cNvSpPr txBox="1"/>
                <p:nvPr/>
              </p:nvSpPr>
              <p:spPr>
                <a:xfrm>
                  <a:off x="6852234" y="916295"/>
                  <a:ext cx="1614365" cy="5934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6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r</m:t>
                          </m:r>
                        </m:e>
                        <m:sub>
                          <m:r>
                            <a:rPr lang="en-US" altLang="ko-KR" sz="16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0</m:t>
                          </m:r>
                        </m:sub>
                      </m:sSub>
                      <m:r>
                        <a:rPr lang="en-US" altLang="ko-KR" sz="16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US" altLang="ko-KR" sz="16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ko-KR" sz="16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fPr>
                            <m:num>
                              <m:r>
                                <a:rPr lang="en-US" altLang="ko-KR" sz="16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𝑞</m:t>
                              </m:r>
                            </m:num>
                            <m:den>
                              <m:r>
                                <a:rPr lang="en-US" altLang="ko-KR" sz="16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4</m:t>
                              </m:r>
                              <m:r>
                                <a:rPr lang="en-US" altLang="ko-KR" sz="16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𝜋𝜀</m:t>
                              </m:r>
                              <m:r>
                                <a:rPr lang="en-US" altLang="ko-KR" sz="16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𝐹</m:t>
                              </m:r>
                            </m:den>
                          </m:f>
                        </m:e>
                      </m:rad>
                    </m:oMath>
                  </a14:m>
                  <a:r>
                    <a:rPr lang="en-US" altLang="ko-KR" sz="16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  <a:endParaRPr lang="ko-KR" altLang="en-US" sz="16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endParaRPr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62CE35BF-66AD-40AF-60A1-9F1A750CF5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52234" y="916295"/>
                  <a:ext cx="1614365" cy="5934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C46F869F-4413-9832-37E1-42FFCED59B0C}"/>
              </a:ext>
            </a:extLst>
          </p:cNvPr>
          <p:cNvGrpSpPr/>
          <p:nvPr/>
        </p:nvGrpSpPr>
        <p:grpSpPr>
          <a:xfrm>
            <a:off x="1172806" y="1812900"/>
            <a:ext cx="5118653" cy="4479291"/>
            <a:chOff x="1172806" y="1812900"/>
            <a:chExt cx="5118653" cy="4479291"/>
          </a:xfrm>
        </p:grpSpPr>
        <p:grpSp>
          <p:nvGrpSpPr>
            <p:cNvPr id="238" name="그룹 237">
              <a:extLst>
                <a:ext uri="{FF2B5EF4-FFF2-40B4-BE49-F238E27FC236}">
                  <a16:creationId xmlns:a16="http://schemas.microsoft.com/office/drawing/2014/main" id="{BFD562D5-9721-C6D6-31DC-E9AAC74C88BB}"/>
                </a:ext>
              </a:extLst>
            </p:cNvPr>
            <p:cNvGrpSpPr/>
            <p:nvPr/>
          </p:nvGrpSpPr>
          <p:grpSpPr>
            <a:xfrm>
              <a:off x="1172806" y="1812900"/>
              <a:ext cx="5118653" cy="4479291"/>
              <a:chOff x="1172806" y="1812900"/>
              <a:chExt cx="5118653" cy="4479291"/>
            </a:xfrm>
          </p:grpSpPr>
          <p:sp>
            <p:nvSpPr>
              <p:cNvPr id="66" name="직사각형 65">
                <a:extLst>
                  <a:ext uri="{FF2B5EF4-FFF2-40B4-BE49-F238E27FC236}">
                    <a16:creationId xmlns:a16="http://schemas.microsoft.com/office/drawing/2014/main" id="{1EEC43BE-B71A-BC0A-4AC2-83C5A044F5DA}"/>
                  </a:ext>
                </a:extLst>
              </p:cNvPr>
              <p:cNvSpPr/>
              <p:nvPr/>
            </p:nvSpPr>
            <p:spPr>
              <a:xfrm>
                <a:off x="5302644" y="1812900"/>
                <a:ext cx="988815" cy="2076839"/>
              </a:xfrm>
              <a:prstGeom prst="rect">
                <a:avLst/>
              </a:prstGeom>
              <a:noFill/>
              <a:ln w="28575">
                <a:solidFill>
                  <a:srgbClr val="002060"/>
                </a:solidFill>
                <a:prstDash val="sysDash"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13" name="그룹 212">
                <a:extLst>
                  <a:ext uri="{FF2B5EF4-FFF2-40B4-BE49-F238E27FC236}">
                    <a16:creationId xmlns:a16="http://schemas.microsoft.com/office/drawing/2014/main" id="{EAD08E74-AD33-A40B-FEF1-3D2D2D5FF88F}"/>
                  </a:ext>
                </a:extLst>
              </p:cNvPr>
              <p:cNvGrpSpPr/>
              <p:nvPr/>
            </p:nvGrpSpPr>
            <p:grpSpPr>
              <a:xfrm>
                <a:off x="1172806" y="4629502"/>
                <a:ext cx="1918104" cy="1662689"/>
                <a:chOff x="3305638" y="4517100"/>
                <a:chExt cx="1918104" cy="1662689"/>
              </a:xfrm>
            </p:grpSpPr>
            <p:pic>
              <p:nvPicPr>
                <p:cNvPr id="162" name="그림 161">
                  <a:extLst>
                    <a:ext uri="{FF2B5EF4-FFF2-40B4-BE49-F238E27FC236}">
                      <a16:creationId xmlns:a16="http://schemas.microsoft.com/office/drawing/2014/main" id="{18777B94-6E5D-B57F-4DC0-5F8462348AB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129622" y="4774195"/>
                  <a:ext cx="856291" cy="1297998"/>
                </a:xfrm>
                <a:prstGeom prst="rect">
                  <a:avLst/>
                </a:prstGeom>
              </p:spPr>
            </p:pic>
            <p:sp>
              <p:nvSpPr>
                <p:cNvPr id="198" name="직사각형 197">
                  <a:extLst>
                    <a:ext uri="{FF2B5EF4-FFF2-40B4-BE49-F238E27FC236}">
                      <a16:creationId xmlns:a16="http://schemas.microsoft.com/office/drawing/2014/main" id="{53ED7B41-EADD-9E40-65E7-5BD524E3482D}"/>
                    </a:ext>
                  </a:extLst>
                </p:cNvPr>
                <p:cNvSpPr/>
                <p:nvPr/>
              </p:nvSpPr>
              <p:spPr>
                <a:xfrm>
                  <a:off x="3305638" y="4517100"/>
                  <a:ext cx="1918104" cy="1662689"/>
                </a:xfrm>
                <a:prstGeom prst="rect">
                  <a:avLst/>
                </a:prstGeom>
                <a:noFill/>
                <a:ln w="28575">
                  <a:solidFill>
                    <a:srgbClr val="002060"/>
                  </a:solidFill>
                  <a:prstDash val="sysDash"/>
                </a:ln>
              </p:spPr>
              <p:style>
                <a:lnRef idx="2">
                  <a:schemeClr val="accent1">
                    <a:shade val="2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9" name="TextBox 198">
                      <a:extLst>
                        <a:ext uri="{FF2B5EF4-FFF2-40B4-BE49-F238E27FC236}">
                          <a16:creationId xmlns:a16="http://schemas.microsoft.com/office/drawing/2014/main" id="{AF324F58-213F-7039-6A7B-E614AE31DAD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34161" y="4517101"/>
                      <a:ext cx="167417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sz="12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2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ko-KR" sz="12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0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sz="1200" dirty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Times New Roman"/>
                        <a:ea typeface="맑은 고딕"/>
                        <a:cs typeface="Times New Roman"/>
                      </a:endParaRPr>
                    </a:p>
                  </p:txBody>
                </p:sp>
              </mc:Choice>
              <mc:Fallback xmlns="">
                <p:sp>
                  <p:nvSpPr>
                    <p:cNvPr id="199" name="TextBox 198">
                      <a:extLst>
                        <a:ext uri="{FF2B5EF4-FFF2-40B4-BE49-F238E27FC236}">
                          <a16:creationId xmlns:a16="http://schemas.microsoft.com/office/drawing/2014/main" id="{AF324F58-213F-7039-6A7B-E614AE31DAD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434161" y="4517101"/>
                      <a:ext cx="167417" cy="184666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201" name="직선 연결선 200">
                  <a:extLst>
                    <a:ext uri="{FF2B5EF4-FFF2-40B4-BE49-F238E27FC236}">
                      <a16:creationId xmlns:a16="http://schemas.microsoft.com/office/drawing/2014/main" id="{7F25927E-A22B-53F5-B90C-B6F631FB27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912659" y="4594815"/>
                  <a:ext cx="0" cy="1136643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3" name="직선 연결선 202">
                  <a:extLst>
                    <a:ext uri="{FF2B5EF4-FFF2-40B4-BE49-F238E27FC236}">
                      <a16:creationId xmlns:a16="http://schemas.microsoft.com/office/drawing/2014/main" id="{44FA13D7-00B8-BF87-BCCB-85C8726AB5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95482" y="4629339"/>
                  <a:ext cx="0" cy="533797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직선 화살표 연결선 205">
                  <a:extLst>
                    <a:ext uri="{FF2B5EF4-FFF2-40B4-BE49-F238E27FC236}">
                      <a16:creationId xmlns:a16="http://schemas.microsoft.com/office/drawing/2014/main" id="{569227B3-2031-E228-D425-C471175CA50D}"/>
                    </a:ext>
                  </a:extLst>
                </p:cNvPr>
                <p:cNvCxnSpPr/>
                <p:nvPr/>
              </p:nvCxnSpPr>
              <p:spPr>
                <a:xfrm>
                  <a:off x="4195482" y="4735005"/>
                  <a:ext cx="717177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7" name="화살표: 왼쪽 206">
                  <a:extLst>
                    <a:ext uri="{FF2B5EF4-FFF2-40B4-BE49-F238E27FC236}">
                      <a16:creationId xmlns:a16="http://schemas.microsoft.com/office/drawing/2014/main" id="{69162594-F634-E539-7E01-CF7DB0FE8DA9}"/>
                    </a:ext>
                  </a:extLst>
                </p:cNvPr>
                <p:cNvSpPr/>
                <p:nvPr/>
              </p:nvSpPr>
              <p:spPr>
                <a:xfrm>
                  <a:off x="3495344" y="5125734"/>
                  <a:ext cx="582706" cy="143435"/>
                </a:xfrm>
                <a:prstGeom prst="leftArrow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2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08" name="화살표: 위쪽 207">
                  <a:extLst>
                    <a:ext uri="{FF2B5EF4-FFF2-40B4-BE49-F238E27FC236}">
                      <a16:creationId xmlns:a16="http://schemas.microsoft.com/office/drawing/2014/main" id="{230A1398-E7B2-D471-BC60-CF0081086A38}"/>
                    </a:ext>
                  </a:extLst>
                </p:cNvPr>
                <p:cNvSpPr/>
                <p:nvPr/>
              </p:nvSpPr>
              <p:spPr>
                <a:xfrm rot="20461891">
                  <a:off x="4315790" y="5303763"/>
                  <a:ext cx="140143" cy="457509"/>
                </a:xfrm>
                <a:prstGeom prst="upArrow">
                  <a:avLst/>
                </a:prstGeom>
              </p:spPr>
              <p:style>
                <a:lnRef idx="2">
                  <a:schemeClr val="accent1">
                    <a:shade val="2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09" name="화살표: 왼쪽 208">
                  <a:extLst>
                    <a:ext uri="{FF2B5EF4-FFF2-40B4-BE49-F238E27FC236}">
                      <a16:creationId xmlns:a16="http://schemas.microsoft.com/office/drawing/2014/main" id="{018789D5-F430-27AE-49B5-E9126D99EC59}"/>
                    </a:ext>
                  </a:extLst>
                </p:cNvPr>
                <p:cNvSpPr/>
                <p:nvPr/>
              </p:nvSpPr>
              <p:spPr>
                <a:xfrm>
                  <a:off x="3854800" y="5816413"/>
                  <a:ext cx="582706" cy="143435"/>
                </a:xfrm>
                <a:prstGeom prst="leftArrow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2">
                  <a:schemeClr val="accent1">
                    <a:shade val="2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10" name="TextBox 209">
                  <a:extLst>
                    <a:ext uri="{FF2B5EF4-FFF2-40B4-BE49-F238E27FC236}">
                      <a16:creationId xmlns:a16="http://schemas.microsoft.com/office/drawing/2014/main" id="{2D2CCF55-AC6E-ACB5-1CE6-371E93E3C71E}"/>
                    </a:ext>
                  </a:extLst>
                </p:cNvPr>
                <p:cNvSpPr txBox="1"/>
                <p:nvPr/>
              </p:nvSpPr>
              <p:spPr>
                <a:xfrm>
                  <a:off x="3306715" y="4896237"/>
                  <a:ext cx="68627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2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DT+TE</a:t>
                  </a:r>
                  <a:endParaRPr lang="ko-KR" altLang="en-US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endParaRPr>
                </a:p>
              </p:txBody>
            </p:sp>
            <p:sp>
              <p:nvSpPr>
                <p:cNvPr id="211" name="TextBox 210">
                  <a:extLst>
                    <a:ext uri="{FF2B5EF4-FFF2-40B4-BE49-F238E27FC236}">
                      <a16:creationId xmlns:a16="http://schemas.microsoft.com/office/drawing/2014/main" id="{2E2C471A-AF89-B751-4FA5-30E55A82F3F8}"/>
                    </a:ext>
                  </a:extLst>
                </p:cNvPr>
                <p:cNvSpPr txBox="1"/>
                <p:nvPr/>
              </p:nvSpPr>
              <p:spPr>
                <a:xfrm>
                  <a:off x="3450819" y="5755910"/>
                  <a:ext cx="535936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2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TBT</a:t>
                  </a:r>
                  <a:endParaRPr lang="ko-KR" altLang="en-US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endParaRPr>
                </a:p>
              </p:txBody>
            </p:sp>
            <p:sp>
              <p:nvSpPr>
                <p:cNvPr id="212" name="TextBox 211">
                  <a:extLst>
                    <a:ext uri="{FF2B5EF4-FFF2-40B4-BE49-F238E27FC236}">
                      <a16:creationId xmlns:a16="http://schemas.microsoft.com/office/drawing/2014/main" id="{47255CE2-4A00-F912-3F37-40749055782B}"/>
                    </a:ext>
                  </a:extLst>
                </p:cNvPr>
                <p:cNvSpPr txBox="1"/>
                <p:nvPr/>
              </p:nvSpPr>
              <p:spPr>
                <a:xfrm>
                  <a:off x="3947562" y="5342516"/>
                  <a:ext cx="46661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2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PF</a:t>
                  </a:r>
                  <a:endParaRPr lang="ko-KR" altLang="en-US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endParaRPr>
                </a:p>
              </p:txBody>
            </p:sp>
          </p:grpSp>
          <p:cxnSp>
            <p:nvCxnSpPr>
              <p:cNvPr id="216" name="직선 연결선 215">
                <a:extLst>
                  <a:ext uri="{FF2B5EF4-FFF2-40B4-BE49-F238E27FC236}">
                    <a16:creationId xmlns:a16="http://schemas.microsoft.com/office/drawing/2014/main" id="{A7B86C84-365B-FF76-2C76-A3FDC0CE7EAA}"/>
                  </a:ext>
                </a:extLst>
              </p:cNvPr>
              <p:cNvCxnSpPr/>
              <p:nvPr/>
            </p:nvCxnSpPr>
            <p:spPr>
              <a:xfrm flipH="1">
                <a:off x="3110753" y="1812900"/>
                <a:ext cx="2191891" cy="2824019"/>
              </a:xfrm>
              <a:prstGeom prst="line">
                <a:avLst/>
              </a:prstGeom>
              <a:ln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>
                <a:extLst>
                  <a:ext uri="{FF2B5EF4-FFF2-40B4-BE49-F238E27FC236}">
                    <a16:creationId xmlns:a16="http://schemas.microsoft.com/office/drawing/2014/main" id="{53932093-2C06-BF7B-FB0A-F4A3DBFD8BC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09675" y="3893438"/>
                <a:ext cx="2207722" cy="2384346"/>
              </a:xfrm>
              <a:prstGeom prst="line">
                <a:avLst/>
              </a:prstGeom>
              <a:ln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화살표: 아래로 구부러짐 8">
              <a:extLst>
                <a:ext uri="{FF2B5EF4-FFF2-40B4-BE49-F238E27FC236}">
                  <a16:creationId xmlns:a16="http://schemas.microsoft.com/office/drawing/2014/main" id="{AD7E0484-2DE6-E547-B037-D6E35FD10DA2}"/>
                </a:ext>
              </a:extLst>
            </p:cNvPr>
            <p:cNvSpPr/>
            <p:nvPr/>
          </p:nvSpPr>
          <p:spPr>
            <a:xfrm flipH="1">
              <a:off x="2560936" y="5261388"/>
              <a:ext cx="294449" cy="225374"/>
            </a:xfrm>
            <a:prstGeom prst="curved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75466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 bwMode="auto"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School of Electrical Engineering, Seoul National University</a:t>
            </a:r>
            <a:endParaRPr lang="en-US" altLang="ko-KR" sz="1100" b="1" kern="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3072" y="189833"/>
            <a:ext cx="8649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Development: Region Split Model</a:t>
            </a:r>
            <a:endParaRPr lang="ko-KR" altLang="en-US" sz="3600" dirty="0">
              <a:ln>
                <a:solidFill>
                  <a:srgbClr val="00397F">
                    <a:alpha val="30000"/>
                  </a:srgbClr>
                </a:solidFill>
              </a:ln>
              <a:solidFill>
                <a:srgbClr val="00397F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 bwMode="auto"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069080" y="6496407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FFFF"/>
                </a:solidFill>
              </a:rPr>
              <a:t>13/16</a:t>
            </a:r>
            <a:endParaRPr lang="ko-KR" altLang="en-US" dirty="0">
              <a:solidFill>
                <a:srgbClr val="FFFFFF"/>
              </a:solidFill>
            </a:endParaRPr>
          </a:p>
        </p:txBody>
      </p:sp>
      <p:pic>
        <p:nvPicPr>
          <p:cNvPr id="81" name="그림 80">
            <a:extLst>
              <a:ext uri="{FF2B5EF4-FFF2-40B4-BE49-F238E27FC236}">
                <a16:creationId xmlns:a16="http://schemas.microsoft.com/office/drawing/2014/main" id="{73C93E4F-73EA-A1F8-1689-44A5A5DB1E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10" y="1208958"/>
            <a:ext cx="1446319" cy="1245296"/>
          </a:xfrm>
          <a:prstGeom prst="rect">
            <a:avLst/>
          </a:prstGeom>
        </p:spPr>
      </p:pic>
      <p:pic>
        <p:nvPicPr>
          <p:cNvPr id="186" name="그림 185">
            <a:extLst>
              <a:ext uri="{FF2B5EF4-FFF2-40B4-BE49-F238E27FC236}">
                <a16:creationId xmlns:a16="http://schemas.microsoft.com/office/drawing/2014/main" id="{C4C58B95-E4B1-5F10-2104-7C18996195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0549" y="2462837"/>
            <a:ext cx="4500471" cy="26522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CD644507-4335-38A3-6418-CB884EEBC231}"/>
                  </a:ext>
                </a:extLst>
              </p:cNvPr>
              <p:cNvSpPr txBox="1"/>
              <p:nvPr/>
            </p:nvSpPr>
            <p:spPr>
              <a:xfrm>
                <a:off x="2542517" y="1342113"/>
                <a:ext cx="4131463" cy="9789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𝑑𝑡</m:t>
                        </m:r>
                      </m:den>
                    </m:f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𝑐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𝑐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−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𝑃𝐹</m:t>
                            </m:r>
                          </m:sub>
                        </m:s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𝑇𝐵𝑇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𝑐</m:t>
                            </m:r>
                          </m:sub>
                        </m:sSub>
                      </m:num>
                      <m:den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𝑑𝑡</m:t>
                        </m:r>
                      </m:den>
                    </m:f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𝑃𝐹</m:t>
                        </m:r>
                      </m:sub>
                    </m:sSub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−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𝐷𝑇</m:t>
                            </m:r>
                          </m:sub>
                        </m:s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𝑇𝐸</m:t>
                            </m:r>
                          </m:sub>
                        </m:s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+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</m:e>
                    </m:d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CD644507-4335-38A3-6418-CB884EEBC2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2517" y="1342113"/>
                <a:ext cx="4131463" cy="9789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사각형: 둥근 모서리 187">
            <a:extLst>
              <a:ext uri="{FF2B5EF4-FFF2-40B4-BE49-F238E27FC236}">
                <a16:creationId xmlns:a16="http://schemas.microsoft.com/office/drawing/2014/main" id="{1A7DD395-FEE4-674D-1865-5E0F3718D3E4}"/>
              </a:ext>
            </a:extLst>
          </p:cNvPr>
          <p:cNvSpPr/>
          <p:nvPr/>
        </p:nvSpPr>
        <p:spPr>
          <a:xfrm>
            <a:off x="3248025" y="1464153"/>
            <a:ext cx="619125" cy="367453"/>
          </a:xfrm>
          <a:prstGeom prst="round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9" name="사각형: 둥근 모서리 188">
            <a:extLst>
              <a:ext uri="{FF2B5EF4-FFF2-40B4-BE49-F238E27FC236}">
                <a16:creationId xmlns:a16="http://schemas.microsoft.com/office/drawing/2014/main" id="{FCEF4692-1137-22AB-50A9-38C71077BDC0}"/>
              </a:ext>
            </a:extLst>
          </p:cNvPr>
          <p:cNvSpPr/>
          <p:nvPr/>
        </p:nvSpPr>
        <p:spPr>
          <a:xfrm>
            <a:off x="5657850" y="1886582"/>
            <a:ext cx="809625" cy="367453"/>
          </a:xfrm>
          <a:prstGeom prst="round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1" name="직선 화살표 연결선 190">
            <a:extLst>
              <a:ext uri="{FF2B5EF4-FFF2-40B4-BE49-F238E27FC236}">
                <a16:creationId xmlns:a16="http://schemas.microsoft.com/office/drawing/2014/main" id="{22BF4D91-9792-399C-5747-86E5985A1F36}"/>
              </a:ext>
            </a:extLst>
          </p:cNvPr>
          <p:cNvCxnSpPr>
            <a:stCxn id="188" idx="3"/>
          </p:cNvCxnSpPr>
          <p:nvPr/>
        </p:nvCxnSpPr>
        <p:spPr>
          <a:xfrm flipV="1">
            <a:off x="3867150" y="1647825"/>
            <a:ext cx="3124200" cy="55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직선 화살표 연결선 191">
            <a:extLst>
              <a:ext uri="{FF2B5EF4-FFF2-40B4-BE49-F238E27FC236}">
                <a16:creationId xmlns:a16="http://schemas.microsoft.com/office/drawing/2014/main" id="{4E741E91-CE82-E0F3-D960-06F74B5C3ED2}"/>
              </a:ext>
            </a:extLst>
          </p:cNvPr>
          <p:cNvCxnSpPr>
            <a:cxnSpLocks/>
          </p:cNvCxnSpPr>
          <p:nvPr/>
        </p:nvCxnSpPr>
        <p:spPr>
          <a:xfrm flipV="1">
            <a:off x="6467475" y="1819518"/>
            <a:ext cx="523875" cy="258067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F1F7D4F4-D685-41E8-AE61-F2D5A097656A}"/>
                  </a:ext>
                </a:extLst>
              </p:cNvPr>
              <p:cNvSpPr txBox="1"/>
              <p:nvPr/>
            </p:nvSpPr>
            <p:spPr>
              <a:xfrm>
                <a:off x="6991350" y="1292997"/>
                <a:ext cx="2019670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Makes</a:t>
                </a:r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model</a:t>
                </a:r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nonlinear</a:t>
                </a:r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DE</a:t>
                </a:r>
              </a:p>
              <a:p>
                <a:endParaRPr lang="en-US" altLang="ko-KR" sz="12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𝑐</m:t>
                            </m:r>
                          </m:sub>
                        </m:sSub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𝑡h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2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2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altLang="ko-KR" sz="12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sz="12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2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ko-KR" sz="12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𝑐</m:t>
                            </m:r>
                          </m:sub>
                        </m:sSub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</m:e>
                    </m:d>
                  </m:oMath>
                </a14:m>
                <a:r>
                  <a:rPr lang="ko-KR" altLang="en-US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F1F7D4F4-D685-41E8-AE61-F2D5A09765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1350" y="1292997"/>
                <a:ext cx="2019670" cy="107721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33" name="그림 332">
            <a:extLst>
              <a:ext uri="{FF2B5EF4-FFF2-40B4-BE49-F238E27FC236}">
                <a16:creationId xmlns:a16="http://schemas.microsoft.com/office/drawing/2014/main" id="{72A361EF-C5DF-E666-6036-ED381D4B78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072" y="2998667"/>
            <a:ext cx="2283055" cy="1568359"/>
          </a:xfrm>
          <a:prstGeom prst="rect">
            <a:avLst/>
          </a:prstGeom>
        </p:spPr>
      </p:pic>
      <p:sp>
        <p:nvSpPr>
          <p:cNvPr id="334" name="화살표: 오른쪽 333">
            <a:extLst>
              <a:ext uri="{FF2B5EF4-FFF2-40B4-BE49-F238E27FC236}">
                <a16:creationId xmlns:a16="http://schemas.microsoft.com/office/drawing/2014/main" id="{F242D8A4-8EB6-F98C-7A6E-78EAE987AB38}"/>
              </a:ext>
            </a:extLst>
          </p:cNvPr>
          <p:cNvSpPr/>
          <p:nvPr/>
        </p:nvSpPr>
        <p:spPr>
          <a:xfrm>
            <a:off x="2617694" y="3782846"/>
            <a:ext cx="1801906" cy="672613"/>
          </a:xfrm>
          <a:prstGeom prst="right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5" name="TextBox 334">
            <a:extLst>
              <a:ext uri="{FF2B5EF4-FFF2-40B4-BE49-F238E27FC236}">
                <a16:creationId xmlns:a16="http://schemas.microsoft.com/office/drawing/2014/main" id="{B6B83F21-FAAC-D72F-1A60-97C093AF7F6B}"/>
              </a:ext>
            </a:extLst>
          </p:cNvPr>
          <p:cNvSpPr txBox="1"/>
          <p:nvPr/>
        </p:nvSpPr>
        <p:spPr>
          <a:xfrm>
            <a:off x="2569915" y="3268937"/>
            <a:ext cx="18646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Expand to CTN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BEF6CE-E37B-9E2B-D15C-5294AF1A5906}"/>
              </a:ext>
            </a:extLst>
          </p:cNvPr>
          <p:cNvSpPr txBox="1"/>
          <p:nvPr/>
        </p:nvSpPr>
        <p:spPr>
          <a:xfrm>
            <a:off x="1759906" y="5586205"/>
            <a:ext cx="62818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Region split model =&gt; </a:t>
            </a:r>
            <a:r>
              <a:rPr lang="en-US" altLang="ko-KR" sz="2400" u="sng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Steady-state</a:t>
            </a:r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model</a:t>
            </a:r>
            <a:endParaRPr lang="ko-KR" altLang="en-US" sz="2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922539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 bwMode="auto"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School of Electrical Engineering, Seoul National University</a:t>
            </a:r>
            <a:endParaRPr lang="en-US" altLang="ko-KR" sz="1100" b="1" kern="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3072" y="189833"/>
            <a:ext cx="8649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Development: Region Split Model</a:t>
            </a:r>
            <a:endParaRPr lang="ko-KR" altLang="en-US" sz="3600" dirty="0">
              <a:ln>
                <a:solidFill>
                  <a:srgbClr val="00397F">
                    <a:alpha val="30000"/>
                  </a:srgbClr>
                </a:solidFill>
              </a:ln>
              <a:solidFill>
                <a:srgbClr val="00397F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 bwMode="auto"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069080" y="6496407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FFFF"/>
                </a:solidFill>
              </a:rPr>
              <a:t>14/16</a:t>
            </a:r>
            <a:endParaRPr lang="ko-KR" altLang="en-US" dirty="0">
              <a:solidFill>
                <a:srgbClr val="FFFFFF"/>
              </a:solidFill>
            </a:endParaRPr>
          </a:p>
        </p:txBody>
      </p:sp>
      <p:pic>
        <p:nvPicPr>
          <p:cNvPr id="186" name="그림 185">
            <a:extLst>
              <a:ext uri="{FF2B5EF4-FFF2-40B4-BE49-F238E27FC236}">
                <a16:creationId xmlns:a16="http://schemas.microsoft.com/office/drawing/2014/main" id="{C4C58B95-E4B1-5F10-2104-7C1899619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18" y="1539948"/>
            <a:ext cx="4115182" cy="2425152"/>
          </a:xfrm>
          <a:prstGeom prst="rect">
            <a:avLst/>
          </a:prstGeom>
        </p:spPr>
      </p:pic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E0E8617-9D92-87C5-EEA6-3A135514A9B5}"/>
              </a:ext>
            </a:extLst>
          </p:cNvPr>
          <p:cNvSpPr/>
          <p:nvPr/>
        </p:nvSpPr>
        <p:spPr>
          <a:xfrm>
            <a:off x="2223248" y="3182471"/>
            <a:ext cx="986117" cy="782629"/>
          </a:xfrm>
          <a:prstGeom prst="roundRect">
            <a:avLst/>
          </a:prstGeom>
          <a:noFill/>
          <a:ln w="381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E079F93B-A151-130D-8824-CA21783B1A7F}"/>
              </a:ext>
            </a:extLst>
          </p:cNvPr>
          <p:cNvCxnSpPr/>
          <p:nvPr/>
        </p:nvCxnSpPr>
        <p:spPr>
          <a:xfrm flipH="1">
            <a:off x="5916706" y="3039035"/>
            <a:ext cx="3316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그림 13">
            <a:extLst>
              <a:ext uri="{FF2B5EF4-FFF2-40B4-BE49-F238E27FC236}">
                <a16:creationId xmlns:a16="http://schemas.microsoft.com/office/drawing/2014/main" id="{7F819E0B-BE8A-E7EC-F813-6F4CD60CD2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7527" y="1169173"/>
            <a:ext cx="3023673" cy="501601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3844470-0A01-F092-C149-0CB6AF0B0103}"/>
              </a:ext>
            </a:extLst>
          </p:cNvPr>
          <p:cNvSpPr txBox="1"/>
          <p:nvPr/>
        </p:nvSpPr>
        <p:spPr>
          <a:xfrm>
            <a:off x="7413812" y="3765045"/>
            <a:ext cx="1040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0.43e19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BF560F-3ECA-F444-B0FD-70978D22AA31}"/>
              </a:ext>
            </a:extLst>
          </p:cNvPr>
          <p:cNvSpPr txBox="1"/>
          <p:nvPr/>
        </p:nvSpPr>
        <p:spPr>
          <a:xfrm>
            <a:off x="7490912" y="2352414"/>
            <a:ext cx="1040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4.3e19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659B80-72D0-64E3-247E-6D7AA76971FB}"/>
              </a:ext>
            </a:extLst>
          </p:cNvPr>
          <p:cNvSpPr txBox="1"/>
          <p:nvPr/>
        </p:nvSpPr>
        <p:spPr>
          <a:xfrm>
            <a:off x="7490912" y="3107276"/>
            <a:ext cx="1040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2.4e19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A1BD3F8C-1A8A-814D-6D25-0C5138DFC0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3971" y="4271409"/>
            <a:ext cx="100595" cy="103644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B855CA32-ADBC-C0C3-041D-7D30D55F00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3971" y="3203687"/>
            <a:ext cx="100595" cy="103644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19FDCE1F-4FD0-C35E-BF1A-A8BA4CC5B8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8131" y="3203687"/>
            <a:ext cx="100595" cy="103644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F0523B80-DF5E-1A06-19F2-F7256DE581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3971" y="2300592"/>
            <a:ext cx="100595" cy="103644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A8F6F27C-F271-C33C-AFC6-5D66565E91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534" y="2300592"/>
            <a:ext cx="100595" cy="1036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9C9216A-E92B-3B77-B67A-22B89DC4705B}"/>
              </a:ext>
            </a:extLst>
          </p:cNvPr>
          <p:cNvSpPr txBox="1"/>
          <p:nvPr/>
        </p:nvSpPr>
        <p:spPr>
          <a:xfrm>
            <a:off x="218514" y="4526942"/>
            <a:ext cx="461653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(conditional)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부분의 의미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</a:t>
            </a: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&gt;&gt; PV level, Energy band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상황에 따라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 trap / BETOX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전자의 움직임이 달라짐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40366D21-FC6D-72E1-3420-2DAAF7E130AA}"/>
              </a:ext>
            </a:extLst>
          </p:cNvPr>
          <p:cNvCxnSpPr>
            <a:endCxn id="22" idx="3"/>
          </p:cNvCxnSpPr>
          <p:nvPr/>
        </p:nvCxnSpPr>
        <p:spPr>
          <a:xfrm flipH="1">
            <a:off x="6392129" y="2352414"/>
            <a:ext cx="2218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FEB71058-6903-8633-047E-0D9D4EAC3454}"/>
              </a:ext>
            </a:extLst>
          </p:cNvPr>
          <p:cNvCxnSpPr>
            <a:cxnSpLocks/>
          </p:cNvCxnSpPr>
          <p:nvPr/>
        </p:nvCxnSpPr>
        <p:spPr>
          <a:xfrm flipH="1">
            <a:off x="6368726" y="3264208"/>
            <a:ext cx="2452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91E70AE1-45AF-A9B7-0756-7B49D07426FD}"/>
              </a:ext>
            </a:extLst>
          </p:cNvPr>
          <p:cNvCxnSpPr>
            <a:cxnSpLocks/>
          </p:cNvCxnSpPr>
          <p:nvPr/>
        </p:nvCxnSpPr>
        <p:spPr>
          <a:xfrm flipH="1" flipV="1">
            <a:off x="6317456" y="3965100"/>
            <a:ext cx="296515" cy="3634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곱하기 기호 26">
            <a:extLst>
              <a:ext uri="{FF2B5EF4-FFF2-40B4-BE49-F238E27FC236}">
                <a16:creationId xmlns:a16="http://schemas.microsoft.com/office/drawing/2014/main" id="{4CF6C32E-5DFD-9192-0DED-16BF0782630E}"/>
              </a:ext>
            </a:extLst>
          </p:cNvPr>
          <p:cNvSpPr/>
          <p:nvPr/>
        </p:nvSpPr>
        <p:spPr>
          <a:xfrm>
            <a:off x="6332144" y="4113475"/>
            <a:ext cx="318407" cy="144703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D92764F-EB6E-203F-5780-3AFBAD237865}"/>
              </a:ext>
            </a:extLst>
          </p:cNvPr>
          <p:cNvSpPr txBox="1"/>
          <p:nvPr/>
        </p:nvSpPr>
        <p:spPr>
          <a:xfrm>
            <a:off x="6121474" y="4345676"/>
            <a:ext cx="9849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Conditionally no TBT</a:t>
            </a:r>
            <a:endParaRPr lang="ko-KR" altLang="en-US" sz="11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FD56AE3-1CC4-B2C9-4AE2-5864A279C13A}"/>
              </a:ext>
            </a:extLst>
          </p:cNvPr>
          <p:cNvSpPr txBox="1"/>
          <p:nvPr/>
        </p:nvSpPr>
        <p:spPr>
          <a:xfrm>
            <a:off x="6317456" y="3274045"/>
            <a:ext cx="4541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TBT</a:t>
            </a:r>
            <a:endParaRPr lang="ko-KR" altLang="en-US" sz="11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85DCA15-D35D-78E3-42E6-CA7429DCF112}"/>
              </a:ext>
            </a:extLst>
          </p:cNvPr>
          <p:cNvSpPr txBox="1"/>
          <p:nvPr/>
        </p:nvSpPr>
        <p:spPr>
          <a:xfrm>
            <a:off x="6317456" y="2323382"/>
            <a:ext cx="4541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TBT</a:t>
            </a:r>
            <a:endParaRPr lang="ko-KR" altLang="en-US" sz="11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525050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 bwMode="auto"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School of Electrical Engineering, Seoul National University</a:t>
            </a:r>
            <a:endParaRPr lang="en-US" altLang="ko-KR" sz="1100" b="1" kern="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3072" y="189833"/>
            <a:ext cx="8649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Development: Region Split Model</a:t>
            </a:r>
            <a:endParaRPr lang="ko-KR" altLang="en-US" sz="3600" dirty="0">
              <a:ln>
                <a:solidFill>
                  <a:srgbClr val="00397F">
                    <a:alpha val="30000"/>
                  </a:srgbClr>
                </a:solidFill>
              </a:ln>
              <a:solidFill>
                <a:srgbClr val="00397F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 bwMode="auto"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069080" y="6496407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FFFF"/>
                </a:solidFill>
              </a:rPr>
              <a:t>15/16</a:t>
            </a:r>
            <a:endParaRPr lang="ko-KR" altLang="en-US" dirty="0">
              <a:solidFill>
                <a:srgbClr val="FFFF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9C9216A-E92B-3B77-B67A-22B89DC4705B}"/>
              </a:ext>
            </a:extLst>
          </p:cNvPr>
          <p:cNvSpPr txBox="1"/>
          <p:nvPr/>
        </p:nvSpPr>
        <p:spPr>
          <a:xfrm>
            <a:off x="456818" y="1336284"/>
            <a:ext cx="76788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Why steady-state model is important?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1D941C-D526-6F2B-A0AB-ACDAF81A1BEB}"/>
              </a:ext>
            </a:extLst>
          </p:cNvPr>
          <p:cNvSpPr txBox="1"/>
          <p:nvPr/>
        </p:nvSpPr>
        <p:spPr>
          <a:xfrm>
            <a:off x="888967" y="2516613"/>
            <a:ext cx="1428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(page 10)…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2FB1E9-3695-BBA8-8D7F-06E92F26E6EF}"/>
              </a:ext>
            </a:extLst>
          </p:cNvPr>
          <p:cNvSpPr txBox="1"/>
          <p:nvPr/>
        </p:nvSpPr>
        <p:spPr>
          <a:xfrm>
            <a:off x="456818" y="4138105"/>
            <a:ext cx="37394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If steady-state model is valid…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B5B6AFE-FC51-168E-57C2-A558DC781E21}"/>
              </a:ext>
            </a:extLst>
          </p:cNvPr>
          <p:cNvSpPr txBox="1"/>
          <p:nvPr/>
        </p:nvSpPr>
        <p:spPr>
          <a:xfrm>
            <a:off x="1427676" y="5045683"/>
            <a:ext cx="64621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Stretch exponential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의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shaping parameter β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에 해당하는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modeling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가능할 것으로 예상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.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3FE4FF18-4B6C-04AD-6214-9ABA795D5D45}"/>
              </a:ext>
            </a:extLst>
          </p:cNvPr>
          <p:cNvGrpSpPr/>
          <p:nvPr/>
        </p:nvGrpSpPr>
        <p:grpSpPr>
          <a:xfrm>
            <a:off x="2812093" y="1875173"/>
            <a:ext cx="5173248" cy="1949128"/>
            <a:chOff x="2812093" y="1875173"/>
            <a:chExt cx="5173248" cy="1949128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5356F965-C467-FFB9-5C11-DC360E8983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12093" y="1875173"/>
              <a:ext cx="5173248" cy="1949128"/>
            </a:xfrm>
            <a:prstGeom prst="rect">
              <a:avLst/>
            </a:prstGeom>
          </p:spPr>
        </p:pic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AC32A6F8-9881-9B0B-6FE9-CE5ECB5BB267}"/>
                </a:ext>
              </a:extLst>
            </p:cNvPr>
            <p:cNvCxnSpPr/>
            <p:nvPr/>
          </p:nvCxnSpPr>
          <p:spPr>
            <a:xfrm>
              <a:off x="5636712" y="3557392"/>
              <a:ext cx="1954061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4BFF39DF-5D03-B188-8A7A-F78721799091}"/>
                </a:ext>
              </a:extLst>
            </p:cNvPr>
            <p:cNvCxnSpPr>
              <a:cxnSpLocks/>
            </p:cNvCxnSpPr>
            <p:nvPr/>
          </p:nvCxnSpPr>
          <p:spPr>
            <a:xfrm>
              <a:off x="3150599" y="3713967"/>
              <a:ext cx="400530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100505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 bwMode="auto"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School of Electrical Engineering, Seoul National University</a:t>
            </a:r>
            <a:endParaRPr lang="en-US" altLang="ko-KR" sz="1100" b="1" kern="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3072" y="189833"/>
            <a:ext cx="8649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Future Works</a:t>
            </a:r>
            <a:endParaRPr lang="ko-KR" altLang="en-US" sz="3600" dirty="0">
              <a:ln>
                <a:solidFill>
                  <a:srgbClr val="00397F">
                    <a:alpha val="30000"/>
                  </a:srgbClr>
                </a:solidFill>
              </a:ln>
              <a:solidFill>
                <a:srgbClr val="00397F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 bwMode="auto"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069080" y="6496407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FFFF"/>
                </a:solidFill>
              </a:rPr>
              <a:t>16/16</a:t>
            </a:r>
            <a:endParaRPr lang="ko-KR" altLang="en-US" dirty="0">
              <a:solidFill>
                <a:srgbClr val="FFFF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8A6BE1-74F9-D80E-B2D0-A6CD49F17336}"/>
              </a:ext>
            </a:extLst>
          </p:cNvPr>
          <p:cNvSpPr txBox="1"/>
          <p:nvPr/>
        </p:nvSpPr>
        <p:spPr>
          <a:xfrm>
            <a:off x="1272503" y="1637664"/>
            <a:ext cx="7055812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Model Development</a:t>
            </a: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TAT region split model (steady-state)</a:t>
            </a: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TCAD Simulation</a:t>
            </a: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Simulation with various PV level &amp; trap level</a:t>
            </a:r>
          </a:p>
          <a:p>
            <a:pPr marL="342900" indent="-342900">
              <a:buFontTx/>
              <a:buChar char="-"/>
            </a:pP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Show steady-state that can happen during retention state</a:t>
            </a:r>
          </a:p>
        </p:txBody>
      </p:sp>
    </p:spTree>
    <p:extLst>
      <p:ext uri="{BB962C8B-B14F-4D97-AF65-F5344CB8AC3E}">
        <p14:creationId xmlns:p14="http://schemas.microsoft.com/office/powerpoint/2010/main" val="4029701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 smtClean="0">
            <a:ln w="9525">
              <a:solidFill>
                <a:schemeClr val="tx1">
                  <a:alpha val="29000"/>
                </a:schemeClr>
              </a:solidFill>
            </a:ln>
            <a:latin typeface="Times New Roman"/>
            <a:ea typeface="맑은 고딕"/>
            <a:cs typeface="Times New Roman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6642</TotalTime>
  <Words>868</Words>
  <Application>Microsoft Office PowerPoint</Application>
  <PresentationFormat>화면 슬라이드 쇼(4:3)</PresentationFormat>
  <Paragraphs>219</Paragraphs>
  <Slides>16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4" baseType="lpstr">
      <vt:lpstr>맑은 고딕</vt:lpstr>
      <vt:lpstr>Arial</vt:lpstr>
      <vt:lpstr>Calibri</vt:lpstr>
      <vt:lpstr>Calibri Light</vt:lpstr>
      <vt:lpstr>Cambria Math</vt:lpstr>
      <vt:lpstr>Times New Roman</vt:lpstr>
      <vt:lpstr>Office 테마</vt:lpstr>
      <vt:lpstr>Graph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>Microsoft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</dc:creator>
  <cp:lastModifiedBy>MYUNG JIN</cp:lastModifiedBy>
  <cp:revision>964</cp:revision>
  <dcterms:created xsi:type="dcterms:W3CDTF">2016-06-02T05:19:04Z</dcterms:created>
  <dcterms:modified xsi:type="dcterms:W3CDTF">2024-07-05T00:35:12Z</dcterms:modified>
  <cp:version/>
</cp:coreProperties>
</file>