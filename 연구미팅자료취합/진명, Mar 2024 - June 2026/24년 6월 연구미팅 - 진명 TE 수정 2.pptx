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0"/>
  </p:notesMasterIdLst>
  <p:sldIdLst>
    <p:sldId id="257" r:id="rId2"/>
    <p:sldId id="312" r:id="rId3"/>
    <p:sldId id="310" r:id="rId4"/>
    <p:sldId id="317" r:id="rId5"/>
    <p:sldId id="311" r:id="rId6"/>
    <p:sldId id="318" r:id="rId7"/>
    <p:sldId id="313" r:id="rId8"/>
    <p:sldId id="316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D08DE4-4658-4DA7-852C-F2FA825AB4B6}" v="1693" dt="2024-07-10T07:05:35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1440" y="7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5DD08DE4-4658-4DA7-852C-F2FA825AB4B6}"/>
    <pc:docChg chg="undo custSel addSld delSld modSld sldOrd modShowInfo">
      <pc:chgData name="MYUNG JIN" userId="89f3fa32ababedc4" providerId="LiveId" clId="{5DD08DE4-4658-4DA7-852C-F2FA825AB4B6}" dt="2024-07-10T07:05:34.382" v="4633" actId="20577"/>
      <pc:docMkLst>
        <pc:docMk/>
      </pc:docMkLst>
      <pc:sldChg chg="addSp delSp modSp mod ord">
        <pc:chgData name="MYUNG JIN" userId="89f3fa32ababedc4" providerId="LiveId" clId="{5DD08DE4-4658-4DA7-852C-F2FA825AB4B6}" dt="2024-06-27T06:36:55.274" v="4294" actId="20577"/>
        <pc:sldMkLst>
          <pc:docMk/>
          <pc:sldMk cId="0" sldId="257"/>
        </pc:sldMkLst>
        <pc:spChg chg="mod">
          <ac:chgData name="MYUNG JIN" userId="89f3fa32ababedc4" providerId="LiveId" clId="{5DD08DE4-4658-4DA7-852C-F2FA825AB4B6}" dt="2024-06-27T06:36:55.274" v="4294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YUNG JIN" userId="89f3fa32ababedc4" providerId="LiveId" clId="{5DD08DE4-4658-4DA7-852C-F2FA825AB4B6}" dt="2024-06-22T09:29:52.561" v="91" actId="20577"/>
          <ac:spMkLst>
            <pc:docMk/>
            <pc:sldMk cId="0" sldId="257"/>
            <ac:spMk id="15" creationId="{00000000-0000-0000-0000-000000000000}"/>
          </ac:spMkLst>
        </pc:spChg>
        <pc:graphicFrameChg chg="add del modGraphic">
          <ac:chgData name="MYUNG JIN" userId="89f3fa32ababedc4" providerId="LiveId" clId="{5DD08DE4-4658-4DA7-852C-F2FA825AB4B6}" dt="2024-06-26T13:02:20.122" v="3620" actId="27309"/>
          <ac:graphicFrameMkLst>
            <pc:docMk/>
            <pc:sldMk cId="0" sldId="257"/>
            <ac:graphicFrameMk id="3" creationId="{377A2D4F-4B3C-BC70-DCB5-25A288C463AE}"/>
          </ac:graphicFrameMkLst>
        </pc:graphicFrameChg>
      </pc:sldChg>
      <pc:sldChg chg="del">
        <pc:chgData name="MYUNG JIN" userId="89f3fa32ababedc4" providerId="LiveId" clId="{5DD08DE4-4658-4DA7-852C-F2FA825AB4B6}" dt="2024-06-24T03:00:33.120" v="709" actId="47"/>
        <pc:sldMkLst>
          <pc:docMk/>
          <pc:sldMk cId="1552810297" sldId="308"/>
        </pc:sldMkLst>
      </pc:sldChg>
      <pc:sldChg chg="del">
        <pc:chgData name="MYUNG JIN" userId="89f3fa32ababedc4" providerId="LiveId" clId="{5DD08DE4-4658-4DA7-852C-F2FA825AB4B6}" dt="2024-06-26T04:11:25.047" v="2588" actId="47"/>
        <pc:sldMkLst>
          <pc:docMk/>
          <pc:sldMk cId="3578895977" sldId="309"/>
        </pc:sldMkLst>
      </pc:sldChg>
      <pc:sldChg chg="addSp delSp modSp mod ord">
        <pc:chgData name="MYUNG JIN" userId="89f3fa32ababedc4" providerId="LiveId" clId="{5DD08DE4-4658-4DA7-852C-F2FA825AB4B6}" dt="2024-06-27T06:37:01.062" v="4300" actId="20577"/>
        <pc:sldMkLst>
          <pc:docMk/>
          <pc:sldMk cId="3996259717" sldId="310"/>
        </pc:sldMkLst>
        <pc:spChg chg="mod">
          <ac:chgData name="MYUNG JIN" userId="89f3fa32ababedc4" providerId="LiveId" clId="{5DD08DE4-4658-4DA7-852C-F2FA825AB4B6}" dt="2024-06-22T11:35:44.239" v="516" actId="20577"/>
          <ac:spMkLst>
            <pc:docMk/>
            <pc:sldMk cId="3996259717" sldId="310"/>
            <ac:spMk id="2" creationId="{00000000-0000-0000-0000-000000000000}"/>
          </ac:spMkLst>
        </pc:spChg>
        <pc:spChg chg="add mod">
          <ac:chgData name="MYUNG JIN" userId="89f3fa32ababedc4" providerId="LiveId" clId="{5DD08DE4-4658-4DA7-852C-F2FA825AB4B6}" dt="2024-06-27T06:01:12.068" v="4100" actId="20577"/>
          <ac:spMkLst>
            <pc:docMk/>
            <pc:sldMk cId="3996259717" sldId="310"/>
            <ac:spMk id="3" creationId="{67BE90B8-EED2-7832-B10B-635836258784}"/>
          </ac:spMkLst>
        </pc:spChg>
        <pc:spChg chg="add del mod">
          <ac:chgData name="MYUNG JIN" userId="89f3fa32ababedc4" providerId="LiveId" clId="{5DD08DE4-4658-4DA7-852C-F2FA825AB4B6}" dt="2024-06-25T00:14:11.162" v="1570" actId="478"/>
          <ac:spMkLst>
            <pc:docMk/>
            <pc:sldMk cId="3996259717" sldId="310"/>
            <ac:spMk id="3" creationId="{FD2BA448-64C8-5EFE-2135-88C9207F188E}"/>
          </ac:spMkLst>
        </pc:spChg>
        <pc:spChg chg="add mod">
          <ac:chgData name="MYUNG JIN" userId="89f3fa32ababedc4" providerId="LiveId" clId="{5DD08DE4-4658-4DA7-852C-F2FA825AB4B6}" dt="2024-06-26T10:38:34.668" v="2959" actId="1076"/>
          <ac:spMkLst>
            <pc:docMk/>
            <pc:sldMk cId="3996259717" sldId="310"/>
            <ac:spMk id="4" creationId="{5E8B2A53-4E08-D698-ECF7-8C7FEC219450}"/>
          </ac:spMkLst>
        </pc:spChg>
        <pc:spChg chg="add del mod">
          <ac:chgData name="MYUNG JIN" userId="89f3fa32ababedc4" providerId="LiveId" clId="{5DD08DE4-4658-4DA7-852C-F2FA825AB4B6}" dt="2024-06-25T00:14:11.162" v="1570" actId="478"/>
          <ac:spMkLst>
            <pc:docMk/>
            <pc:sldMk cId="3996259717" sldId="310"/>
            <ac:spMk id="4" creationId="{BE8A875B-BEBD-9D2D-6469-F64C07773151}"/>
          </ac:spMkLst>
        </pc:spChg>
        <pc:spChg chg="mod">
          <ac:chgData name="MYUNG JIN" userId="89f3fa32ababedc4" providerId="LiveId" clId="{5DD08DE4-4658-4DA7-852C-F2FA825AB4B6}" dt="2024-06-27T06:37:01.062" v="4300" actId="20577"/>
          <ac:spMkLst>
            <pc:docMk/>
            <pc:sldMk cId="3996259717" sldId="310"/>
            <ac:spMk id="8" creationId="{00000000-0000-0000-0000-000000000000}"/>
          </ac:spMkLst>
        </pc:spChg>
        <pc:spChg chg="add del mod">
          <ac:chgData name="MYUNG JIN" userId="89f3fa32ababedc4" providerId="LiveId" clId="{5DD08DE4-4658-4DA7-852C-F2FA825AB4B6}" dt="2024-06-22T09:41:30.473" v="287"/>
          <ac:spMkLst>
            <pc:docMk/>
            <pc:sldMk cId="3996259717" sldId="310"/>
            <ac:spMk id="9" creationId="{60A3EBCC-5627-1D2A-25C8-6A14C8DD44F4}"/>
          </ac:spMkLst>
        </pc:spChg>
        <pc:spChg chg="add del mod">
          <ac:chgData name="MYUNG JIN" userId="89f3fa32ababedc4" providerId="LiveId" clId="{5DD08DE4-4658-4DA7-852C-F2FA825AB4B6}" dt="2024-06-25T00:14:11.162" v="1570" actId="478"/>
          <ac:spMkLst>
            <pc:docMk/>
            <pc:sldMk cId="3996259717" sldId="310"/>
            <ac:spMk id="9" creationId="{A91F8B58-91F1-6597-213B-211D6B2D098E}"/>
          </ac:spMkLst>
        </pc:spChg>
        <pc:spChg chg="add del mod">
          <ac:chgData name="MYUNG JIN" userId="89f3fa32ababedc4" providerId="LiveId" clId="{5DD08DE4-4658-4DA7-852C-F2FA825AB4B6}" dt="2024-06-22T09:41:30.473" v="285" actId="478"/>
          <ac:spMkLst>
            <pc:docMk/>
            <pc:sldMk cId="3996259717" sldId="310"/>
            <ac:spMk id="10" creationId="{43DE00D2-E4A2-C8FC-77F7-7007FF9C2E28}"/>
          </ac:spMkLst>
        </pc:spChg>
        <pc:spChg chg="add mod">
          <ac:chgData name="MYUNG JIN" userId="89f3fa32ababedc4" providerId="LiveId" clId="{5DD08DE4-4658-4DA7-852C-F2FA825AB4B6}" dt="2024-06-26T13:04:41.565" v="3694" actId="20577"/>
          <ac:spMkLst>
            <pc:docMk/>
            <pc:sldMk cId="3996259717" sldId="310"/>
            <ac:spMk id="13" creationId="{32D5BE41-79EF-FDD7-8D9C-D4B41BC9FCBA}"/>
          </ac:spMkLst>
        </pc:spChg>
        <pc:spChg chg="add del mod">
          <ac:chgData name="MYUNG JIN" userId="89f3fa32ababedc4" providerId="LiveId" clId="{5DD08DE4-4658-4DA7-852C-F2FA825AB4B6}" dt="2024-06-25T05:26:57.129" v="2295" actId="478"/>
          <ac:spMkLst>
            <pc:docMk/>
            <pc:sldMk cId="3996259717" sldId="310"/>
            <ac:spMk id="13" creationId="{7B71FDE4-FE43-7804-679C-F7BE91D6BA51}"/>
          </ac:spMkLst>
        </pc:spChg>
        <pc:spChg chg="add mod">
          <ac:chgData name="MYUNG JIN" userId="89f3fa32ababedc4" providerId="LiveId" clId="{5DD08DE4-4658-4DA7-852C-F2FA825AB4B6}" dt="2024-06-27T06:00:06.314" v="4009" actId="1076"/>
          <ac:spMkLst>
            <pc:docMk/>
            <pc:sldMk cId="3996259717" sldId="310"/>
            <ac:spMk id="14" creationId="{BDB816BA-4799-B289-1D2D-EB279D7C6E44}"/>
          </ac:spMkLst>
        </pc:spChg>
        <pc:picChg chg="add mod">
          <ac:chgData name="MYUNG JIN" userId="89f3fa32ababedc4" providerId="LiveId" clId="{5DD08DE4-4658-4DA7-852C-F2FA825AB4B6}" dt="2024-06-26T13:04:11.962" v="3670" actId="1076"/>
          <ac:picMkLst>
            <pc:docMk/>
            <pc:sldMk cId="3996259717" sldId="310"/>
            <ac:picMk id="10" creationId="{CCC4B5FC-C4DB-DEC2-9D0C-297DA0DA2F96}"/>
          </ac:picMkLst>
        </pc:picChg>
        <pc:picChg chg="add mod">
          <ac:chgData name="MYUNG JIN" userId="89f3fa32ababedc4" providerId="LiveId" clId="{5DD08DE4-4658-4DA7-852C-F2FA825AB4B6}" dt="2024-06-26T10:38:34.668" v="2959" actId="1076"/>
          <ac:picMkLst>
            <pc:docMk/>
            <pc:sldMk cId="3996259717" sldId="310"/>
            <ac:picMk id="11" creationId="{C6E4C28B-424D-ABEC-ECF5-103DFCA17A5B}"/>
          </ac:picMkLst>
        </pc:picChg>
      </pc:sldChg>
      <pc:sldChg chg="addSp delSp modSp mod ord">
        <pc:chgData name="MYUNG JIN" userId="89f3fa32ababedc4" providerId="LiveId" clId="{5DD08DE4-4658-4DA7-852C-F2FA825AB4B6}" dt="2024-06-27T06:37:12.721" v="4308" actId="20577"/>
        <pc:sldMkLst>
          <pc:docMk/>
          <pc:sldMk cId="1496575499" sldId="311"/>
        </pc:sldMkLst>
        <pc:spChg chg="mod">
          <ac:chgData name="MYUNG JIN" userId="89f3fa32ababedc4" providerId="LiveId" clId="{5DD08DE4-4658-4DA7-852C-F2FA825AB4B6}" dt="2024-06-27T01:46:56.424" v="3928" actId="20577"/>
          <ac:spMkLst>
            <pc:docMk/>
            <pc:sldMk cId="1496575499" sldId="311"/>
            <ac:spMk id="2" creationId="{00000000-0000-0000-0000-000000000000}"/>
          </ac:spMkLst>
        </pc:spChg>
        <pc:spChg chg="add del mod">
          <ac:chgData name="MYUNG JIN" userId="89f3fa32ababedc4" providerId="LiveId" clId="{5DD08DE4-4658-4DA7-852C-F2FA825AB4B6}" dt="2024-06-26T04:10:53.081" v="2585" actId="478"/>
          <ac:spMkLst>
            <pc:docMk/>
            <pc:sldMk cId="1496575499" sldId="311"/>
            <ac:spMk id="3" creationId="{8FEBA2FE-1DD5-71F2-FEF7-B51AB9DCD00D}"/>
          </ac:spMkLst>
        </pc:spChg>
        <pc:spChg chg="add del mod">
          <ac:chgData name="MYUNG JIN" userId="89f3fa32ababedc4" providerId="LiveId" clId="{5DD08DE4-4658-4DA7-852C-F2FA825AB4B6}" dt="2024-06-27T04:42:46.398" v="3932" actId="478"/>
          <ac:spMkLst>
            <pc:docMk/>
            <pc:sldMk cId="1496575499" sldId="311"/>
            <ac:spMk id="4" creationId="{91699315-D829-E639-1900-3F247B4DBC34}"/>
          </ac:spMkLst>
        </pc:spChg>
        <pc:spChg chg="mod">
          <ac:chgData name="MYUNG JIN" userId="89f3fa32ababedc4" providerId="LiveId" clId="{5DD08DE4-4658-4DA7-852C-F2FA825AB4B6}" dt="2024-06-27T06:37:12.721" v="4308" actId="20577"/>
          <ac:spMkLst>
            <pc:docMk/>
            <pc:sldMk cId="1496575499" sldId="311"/>
            <ac:spMk id="8" creationId="{00000000-0000-0000-0000-000000000000}"/>
          </ac:spMkLst>
        </pc:spChg>
        <pc:spChg chg="add del mod">
          <ac:chgData name="MYUNG JIN" userId="89f3fa32ababedc4" providerId="LiveId" clId="{5DD08DE4-4658-4DA7-852C-F2FA825AB4B6}" dt="2024-06-25T10:28:51.739" v="2392" actId="478"/>
          <ac:spMkLst>
            <pc:docMk/>
            <pc:sldMk cId="1496575499" sldId="311"/>
            <ac:spMk id="9" creationId="{B59AF9B0-A417-A62A-79D0-6F1887B5B1CE}"/>
          </ac:spMkLst>
        </pc:spChg>
        <pc:spChg chg="add mod">
          <ac:chgData name="MYUNG JIN" userId="89f3fa32ababedc4" providerId="LiveId" clId="{5DD08DE4-4658-4DA7-852C-F2FA825AB4B6}" dt="2024-06-27T04:45:29.918" v="3973" actId="1076"/>
          <ac:spMkLst>
            <pc:docMk/>
            <pc:sldMk cId="1496575499" sldId="311"/>
            <ac:spMk id="10" creationId="{9771B1DF-9093-7ACC-F233-EEDC2479589B}"/>
          </ac:spMkLst>
        </pc:spChg>
        <pc:spChg chg="add mod">
          <ac:chgData name="MYUNG JIN" userId="89f3fa32ababedc4" providerId="LiveId" clId="{5DD08DE4-4658-4DA7-852C-F2FA825AB4B6}" dt="2024-06-27T04:45:29.918" v="3973" actId="1076"/>
          <ac:spMkLst>
            <pc:docMk/>
            <pc:sldMk cId="1496575499" sldId="311"/>
            <ac:spMk id="14" creationId="{4D1F1F85-E758-B2C1-5414-ACDCA659CAD0}"/>
          </ac:spMkLst>
        </pc:spChg>
        <pc:spChg chg="add mod">
          <ac:chgData name="MYUNG JIN" userId="89f3fa32ababedc4" providerId="LiveId" clId="{5DD08DE4-4658-4DA7-852C-F2FA825AB4B6}" dt="2024-06-27T04:45:29.918" v="3973" actId="1076"/>
          <ac:spMkLst>
            <pc:docMk/>
            <pc:sldMk cId="1496575499" sldId="311"/>
            <ac:spMk id="15" creationId="{68A079AF-5649-38F0-2AF0-4E67F7BC73E2}"/>
          </ac:spMkLst>
        </pc:spChg>
        <pc:spChg chg="mod">
          <ac:chgData name="MYUNG JIN" userId="89f3fa32ababedc4" providerId="LiveId" clId="{5DD08DE4-4658-4DA7-852C-F2FA825AB4B6}" dt="2024-06-27T04:45:20.973" v="3969"/>
          <ac:spMkLst>
            <pc:docMk/>
            <pc:sldMk cId="1496575499" sldId="311"/>
            <ac:spMk id="30" creationId="{B7EE68E9-3D2B-BF3D-B94A-E27B2F8F2EB1}"/>
          </ac:spMkLst>
        </pc:spChg>
        <pc:spChg chg="add mod">
          <ac:chgData name="MYUNG JIN" userId="89f3fa32ababedc4" providerId="LiveId" clId="{5DD08DE4-4658-4DA7-852C-F2FA825AB4B6}" dt="2024-06-27T06:03:23.609" v="4190" actId="1076"/>
          <ac:spMkLst>
            <pc:docMk/>
            <pc:sldMk cId="1496575499" sldId="311"/>
            <ac:spMk id="40" creationId="{8B6B87A3-85B8-39C9-FA0A-53CCD2D455A9}"/>
          </ac:spMkLst>
        </pc:spChg>
        <pc:spChg chg="add mod">
          <ac:chgData name="MYUNG JIN" userId="89f3fa32ababedc4" providerId="LiveId" clId="{5DD08DE4-4658-4DA7-852C-F2FA825AB4B6}" dt="2024-06-26T09:31:13.004" v="2860" actId="1076"/>
          <ac:spMkLst>
            <pc:docMk/>
            <pc:sldMk cId="1496575499" sldId="311"/>
            <ac:spMk id="60" creationId="{6CCDA83E-9505-D96C-DC41-E8C56090857E}"/>
          </ac:spMkLst>
        </pc:spChg>
        <pc:spChg chg="add del mod">
          <ac:chgData name="MYUNG JIN" userId="89f3fa32ababedc4" providerId="LiveId" clId="{5DD08DE4-4658-4DA7-852C-F2FA825AB4B6}" dt="2024-06-27T01:47:01.942" v="3930" actId="478"/>
          <ac:spMkLst>
            <pc:docMk/>
            <pc:sldMk cId="1496575499" sldId="311"/>
            <ac:spMk id="61" creationId="{8ED9EB4E-0AE6-517A-44C1-C861041783B8}"/>
          </ac:spMkLst>
        </pc:spChg>
        <pc:spChg chg="add del mod">
          <ac:chgData name="MYUNG JIN" userId="89f3fa32ababedc4" providerId="LiveId" clId="{5DD08DE4-4658-4DA7-852C-F2FA825AB4B6}" dt="2024-06-27T01:47:01.942" v="3930" actId="478"/>
          <ac:spMkLst>
            <pc:docMk/>
            <pc:sldMk cId="1496575499" sldId="311"/>
            <ac:spMk id="65" creationId="{56AC0FC6-871D-6066-04E7-F02E1B49AA86}"/>
          </ac:spMkLst>
        </pc:spChg>
        <pc:spChg chg="add mod">
          <ac:chgData name="MYUNG JIN" userId="89f3fa32ababedc4" providerId="LiveId" clId="{5DD08DE4-4658-4DA7-852C-F2FA825AB4B6}" dt="2024-06-26T09:33:33.803" v="2875" actId="571"/>
          <ac:spMkLst>
            <pc:docMk/>
            <pc:sldMk cId="1496575499" sldId="311"/>
            <ac:spMk id="67" creationId="{8A377186-B861-C091-6EA2-07B6ABD82255}"/>
          </ac:spMkLst>
        </pc:spChg>
        <pc:spChg chg="add del mod">
          <ac:chgData name="MYUNG JIN" userId="89f3fa32ababedc4" providerId="LiveId" clId="{5DD08DE4-4658-4DA7-852C-F2FA825AB4B6}" dt="2024-06-27T01:47:01.942" v="3930" actId="478"/>
          <ac:spMkLst>
            <pc:docMk/>
            <pc:sldMk cId="1496575499" sldId="311"/>
            <ac:spMk id="69" creationId="{0CE6F9A9-0D35-3263-FBDF-0EE8F49B0B33}"/>
          </ac:spMkLst>
        </pc:spChg>
        <pc:spChg chg="add del mod">
          <ac:chgData name="MYUNG JIN" userId="89f3fa32ababedc4" providerId="LiveId" clId="{5DD08DE4-4658-4DA7-852C-F2FA825AB4B6}" dt="2024-06-27T01:47:01.942" v="3930" actId="478"/>
          <ac:spMkLst>
            <pc:docMk/>
            <pc:sldMk cId="1496575499" sldId="311"/>
            <ac:spMk id="70" creationId="{AB174178-8E29-1BE2-2D82-62D568B09BA6}"/>
          </ac:spMkLst>
        </pc:spChg>
        <pc:spChg chg="add del mod">
          <ac:chgData name="MYUNG JIN" userId="89f3fa32ababedc4" providerId="LiveId" clId="{5DD08DE4-4658-4DA7-852C-F2FA825AB4B6}" dt="2024-06-27T01:47:01.942" v="3930" actId="478"/>
          <ac:spMkLst>
            <pc:docMk/>
            <pc:sldMk cId="1496575499" sldId="311"/>
            <ac:spMk id="71" creationId="{9CAF2CD4-0A32-1C7A-86CC-89FC5681E14A}"/>
          </ac:spMkLst>
        </pc:spChg>
        <pc:spChg chg="add del">
          <ac:chgData name="MYUNG JIN" userId="89f3fa32ababedc4" providerId="LiveId" clId="{5DD08DE4-4658-4DA7-852C-F2FA825AB4B6}" dt="2024-06-26T09:42:40.257" v="2889" actId="22"/>
          <ac:spMkLst>
            <pc:docMk/>
            <pc:sldMk cId="1496575499" sldId="311"/>
            <ac:spMk id="73" creationId="{7EAC3334-2959-DB59-0BAC-7C44F5FB980E}"/>
          </ac:spMkLst>
        </pc:spChg>
        <pc:spChg chg="add del mod">
          <ac:chgData name="MYUNG JIN" userId="89f3fa32ababedc4" providerId="LiveId" clId="{5DD08DE4-4658-4DA7-852C-F2FA825AB4B6}" dt="2024-06-27T01:47:01.942" v="3930" actId="478"/>
          <ac:spMkLst>
            <pc:docMk/>
            <pc:sldMk cId="1496575499" sldId="311"/>
            <ac:spMk id="75" creationId="{41632FC8-DB98-4809-F35A-89FBA446FCF3}"/>
          </ac:spMkLst>
        </pc:spChg>
        <pc:spChg chg="add del mod">
          <ac:chgData name="MYUNG JIN" userId="89f3fa32ababedc4" providerId="LiveId" clId="{5DD08DE4-4658-4DA7-852C-F2FA825AB4B6}" dt="2024-06-27T04:45:34.617" v="3974" actId="478"/>
          <ac:spMkLst>
            <pc:docMk/>
            <pc:sldMk cId="1496575499" sldId="311"/>
            <ac:spMk id="76" creationId="{6FC886BB-A3DB-18BA-D8A3-B039F5DCD703}"/>
          </ac:spMkLst>
        </pc:spChg>
        <pc:grpChg chg="add mod">
          <ac:chgData name="MYUNG JIN" userId="89f3fa32ababedc4" providerId="LiveId" clId="{5DD08DE4-4658-4DA7-852C-F2FA825AB4B6}" dt="2024-06-27T06:03:25.114" v="4191" actId="1076"/>
          <ac:grpSpMkLst>
            <pc:docMk/>
            <pc:sldMk cId="1496575499" sldId="311"/>
            <ac:grpSpMk id="16" creationId="{C488CF01-34A3-1EA7-34D6-45FF643850C5}"/>
          </ac:grpSpMkLst>
        </pc:grpChg>
        <pc:grpChg chg="mod">
          <ac:chgData name="MYUNG JIN" userId="89f3fa32ababedc4" providerId="LiveId" clId="{5DD08DE4-4658-4DA7-852C-F2FA825AB4B6}" dt="2024-06-27T04:45:20.973" v="3969"/>
          <ac:grpSpMkLst>
            <pc:docMk/>
            <pc:sldMk cId="1496575499" sldId="311"/>
            <ac:grpSpMk id="18" creationId="{DB75B92C-E87A-60CC-8F35-65E0404B7A6F}"/>
          </ac:grpSpMkLst>
        </pc:grpChg>
        <pc:grpChg chg="add del mod">
          <ac:chgData name="MYUNG JIN" userId="89f3fa32ababedc4" providerId="LiveId" clId="{5DD08DE4-4658-4DA7-852C-F2FA825AB4B6}" dt="2024-06-26T09:25:48.278" v="2769" actId="165"/>
          <ac:grpSpMkLst>
            <pc:docMk/>
            <pc:sldMk cId="1496575499" sldId="311"/>
            <ac:grpSpMk id="48" creationId="{CD99128A-5852-BC65-8CD0-27E0515D65BE}"/>
          </ac:grpSpMkLst>
        </pc:grpChg>
        <pc:grpChg chg="add mod">
          <ac:chgData name="MYUNG JIN" userId="89f3fa32ababedc4" providerId="LiveId" clId="{5DD08DE4-4658-4DA7-852C-F2FA825AB4B6}" dt="2024-06-26T09:28:59.226" v="2828" actId="164"/>
          <ac:grpSpMkLst>
            <pc:docMk/>
            <pc:sldMk cId="1496575499" sldId="311"/>
            <ac:grpSpMk id="53" creationId="{AAEDF924-26D5-3F72-B620-DEA6C8543706}"/>
          </ac:grpSpMkLst>
        </pc:grpChg>
        <pc:grpChg chg="add mod">
          <ac:chgData name="MYUNG JIN" userId="89f3fa32ababedc4" providerId="LiveId" clId="{5DD08DE4-4658-4DA7-852C-F2FA825AB4B6}" dt="2024-06-26T09:28:52.953" v="2827" actId="164"/>
          <ac:grpSpMkLst>
            <pc:docMk/>
            <pc:sldMk cId="1496575499" sldId="311"/>
            <ac:grpSpMk id="63" creationId="{94564660-7CF2-0A04-8766-583D430323D6}"/>
          </ac:grpSpMkLst>
        </pc:grpChg>
        <pc:grpChg chg="add del mod">
          <ac:chgData name="MYUNG JIN" userId="89f3fa32ababedc4" providerId="LiveId" clId="{5DD08DE4-4658-4DA7-852C-F2FA825AB4B6}" dt="2024-06-27T01:46:59.906" v="3929" actId="478"/>
          <ac:grpSpMkLst>
            <pc:docMk/>
            <pc:sldMk cId="1496575499" sldId="311"/>
            <ac:grpSpMk id="64" creationId="{F10AC84E-32BC-C4D4-708D-E1DDC348FC75}"/>
          </ac:grpSpMkLst>
        </pc:grpChg>
        <pc:graphicFrameChg chg="add mod">
          <ac:chgData name="MYUNG JIN" userId="89f3fa32ababedc4" providerId="LiveId" clId="{5DD08DE4-4658-4DA7-852C-F2FA825AB4B6}" dt="2024-06-27T04:45:29.918" v="3973" actId="1076"/>
          <ac:graphicFrameMkLst>
            <pc:docMk/>
            <pc:sldMk cId="1496575499" sldId="311"/>
            <ac:graphicFrameMk id="3" creationId="{DF9C0839-56FA-4C74-C72D-3835E9222CBF}"/>
          </ac:graphicFrameMkLst>
        </pc:graphicFrameChg>
        <pc:graphicFrameChg chg="add mod">
          <ac:chgData name="MYUNG JIN" userId="89f3fa32ababedc4" providerId="LiveId" clId="{5DD08DE4-4658-4DA7-852C-F2FA825AB4B6}" dt="2024-06-26T09:29:01.393" v="2830" actId="1076"/>
          <ac:graphicFrameMkLst>
            <pc:docMk/>
            <pc:sldMk cId="1496575499" sldId="311"/>
            <ac:graphicFrameMk id="9" creationId="{8CF508EC-A9B2-0E54-423A-FF5B483E0A75}"/>
          </ac:graphicFrameMkLst>
        </pc:graphicFrameChg>
        <pc:graphicFrameChg chg="mod">
          <ac:chgData name="MYUNG JIN" userId="89f3fa32ababedc4" providerId="LiveId" clId="{5DD08DE4-4658-4DA7-852C-F2FA825AB4B6}" dt="2024-06-27T04:45:22.919" v="3971" actId="1076"/>
          <ac:graphicFrameMkLst>
            <pc:docMk/>
            <pc:sldMk cId="1496575499" sldId="311"/>
            <ac:graphicFrameMk id="17" creationId="{9E2D82E5-03C1-731E-AF9C-DDD34ABD34DA}"/>
          </ac:graphicFrameMkLst>
        </pc:graphicFrameChg>
        <pc:graphicFrameChg chg="add del mod">
          <ac:chgData name="MYUNG JIN" userId="89f3fa32ababedc4" providerId="LiveId" clId="{5DD08DE4-4658-4DA7-852C-F2FA825AB4B6}" dt="2024-06-27T01:46:59.906" v="3929" actId="478"/>
          <ac:graphicFrameMkLst>
            <pc:docMk/>
            <pc:sldMk cId="1496575499" sldId="311"/>
            <ac:graphicFrameMk id="62" creationId="{BA8FA783-2642-9DAD-C1BD-37ADFC0AA2E4}"/>
          </ac:graphicFrameMkLst>
        </pc:graphicFrameChg>
        <pc:graphicFrameChg chg="add del mod">
          <ac:chgData name="MYUNG JIN" userId="89f3fa32ababedc4" providerId="LiveId" clId="{5DD08DE4-4658-4DA7-852C-F2FA825AB4B6}" dt="2024-06-27T01:46:59.906" v="3929" actId="478"/>
          <ac:graphicFrameMkLst>
            <pc:docMk/>
            <pc:sldMk cId="1496575499" sldId="311"/>
            <ac:graphicFrameMk id="66" creationId="{F7D0C1E0-68D8-EBD9-274C-16E6FA6042CE}"/>
          </ac:graphicFrameMkLst>
        </pc:graphicFrameChg>
        <pc:graphicFrameChg chg="add mod">
          <ac:chgData name="MYUNG JIN" userId="89f3fa32ababedc4" providerId="LiveId" clId="{5DD08DE4-4658-4DA7-852C-F2FA825AB4B6}" dt="2024-06-26T09:33:33.803" v="2875" actId="571"/>
          <ac:graphicFrameMkLst>
            <pc:docMk/>
            <pc:sldMk cId="1496575499" sldId="311"/>
            <ac:graphicFrameMk id="68" creationId="{2251BD95-7DED-4CA3-53F9-5C0EEE4486A4}"/>
          </ac:graphicFrameMkLst>
        </pc:graphicFrameChg>
        <pc:graphicFrameChg chg="add del mod">
          <ac:chgData name="MYUNG JIN" userId="89f3fa32ababedc4" providerId="LiveId" clId="{5DD08DE4-4658-4DA7-852C-F2FA825AB4B6}" dt="2024-06-27T01:46:59.906" v="3929" actId="478"/>
          <ac:graphicFrameMkLst>
            <pc:docMk/>
            <pc:sldMk cId="1496575499" sldId="311"/>
            <ac:graphicFrameMk id="74" creationId="{C4D57301-FF2E-C40C-7E48-F7707BA29F56}"/>
          </ac:graphicFrameMkLst>
        </pc:graphicFrameChg>
        <pc:cxnChg chg="add mod topLvl">
          <ac:chgData name="MYUNG JIN" userId="89f3fa32ababedc4" providerId="LiveId" clId="{5DD08DE4-4658-4DA7-852C-F2FA825AB4B6}" dt="2024-06-26T09:31:06.029" v="2858" actId="692"/>
          <ac:cxnSpMkLst>
            <pc:docMk/>
            <pc:sldMk cId="1496575499" sldId="311"/>
            <ac:cxnSpMk id="11" creationId="{7075A3B5-F08D-08ED-F09C-4D3A58904212}"/>
          </ac:cxnSpMkLst>
        </pc:cxnChg>
        <pc:cxnChg chg="add mod topLvl">
          <ac:chgData name="MYUNG JIN" userId="89f3fa32ababedc4" providerId="LiveId" clId="{5DD08DE4-4658-4DA7-852C-F2FA825AB4B6}" dt="2024-06-26T09:31:06.029" v="2858" actId="692"/>
          <ac:cxnSpMkLst>
            <pc:docMk/>
            <pc:sldMk cId="1496575499" sldId="311"/>
            <ac:cxnSpMk id="13" creationId="{B820ECF4-DAAA-84DD-C22F-8998C7BD39C2}"/>
          </ac:cxnSpMkLst>
        </pc:cxnChg>
        <pc:cxnChg chg="add del mod">
          <ac:chgData name="MYUNG JIN" userId="89f3fa32ababedc4" providerId="LiveId" clId="{5DD08DE4-4658-4DA7-852C-F2FA825AB4B6}" dt="2024-06-26T09:23:26.035" v="2743" actId="478"/>
          <ac:cxnSpMkLst>
            <pc:docMk/>
            <pc:sldMk cId="1496575499" sldId="311"/>
            <ac:cxnSpMk id="14" creationId="{8B697591-CA04-FE74-1F79-1B8A7A93C71A}"/>
          </ac:cxnSpMkLst>
        </pc:cxnChg>
        <pc:cxnChg chg="add del mod">
          <ac:chgData name="MYUNG JIN" userId="89f3fa32ababedc4" providerId="LiveId" clId="{5DD08DE4-4658-4DA7-852C-F2FA825AB4B6}" dt="2024-06-26T09:23:26.035" v="2743" actId="478"/>
          <ac:cxnSpMkLst>
            <pc:docMk/>
            <pc:sldMk cId="1496575499" sldId="311"/>
            <ac:cxnSpMk id="15" creationId="{9DADCE49-A835-1ADB-51A3-36D805C20D08}"/>
          </ac:cxnSpMkLst>
        </pc:cxnChg>
        <pc:cxnChg chg="add del mod">
          <ac:chgData name="MYUNG JIN" userId="89f3fa32ababedc4" providerId="LiveId" clId="{5DD08DE4-4658-4DA7-852C-F2FA825AB4B6}" dt="2024-06-26T09:23:26.035" v="2743" actId="478"/>
          <ac:cxnSpMkLst>
            <pc:docMk/>
            <pc:sldMk cId="1496575499" sldId="311"/>
            <ac:cxnSpMk id="16" creationId="{A75F4294-F751-9829-A189-ABC93AB91A1E}"/>
          </ac:cxnSpMkLst>
        </pc:cxnChg>
        <pc:cxnChg chg="add del mod">
          <ac:chgData name="MYUNG JIN" userId="89f3fa32ababedc4" providerId="LiveId" clId="{5DD08DE4-4658-4DA7-852C-F2FA825AB4B6}" dt="2024-06-26T09:23:26.035" v="2743" actId="478"/>
          <ac:cxnSpMkLst>
            <pc:docMk/>
            <pc:sldMk cId="1496575499" sldId="311"/>
            <ac:cxnSpMk id="17" creationId="{038B338D-B239-D305-D0F2-C97E666DFDF6}"/>
          </ac:cxnSpMkLst>
        </pc:cxnChg>
        <pc:cxnChg chg="add del mod">
          <ac:chgData name="MYUNG JIN" userId="89f3fa32ababedc4" providerId="LiveId" clId="{5DD08DE4-4658-4DA7-852C-F2FA825AB4B6}" dt="2024-06-26T09:23:26.035" v="2743" actId="478"/>
          <ac:cxnSpMkLst>
            <pc:docMk/>
            <pc:sldMk cId="1496575499" sldId="311"/>
            <ac:cxnSpMk id="18" creationId="{7C3696B6-D55E-C23C-BE3B-EF174DB3F390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19" creationId="{1FB25440-163E-7CDD-6AEA-EF38B3B15E73}"/>
          </ac:cxnSpMkLst>
        </pc:cxnChg>
        <pc:cxnChg chg="add del mod">
          <ac:chgData name="MYUNG JIN" userId="89f3fa32ababedc4" providerId="LiveId" clId="{5DD08DE4-4658-4DA7-852C-F2FA825AB4B6}" dt="2024-06-26T09:23:26.035" v="2743" actId="478"/>
          <ac:cxnSpMkLst>
            <pc:docMk/>
            <pc:sldMk cId="1496575499" sldId="311"/>
            <ac:cxnSpMk id="19" creationId="{72EF4064-F978-BF11-F949-1676BEB48E67}"/>
          </ac:cxnSpMkLst>
        </pc:cxnChg>
        <pc:cxnChg chg="add del mod">
          <ac:chgData name="MYUNG JIN" userId="89f3fa32ababedc4" providerId="LiveId" clId="{5DD08DE4-4658-4DA7-852C-F2FA825AB4B6}" dt="2024-06-26T09:23:26.035" v="2743" actId="478"/>
          <ac:cxnSpMkLst>
            <pc:docMk/>
            <pc:sldMk cId="1496575499" sldId="311"/>
            <ac:cxnSpMk id="20" creationId="{0D4FCC45-2EBE-321E-954F-61BA40C7A011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20" creationId="{3D311FB7-6E81-00A3-93C3-1E1EE73ADC84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21" creationId="{37B198B3-6B05-3E84-A6B7-9F672179079B}"/>
          </ac:cxnSpMkLst>
        </pc:cxnChg>
        <pc:cxnChg chg="add mod">
          <ac:chgData name="MYUNG JIN" userId="89f3fa32ababedc4" providerId="LiveId" clId="{5DD08DE4-4658-4DA7-852C-F2FA825AB4B6}" dt="2024-06-26T09:23:20.142" v="2742" actId="571"/>
          <ac:cxnSpMkLst>
            <pc:docMk/>
            <pc:sldMk cId="1496575499" sldId="311"/>
            <ac:cxnSpMk id="21" creationId="{8556A02B-52A6-0BDB-4A6F-70756DCB770D}"/>
          </ac:cxnSpMkLst>
        </pc:cxnChg>
        <pc:cxnChg chg="add mod topLvl">
          <ac:chgData name="MYUNG JIN" userId="89f3fa32ababedc4" providerId="LiveId" clId="{5DD08DE4-4658-4DA7-852C-F2FA825AB4B6}" dt="2024-06-26T09:31:06.029" v="2858" actId="692"/>
          <ac:cxnSpMkLst>
            <pc:docMk/>
            <pc:sldMk cId="1496575499" sldId="311"/>
            <ac:cxnSpMk id="22" creationId="{CE6B17A4-DEA7-3D2A-AE0A-6FFDFD75F490}"/>
          </ac:cxnSpMkLst>
        </pc:cxnChg>
        <pc:cxnChg chg="add mod topLvl">
          <ac:chgData name="MYUNG JIN" userId="89f3fa32ababedc4" providerId="LiveId" clId="{5DD08DE4-4658-4DA7-852C-F2FA825AB4B6}" dt="2024-06-26T09:31:06.029" v="2858" actId="692"/>
          <ac:cxnSpMkLst>
            <pc:docMk/>
            <pc:sldMk cId="1496575499" sldId="311"/>
            <ac:cxnSpMk id="23" creationId="{CC3BB73F-D94D-8ABA-7746-D09138851746}"/>
          </ac:cxnSpMkLst>
        </pc:cxnChg>
        <pc:cxnChg chg="add mod topLvl">
          <ac:chgData name="MYUNG JIN" userId="89f3fa32ababedc4" providerId="LiveId" clId="{5DD08DE4-4658-4DA7-852C-F2FA825AB4B6}" dt="2024-06-26T09:31:06.029" v="2858" actId="692"/>
          <ac:cxnSpMkLst>
            <pc:docMk/>
            <pc:sldMk cId="1496575499" sldId="311"/>
            <ac:cxnSpMk id="24" creationId="{72CE29B8-6E20-FA44-E6E6-6B020492E283}"/>
          </ac:cxnSpMkLst>
        </pc:cxnChg>
        <pc:cxnChg chg="add mod topLvl">
          <ac:chgData name="MYUNG JIN" userId="89f3fa32ababedc4" providerId="LiveId" clId="{5DD08DE4-4658-4DA7-852C-F2FA825AB4B6}" dt="2024-06-26T09:31:06.029" v="2858" actId="692"/>
          <ac:cxnSpMkLst>
            <pc:docMk/>
            <pc:sldMk cId="1496575499" sldId="311"/>
            <ac:cxnSpMk id="25" creationId="{CDFBAFD1-BE64-2099-C92F-8AE504640DE3}"/>
          </ac:cxnSpMkLst>
        </pc:cxnChg>
        <pc:cxnChg chg="add mod topLvl">
          <ac:chgData name="MYUNG JIN" userId="89f3fa32ababedc4" providerId="LiveId" clId="{5DD08DE4-4658-4DA7-852C-F2FA825AB4B6}" dt="2024-06-26T09:31:06.029" v="2858" actId="692"/>
          <ac:cxnSpMkLst>
            <pc:docMk/>
            <pc:sldMk cId="1496575499" sldId="311"/>
            <ac:cxnSpMk id="26" creationId="{D7ED1ED8-232D-6873-2433-721B9B40BA4C}"/>
          </ac:cxnSpMkLst>
        </pc:cxnChg>
        <pc:cxnChg chg="add mod topLvl">
          <ac:chgData name="MYUNG JIN" userId="89f3fa32ababedc4" providerId="LiveId" clId="{5DD08DE4-4658-4DA7-852C-F2FA825AB4B6}" dt="2024-06-26T09:31:06.029" v="2858" actId="692"/>
          <ac:cxnSpMkLst>
            <pc:docMk/>
            <pc:sldMk cId="1496575499" sldId="311"/>
            <ac:cxnSpMk id="27" creationId="{CFC88B0C-9D66-DC8B-6B22-89F3163E5D13}"/>
          </ac:cxnSpMkLst>
        </pc:cxnChg>
        <pc:cxnChg chg="add mod topLvl">
          <ac:chgData name="MYUNG JIN" userId="89f3fa32ababedc4" providerId="LiveId" clId="{5DD08DE4-4658-4DA7-852C-F2FA825AB4B6}" dt="2024-06-26T09:31:06.029" v="2858" actId="692"/>
          <ac:cxnSpMkLst>
            <pc:docMk/>
            <pc:sldMk cId="1496575499" sldId="311"/>
            <ac:cxnSpMk id="28" creationId="{9113078D-64C6-FEDC-4EB7-AEA87AF14F69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29" creationId="{8DDD0B47-05A7-D6F3-D5E1-8B431A4190B2}"/>
          </ac:cxnSpMkLst>
        </pc:cxnChg>
        <pc:cxnChg chg="add del mod">
          <ac:chgData name="MYUNG JIN" userId="89f3fa32ababedc4" providerId="LiveId" clId="{5DD08DE4-4658-4DA7-852C-F2FA825AB4B6}" dt="2024-06-26T09:24:41.464" v="2761" actId="478"/>
          <ac:cxnSpMkLst>
            <pc:docMk/>
            <pc:sldMk cId="1496575499" sldId="311"/>
            <ac:cxnSpMk id="29" creationId="{D848BFCA-C054-FFB9-CF64-99FFEFC10700}"/>
          </ac:cxnSpMkLst>
        </pc:cxnChg>
        <pc:cxnChg chg="add del mod">
          <ac:chgData name="MYUNG JIN" userId="89f3fa32ababedc4" providerId="LiveId" clId="{5DD08DE4-4658-4DA7-852C-F2FA825AB4B6}" dt="2024-06-26T09:24:41.464" v="2761" actId="478"/>
          <ac:cxnSpMkLst>
            <pc:docMk/>
            <pc:sldMk cId="1496575499" sldId="311"/>
            <ac:cxnSpMk id="30" creationId="{EA20A779-A736-DFBC-F9B8-1261906E0F0A}"/>
          </ac:cxnSpMkLst>
        </pc:cxnChg>
        <pc:cxnChg chg="add del mod">
          <ac:chgData name="MYUNG JIN" userId="89f3fa32ababedc4" providerId="LiveId" clId="{5DD08DE4-4658-4DA7-852C-F2FA825AB4B6}" dt="2024-06-26T09:24:41.464" v="2761" actId="478"/>
          <ac:cxnSpMkLst>
            <pc:docMk/>
            <pc:sldMk cId="1496575499" sldId="311"/>
            <ac:cxnSpMk id="31" creationId="{78ECC64B-A245-95C9-B771-80CE9D5B3C7F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31" creationId="{BF9D9745-F1F5-14B0-7361-7B7025A89413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32" creationId="{47548536-5CE7-67D8-728F-DD7A6B55BC7D}"/>
          </ac:cxnSpMkLst>
        </pc:cxnChg>
        <pc:cxnChg chg="add del mod">
          <ac:chgData name="MYUNG JIN" userId="89f3fa32ababedc4" providerId="LiveId" clId="{5DD08DE4-4658-4DA7-852C-F2FA825AB4B6}" dt="2024-06-26T09:24:41.464" v="2761" actId="478"/>
          <ac:cxnSpMkLst>
            <pc:docMk/>
            <pc:sldMk cId="1496575499" sldId="311"/>
            <ac:cxnSpMk id="32" creationId="{91D2C2D5-0597-C332-B100-BA8132FCA7D3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33" creationId="{3415D455-7866-3E72-7B3D-2DE84C84DDC5}"/>
          </ac:cxnSpMkLst>
        </pc:cxnChg>
        <pc:cxnChg chg="add del mod">
          <ac:chgData name="MYUNG JIN" userId="89f3fa32ababedc4" providerId="LiveId" clId="{5DD08DE4-4658-4DA7-852C-F2FA825AB4B6}" dt="2024-06-26T09:24:41.464" v="2761" actId="478"/>
          <ac:cxnSpMkLst>
            <pc:docMk/>
            <pc:sldMk cId="1496575499" sldId="311"/>
            <ac:cxnSpMk id="33" creationId="{9282376D-41CE-834E-F7C1-2C25B3296EDF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34" creationId="{DD6CC9C1-913D-A8EE-50C6-DB650CCCF94E}"/>
          </ac:cxnSpMkLst>
        </pc:cxnChg>
        <pc:cxnChg chg="add del mod">
          <ac:chgData name="MYUNG JIN" userId="89f3fa32ababedc4" providerId="LiveId" clId="{5DD08DE4-4658-4DA7-852C-F2FA825AB4B6}" dt="2024-06-26T09:24:41.464" v="2761" actId="478"/>
          <ac:cxnSpMkLst>
            <pc:docMk/>
            <pc:sldMk cId="1496575499" sldId="311"/>
            <ac:cxnSpMk id="34" creationId="{EBFB4B5D-E285-2279-043F-B636E06DB79A}"/>
          </ac:cxnSpMkLst>
        </pc:cxnChg>
        <pc:cxnChg chg="add del mod">
          <ac:chgData name="MYUNG JIN" userId="89f3fa32ababedc4" providerId="LiveId" clId="{5DD08DE4-4658-4DA7-852C-F2FA825AB4B6}" dt="2024-06-26T09:24:41.464" v="2761" actId="478"/>
          <ac:cxnSpMkLst>
            <pc:docMk/>
            <pc:sldMk cId="1496575499" sldId="311"/>
            <ac:cxnSpMk id="35" creationId="{860B7F07-CD96-47B4-732A-34CEE1423262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35" creationId="{FC8C1494-B80A-34D3-016E-0CB0B27B3F12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36" creationId="{0E376D46-C69A-7271-0877-E0C093F3D59D}"/>
          </ac:cxnSpMkLst>
        </pc:cxnChg>
        <pc:cxnChg chg="add del mod">
          <ac:chgData name="MYUNG JIN" userId="89f3fa32ababedc4" providerId="LiveId" clId="{5DD08DE4-4658-4DA7-852C-F2FA825AB4B6}" dt="2024-06-26T09:24:07.862" v="2750" actId="478"/>
          <ac:cxnSpMkLst>
            <pc:docMk/>
            <pc:sldMk cId="1496575499" sldId="311"/>
            <ac:cxnSpMk id="36" creationId="{443FC362-C865-3789-F398-F7968CA574CD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37" creationId="{18E5652D-9419-0F6B-EB84-6C5D888CB689}"/>
          </ac:cxnSpMkLst>
        </pc:cxnChg>
        <pc:cxnChg chg="add del mod">
          <ac:chgData name="MYUNG JIN" userId="89f3fa32ababedc4" providerId="LiveId" clId="{5DD08DE4-4658-4DA7-852C-F2FA825AB4B6}" dt="2024-06-26T09:24:11.296" v="2752" actId="478"/>
          <ac:cxnSpMkLst>
            <pc:docMk/>
            <pc:sldMk cId="1496575499" sldId="311"/>
            <ac:cxnSpMk id="37" creationId="{49A8E473-1759-E005-15DF-63491D7138E1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38" creationId="{FFE447C6-C660-3877-B3D8-822AE513F6D8}"/>
          </ac:cxnSpMkLst>
        </pc:cxnChg>
        <pc:cxnChg chg="mod">
          <ac:chgData name="MYUNG JIN" userId="89f3fa32ababedc4" providerId="LiveId" clId="{5DD08DE4-4658-4DA7-852C-F2FA825AB4B6}" dt="2024-06-27T04:45:20.973" v="3969"/>
          <ac:cxnSpMkLst>
            <pc:docMk/>
            <pc:sldMk cId="1496575499" sldId="311"/>
            <ac:cxnSpMk id="39" creationId="{48AE9C56-085D-D526-107B-055F854D87A4}"/>
          </ac:cxnSpMkLst>
        </pc:cxnChg>
        <pc:cxnChg chg="add mod">
          <ac:chgData name="MYUNG JIN" userId="89f3fa32ababedc4" providerId="LiveId" clId="{5DD08DE4-4658-4DA7-852C-F2FA825AB4B6}" dt="2024-06-26T09:28:59.226" v="2828" actId="164"/>
          <ac:cxnSpMkLst>
            <pc:docMk/>
            <pc:sldMk cId="1496575499" sldId="311"/>
            <ac:cxnSpMk id="50" creationId="{4ED5EEEB-491D-3F1C-F618-8B3FA80EE1A3}"/>
          </ac:cxnSpMkLst>
        </pc:cxnChg>
        <pc:cxnChg chg="add mod">
          <ac:chgData name="MYUNG JIN" userId="89f3fa32ababedc4" providerId="LiveId" clId="{5DD08DE4-4658-4DA7-852C-F2FA825AB4B6}" dt="2024-06-26T09:28:59.226" v="2828" actId="164"/>
          <ac:cxnSpMkLst>
            <pc:docMk/>
            <pc:sldMk cId="1496575499" sldId="311"/>
            <ac:cxnSpMk id="51" creationId="{89ED2FE2-D5AB-F78F-2353-0AE600AE06C2}"/>
          </ac:cxnSpMkLst>
        </pc:cxnChg>
        <pc:cxnChg chg="add mod topLvl">
          <ac:chgData name="MYUNG JIN" userId="89f3fa32ababedc4" providerId="LiveId" clId="{5DD08DE4-4658-4DA7-852C-F2FA825AB4B6}" dt="2024-06-26T09:28:59.226" v="2828" actId="164"/>
          <ac:cxnSpMkLst>
            <pc:docMk/>
            <pc:sldMk cId="1496575499" sldId="311"/>
            <ac:cxnSpMk id="52" creationId="{873240AF-0383-A061-2B54-A2D798393EEC}"/>
          </ac:cxnSpMkLst>
        </pc:cxnChg>
        <pc:cxnChg chg="add mod">
          <ac:chgData name="MYUNG JIN" userId="89f3fa32ababedc4" providerId="LiveId" clId="{5DD08DE4-4658-4DA7-852C-F2FA825AB4B6}" dt="2024-06-26T09:28:59.226" v="2828" actId="164"/>
          <ac:cxnSpMkLst>
            <pc:docMk/>
            <pc:sldMk cId="1496575499" sldId="311"/>
            <ac:cxnSpMk id="56" creationId="{4015DAF0-B3BD-4F79-C1EA-31C9988A6522}"/>
          </ac:cxnSpMkLst>
        </pc:cxnChg>
      </pc:sldChg>
      <pc:sldChg chg="addSp modSp mod ord">
        <pc:chgData name="MYUNG JIN" userId="89f3fa32ababedc4" providerId="LiveId" clId="{5DD08DE4-4658-4DA7-852C-F2FA825AB4B6}" dt="2024-06-27T06:36:58.094" v="4297" actId="20577"/>
        <pc:sldMkLst>
          <pc:docMk/>
          <pc:sldMk cId="1679812937" sldId="312"/>
        </pc:sldMkLst>
        <pc:spChg chg="mod">
          <ac:chgData name="MYUNG JIN" userId="89f3fa32ababedc4" providerId="LiveId" clId="{5DD08DE4-4658-4DA7-852C-F2FA825AB4B6}" dt="2024-06-22T11:36:12.931" v="576" actId="20577"/>
          <ac:spMkLst>
            <pc:docMk/>
            <pc:sldMk cId="1679812937" sldId="312"/>
            <ac:spMk id="2" creationId="{00000000-0000-0000-0000-000000000000}"/>
          </ac:spMkLst>
        </pc:spChg>
        <pc:spChg chg="add mod">
          <ac:chgData name="MYUNG JIN" userId="89f3fa32ababedc4" providerId="LiveId" clId="{5DD08DE4-4658-4DA7-852C-F2FA825AB4B6}" dt="2024-06-26T12:59:35.394" v="3525" actId="1076"/>
          <ac:spMkLst>
            <pc:docMk/>
            <pc:sldMk cId="1679812937" sldId="312"/>
            <ac:spMk id="3" creationId="{C08044A9-B9D7-ACB1-2B7C-4E1B2073E7F0}"/>
          </ac:spMkLst>
        </pc:spChg>
        <pc:spChg chg="mod">
          <ac:chgData name="MYUNG JIN" userId="89f3fa32ababedc4" providerId="LiveId" clId="{5DD08DE4-4658-4DA7-852C-F2FA825AB4B6}" dt="2024-06-27T06:36:58.094" v="4297" actId="20577"/>
          <ac:spMkLst>
            <pc:docMk/>
            <pc:sldMk cId="1679812937" sldId="312"/>
            <ac:spMk id="8" creationId="{00000000-0000-0000-0000-000000000000}"/>
          </ac:spMkLst>
        </pc:spChg>
        <pc:spChg chg="add mod">
          <ac:chgData name="MYUNG JIN" userId="89f3fa32ababedc4" providerId="LiveId" clId="{5DD08DE4-4658-4DA7-852C-F2FA825AB4B6}" dt="2024-06-26T13:02:55.456" v="3659" actId="1076"/>
          <ac:spMkLst>
            <pc:docMk/>
            <pc:sldMk cId="1679812937" sldId="312"/>
            <ac:spMk id="10" creationId="{B70D186D-E9E6-B667-0168-8DE90E9031F4}"/>
          </ac:spMkLst>
        </pc:spChg>
        <pc:spChg chg="add mod">
          <ac:chgData name="MYUNG JIN" userId="89f3fa32ababedc4" providerId="LiveId" clId="{5DD08DE4-4658-4DA7-852C-F2FA825AB4B6}" dt="2024-06-26T13:02:55.456" v="3659" actId="1076"/>
          <ac:spMkLst>
            <pc:docMk/>
            <pc:sldMk cId="1679812937" sldId="312"/>
            <ac:spMk id="11" creationId="{9CC994A5-044F-31DB-D036-A919C63A2E37}"/>
          </ac:spMkLst>
        </pc:spChg>
        <pc:spChg chg="add mod">
          <ac:chgData name="MYUNG JIN" userId="89f3fa32ababedc4" providerId="LiveId" clId="{5DD08DE4-4658-4DA7-852C-F2FA825AB4B6}" dt="2024-06-26T13:02:55.456" v="3659" actId="1076"/>
          <ac:spMkLst>
            <pc:docMk/>
            <pc:sldMk cId="1679812937" sldId="312"/>
            <ac:spMk id="17" creationId="{2B42692D-2C45-D113-4ED4-902580DFDF93}"/>
          </ac:spMkLst>
        </pc:spChg>
        <pc:spChg chg="add mod">
          <ac:chgData name="MYUNG JIN" userId="89f3fa32ababedc4" providerId="LiveId" clId="{5DD08DE4-4658-4DA7-852C-F2FA825AB4B6}" dt="2024-06-26T13:02:58.730" v="3660" actId="14100"/>
          <ac:spMkLst>
            <pc:docMk/>
            <pc:sldMk cId="1679812937" sldId="312"/>
            <ac:spMk id="22" creationId="{FEAB0C7F-5472-5F26-E8E6-4DD33DBBDC10}"/>
          </ac:spMkLst>
        </pc:spChg>
        <pc:graphicFrameChg chg="add mod">
          <ac:chgData name="MYUNG JIN" userId="89f3fa32ababedc4" providerId="LiveId" clId="{5DD08DE4-4658-4DA7-852C-F2FA825AB4B6}" dt="2024-06-26T13:02:30.032" v="3624" actId="1076"/>
          <ac:graphicFrameMkLst>
            <pc:docMk/>
            <pc:sldMk cId="1679812937" sldId="312"/>
            <ac:graphicFrameMk id="23" creationId="{12FE45F5-AAF0-9A61-6E22-BA5CFC52CD48}"/>
          </ac:graphicFrameMkLst>
        </pc:graphicFrameChg>
        <pc:picChg chg="add mod">
          <ac:chgData name="MYUNG JIN" userId="89f3fa32ababedc4" providerId="LiveId" clId="{5DD08DE4-4658-4DA7-852C-F2FA825AB4B6}" dt="2024-06-26T13:02:55.456" v="3659" actId="1076"/>
          <ac:picMkLst>
            <pc:docMk/>
            <pc:sldMk cId="1679812937" sldId="312"/>
            <ac:picMk id="9" creationId="{5D0385EB-7D60-CD60-3D85-0E6569B33065}"/>
          </ac:picMkLst>
        </pc:picChg>
        <pc:picChg chg="add mod modCrop">
          <ac:chgData name="MYUNG JIN" userId="89f3fa32ababedc4" providerId="LiveId" clId="{5DD08DE4-4658-4DA7-852C-F2FA825AB4B6}" dt="2024-06-26T13:02:55.456" v="3659" actId="1076"/>
          <ac:picMkLst>
            <pc:docMk/>
            <pc:sldMk cId="1679812937" sldId="312"/>
            <ac:picMk id="18" creationId="{627CBC5E-54AF-6795-D6CD-20D42CE6D3E4}"/>
          </ac:picMkLst>
        </pc:picChg>
        <pc:cxnChg chg="add mod">
          <ac:chgData name="MYUNG JIN" userId="89f3fa32ababedc4" providerId="LiveId" clId="{5DD08DE4-4658-4DA7-852C-F2FA825AB4B6}" dt="2024-06-26T13:02:55.456" v="3659" actId="1076"/>
          <ac:cxnSpMkLst>
            <pc:docMk/>
            <pc:sldMk cId="1679812937" sldId="312"/>
            <ac:cxnSpMk id="14" creationId="{88854E1B-D995-3474-9521-51A34DE750C9}"/>
          </ac:cxnSpMkLst>
        </pc:cxnChg>
        <pc:cxnChg chg="add mod">
          <ac:chgData name="MYUNG JIN" userId="89f3fa32ababedc4" providerId="LiveId" clId="{5DD08DE4-4658-4DA7-852C-F2FA825AB4B6}" dt="2024-06-26T13:02:55.456" v="3659" actId="1076"/>
          <ac:cxnSpMkLst>
            <pc:docMk/>
            <pc:sldMk cId="1679812937" sldId="312"/>
            <ac:cxnSpMk id="19" creationId="{090EA5A7-9692-FA8F-DF40-3B07C36F459B}"/>
          </ac:cxnSpMkLst>
        </pc:cxnChg>
      </pc:sldChg>
      <pc:sldChg chg="addSp delSp modSp mod ord">
        <pc:chgData name="MYUNG JIN" userId="89f3fa32ababedc4" providerId="LiveId" clId="{5DD08DE4-4658-4DA7-852C-F2FA825AB4B6}" dt="2024-06-27T06:37:19.551" v="4316" actId="20577"/>
        <pc:sldMkLst>
          <pc:docMk/>
          <pc:sldMk cId="674815858" sldId="313"/>
        </pc:sldMkLst>
        <pc:spChg chg="mod">
          <ac:chgData name="MYUNG JIN" userId="89f3fa32ababedc4" providerId="LiveId" clId="{5DD08DE4-4658-4DA7-852C-F2FA825AB4B6}" dt="2024-06-24T03:08:46.375" v="769" actId="20577"/>
          <ac:spMkLst>
            <pc:docMk/>
            <pc:sldMk cId="674815858" sldId="313"/>
            <ac:spMk id="2" creationId="{00000000-0000-0000-0000-000000000000}"/>
          </ac:spMkLst>
        </pc:spChg>
        <pc:spChg chg="add del mod">
          <ac:chgData name="MYUNG JIN" userId="89f3fa32ababedc4" providerId="LiveId" clId="{5DD08DE4-4658-4DA7-852C-F2FA825AB4B6}" dt="2024-06-26T09:43:48.782" v="2898" actId="478"/>
          <ac:spMkLst>
            <pc:docMk/>
            <pc:sldMk cId="674815858" sldId="313"/>
            <ac:spMk id="3" creationId="{55AF2B37-818E-5803-7B60-4DE79067EB1B}"/>
          </ac:spMkLst>
        </pc:spChg>
        <pc:spChg chg="add mod">
          <ac:chgData name="MYUNG JIN" userId="89f3fa32ababedc4" providerId="LiveId" clId="{5DD08DE4-4658-4DA7-852C-F2FA825AB4B6}" dt="2024-06-26T13:08:25.670" v="3845" actId="1076"/>
          <ac:spMkLst>
            <pc:docMk/>
            <pc:sldMk cId="674815858" sldId="313"/>
            <ac:spMk id="4" creationId="{5A784CA7-C8F5-9370-4B8C-DE1F123274E4}"/>
          </ac:spMkLst>
        </pc:spChg>
        <pc:spChg chg="mod">
          <ac:chgData name="MYUNG JIN" userId="89f3fa32ababedc4" providerId="LiveId" clId="{5DD08DE4-4658-4DA7-852C-F2FA825AB4B6}" dt="2024-06-27T06:37:19.551" v="4316" actId="20577"/>
          <ac:spMkLst>
            <pc:docMk/>
            <pc:sldMk cId="674815858" sldId="313"/>
            <ac:spMk id="8" creationId="{00000000-0000-0000-0000-000000000000}"/>
          </ac:spMkLst>
        </pc:spChg>
        <pc:spChg chg="add mod">
          <ac:chgData name="MYUNG JIN" userId="89f3fa32ababedc4" providerId="LiveId" clId="{5DD08DE4-4658-4DA7-852C-F2FA825AB4B6}" dt="2024-06-26T12:38:49.204" v="3177" actId="1076"/>
          <ac:spMkLst>
            <pc:docMk/>
            <pc:sldMk cId="674815858" sldId="313"/>
            <ac:spMk id="11" creationId="{8180F9F0-B326-2E94-8F58-31ACC7C0DCFA}"/>
          </ac:spMkLst>
        </pc:spChg>
        <pc:spChg chg="add">
          <ac:chgData name="MYUNG JIN" userId="89f3fa32ababedc4" providerId="LiveId" clId="{5DD08DE4-4658-4DA7-852C-F2FA825AB4B6}" dt="2024-06-26T12:42:31.518" v="3185" actId="11529"/>
          <ac:spMkLst>
            <pc:docMk/>
            <pc:sldMk cId="674815858" sldId="313"/>
            <ac:spMk id="14" creationId="{BE2F5391-9724-05EA-2DF7-878BFD836646}"/>
          </ac:spMkLst>
        </pc:spChg>
        <pc:spChg chg="add mod">
          <ac:chgData name="MYUNG JIN" userId="89f3fa32ababedc4" providerId="LiveId" clId="{5DD08DE4-4658-4DA7-852C-F2FA825AB4B6}" dt="2024-06-26T13:06:34.347" v="3732" actId="1076"/>
          <ac:spMkLst>
            <pc:docMk/>
            <pc:sldMk cId="674815858" sldId="313"/>
            <ac:spMk id="18" creationId="{7A922F25-3AB9-AEFA-ABF2-2E808755D177}"/>
          </ac:spMkLst>
        </pc:spChg>
        <pc:spChg chg="add mod">
          <ac:chgData name="MYUNG JIN" userId="89f3fa32ababedc4" providerId="LiveId" clId="{5DD08DE4-4658-4DA7-852C-F2FA825AB4B6}" dt="2024-06-26T13:06:39.008" v="3734" actId="688"/>
          <ac:spMkLst>
            <pc:docMk/>
            <pc:sldMk cId="674815858" sldId="313"/>
            <ac:spMk id="19" creationId="{D4A1C870-40FE-7083-6CE1-244DA4BA5301}"/>
          </ac:spMkLst>
        </pc:spChg>
        <pc:spChg chg="add mod">
          <ac:chgData name="MYUNG JIN" userId="89f3fa32ababedc4" providerId="LiveId" clId="{5DD08DE4-4658-4DA7-852C-F2FA825AB4B6}" dt="2024-06-26T13:07:19.852" v="3759" actId="1076"/>
          <ac:spMkLst>
            <pc:docMk/>
            <pc:sldMk cId="674815858" sldId="313"/>
            <ac:spMk id="21" creationId="{1E25493F-2FB6-D822-C0A5-4AF1117575DA}"/>
          </ac:spMkLst>
        </pc:spChg>
        <pc:graphicFrameChg chg="add del mod">
          <ac:chgData name="MYUNG JIN" userId="89f3fa32ababedc4" providerId="LiveId" clId="{5DD08DE4-4658-4DA7-852C-F2FA825AB4B6}" dt="2024-06-26T09:43:32.423" v="2897" actId="478"/>
          <ac:graphicFrameMkLst>
            <pc:docMk/>
            <pc:sldMk cId="674815858" sldId="313"/>
            <ac:graphicFrameMk id="9" creationId="{25941BDA-28F9-1A2D-D9EE-D8D6E901155E}"/>
          </ac:graphicFrameMkLst>
        </pc:graphicFrameChg>
        <pc:graphicFrameChg chg="add mod">
          <ac:chgData name="MYUNG JIN" userId="89f3fa32ababedc4" providerId="LiveId" clId="{5DD08DE4-4658-4DA7-852C-F2FA825AB4B6}" dt="2024-06-26T13:06:16.485" v="3727" actId="1076"/>
          <ac:graphicFrameMkLst>
            <pc:docMk/>
            <pc:sldMk cId="674815858" sldId="313"/>
            <ac:graphicFrameMk id="10" creationId="{34214C23-F10C-CD35-52A1-35408C2F09B0}"/>
          </ac:graphicFrameMkLst>
        </pc:graphicFrameChg>
        <pc:graphicFrameChg chg="add del mod">
          <ac:chgData name="MYUNG JIN" userId="89f3fa32ababedc4" providerId="LiveId" clId="{5DD08DE4-4658-4DA7-852C-F2FA825AB4B6}" dt="2024-06-26T12:48:42.436" v="3189" actId="478"/>
          <ac:graphicFrameMkLst>
            <pc:docMk/>
            <pc:sldMk cId="674815858" sldId="313"/>
            <ac:graphicFrameMk id="13" creationId="{2A313222-FD41-3CD2-981C-124A69583E14}"/>
          </ac:graphicFrameMkLst>
        </pc:graphicFrameChg>
        <pc:graphicFrameChg chg="add del mod">
          <ac:chgData name="MYUNG JIN" userId="89f3fa32ababedc4" providerId="LiveId" clId="{5DD08DE4-4658-4DA7-852C-F2FA825AB4B6}" dt="2024-06-26T12:50:00.163" v="3195" actId="478"/>
          <ac:graphicFrameMkLst>
            <pc:docMk/>
            <pc:sldMk cId="674815858" sldId="313"/>
            <ac:graphicFrameMk id="15" creationId="{96508EFA-042F-9D18-59F9-581FC08E1E91}"/>
          </ac:graphicFrameMkLst>
        </pc:graphicFrameChg>
        <pc:graphicFrameChg chg="add mod">
          <ac:chgData name="MYUNG JIN" userId="89f3fa32ababedc4" providerId="LiveId" clId="{5DD08DE4-4658-4DA7-852C-F2FA825AB4B6}" dt="2024-06-26T12:49:22.457" v="3192" actId="1076"/>
          <ac:graphicFrameMkLst>
            <pc:docMk/>
            <pc:sldMk cId="674815858" sldId="313"/>
            <ac:graphicFrameMk id="16" creationId="{E60DFEA9-D65E-DAB1-3A08-A59429A63988}"/>
          </ac:graphicFrameMkLst>
        </pc:graphicFrameChg>
        <pc:graphicFrameChg chg="add mod">
          <ac:chgData name="MYUNG JIN" userId="89f3fa32ababedc4" providerId="LiveId" clId="{5DD08DE4-4658-4DA7-852C-F2FA825AB4B6}" dt="2024-06-26T12:50:09.370" v="3201" actId="1076"/>
          <ac:graphicFrameMkLst>
            <pc:docMk/>
            <pc:sldMk cId="674815858" sldId="313"/>
            <ac:graphicFrameMk id="17" creationId="{F19E9425-8619-C794-2851-F2E81C40F825}"/>
          </ac:graphicFrameMkLst>
        </pc:graphicFrameChg>
      </pc:sldChg>
      <pc:sldChg chg="addSp modSp add del mod">
        <pc:chgData name="MYUNG JIN" userId="89f3fa32ababedc4" providerId="LiveId" clId="{5DD08DE4-4658-4DA7-852C-F2FA825AB4B6}" dt="2024-06-26T04:11:20.832" v="2586" actId="47"/>
        <pc:sldMkLst>
          <pc:docMk/>
          <pc:sldMk cId="1062317057" sldId="314"/>
        </pc:sldMkLst>
        <pc:spChg chg="add mod">
          <ac:chgData name="MYUNG JIN" userId="89f3fa32ababedc4" providerId="LiveId" clId="{5DD08DE4-4658-4DA7-852C-F2FA825AB4B6}" dt="2024-06-24T09:09:45.679" v="1531" actId="20577"/>
          <ac:spMkLst>
            <pc:docMk/>
            <pc:sldMk cId="1062317057" sldId="314"/>
            <ac:spMk id="3" creationId="{36314F86-2867-DB0F-4444-CC14F06D1DFB}"/>
          </ac:spMkLst>
        </pc:spChg>
      </pc:sldChg>
      <pc:sldChg chg="add del">
        <pc:chgData name="MYUNG JIN" userId="89f3fa32ababedc4" providerId="LiveId" clId="{5DD08DE4-4658-4DA7-852C-F2FA825AB4B6}" dt="2024-06-26T04:11:23.607" v="2587" actId="47"/>
        <pc:sldMkLst>
          <pc:docMk/>
          <pc:sldMk cId="2822206111" sldId="315"/>
        </pc:sldMkLst>
      </pc:sldChg>
      <pc:sldChg chg="addSp delSp modSp add mod">
        <pc:chgData name="MYUNG JIN" userId="89f3fa32ababedc4" providerId="LiveId" clId="{5DD08DE4-4658-4DA7-852C-F2FA825AB4B6}" dt="2024-06-27T09:21:07.807" v="4542" actId="20577"/>
        <pc:sldMkLst>
          <pc:docMk/>
          <pc:sldMk cId="806706563" sldId="316"/>
        </pc:sldMkLst>
        <pc:spChg chg="mod">
          <ac:chgData name="MYUNG JIN" userId="89f3fa32ababedc4" providerId="LiveId" clId="{5DD08DE4-4658-4DA7-852C-F2FA825AB4B6}" dt="2024-06-26T04:11:32.778" v="2614" actId="20577"/>
          <ac:spMkLst>
            <pc:docMk/>
            <pc:sldMk cId="806706563" sldId="316"/>
            <ac:spMk id="2" creationId="{00000000-0000-0000-0000-000000000000}"/>
          </ac:spMkLst>
        </pc:spChg>
        <pc:spChg chg="add mod">
          <ac:chgData name="MYUNG JIN" userId="89f3fa32ababedc4" providerId="LiveId" clId="{5DD08DE4-4658-4DA7-852C-F2FA825AB4B6}" dt="2024-06-27T08:58:20.845" v="4320" actId="1076"/>
          <ac:spMkLst>
            <pc:docMk/>
            <pc:sldMk cId="806706563" sldId="316"/>
            <ac:spMk id="3" creationId="{15F81F9D-0B7B-2B34-AB53-D0E824FE1CDC}"/>
          </ac:spMkLst>
        </pc:spChg>
        <pc:spChg chg="add mod">
          <ac:chgData name="MYUNG JIN" userId="89f3fa32ababedc4" providerId="LiveId" clId="{5DD08DE4-4658-4DA7-852C-F2FA825AB4B6}" dt="2024-06-27T08:58:20.845" v="4320" actId="1076"/>
          <ac:spMkLst>
            <pc:docMk/>
            <pc:sldMk cId="806706563" sldId="316"/>
            <ac:spMk id="4" creationId="{420B6F2A-02C9-ACDE-7A67-938AD77567B2}"/>
          </ac:spMkLst>
        </pc:spChg>
        <pc:spChg chg="add del mod">
          <ac:chgData name="MYUNG JIN" userId="89f3fa32ababedc4" providerId="LiveId" clId="{5DD08DE4-4658-4DA7-852C-F2FA825AB4B6}" dt="2024-06-27T06:37:22.540" v="4319" actId="20577"/>
          <ac:spMkLst>
            <pc:docMk/>
            <pc:sldMk cId="806706563" sldId="316"/>
            <ac:spMk id="8" creationId="{00000000-0000-0000-0000-000000000000}"/>
          </ac:spMkLst>
        </pc:spChg>
        <pc:spChg chg="add mod">
          <ac:chgData name="MYUNG JIN" userId="89f3fa32ababedc4" providerId="LiveId" clId="{5DD08DE4-4658-4DA7-852C-F2FA825AB4B6}" dt="2024-06-27T09:21:07.807" v="4542" actId="20577"/>
          <ac:spMkLst>
            <pc:docMk/>
            <pc:sldMk cId="806706563" sldId="316"/>
            <ac:spMk id="9" creationId="{26DC0B0D-7586-D6EA-0AB2-824EAAFAD761}"/>
          </ac:spMkLst>
        </pc:spChg>
      </pc:sldChg>
      <pc:sldChg chg="addSp delSp modSp add mod">
        <pc:chgData name="MYUNG JIN" userId="89f3fa32ababedc4" providerId="LiveId" clId="{5DD08DE4-4658-4DA7-852C-F2FA825AB4B6}" dt="2024-07-10T07:05:34.382" v="4633" actId="20577"/>
        <pc:sldMkLst>
          <pc:docMk/>
          <pc:sldMk cId="776018772" sldId="317"/>
        </pc:sldMkLst>
        <pc:spChg chg="mod">
          <ac:chgData name="MYUNG JIN" userId="89f3fa32ababedc4" providerId="LiveId" clId="{5DD08DE4-4658-4DA7-852C-F2FA825AB4B6}" dt="2024-06-26T03:51:39.511" v="2469" actId="20577"/>
          <ac:spMkLst>
            <pc:docMk/>
            <pc:sldMk cId="776018772" sldId="317"/>
            <ac:spMk id="3" creationId="{FD2BA448-64C8-5EFE-2135-88C9207F188E}"/>
          </ac:spMkLst>
        </pc:spChg>
        <pc:spChg chg="mod">
          <ac:chgData name="MYUNG JIN" userId="89f3fa32ababedc4" providerId="LiveId" clId="{5DD08DE4-4658-4DA7-852C-F2FA825AB4B6}" dt="2024-07-10T07:05:34.382" v="4633" actId="20577"/>
          <ac:spMkLst>
            <pc:docMk/>
            <pc:sldMk cId="776018772" sldId="317"/>
            <ac:spMk id="4" creationId="{BE8A875B-BEBD-9D2D-6469-F64C07773151}"/>
          </ac:spMkLst>
        </pc:spChg>
        <pc:spChg chg="mod">
          <ac:chgData name="MYUNG JIN" userId="89f3fa32ababedc4" providerId="LiveId" clId="{5DD08DE4-4658-4DA7-852C-F2FA825AB4B6}" dt="2024-06-27T06:37:09.817" v="4305" actId="20577"/>
          <ac:spMkLst>
            <pc:docMk/>
            <pc:sldMk cId="776018772" sldId="317"/>
            <ac:spMk id="8" creationId="{00000000-0000-0000-0000-000000000000}"/>
          </ac:spMkLst>
        </pc:spChg>
        <pc:spChg chg="add del mod">
          <ac:chgData name="MYUNG JIN" userId="89f3fa32ababedc4" providerId="LiveId" clId="{5DD08DE4-4658-4DA7-852C-F2FA825AB4B6}" dt="2024-06-26T04:10:46.174" v="2584" actId="478"/>
          <ac:spMkLst>
            <pc:docMk/>
            <pc:sldMk cId="776018772" sldId="317"/>
            <ac:spMk id="9" creationId="{73ACCD4D-C50B-3302-774D-EA45A01C3DC5}"/>
          </ac:spMkLst>
        </pc:spChg>
        <pc:spChg chg="del">
          <ac:chgData name="MYUNG JIN" userId="89f3fa32ababedc4" providerId="LiveId" clId="{5DD08DE4-4658-4DA7-852C-F2FA825AB4B6}" dt="2024-06-25T06:39:37.885" v="2372" actId="478"/>
          <ac:spMkLst>
            <pc:docMk/>
            <pc:sldMk cId="776018772" sldId="317"/>
            <ac:spMk id="9" creationId="{A91F8B58-91F1-6597-213B-211D6B2D098E}"/>
          </ac:spMkLst>
        </pc:spChg>
        <pc:spChg chg="add mod">
          <ac:chgData name="MYUNG JIN" userId="89f3fa32ababedc4" providerId="LiveId" clId="{5DD08DE4-4658-4DA7-852C-F2FA825AB4B6}" dt="2024-07-05T00:23:52.442" v="4555" actId="14100"/>
          <ac:spMkLst>
            <pc:docMk/>
            <pc:sldMk cId="776018772" sldId="317"/>
            <ac:spMk id="10" creationId="{F8C55940-DB0B-761D-7C27-0DE2C08F8E20}"/>
          </ac:spMkLst>
        </pc:spChg>
        <pc:spChg chg="add mod">
          <ac:chgData name="MYUNG JIN" userId="89f3fa32ababedc4" providerId="LiveId" clId="{5DD08DE4-4658-4DA7-852C-F2FA825AB4B6}" dt="2024-07-05T01:00:00.836" v="4614" actId="20577"/>
          <ac:spMkLst>
            <pc:docMk/>
            <pc:sldMk cId="776018772" sldId="317"/>
            <ac:spMk id="11" creationId="{09820C8E-7B5F-99B9-D9C8-11C005157557}"/>
          </ac:spMkLst>
        </pc:spChg>
        <pc:spChg chg="add mod">
          <ac:chgData name="MYUNG JIN" userId="89f3fa32ababedc4" providerId="LiveId" clId="{5DD08DE4-4658-4DA7-852C-F2FA825AB4B6}" dt="2024-06-26T12:56:24.580" v="3347" actId="1076"/>
          <ac:spMkLst>
            <pc:docMk/>
            <pc:sldMk cId="776018772" sldId="317"/>
            <ac:spMk id="13" creationId="{8FBB3DB8-641D-664D-4C36-D1C49223AC8F}"/>
          </ac:spMkLst>
        </pc:spChg>
        <pc:spChg chg="add del mod">
          <ac:chgData name="MYUNG JIN" userId="89f3fa32ababedc4" providerId="LiveId" clId="{5DD08DE4-4658-4DA7-852C-F2FA825AB4B6}" dt="2024-06-26T12:57:02.793" v="3398" actId="478"/>
          <ac:spMkLst>
            <pc:docMk/>
            <pc:sldMk cId="776018772" sldId="317"/>
            <ac:spMk id="14" creationId="{A424148A-B97E-C56E-C637-4CD1567D25CF}"/>
          </ac:spMkLst>
        </pc:spChg>
        <pc:spChg chg="add mod ord">
          <ac:chgData name="MYUNG JIN" userId="89f3fa32ababedc4" providerId="LiveId" clId="{5DD08DE4-4658-4DA7-852C-F2FA825AB4B6}" dt="2024-07-05T00:34:12.523" v="4590" actId="20577"/>
          <ac:spMkLst>
            <pc:docMk/>
            <pc:sldMk cId="776018772" sldId="317"/>
            <ac:spMk id="15" creationId="{D76F120A-3C51-F35C-E57B-586E4190AFE9}"/>
          </ac:spMkLst>
        </pc:spChg>
        <pc:grpChg chg="add mod">
          <ac:chgData name="MYUNG JIN" userId="89f3fa32ababedc4" providerId="LiveId" clId="{5DD08DE4-4658-4DA7-852C-F2FA825AB4B6}" dt="2024-07-05T00:34:12.523" v="4590" actId="20577"/>
          <ac:grpSpMkLst>
            <pc:docMk/>
            <pc:sldMk cId="776018772" sldId="317"/>
            <ac:grpSpMk id="16" creationId="{534ED13C-0B9F-547B-A1B4-11338A918209}"/>
          </ac:grpSpMkLst>
        </pc:grpChg>
        <pc:cxnChg chg="add mod">
          <ac:chgData name="MYUNG JIN" userId="89f3fa32ababedc4" providerId="LiveId" clId="{5DD08DE4-4658-4DA7-852C-F2FA825AB4B6}" dt="2024-07-05T00:23:52.442" v="4555" actId="14100"/>
          <ac:cxnSpMkLst>
            <pc:docMk/>
            <pc:sldMk cId="776018772" sldId="317"/>
            <ac:cxnSpMk id="9" creationId="{E9E36722-E072-A391-4DAF-3C95C29C485B}"/>
          </ac:cxnSpMkLst>
        </pc:cxnChg>
      </pc:sldChg>
      <pc:sldChg chg="new del">
        <pc:chgData name="MYUNG JIN" userId="89f3fa32ababedc4" providerId="LiveId" clId="{5DD08DE4-4658-4DA7-852C-F2FA825AB4B6}" dt="2024-06-24T03:08:50.027" v="771" actId="680"/>
        <pc:sldMkLst>
          <pc:docMk/>
          <pc:sldMk cId="939248989" sldId="317"/>
        </pc:sldMkLst>
      </pc:sldChg>
      <pc:sldChg chg="addSp delSp modSp add mod">
        <pc:chgData name="MYUNG JIN" userId="89f3fa32ababedc4" providerId="LiveId" clId="{5DD08DE4-4658-4DA7-852C-F2FA825AB4B6}" dt="2024-06-27T06:37:15.753" v="4311" actId="20577"/>
        <pc:sldMkLst>
          <pc:docMk/>
          <pc:sldMk cId="552488252" sldId="318"/>
        </pc:sldMkLst>
        <pc:spChg chg="add del mod">
          <ac:chgData name="MYUNG JIN" userId="89f3fa32ababedc4" providerId="LiveId" clId="{5DD08DE4-4658-4DA7-852C-F2FA825AB4B6}" dt="2024-06-27T05:46:24.357" v="3978" actId="478"/>
          <ac:spMkLst>
            <pc:docMk/>
            <pc:sldMk cId="552488252" sldId="318"/>
            <ac:spMk id="3" creationId="{0BD65AE2-D76C-FADE-36FB-827318B558B8}"/>
          </ac:spMkLst>
        </pc:spChg>
        <pc:spChg chg="mod">
          <ac:chgData name="MYUNG JIN" userId="89f3fa32ababedc4" providerId="LiveId" clId="{5DD08DE4-4658-4DA7-852C-F2FA825AB4B6}" dt="2024-06-27T06:37:15.753" v="4311" actId="20577"/>
          <ac:spMkLst>
            <pc:docMk/>
            <pc:sldMk cId="552488252" sldId="318"/>
            <ac:spMk id="8" creationId="{00000000-0000-0000-0000-000000000000}"/>
          </ac:spMkLst>
        </pc:spChg>
        <pc:spChg chg="add del mod">
          <ac:chgData name="MYUNG JIN" userId="89f3fa32ababedc4" providerId="LiveId" clId="{5DD08DE4-4658-4DA7-852C-F2FA825AB4B6}" dt="2024-06-27T05:47:04.705" v="3981" actId="478"/>
          <ac:spMkLst>
            <pc:docMk/>
            <pc:sldMk cId="552488252" sldId="318"/>
            <ac:spMk id="10" creationId="{BCB96F2B-B1A8-FDD5-D3EC-3B67448E0030}"/>
          </ac:spMkLst>
        </pc:spChg>
        <pc:spChg chg="add mod">
          <ac:chgData name="MYUNG JIN" userId="89f3fa32ababedc4" providerId="LiveId" clId="{5DD08DE4-4658-4DA7-852C-F2FA825AB4B6}" dt="2024-06-27T06:25:12.150" v="4217" actId="1076"/>
          <ac:spMkLst>
            <pc:docMk/>
            <pc:sldMk cId="552488252" sldId="318"/>
            <ac:spMk id="41" creationId="{FA5BA0C7-6A61-3C57-A017-7E0329B9CAFE}"/>
          </ac:spMkLst>
        </pc:spChg>
        <pc:spChg chg="add mod">
          <ac:chgData name="MYUNG JIN" userId="89f3fa32ababedc4" providerId="LiveId" clId="{5DD08DE4-4658-4DA7-852C-F2FA825AB4B6}" dt="2024-06-27T06:26:16.491" v="4286" actId="20577"/>
          <ac:spMkLst>
            <pc:docMk/>
            <pc:sldMk cId="552488252" sldId="318"/>
            <ac:spMk id="46" creationId="{1EA2BC44-4E2F-45FD-BD38-0C27D97069C2}"/>
          </ac:spMkLst>
        </pc:spChg>
        <pc:spChg chg="add del mod">
          <ac:chgData name="MYUNG JIN" userId="89f3fa32ababedc4" providerId="LiveId" clId="{5DD08DE4-4658-4DA7-852C-F2FA825AB4B6}" dt="2024-06-27T06:25:53.080" v="4246"/>
          <ac:spMkLst>
            <pc:docMk/>
            <pc:sldMk cId="552488252" sldId="318"/>
            <ac:spMk id="47" creationId="{0F85D3D9-9D91-1317-B39A-B9870312B9DC}"/>
          </ac:spMkLst>
        </pc:spChg>
        <pc:spChg chg="add del mod">
          <ac:chgData name="MYUNG JIN" userId="89f3fa32ababedc4" providerId="LiveId" clId="{5DD08DE4-4658-4DA7-852C-F2FA825AB4B6}" dt="2024-06-27T06:25:53.077" v="4244" actId="478"/>
          <ac:spMkLst>
            <pc:docMk/>
            <pc:sldMk cId="552488252" sldId="318"/>
            <ac:spMk id="48" creationId="{C4A7F235-2127-FAC9-F626-CBFE89E01AC7}"/>
          </ac:spMkLst>
        </pc:spChg>
        <pc:spChg chg="mod">
          <ac:chgData name="MYUNG JIN" userId="89f3fa32ababedc4" providerId="LiveId" clId="{5DD08DE4-4658-4DA7-852C-F2FA825AB4B6}" dt="2024-06-27T06:25:29.267" v="4220" actId="1076"/>
          <ac:spMkLst>
            <pc:docMk/>
            <pc:sldMk cId="552488252" sldId="318"/>
            <ac:spMk id="60" creationId="{6CCDA83E-9505-D96C-DC41-E8C56090857E}"/>
          </ac:spMkLst>
        </pc:spChg>
        <pc:spChg chg="mod">
          <ac:chgData name="MYUNG JIN" userId="89f3fa32ababedc4" providerId="LiveId" clId="{5DD08DE4-4658-4DA7-852C-F2FA825AB4B6}" dt="2024-06-27T06:34:15.256" v="4291" actId="13926"/>
          <ac:spMkLst>
            <pc:docMk/>
            <pc:sldMk cId="552488252" sldId="318"/>
            <ac:spMk id="76" creationId="{6FC886BB-A3DB-18BA-D8A3-B039F5DCD703}"/>
          </ac:spMkLst>
        </pc:spChg>
        <pc:grpChg chg="mod">
          <ac:chgData name="MYUNG JIN" userId="89f3fa32ababedc4" providerId="LiveId" clId="{5DD08DE4-4658-4DA7-852C-F2FA825AB4B6}" dt="2024-06-27T06:04:33.706" v="4198" actId="571"/>
          <ac:grpSpMkLst>
            <pc:docMk/>
            <pc:sldMk cId="552488252" sldId="318"/>
            <ac:grpSpMk id="53" creationId="{AAEDF924-26D5-3F72-B620-DEA6C8543706}"/>
          </ac:grpSpMkLst>
        </pc:grpChg>
        <pc:grpChg chg="mod">
          <ac:chgData name="MYUNG JIN" userId="89f3fa32ababedc4" providerId="LiveId" clId="{5DD08DE4-4658-4DA7-852C-F2FA825AB4B6}" dt="2024-06-27T06:04:33.706" v="4198" actId="571"/>
          <ac:grpSpMkLst>
            <pc:docMk/>
            <pc:sldMk cId="552488252" sldId="318"/>
            <ac:grpSpMk id="64" creationId="{F10AC84E-32BC-C4D4-708D-E1DDC348FC75}"/>
          </ac:grpSpMkLst>
        </pc:grpChg>
        <pc:graphicFrameChg chg="mod">
          <ac:chgData name="MYUNG JIN" userId="89f3fa32ababedc4" providerId="LiveId" clId="{5DD08DE4-4658-4DA7-852C-F2FA825AB4B6}" dt="2024-06-27T06:04:33.706" v="4198" actId="571"/>
          <ac:graphicFrameMkLst>
            <pc:docMk/>
            <pc:sldMk cId="552488252" sldId="318"/>
            <ac:graphicFrameMk id="9" creationId="{8CF508EC-A9B2-0E54-423A-FF5B483E0A75}"/>
          </ac:graphicFrameMkLst>
        </pc:graphicFrame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11" creationId="{7075A3B5-F08D-08ED-F09C-4D3A58904212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13" creationId="{B820ECF4-DAAA-84DD-C22F-8998C7BD39C2}"/>
          </ac:cxnSpMkLst>
        </pc:cxnChg>
        <pc:cxnChg chg="add 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14" creationId="{44E2958E-DFAC-2B9B-44AB-1E48A412EF16}"/>
          </ac:cxnSpMkLst>
        </pc:cxnChg>
        <pc:cxnChg chg="add 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16" creationId="{336BA471-2551-5AE6-1B3A-6D332C815BE5}"/>
          </ac:cxnSpMkLst>
        </pc:cxnChg>
        <pc:cxnChg chg="add 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18" creationId="{21FA38A8-B36E-25F8-DDFE-169039D72C66}"/>
          </ac:cxnSpMkLst>
        </pc:cxnChg>
        <pc:cxnChg chg="add 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19" creationId="{6E60EB2B-CF6A-FD43-3AFC-2D6F40673AB5}"/>
          </ac:cxnSpMkLst>
        </pc:cxnChg>
        <pc:cxnChg chg="add 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21" creationId="{6FE7A4D8-61C5-7263-8BEA-69FB12D8F141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22" creationId="{CE6B17A4-DEA7-3D2A-AE0A-6FFDFD75F490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23" creationId="{CC3BB73F-D94D-8ABA-7746-D09138851746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24" creationId="{72CE29B8-6E20-FA44-E6E6-6B020492E283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25" creationId="{CDFBAFD1-BE64-2099-C92F-8AE504640DE3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26" creationId="{D7ED1ED8-232D-6873-2433-721B9B40BA4C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27" creationId="{CFC88B0C-9D66-DC8B-6B22-89F3163E5D13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28" creationId="{9113078D-64C6-FEDC-4EB7-AEA87AF14F69}"/>
          </ac:cxnSpMkLst>
        </pc:cxnChg>
        <pc:cxnChg chg="add 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31" creationId="{4869B284-F060-1BEF-3722-CDAD3B666D1C}"/>
          </ac:cxnSpMkLst>
        </pc:cxnChg>
        <pc:cxnChg chg="add 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33" creationId="{FA930A75-85BE-9A69-E207-B2C29974DCEE}"/>
          </ac:cxnSpMkLst>
        </pc:cxnChg>
        <pc:cxnChg chg="add 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35" creationId="{BBC52E17-146C-366C-CC34-44FED2651241}"/>
          </ac:cxnSpMkLst>
        </pc:cxnChg>
        <pc:cxnChg chg="add mod">
          <ac:chgData name="MYUNG JIN" userId="89f3fa32ababedc4" providerId="LiveId" clId="{5DD08DE4-4658-4DA7-852C-F2FA825AB4B6}" dt="2024-06-27T06:25:18.266" v="4218" actId="14100"/>
          <ac:cxnSpMkLst>
            <pc:docMk/>
            <pc:sldMk cId="552488252" sldId="318"/>
            <ac:cxnSpMk id="39" creationId="{9DD1EEEE-E56D-4CD8-1F2E-9DFD13E1975F}"/>
          </ac:cxnSpMkLst>
        </pc:cxnChg>
        <pc:cxnChg chg="add mod">
          <ac:chgData name="MYUNG JIN" userId="89f3fa32ababedc4" providerId="LiveId" clId="{5DD08DE4-4658-4DA7-852C-F2FA825AB4B6}" dt="2024-06-27T06:25:12.150" v="4217" actId="1076"/>
          <ac:cxnSpMkLst>
            <pc:docMk/>
            <pc:sldMk cId="552488252" sldId="318"/>
            <ac:cxnSpMk id="44" creationId="{8F5925CA-F046-6FE7-252A-A16663097584}"/>
          </ac:cxnSpMkLst>
        </pc:cxnChg>
        <pc:cxnChg chg="add mod">
          <ac:chgData name="MYUNG JIN" userId="89f3fa32ababedc4" providerId="LiveId" clId="{5DD08DE4-4658-4DA7-852C-F2FA825AB4B6}" dt="2024-06-27T06:30:16.408" v="4288" actId="1076"/>
          <ac:cxnSpMkLst>
            <pc:docMk/>
            <pc:sldMk cId="552488252" sldId="318"/>
            <ac:cxnSpMk id="49" creationId="{B47D20D8-7960-771B-9BCF-54651D0380AE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50" creationId="{4ED5EEEB-491D-3F1C-F618-8B3FA80EE1A3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51" creationId="{89ED2FE2-D5AB-F78F-2353-0AE600AE06C2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52" creationId="{873240AF-0383-A061-2B54-A2D798393EEC}"/>
          </ac:cxnSpMkLst>
        </pc:cxnChg>
        <pc:cxnChg chg="add mod">
          <ac:chgData name="MYUNG JIN" userId="89f3fa32ababedc4" providerId="LiveId" clId="{5DD08DE4-4658-4DA7-852C-F2FA825AB4B6}" dt="2024-06-27T06:30:21.481" v="4290" actId="14100"/>
          <ac:cxnSpMkLst>
            <pc:docMk/>
            <pc:sldMk cId="552488252" sldId="318"/>
            <ac:cxnSpMk id="54" creationId="{92A03E12-D00A-94CD-1335-F211630A6170}"/>
          </ac:cxnSpMkLst>
        </pc:cxnChg>
        <pc:cxnChg chg="mod">
          <ac:chgData name="MYUNG JIN" userId="89f3fa32ababedc4" providerId="LiveId" clId="{5DD08DE4-4658-4DA7-852C-F2FA825AB4B6}" dt="2024-06-27T06:04:33.706" v="4198" actId="571"/>
          <ac:cxnSpMkLst>
            <pc:docMk/>
            <pc:sldMk cId="552488252" sldId="318"/>
            <ac:cxnSpMk id="56" creationId="{4015DAF0-B3BD-4F79-C1EA-31C9988A652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69D8441-CF3E-4C34-A420-65ADD8A7BB05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69D8441-CF3E-4C34-A420-65ADD8A7BB05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80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93E4E-B595-4996-A493-F707DD66EAFA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.png"/><Relationship Id="rId7" Type="http://schemas.openxmlformats.org/officeDocument/2006/relationships/image" Target="../media/image14.emf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6.emf"/><Relationship Id="rId5" Type="http://schemas.openxmlformats.org/officeDocument/2006/relationships/image" Target="../media/image13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60.png"/><Relationship Id="rId7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7.emf"/><Relationship Id="rId10" Type="http://schemas.openxmlformats.org/officeDocument/2006/relationships/image" Target="../media/image19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dirty="0">
                <a:solidFill>
                  <a:srgbClr val="FFFFFF"/>
                </a:solidFill>
              </a:rPr>
              <a:t>1/8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5" name="제목 1"/>
          <p:cNvSpPr txBox="1"/>
          <p:nvPr/>
        </p:nvSpPr>
        <p:spPr>
          <a:xfrm>
            <a:off x="251520" y="2672916"/>
            <a:ext cx="8712968" cy="151216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438" tIns="45719" rIns="91438" bIns="45719" anchor="ctr"/>
          <a:lstStyle>
            <a:lvl1pPr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9pPr>
          </a:lstStyle>
          <a:p>
            <a:pPr lvl="0" algn="ctr" latinLnBrk="1">
              <a:defRPr/>
            </a:pPr>
            <a:r>
              <a:rPr kumimoji="1" lang="en-US" altLang="ko-KR" sz="3200" b="1" dirty="0" err="1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Detrap</a:t>
            </a: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 Model Development</a:t>
            </a:r>
          </a:p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&amp; Trap Variation Simulation Method</a:t>
            </a:r>
          </a:p>
          <a:p>
            <a:pPr lvl="0" algn="ctr" latinLnBrk="1">
              <a:defRPr/>
            </a:pPr>
            <a:endParaRPr kumimoji="1" lang="en-US" altLang="ko-KR" sz="3200" b="1" dirty="0">
              <a:solidFill>
                <a:srgbClr val="0000FF"/>
              </a:solidFill>
              <a:latin typeface="Calibri"/>
              <a:ea typeface="굴림"/>
              <a:cs typeface="굴림"/>
            </a:endParaRPr>
          </a:p>
          <a:p>
            <a:pPr lvl="0" algn="ctr" latinLnBrk="1">
              <a:defRPr/>
            </a:pPr>
            <a:r>
              <a:rPr kumimoji="1" lang="ko-KR" alt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진명</a:t>
            </a:r>
          </a:p>
        </p:txBody>
      </p:sp>
    </p:spTree>
  </p:cSld>
  <p:clrMapOvr>
    <a:masterClrMapping/>
  </p:clrMapOvr>
  <p:transition advTm="491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Development Point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2/8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044A9-B9D7-ACB1-2B7C-4E1B2073E7F0}"/>
              </a:ext>
            </a:extLst>
          </p:cNvPr>
          <p:cNvSpPr txBox="1"/>
          <p:nvPr/>
        </p:nvSpPr>
        <p:spPr>
          <a:xfrm>
            <a:off x="1132079" y="1294998"/>
            <a:ext cx="70885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Modified Poole-Frenkel emission</a:t>
            </a:r>
          </a:p>
          <a:p>
            <a:pPr marL="457200" indent="-457200">
              <a:buAutoNum type="arabicPeriod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variation enabled simulation</a:t>
            </a:r>
          </a:p>
          <a:p>
            <a:pPr lvl="1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shaping enabled for the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D0385EB-7D60-CD60-3D85-0E6569B33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82" y="2875074"/>
            <a:ext cx="4517763" cy="3198484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B70D186D-E9E6-B667-0168-8DE90E9031F4}"/>
              </a:ext>
            </a:extLst>
          </p:cNvPr>
          <p:cNvSpPr/>
          <p:nvPr/>
        </p:nvSpPr>
        <p:spPr>
          <a:xfrm>
            <a:off x="2669923" y="4401671"/>
            <a:ext cx="663388" cy="7709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CC994A5-044F-31DB-D036-A919C63A2E37}"/>
              </a:ext>
            </a:extLst>
          </p:cNvPr>
          <p:cNvSpPr/>
          <p:nvPr/>
        </p:nvSpPr>
        <p:spPr>
          <a:xfrm>
            <a:off x="3073335" y="4988687"/>
            <a:ext cx="923364" cy="5066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8854E1B-D995-3474-9521-51A34DE750C9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3333311" y="3205453"/>
            <a:ext cx="2141734" cy="1581700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B42692D-2C45-D113-4ED4-902580DFDF93}"/>
              </a:ext>
            </a:extLst>
          </p:cNvPr>
          <p:cNvSpPr txBox="1"/>
          <p:nvPr/>
        </p:nvSpPr>
        <p:spPr>
          <a:xfrm>
            <a:off x="5475046" y="2949777"/>
            <a:ext cx="2735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 Modified PF emission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7CBC5E-54AF-6795-D6CD-20D42CE6D3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251" t="14731" r="269" b="30425"/>
          <a:stretch/>
        </p:blipFill>
        <p:spPr>
          <a:xfrm>
            <a:off x="5955263" y="3482402"/>
            <a:ext cx="2061500" cy="1101764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90EA5A7-9692-FA8F-DF40-3B07C36F459B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3996699" y="4787153"/>
            <a:ext cx="1675953" cy="454873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AB0C7F-5472-5F26-E8E6-4DD33DBBDC10}"/>
              </a:ext>
            </a:extLst>
          </p:cNvPr>
          <p:cNvSpPr txBox="1"/>
          <p:nvPr/>
        </p:nvSpPr>
        <p:spPr>
          <a:xfrm>
            <a:off x="5672428" y="4584166"/>
            <a:ext cx="2548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2. Trap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distribution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23" name="개체 22">
            <a:extLst>
              <a:ext uri="{FF2B5EF4-FFF2-40B4-BE49-F238E27FC236}">
                <a16:creationId xmlns:a16="http://schemas.microsoft.com/office/drawing/2014/main" id="{12FE45F5-AAF0-9A61-6E22-BA5CFC52CD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105954"/>
              </p:ext>
            </p:extLst>
          </p:nvPr>
        </p:nvGraphicFramePr>
        <p:xfrm>
          <a:off x="5459057" y="4902637"/>
          <a:ext cx="2133036" cy="1490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965500" imgH="2771641" progId="Origin50.Graph">
                  <p:embed/>
                </p:oleObj>
              </mc:Choice>
              <mc:Fallback>
                <p:oleObj name="Graph" r:id="rId5" imgW="3965500" imgH="2771641" progId="Origin50.Graph">
                  <p:embed/>
                  <p:pic>
                    <p:nvPicPr>
                      <p:cNvPr id="23" name="개체 22">
                        <a:extLst>
                          <a:ext uri="{FF2B5EF4-FFF2-40B4-BE49-F238E27FC236}">
                            <a16:creationId xmlns:a16="http://schemas.microsoft.com/office/drawing/2014/main" id="{12FE45F5-AAF0-9A61-6E22-BA5CFC52CD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59057" y="4902637"/>
                        <a:ext cx="2133036" cy="1490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81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"/>
    </mc:Choice>
    <mc:Fallback xmlns="">
      <p:transition spd="slow" advTm="5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Modified Poole-Frenkel Emission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3/8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6E4C28B-424D-ABEC-ECF5-103DFCA17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53" y="1186370"/>
            <a:ext cx="6268599" cy="2900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B816BA-4799-B289-1D2D-EB279D7C6E44}"/>
                  </a:ext>
                </a:extLst>
              </p:cNvPr>
              <p:cNvSpPr txBox="1"/>
              <p:nvPr/>
            </p:nvSpPr>
            <p:spPr>
              <a:xfrm>
                <a:off x="110924" y="4178892"/>
                <a:ext cx="8920264" cy="1232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𝐴𝑣𝑒𝑟𝑎𝑔𝑒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  <m:bar>
                      <m:barPr>
                        <m:pos m:val="top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e>
                    </m:ba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:       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nary>
                              <m:nary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𝑞𝑟𝐹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𝑑𝑟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</m:e>
                            </m:nary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𝐹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                                       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:      </m:t>
                            </m:r>
                            <m:f>
                              <m:f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𝑞𝑟𝐹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𝑑𝑟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</m:t>
                                    </m:r>
                                  </m:e>
                                </m:nary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nary>
                                  <m:nary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</m:rad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𝑑𝑟</m:t>
                                    </m:r>
                                  </m:e>
                                </m:nary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=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𝛽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𝐹</m:t>
                                </m:r>
                              </m:e>
                            </m:rad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8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eqAr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B816BA-4799-B289-1D2D-EB279D7C6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24" y="4178892"/>
                <a:ext cx="8920264" cy="12320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8B2A53-4E08-D698-ECF7-8C7FEC219450}"/>
                  </a:ext>
                </a:extLst>
              </p:cNvPr>
              <p:cNvSpPr txBox="1"/>
              <p:nvPr/>
            </p:nvSpPr>
            <p:spPr>
              <a:xfrm>
                <a:off x="5779994" y="2301402"/>
                <a:ext cx="2808193" cy="81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ko-KR" sz="18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8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eqArr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𝑖𝑓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  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, </m:t>
                            </m:r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=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𝑞𝑟𝐹</m:t>
                            </m:r>
                          </m:e>
                          <m:e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𝑖𝑓</m:t>
                            </m:r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  </m:t>
                            </m:r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, </m:t>
                            </m:r>
                            <m:r>
                              <m:rPr>
                                <m:sty m:val="p"/>
                              </m:rPr>
                              <a:rPr lang="en-US" altLang="ko-KR" sz="18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=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𝛽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𝐹</m:t>
                                </m:r>
                              </m:e>
                            </m:rad>
                          </m:e>
                        </m:eqArr>
                      </m:e>
                    </m: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8B2A53-4E08-D698-ECF7-8C7FEC219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994" y="2301402"/>
                <a:ext cx="2808193" cy="811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CCC4B5FC-C4DB-DEC2-9D0C-297DA0DA2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662" y="2210174"/>
            <a:ext cx="210515" cy="138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D5BE41-79EF-FDD7-8D9C-D4B41BC9FCBA}"/>
                  </a:ext>
                </a:extLst>
              </p:cNvPr>
              <p:cNvSpPr txBox="1"/>
              <p:nvPr/>
            </p:nvSpPr>
            <p:spPr>
              <a:xfrm>
                <a:off x="4829585" y="1859969"/>
                <a:ext cx="674744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⇒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𝐹</m:t>
                    </m:r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Field</a:t>
                </a:r>
                <a:endParaRPr lang="ko-KR" altLang="en-US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D5BE41-79EF-FDD7-8D9C-D4B41BC9F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585" y="1859969"/>
                <a:ext cx="674744" cy="1615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E90B8-EED2-7832-B10B-635836258784}"/>
                  </a:ext>
                </a:extLst>
              </p:cNvPr>
              <p:cNvSpPr txBox="1"/>
              <p:nvPr/>
            </p:nvSpPr>
            <p:spPr>
              <a:xfrm>
                <a:off x="4069080" y="5638800"/>
                <a:ext cx="4284345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∞,    </m:t>
                    </m:r>
                    <m:bar>
                      <m:barPr>
                        <m:pos m:val="top"/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e>
                    </m:ba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</m:ra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E90B8-EED2-7832-B10B-635836258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080" y="5638800"/>
                <a:ext cx="4284345" cy="4364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25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Modified Poole-Frenkel Emission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4/8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BA448-64C8-5EFE-2135-88C9207F188E}"/>
              </a:ext>
            </a:extLst>
          </p:cNvPr>
          <p:cNvSpPr txBox="1"/>
          <p:nvPr/>
        </p:nvSpPr>
        <p:spPr>
          <a:xfrm>
            <a:off x="685015" y="1132804"/>
            <a:ext cx="7745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Modified Poole-Frenkel Emission in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thin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layer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8A875B-BEBD-9D2D-6469-F64C07773151}"/>
                  </a:ext>
                </a:extLst>
              </p:cNvPr>
              <p:cNvSpPr txBox="1"/>
              <p:nvPr/>
            </p:nvSpPr>
            <p:spPr>
              <a:xfrm>
                <a:off x="852236" y="1764389"/>
                <a:ext cx="7896346" cy="2010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,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𝜎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𝑡h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𝐷𝑜𝑆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𝐷𝑜𝑆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𝑘𝑇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         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𝛽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rad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8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   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 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Barrier lowering,  always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&gt;0</m:t>
                    </m:r>
                  </m:oMath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8A875B-BEBD-9D2D-6469-F64C07773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36" y="1764389"/>
                <a:ext cx="7896346" cy="20102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534ED13C-0B9F-547B-A1B4-11338A918209}"/>
              </a:ext>
            </a:extLst>
          </p:cNvPr>
          <p:cNvGrpSpPr/>
          <p:nvPr/>
        </p:nvGrpSpPr>
        <p:grpSpPr>
          <a:xfrm>
            <a:off x="1928481" y="4005197"/>
            <a:ext cx="6011620" cy="2268506"/>
            <a:chOff x="2720005" y="4005197"/>
            <a:chExt cx="6011620" cy="2268506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76F120A-3C51-F35C-E57B-586E4190AFE9}"/>
                </a:ext>
              </a:extLst>
            </p:cNvPr>
            <p:cNvSpPr/>
            <p:nvPr/>
          </p:nvSpPr>
          <p:spPr>
            <a:xfrm>
              <a:off x="5701553" y="4105835"/>
              <a:ext cx="313765" cy="21515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9820C8E-7B5F-99B9-D9C8-11C005157557}"/>
                    </a:ext>
                  </a:extLst>
                </p:cNvPr>
                <p:cNvSpPr txBox="1"/>
                <p:nvPr/>
              </p:nvSpPr>
              <p:spPr>
                <a:xfrm>
                  <a:off x="2720005" y="4005197"/>
                  <a:ext cx="6011620" cy="22685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𝑃𝐹</m:t>
                          </m:r>
                        </m:sub>
                      </m:sSub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=2</m:t>
                      </m:r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sub>
                      </m:sSub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sSup>
                        <m:sSup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𝑇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func>
                        <m:func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   ⇒</m:t>
                      </m:r>
                    </m:oMath>
                  </a14:m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 Every constants are given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𝐷𝑇</m:t>
                          </m:r>
                        </m:sub>
                      </m:sSub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𝐷𝑇</m:t>
                          </m:r>
                        </m:sub>
                      </m:sSub>
                      <m:func>
                        <m:func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𝑜𝑥</m:t>
                                  </m:r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𝐶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𝑂</m:t>
                                  </m:r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d>
                        <m:d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𝑜𝑥</m:t>
                              </m:r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𝐷𝑇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′</m:t>
                              </m:r>
                            </m:sup>
                          </m:sSubSup>
                          <m:f>
                            <m:fPr>
                              <m:ctrlPr>
                                <a:rPr lang="en-US" altLang="ko-KR" sz="14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4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4 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</m:e>
                              </m:rad>
                            </m:num>
                            <m:den>
                              <m:r>
                                <a:rPr lang="en-US" altLang="ko-KR" sz="14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 ℏ</m:t>
                              </m:r>
                              <m:r>
                                <a:rPr lang="en-US" altLang="ko-KR" sz="14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𝑞</m:t>
                              </m:r>
                            </m:den>
                          </m:f>
                          <m:r>
                            <a:rPr lang="en-US" altLang="ko-KR" sz="14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ko-KR" sz="14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𝑜𝑥</m:t>
                                          </m:r>
                                        </m:sub>
                                      </m:sSub>
                                    </m:e>
                                  </m:rad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a14:m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endParaRPr lang="en-US" altLang="ko-KR" sz="14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𝑇𝐵𝑇</m:t>
                          </m:r>
                        </m:sub>
                      </m:sSub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=</m:t>
                      </m:r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𝑇𝐵𝑇</m:t>
                          </m:r>
                        </m:sub>
                      </m:sSub>
                      <m:func>
                        <m:func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𝑜𝑥</m:t>
                                  </m:r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𝑂</m:t>
                                  </m:r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∙</m:t>
                      </m:r>
                      <m:f>
                        <m:f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𝑁</m:t>
                                      </m:r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𝑁</m:t>
                              </m:r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  <a:p>
                  <a:r>
                    <a:rPr lang="en-US" altLang="ko-KR" sz="12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ea typeface="맑은 고딕"/>
                      <a:cs typeface="Times New Roman"/>
                    </a:rPr>
                    <a:t>	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𝑜𝑥</m:t>
                              </m:r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4 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</m:e>
                              </m:rad>
                            </m:num>
                            <m:den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 ℏ</m:t>
                              </m:r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𝑞</m:t>
                              </m:r>
                            </m:den>
                          </m:f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05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05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05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05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𝑜𝑥</m:t>
                                          </m:r>
                                        </m:sub>
                                      </m:sSub>
                                    </m:e>
                                  </m:rad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bSup>
                            <m:sSubSupPr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Sup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𝑇𝐵𝑇</m:t>
                              </m:r>
                            </m:sub>
                            <m:sup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,    </m:t>
                          </m:r>
                          <m:sSub>
                            <m:sSubPr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05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05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rad>
                            </m:num>
                            <m:den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ℏ</m:t>
                              </m:r>
                            </m:den>
                          </m:f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e>
                      </m:d>
                    </m:oMath>
                  </a14:m>
                  <a:endPara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𝑇𝐸</m:t>
                          </m:r>
                        </m:sub>
                      </m:sSub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𝑇𝐸</m:t>
                          </m:r>
                        </m:sub>
                      </m:sSub>
                      <m:func>
                        <m:func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4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𝑜𝑥</m:t>
                                          </m:r>
                                        </m:sub>
                                      </m:sSub>
                                    </m:e>
                                  </m:ra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ko-KR" altLang="en-US" sz="1400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9820C8E-7B5F-99B9-D9C8-11C005157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0005" y="4005197"/>
                  <a:ext cx="6011620" cy="226850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FBB3DB8-641D-664D-4C36-D1C49223AC8F}"/>
              </a:ext>
            </a:extLst>
          </p:cNvPr>
          <p:cNvSpPr txBox="1"/>
          <p:nvPr/>
        </p:nvSpPr>
        <p:spPr>
          <a:xfrm>
            <a:off x="194594" y="4936092"/>
            <a:ext cx="1918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model :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9E36722-E072-A391-4DAF-3C95C29C485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069080" y="5871882"/>
            <a:ext cx="1154714" cy="201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25">
            <a:extLst>
              <a:ext uri="{FF2B5EF4-FFF2-40B4-BE49-F238E27FC236}">
                <a16:creationId xmlns:a16="http://schemas.microsoft.com/office/drawing/2014/main" id="{F8C55940-DB0B-761D-7C27-0DE2C08F8E20}"/>
              </a:ext>
            </a:extLst>
          </p:cNvPr>
          <p:cNvSpPr txBox="1"/>
          <p:nvPr/>
        </p:nvSpPr>
        <p:spPr>
          <a:xfrm>
            <a:off x="5223794" y="5873593"/>
            <a:ext cx="1804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20240705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77601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Level Dependency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5/8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DF9C0839-56FA-4C74-C72D-3835E9222C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467038"/>
              </p:ext>
            </p:extLst>
          </p:nvPr>
        </p:nvGraphicFramePr>
        <p:xfrm>
          <a:off x="466679" y="1333516"/>
          <a:ext cx="3109629" cy="2173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965500" imgH="2771641" progId="Origin50.Graph">
                  <p:embed/>
                </p:oleObj>
              </mc:Choice>
              <mc:Fallback>
                <p:oleObj name="Graph" r:id="rId3" imgW="3965500" imgH="2771641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DF9C0839-56FA-4C74-C72D-3835E9222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6679" y="1333516"/>
                        <a:ext cx="3109629" cy="2173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9771B1DF-9093-7ACC-F233-EEDC2479589B}"/>
              </a:ext>
            </a:extLst>
          </p:cNvPr>
          <p:cNvSpPr/>
          <p:nvPr/>
        </p:nvSpPr>
        <p:spPr>
          <a:xfrm>
            <a:off x="1610827" y="2045145"/>
            <a:ext cx="986118" cy="381409"/>
          </a:xfrm>
          <a:prstGeom prst="leftRightArrow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1F1F85-E758-B2C1-5414-ACDCA659CAD0}"/>
              </a:ext>
            </a:extLst>
          </p:cNvPr>
          <p:cNvSpPr txBox="1"/>
          <p:nvPr/>
        </p:nvSpPr>
        <p:spPr>
          <a:xfrm>
            <a:off x="785981" y="934543"/>
            <a:ext cx="2510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level variation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079AF-5649-38F0-2AF0-4E67F7BC73E2}"/>
              </a:ext>
            </a:extLst>
          </p:cNvPr>
          <p:cNvSpPr txBox="1"/>
          <p:nvPr/>
        </p:nvSpPr>
        <p:spPr>
          <a:xfrm>
            <a:off x="3898750" y="1681604"/>
            <a:ext cx="4267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지난 자료에서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</a:p>
          <a:p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해당 모델은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stretched exponential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형태에서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shape parameter β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에는 영향을 주지 못하고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오직 </a:t>
            </a:r>
            <a:r>
              <a:rPr lang="en-US" altLang="ko-KR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</a:t>
            </a:r>
            <a:r>
              <a: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fitting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목적임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88CF01-34A3-1EA7-34D6-45FF643850C5}"/>
              </a:ext>
            </a:extLst>
          </p:cNvPr>
          <p:cNvGrpSpPr/>
          <p:nvPr/>
        </p:nvGrpSpPr>
        <p:grpSpPr>
          <a:xfrm>
            <a:off x="352043" y="3661065"/>
            <a:ext cx="3930447" cy="2747222"/>
            <a:chOff x="86472" y="1619734"/>
            <a:chExt cx="5552327" cy="3880850"/>
          </a:xfrm>
        </p:grpSpPr>
        <p:graphicFrame>
          <p:nvGraphicFramePr>
            <p:cNvPr id="17" name="개체 16">
              <a:extLst>
                <a:ext uri="{FF2B5EF4-FFF2-40B4-BE49-F238E27FC236}">
                  <a16:creationId xmlns:a16="http://schemas.microsoft.com/office/drawing/2014/main" id="{9E2D82E5-03C1-731E-AF9C-DDD34ABD34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1116340"/>
                </p:ext>
              </p:extLst>
            </p:nvPr>
          </p:nvGraphicFramePr>
          <p:xfrm>
            <a:off x="86472" y="1619734"/>
            <a:ext cx="5552327" cy="388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3965500" imgH="2771641" progId="Origin50.Graph">
                    <p:embed/>
                  </p:oleObj>
                </mc:Choice>
                <mc:Fallback>
                  <p:oleObj name="Graph" r:id="rId5" imgW="3965500" imgH="2771641" progId="Origin50.Graph">
                    <p:embed/>
                    <p:pic>
                      <p:nvPicPr>
                        <p:cNvPr id="17" name="개체 16">
                          <a:extLst>
                            <a:ext uri="{FF2B5EF4-FFF2-40B4-BE49-F238E27FC236}">
                              <a16:creationId xmlns:a16="http://schemas.microsoft.com/office/drawing/2014/main" id="{9E2D82E5-03C1-731E-AF9C-DDD34ABD34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6472" y="1619734"/>
                          <a:ext cx="5552327" cy="3880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B75B92C-E87A-60CC-8F35-65E0404B7A6F}"/>
                </a:ext>
              </a:extLst>
            </p:cNvPr>
            <p:cNvGrpSpPr/>
            <p:nvPr/>
          </p:nvGrpSpPr>
          <p:grpSpPr>
            <a:xfrm>
              <a:off x="1452282" y="2520950"/>
              <a:ext cx="1475535" cy="2319991"/>
              <a:chOff x="1452282" y="2520950"/>
              <a:chExt cx="1475535" cy="2319991"/>
            </a:xfrm>
          </p:grpSpPr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BF9D9745-F1F5-14B0-7361-7B7025A89413}"/>
                  </a:ext>
                </a:extLst>
              </p:cNvPr>
              <p:cNvCxnSpPr/>
              <p:nvPr/>
            </p:nvCxnSpPr>
            <p:spPr>
              <a:xfrm flipV="1">
                <a:off x="1452282" y="4616824"/>
                <a:ext cx="0" cy="224117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47548536-5CE7-67D8-728F-DD7A6B55BC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0540" y="4206875"/>
                <a:ext cx="0" cy="634066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3415D455-7866-3E72-7B3D-2DE84C84DD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9835" y="3470275"/>
                <a:ext cx="0" cy="1370666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DD6CC9C1-913D-A8EE-50C6-DB650CCCF9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08093" y="2720975"/>
                <a:ext cx="0" cy="2119966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FC8C1494-B80A-34D3-016E-0CB0B27B3F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96353" y="2520950"/>
                <a:ext cx="0" cy="231999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0E376D46-C69A-7271-0877-E0C093F3D5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4611" y="3108325"/>
                <a:ext cx="0" cy="1732616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18E5652D-9419-0F6B-EB84-6C5D888CB6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63906" y="3886200"/>
                <a:ext cx="0" cy="95474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FFE447C6-C660-3877-B3D8-822AE513F6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2164" y="4483100"/>
                <a:ext cx="0" cy="35784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48AE9C56-085D-D526-107B-055F854D87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7817" y="4728882"/>
                <a:ext cx="0" cy="112059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1FB25440-163E-7CDD-6AEA-EF38B3B15E73}"/>
                </a:ext>
              </a:extLst>
            </p:cNvPr>
            <p:cNvCxnSpPr>
              <a:cxnSpLocks/>
            </p:cNvCxnSpPr>
            <p:nvPr/>
          </p:nvCxnSpPr>
          <p:spPr>
            <a:xfrm>
              <a:off x="1738313" y="2093084"/>
              <a:ext cx="26978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D311FB7-6E81-00A3-93C3-1E1EE73ADC84}"/>
                </a:ext>
              </a:extLst>
            </p:cNvPr>
            <p:cNvCxnSpPr/>
            <p:nvPr/>
          </p:nvCxnSpPr>
          <p:spPr>
            <a:xfrm flipV="1">
              <a:off x="2008093" y="2043113"/>
              <a:ext cx="0" cy="771525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37B198B3-6B05-3E84-A6B7-9F672179079B}"/>
                </a:ext>
              </a:extLst>
            </p:cNvPr>
            <p:cNvCxnSpPr/>
            <p:nvPr/>
          </p:nvCxnSpPr>
          <p:spPr>
            <a:xfrm flipV="1">
              <a:off x="2199433" y="2043113"/>
              <a:ext cx="0" cy="771525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8DDD0B47-05A7-D6F3-D5E1-8B431A4190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6353" y="2093084"/>
              <a:ext cx="26109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7EE68E9-3D2B-BF3D-B94A-E27B2F8F2EB1}"/>
                </a:ext>
              </a:extLst>
            </p:cNvPr>
            <p:cNvSpPr txBox="1"/>
            <p:nvPr/>
          </p:nvSpPr>
          <p:spPr>
            <a:xfrm>
              <a:off x="1216267" y="1636693"/>
              <a:ext cx="1759801" cy="478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Resolution</a:t>
              </a:r>
              <a:endPara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B6B87A3-85B8-39C9-FA0A-53CCD2D455A9}"/>
              </a:ext>
            </a:extLst>
          </p:cNvPr>
          <p:cNvSpPr txBox="1"/>
          <p:nvPr/>
        </p:nvSpPr>
        <p:spPr>
          <a:xfrm>
            <a:off x="3898750" y="4577339"/>
            <a:ext cx="50749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distribution enabled simulation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Main idea: summation of discrete trap level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657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"/>
    </mc:Choice>
    <mc:Fallback xmlns="">
      <p:transition spd="slow" advTm="21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Variation Enabled Simulation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6/8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99315-D829-E639-1900-3F247B4DBC34}"/>
              </a:ext>
            </a:extLst>
          </p:cNvPr>
          <p:cNvSpPr txBox="1"/>
          <p:nvPr/>
        </p:nvSpPr>
        <p:spPr>
          <a:xfrm>
            <a:off x="600636" y="1199843"/>
            <a:ext cx="7351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Method : Trap distribution input – Trap concentration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F10AC84E-32BC-C4D4-708D-E1DDC348FC75}"/>
              </a:ext>
            </a:extLst>
          </p:cNvPr>
          <p:cNvGrpSpPr/>
          <p:nvPr/>
        </p:nvGrpSpPr>
        <p:grpSpPr>
          <a:xfrm>
            <a:off x="18827" y="2886700"/>
            <a:ext cx="3930447" cy="2747223"/>
            <a:chOff x="86472" y="1619732"/>
            <a:chExt cx="5552327" cy="3880852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8CF508EC-A9B2-0E54-423A-FF5B483E0A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72" y="1619734"/>
            <a:ext cx="5552327" cy="388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4" imgW="3965500" imgH="2771641" progId="Origin50.Graph">
                    <p:embed/>
                  </p:oleObj>
                </mc:Choice>
                <mc:Fallback>
                  <p:oleObj name="Graph" r:id="rId4" imgW="3965500" imgH="2771641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8CF508EC-A9B2-0E54-423A-FF5B483E0A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6472" y="1619734"/>
                          <a:ext cx="5552327" cy="3880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AAEDF924-26D5-3F72-B620-DEA6C8543706}"/>
                </a:ext>
              </a:extLst>
            </p:cNvPr>
            <p:cNvGrpSpPr/>
            <p:nvPr/>
          </p:nvGrpSpPr>
          <p:grpSpPr>
            <a:xfrm>
              <a:off x="1452282" y="1619732"/>
              <a:ext cx="1488141" cy="3221209"/>
              <a:chOff x="1452282" y="1619732"/>
              <a:chExt cx="1488141" cy="3221209"/>
            </a:xfrm>
          </p:grpSpPr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7075A3B5-F08D-08ED-F09C-4D3A58904212}"/>
                  </a:ext>
                </a:extLst>
              </p:cNvPr>
              <p:cNvCxnSpPr/>
              <p:nvPr/>
            </p:nvCxnSpPr>
            <p:spPr>
              <a:xfrm flipV="1">
                <a:off x="1452282" y="4616824"/>
                <a:ext cx="0" cy="224117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B820ECF4-DAAA-84DD-C22F-8998C7BD39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0540" y="4206875"/>
                <a:ext cx="0" cy="634066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CE6B17A4-DEA7-3D2A-AE0A-6FFDFD75F4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9835" y="3470275"/>
                <a:ext cx="0" cy="1370666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화살표 연결선 22">
                <a:extLst>
                  <a:ext uri="{FF2B5EF4-FFF2-40B4-BE49-F238E27FC236}">
                    <a16:creationId xmlns:a16="http://schemas.microsoft.com/office/drawing/2014/main" id="{CC3BB73F-D94D-8ABA-7746-D091388517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08093" y="2720975"/>
                <a:ext cx="0" cy="2119966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72CE29B8-6E20-FA44-E6E6-6B020492E2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96353" y="2520950"/>
                <a:ext cx="0" cy="231999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화살표 연결선 24">
                <a:extLst>
                  <a:ext uri="{FF2B5EF4-FFF2-40B4-BE49-F238E27FC236}">
                    <a16:creationId xmlns:a16="http://schemas.microsoft.com/office/drawing/2014/main" id="{CDFBAFD1-BE64-2099-C92F-8AE504640D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4611" y="3108325"/>
                <a:ext cx="0" cy="1732616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D7ED1ED8-232D-6873-2433-721B9B40BA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63906" y="3886200"/>
                <a:ext cx="0" cy="95474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CFC88B0C-9D66-DC8B-6B22-89F3163E5D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2164" y="4483100"/>
                <a:ext cx="0" cy="35784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화살표 연결선 27">
                <a:extLst>
                  <a:ext uri="{FF2B5EF4-FFF2-40B4-BE49-F238E27FC236}">
                    <a16:creationId xmlns:a16="http://schemas.microsoft.com/office/drawing/2014/main" id="{9113078D-64C6-FEDC-4EB7-AEA87AF14F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7817" y="4728882"/>
                <a:ext cx="0" cy="112059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44E2958E-DFAC-2B9B-44AB-1E48A412EF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326" y="4206875"/>
                <a:ext cx="187214" cy="42436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336BA471-2551-5AE6-1B3A-6D332C815B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28663" y="3470276"/>
                <a:ext cx="187214" cy="76837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21FA38A8-B36E-25F8-DDFE-169039D72C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0351" y="2720975"/>
                <a:ext cx="187214" cy="76837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6E60EB2B-CF6A-FD43-3AFC-2D6F40673A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97426" y="2520950"/>
                <a:ext cx="194969" cy="20313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6FE7A4D8-61C5-7263-8BEA-69FB12D8F1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99433" y="2520950"/>
                <a:ext cx="181218" cy="58421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4869B284-F060-1BEF-3722-CDAD3B666D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83650" y="3098610"/>
                <a:ext cx="180255" cy="78559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FA930A75-85BE-9A69-E207-B2C29974DC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572868" y="3903852"/>
                <a:ext cx="190230" cy="62005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BBC52E17-146C-366C-CC34-44FED26512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63098" y="4523908"/>
                <a:ext cx="177325" cy="20497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9DD1EEEE-E56D-4CD8-1F2E-9DFD13E197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93957" y="1619732"/>
                <a:ext cx="5761" cy="21575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 w="sm" len="sm"/>
                <a:tailEnd type="triangle" w="lg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873240AF-0383-A061-2B54-A2D798393EEC}"/>
                </a:ext>
              </a:extLst>
            </p:cNvPr>
            <p:cNvCxnSpPr>
              <a:cxnSpLocks/>
            </p:cNvCxnSpPr>
            <p:nvPr/>
          </p:nvCxnSpPr>
          <p:spPr>
            <a:xfrm>
              <a:off x="1738313" y="2093084"/>
              <a:ext cx="26978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4ED5EEEB-491D-3F1C-F618-8B3FA80EE1A3}"/>
                </a:ext>
              </a:extLst>
            </p:cNvPr>
            <p:cNvCxnSpPr/>
            <p:nvPr/>
          </p:nvCxnSpPr>
          <p:spPr>
            <a:xfrm flipV="1">
              <a:off x="2008093" y="2043113"/>
              <a:ext cx="0" cy="771525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89ED2FE2-D5AB-F78F-2353-0AE600AE06C2}"/>
                </a:ext>
              </a:extLst>
            </p:cNvPr>
            <p:cNvCxnSpPr/>
            <p:nvPr/>
          </p:nvCxnSpPr>
          <p:spPr>
            <a:xfrm flipV="1">
              <a:off x="2199433" y="2043113"/>
              <a:ext cx="0" cy="771525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4015DAF0-B3BD-4F79-C1EA-31C9988A65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6353" y="2093084"/>
              <a:ext cx="26109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CCDA83E-9505-D96C-DC41-E8C56090857E}"/>
                </a:ext>
              </a:extLst>
            </p:cNvPr>
            <p:cNvSpPr txBox="1"/>
            <p:nvPr/>
          </p:nvSpPr>
          <p:spPr>
            <a:xfrm>
              <a:off x="1593876" y="1745678"/>
              <a:ext cx="1759801" cy="391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Resolution</a:t>
              </a:r>
              <a:endParaRPr lang="ko-KR" altLang="en-US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ED9EB4E-0AE6-517A-44C1-C861041783B8}"/>
              </a:ext>
            </a:extLst>
          </p:cNvPr>
          <p:cNvSpPr txBox="1"/>
          <p:nvPr/>
        </p:nvSpPr>
        <p:spPr>
          <a:xfrm>
            <a:off x="4043343" y="1971286"/>
            <a:ext cx="2346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Resolution = 10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62" name="개체 61">
            <a:extLst>
              <a:ext uri="{FF2B5EF4-FFF2-40B4-BE49-F238E27FC236}">
                <a16:creationId xmlns:a16="http://schemas.microsoft.com/office/drawing/2014/main" id="{BA8FA783-2642-9DAD-C1BD-37ADFC0AA2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7197" y="2180969"/>
          <a:ext cx="2019384" cy="1411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965500" imgH="2771641" progId="Origin50.Graph">
                  <p:embed/>
                </p:oleObj>
              </mc:Choice>
              <mc:Fallback>
                <p:oleObj name="Graph" r:id="rId6" imgW="3965500" imgH="2771641" progId="Origin50.Graph">
                  <p:embed/>
                  <p:pic>
                    <p:nvPicPr>
                      <p:cNvPr id="62" name="개체 61">
                        <a:extLst>
                          <a:ext uri="{FF2B5EF4-FFF2-40B4-BE49-F238E27FC236}">
                            <a16:creationId xmlns:a16="http://schemas.microsoft.com/office/drawing/2014/main" id="{BA8FA783-2642-9DAD-C1BD-37ADFC0AA2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37197" y="2180969"/>
                        <a:ext cx="2019384" cy="14114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화살표: 오른쪽 64">
            <a:extLst>
              <a:ext uri="{FF2B5EF4-FFF2-40B4-BE49-F238E27FC236}">
                <a16:creationId xmlns:a16="http://schemas.microsoft.com/office/drawing/2014/main" id="{56AC0FC6-871D-6066-04E7-F02E1B49AA86}"/>
              </a:ext>
            </a:extLst>
          </p:cNvPr>
          <p:cNvSpPr/>
          <p:nvPr/>
        </p:nvSpPr>
        <p:spPr>
          <a:xfrm>
            <a:off x="3460843" y="3593575"/>
            <a:ext cx="665552" cy="390252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6" name="개체 65">
            <a:extLst>
              <a:ext uri="{FF2B5EF4-FFF2-40B4-BE49-F238E27FC236}">
                <a16:creationId xmlns:a16="http://schemas.microsoft.com/office/drawing/2014/main" id="{F7D0C1E0-68D8-EBD9-274C-16E6FA604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7198" y="4277232"/>
          <a:ext cx="2019384" cy="1411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3965500" imgH="2771641" progId="Origin50.Graph">
                  <p:embed/>
                </p:oleObj>
              </mc:Choice>
              <mc:Fallback>
                <p:oleObj name="Graph" r:id="rId8" imgW="3965500" imgH="2771641" progId="Origin50.Graph">
                  <p:embed/>
                  <p:pic>
                    <p:nvPicPr>
                      <p:cNvPr id="66" name="개체 65">
                        <a:extLst>
                          <a:ext uri="{FF2B5EF4-FFF2-40B4-BE49-F238E27FC236}">
                            <a16:creationId xmlns:a16="http://schemas.microsoft.com/office/drawing/2014/main" id="{F7D0C1E0-68D8-EBD9-274C-16E6FA604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37198" y="4277232"/>
                        <a:ext cx="2019384" cy="14114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0CE6F9A9-0D35-3263-FBDF-0EE8F49B0B33}"/>
              </a:ext>
            </a:extLst>
          </p:cNvPr>
          <p:cNvSpPr txBox="1"/>
          <p:nvPr/>
        </p:nvSpPr>
        <p:spPr>
          <a:xfrm>
            <a:off x="4043343" y="3984248"/>
            <a:ext cx="2346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Resolution = 20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174178-8E29-1BE2-2D82-62D568B09BA6}"/>
              </a:ext>
            </a:extLst>
          </p:cNvPr>
          <p:cNvSpPr txBox="1"/>
          <p:nvPr/>
        </p:nvSpPr>
        <p:spPr>
          <a:xfrm>
            <a:off x="5930424" y="3530575"/>
            <a:ext cx="563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9CAF2CD4-0A32-1C7A-86CC-89FC5681E14A}"/>
              </a:ext>
            </a:extLst>
          </p:cNvPr>
          <p:cNvSpPr/>
          <p:nvPr/>
        </p:nvSpPr>
        <p:spPr>
          <a:xfrm>
            <a:off x="6295249" y="3593575"/>
            <a:ext cx="332776" cy="390252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4" name="개체 73">
            <a:extLst>
              <a:ext uri="{FF2B5EF4-FFF2-40B4-BE49-F238E27FC236}">
                <a16:creationId xmlns:a16="http://schemas.microsoft.com/office/drawing/2014/main" id="{C4D57301-FF2E-C40C-7E48-F7707BA29F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1485" y="2841276"/>
          <a:ext cx="2602128" cy="1818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3965500" imgH="2771641" progId="Origin50.Graph">
                  <p:embed/>
                </p:oleObj>
              </mc:Choice>
              <mc:Fallback>
                <p:oleObj name="Graph" r:id="rId10" imgW="3965500" imgH="2771641" progId="Origin50.Graph">
                  <p:embed/>
                  <p:pic>
                    <p:nvPicPr>
                      <p:cNvPr id="74" name="개체 73">
                        <a:extLst>
                          <a:ext uri="{FF2B5EF4-FFF2-40B4-BE49-F238E27FC236}">
                            <a16:creationId xmlns:a16="http://schemas.microsoft.com/office/drawing/2014/main" id="{C4D57301-FF2E-C40C-7E48-F7707BA29F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31485" y="2841276"/>
                        <a:ext cx="2602128" cy="1818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41632FC8-DB98-4809-F35A-89FBA446FCF3}"/>
              </a:ext>
            </a:extLst>
          </p:cNvPr>
          <p:cNvSpPr txBox="1"/>
          <p:nvPr/>
        </p:nvSpPr>
        <p:spPr>
          <a:xfrm>
            <a:off x="6778214" y="2558137"/>
            <a:ext cx="2346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Resolution = 100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FC886BB-A3DB-18BA-D8A3-B039F5DCD703}"/>
              </a:ext>
            </a:extLst>
          </p:cNvPr>
          <p:cNvSpPr txBox="1"/>
          <p:nvPr/>
        </p:nvSpPr>
        <p:spPr>
          <a:xfrm>
            <a:off x="1429327" y="5901146"/>
            <a:ext cx="6224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profile resolution ~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simulation time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:  </a:t>
            </a:r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trade-off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순서도: 수동 입력 40">
            <a:extLst>
              <a:ext uri="{FF2B5EF4-FFF2-40B4-BE49-F238E27FC236}">
                <a16:creationId xmlns:a16="http://schemas.microsoft.com/office/drawing/2014/main" id="{FA5BA0C7-6A61-3C57-A017-7E0329B9CAFE}"/>
              </a:ext>
            </a:extLst>
          </p:cNvPr>
          <p:cNvSpPr/>
          <p:nvPr/>
        </p:nvSpPr>
        <p:spPr>
          <a:xfrm>
            <a:off x="903614" y="1727938"/>
            <a:ext cx="525713" cy="1150620"/>
          </a:xfrm>
          <a:prstGeom prst="flowChartManualInpu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F5925CA-F046-6FE7-252A-A16663097584}"/>
              </a:ext>
            </a:extLst>
          </p:cNvPr>
          <p:cNvCxnSpPr>
            <a:stCxn id="41" idx="0"/>
            <a:endCxn id="41" idx="2"/>
          </p:cNvCxnSpPr>
          <p:nvPr/>
        </p:nvCxnSpPr>
        <p:spPr>
          <a:xfrm>
            <a:off x="1166471" y="1843000"/>
            <a:ext cx="0" cy="103555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EA2BC44-4E2F-45FD-BD38-0C27D97069C2}"/>
                  </a:ext>
                </a:extLst>
              </p:cNvPr>
              <p:cNvSpPr txBox="1"/>
              <p:nvPr/>
            </p:nvSpPr>
            <p:spPr>
              <a:xfrm>
                <a:off x="1604809" y="1843000"/>
                <a:ext cx="239466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Area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Mid level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EA2BC44-4E2F-45FD-BD38-0C27D9706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809" y="1843000"/>
                <a:ext cx="2394665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47D20D8-7960-771B-9BCF-54651D0380AE}"/>
              </a:ext>
            </a:extLst>
          </p:cNvPr>
          <p:cNvCxnSpPr>
            <a:cxnSpLocks/>
          </p:cNvCxnSpPr>
          <p:nvPr/>
        </p:nvCxnSpPr>
        <p:spPr>
          <a:xfrm flipV="1">
            <a:off x="911225" y="1916417"/>
            <a:ext cx="0" cy="970283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2A03E12-D00A-94CD-1335-F211630A6170}"/>
              </a:ext>
            </a:extLst>
          </p:cNvPr>
          <p:cNvCxnSpPr>
            <a:cxnSpLocks/>
          </p:cNvCxnSpPr>
          <p:nvPr/>
        </p:nvCxnSpPr>
        <p:spPr>
          <a:xfrm flipV="1">
            <a:off x="1435677" y="1727938"/>
            <a:ext cx="0" cy="1158762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48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"/>
    </mc:Choice>
    <mc:Fallback xmlns="">
      <p:transition spd="slow" advTm="21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Result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Fitting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in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Gaussian as Shaping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7/8</a:t>
            </a:r>
            <a:endParaRPr lang="ko-KR" altLang="en-US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84CA7-C8F5-9370-4B8C-DE1F123274E4}"/>
                  </a:ext>
                </a:extLst>
              </p:cNvPr>
              <p:cNvSpPr txBox="1"/>
              <p:nvPr/>
            </p:nvSpPr>
            <p:spPr>
              <a:xfrm>
                <a:off x="456818" y="1195835"/>
                <a:ext cx="3360548" cy="1902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Trap distribution &amp; 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Vt retention mechanism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Stretched exponential function: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1−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𝑡</m:t>
                                        </m:r>
                                      </m:num>
                                      <m:den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𝜏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𝛽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84CA7-C8F5-9370-4B8C-DE1F12327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1195835"/>
                <a:ext cx="3360548" cy="19020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개체 9">
            <a:extLst>
              <a:ext uri="{FF2B5EF4-FFF2-40B4-BE49-F238E27FC236}">
                <a16:creationId xmlns:a16="http://schemas.microsoft.com/office/drawing/2014/main" id="{34214C23-F10C-CD35-52A1-35408C2F09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989137"/>
              </p:ext>
            </p:extLst>
          </p:nvPr>
        </p:nvGraphicFramePr>
        <p:xfrm>
          <a:off x="3817366" y="870922"/>
          <a:ext cx="4161222" cy="2908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965500" imgH="2771641" progId="Origin50.Graph">
                  <p:embed/>
                </p:oleObj>
              </mc:Choice>
              <mc:Fallback>
                <p:oleObj name="Graph" r:id="rId4" imgW="3965500" imgH="2771641" progId="Origin50.Graph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34214C23-F10C-CD35-52A1-35408C2F09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7366" y="870922"/>
                        <a:ext cx="4161222" cy="2908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180F9F0-B326-2E94-8F58-31ACC7C0DCFA}"/>
              </a:ext>
            </a:extLst>
          </p:cNvPr>
          <p:cNvSpPr txBox="1"/>
          <p:nvPr/>
        </p:nvSpPr>
        <p:spPr>
          <a:xfrm>
            <a:off x="456818" y="3617885"/>
            <a:ext cx="4161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distribution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E2F5391-9724-05EA-2DF7-878BFD836646}"/>
              </a:ext>
            </a:extLst>
          </p:cNvPr>
          <p:cNvSpPr/>
          <p:nvPr/>
        </p:nvSpPr>
        <p:spPr>
          <a:xfrm>
            <a:off x="3926541" y="4823012"/>
            <a:ext cx="833718" cy="484094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E60DFEA9-D65E-DAB1-3A08-A59429A639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180298"/>
              </p:ext>
            </p:extLst>
          </p:nvPr>
        </p:nvGraphicFramePr>
        <p:xfrm>
          <a:off x="438477" y="3902845"/>
          <a:ext cx="3479893" cy="2432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965500" imgH="2771641" progId="Origin50.Graph">
                  <p:embed/>
                </p:oleObj>
              </mc:Choice>
              <mc:Fallback>
                <p:oleObj name="Graph" r:id="rId6" imgW="3965500" imgH="2771641" progId="Origin50.Graph">
                  <p:embed/>
                  <p:pic>
                    <p:nvPicPr>
                      <p:cNvPr id="16" name="개체 15">
                        <a:extLst>
                          <a:ext uri="{FF2B5EF4-FFF2-40B4-BE49-F238E27FC236}">
                            <a16:creationId xmlns:a16="http://schemas.microsoft.com/office/drawing/2014/main" id="{E60DFEA9-D65E-DAB1-3A08-A59429A639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8477" y="3902845"/>
                        <a:ext cx="3479893" cy="2432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F19E9425-8619-C794-2851-F2E81C40F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049894"/>
              </p:ext>
            </p:extLst>
          </p:nvPr>
        </p:nvGraphicFramePr>
        <p:xfrm>
          <a:off x="5074920" y="3868196"/>
          <a:ext cx="3529465" cy="246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3965500" imgH="2771641" progId="Origin50.Graph">
                  <p:embed/>
                </p:oleObj>
              </mc:Choice>
              <mc:Fallback>
                <p:oleObj name="Graph" r:id="rId8" imgW="3965500" imgH="2771641" progId="Origin50.Graph">
                  <p:embed/>
                  <p:pic>
                    <p:nvPicPr>
                      <p:cNvPr id="17" name="개체 16">
                        <a:extLst>
                          <a:ext uri="{FF2B5EF4-FFF2-40B4-BE49-F238E27FC236}">
                            <a16:creationId xmlns:a16="http://schemas.microsoft.com/office/drawing/2014/main" id="{F19E9425-8619-C794-2851-F2E81C40F8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74920" y="3868196"/>
                        <a:ext cx="3529465" cy="24669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7A922F25-3AB9-AEFA-ABF2-2E808755D177}"/>
              </a:ext>
            </a:extLst>
          </p:cNvPr>
          <p:cNvSpPr/>
          <p:nvPr/>
        </p:nvSpPr>
        <p:spPr>
          <a:xfrm rot="19523579">
            <a:off x="6193252" y="1379788"/>
            <a:ext cx="143435" cy="54683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D4A1C870-40FE-7083-6CE1-244DA4BA5301}"/>
              </a:ext>
            </a:extLst>
          </p:cNvPr>
          <p:cNvSpPr/>
          <p:nvPr/>
        </p:nvSpPr>
        <p:spPr>
          <a:xfrm rot="8718916">
            <a:off x="5611945" y="2590023"/>
            <a:ext cx="143435" cy="54683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25493F-2FB6-D822-C0A5-4AF1117575DA}"/>
                  </a:ext>
                </a:extLst>
              </p:cNvPr>
              <p:cNvSpPr txBox="1"/>
              <p:nvPr/>
            </p:nvSpPr>
            <p:spPr>
              <a:xfrm>
                <a:off x="6264969" y="2586443"/>
                <a:ext cx="107972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𝛽</m:t>
                      </m:r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&lt;1  </m:t>
                      </m:r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𝑎𝑠</m:t>
                      </m:r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 </m:t>
                      </m:r>
                      <m:r>
                        <a:rPr lang="en-US" altLang="ko-KR" sz="1200" i="1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𝜎</m:t>
                      </m:r>
                      <m:r>
                        <a:rPr lang="en-US" altLang="ko-KR" sz="1200" i="1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↑</m:t>
                      </m:r>
                    </m:oMath>
                  </m:oMathPara>
                </a14:m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25493F-2FB6-D822-C0A5-4AF111757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969" y="2586443"/>
                <a:ext cx="107972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81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9"/>
    </mc:Choice>
    <mc:Fallback xmlns="">
      <p:transition spd="slow" advTm="334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Future Works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FFFFFF"/>
                </a:solidFill>
              </a:rPr>
              <a:t>8/8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81F9D-0B7B-2B34-AB53-D0E824FE1CDC}"/>
              </a:ext>
            </a:extLst>
          </p:cNvPr>
          <p:cNvSpPr txBox="1"/>
          <p:nvPr/>
        </p:nvSpPr>
        <p:spPr>
          <a:xfrm>
            <a:off x="758580" y="3380927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연구실 소자의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Gaussian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분포 활용하여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TCAD calibration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진행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B6F2A-02C9-ACDE-7A67-938AD77567B2}"/>
              </a:ext>
            </a:extLst>
          </p:cNvPr>
          <p:cNvSpPr txBox="1"/>
          <p:nvPr/>
        </p:nvSpPr>
        <p:spPr>
          <a:xfrm>
            <a:off x="758580" y="5201636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Barrier lowering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대한 주요사항 고려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– PV level dependency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C0B0D-7586-D6EA-0AB2-824EAAFAD761}"/>
              </a:ext>
            </a:extLst>
          </p:cNvPr>
          <p:cNvSpPr txBox="1"/>
          <p:nvPr/>
        </p:nvSpPr>
        <p:spPr>
          <a:xfrm>
            <a:off x="758580" y="1529166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Mechanism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(TBT, PF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dominancy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대한 고찰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(Calibration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앞서야 해당 특성 관찰 가능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670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9"/>
    </mc:Choice>
    <mc:Fallback xmlns="">
      <p:transition spd="slow" advTm="3349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</TotalTime>
  <Words>348</Words>
  <Application>Microsoft Office PowerPoint</Application>
  <PresentationFormat>화면 슬라이드 쇼(4:3)</PresentationFormat>
  <Paragraphs>76</Paragraphs>
  <Slides>8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Cambria Math</vt:lpstr>
      <vt:lpstr>Times New Roman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2024-07-10T07:05:46Z</dcterms:modified>
  <cp:version/>
</cp:coreProperties>
</file>