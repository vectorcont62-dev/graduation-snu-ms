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10"/>
  </p:notesMasterIdLst>
  <p:sldIdLst>
    <p:sldId id="314" r:id="rId2"/>
    <p:sldId id="315" r:id="rId3"/>
    <p:sldId id="318" r:id="rId4"/>
    <p:sldId id="317" r:id="rId5"/>
    <p:sldId id="321" r:id="rId6"/>
    <p:sldId id="316" r:id="rId7"/>
    <p:sldId id="320" r:id="rId8"/>
    <p:sldId id="319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527"/>
    <a:srgbClr val="F3630B"/>
    <a:srgbClr val="FBC7A7"/>
    <a:srgbClr val="FF3531"/>
    <a:srgbClr val="6BB3EF"/>
    <a:srgbClr val="3A60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ECE587-71D1-4784-8146-4E7DAA437A90}" v="456" dt="2024-09-29T18:58:10.627"/>
    <p1510:client id="{2E257482-2BBE-4312-9ABB-B4FAFBFF7210}" v="109" dt="2024-09-29T02:59:58.9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>
        <p:scale>
          <a:sx n="150" d="100"/>
          <a:sy n="150" d="100"/>
        </p:scale>
        <p:origin x="1992" y="22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EECE587-71D1-4784-8146-4E7DAA437A90}"/>
    <pc:docChg chg="undo custSel addSld delSld modSld sldOrd modMainMaster">
      <pc:chgData name="MYUNG JIN" userId="89f3fa32ababedc4" providerId="LiveId" clId="{1EECE587-71D1-4784-8146-4E7DAA437A90}" dt="2024-09-29T18:58:21.302" v="2310" actId="1076"/>
      <pc:docMkLst>
        <pc:docMk/>
      </pc:docMkLst>
      <pc:sldChg chg="modSp mod">
        <pc:chgData name="MYUNG JIN" userId="89f3fa32ababedc4" providerId="LiveId" clId="{1EECE587-71D1-4784-8146-4E7DAA437A90}" dt="2024-09-29T18:57:34.885" v="2292" actId="20577"/>
        <pc:sldMkLst>
          <pc:docMk/>
          <pc:sldMk cId="2415824652" sldId="314"/>
        </pc:sldMkLst>
        <pc:spChg chg="mod">
          <ac:chgData name="MYUNG JIN" userId="89f3fa32ababedc4" providerId="LiveId" clId="{1EECE587-71D1-4784-8146-4E7DAA437A90}" dt="2024-09-29T18:57:34.885" v="2292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modSp mod">
        <pc:chgData name="MYUNG JIN" userId="89f3fa32ababedc4" providerId="LiveId" clId="{1EECE587-71D1-4784-8146-4E7DAA437A90}" dt="2024-09-29T18:34:06.820" v="1784" actId="1076"/>
        <pc:sldMkLst>
          <pc:docMk/>
          <pc:sldMk cId="2899342611" sldId="315"/>
        </pc:sldMkLst>
        <pc:spChg chg="add mod">
          <ac:chgData name="MYUNG JIN" userId="89f3fa32ababedc4" providerId="LiveId" clId="{1EECE587-71D1-4784-8146-4E7DAA437A90}" dt="2024-09-29T18:34:06.820" v="1784" actId="1076"/>
          <ac:spMkLst>
            <pc:docMk/>
            <pc:sldMk cId="2899342611" sldId="315"/>
            <ac:spMk id="5" creationId="{26E4EABA-A946-F92C-537C-C04ED24AEAF8}"/>
          </ac:spMkLst>
        </pc:spChg>
      </pc:sldChg>
      <pc:sldChg chg="addSp delSp modSp mod">
        <pc:chgData name="MYUNG JIN" userId="89f3fa32ababedc4" providerId="LiveId" clId="{1EECE587-71D1-4784-8146-4E7DAA437A90}" dt="2024-09-29T18:02:52.927" v="748" actId="1076"/>
        <pc:sldMkLst>
          <pc:docMk/>
          <pc:sldMk cId="3597438170" sldId="316"/>
        </pc:sldMkLst>
        <pc:spChg chg="mod">
          <ac:chgData name="MYUNG JIN" userId="89f3fa32ababedc4" providerId="LiveId" clId="{1EECE587-71D1-4784-8146-4E7DAA437A90}" dt="2024-09-29T16:01:30.099" v="305" actId="404"/>
          <ac:spMkLst>
            <pc:docMk/>
            <pc:sldMk cId="3597438170" sldId="316"/>
            <ac:spMk id="2" creationId="{9B6202BD-F768-4B0F-F2E5-5DA91D5BA2F8}"/>
          </ac:spMkLst>
        </pc:spChg>
        <pc:spChg chg="del mod">
          <ac:chgData name="MYUNG JIN" userId="89f3fa32ababedc4" providerId="LiveId" clId="{1EECE587-71D1-4784-8146-4E7DAA437A90}" dt="2024-09-29T16:01:54.352" v="309" actId="478"/>
          <ac:spMkLst>
            <pc:docMk/>
            <pc:sldMk cId="3597438170" sldId="316"/>
            <ac:spMk id="3" creationId="{FB778CDB-532D-4257-27FA-A842E231F0ED}"/>
          </ac:spMkLst>
        </pc:spChg>
        <pc:spChg chg="add mod">
          <ac:chgData name="MYUNG JIN" userId="89f3fa32ababedc4" providerId="LiveId" clId="{1EECE587-71D1-4784-8146-4E7DAA437A90}" dt="2024-09-29T16:02:50.175" v="322" actId="1076"/>
          <ac:spMkLst>
            <pc:docMk/>
            <pc:sldMk cId="3597438170" sldId="316"/>
            <ac:spMk id="8" creationId="{FE3306F8-23C7-735A-10E0-EC94A1FC278F}"/>
          </ac:spMkLst>
        </pc:spChg>
        <pc:spChg chg="add mod">
          <ac:chgData name="MYUNG JIN" userId="89f3fa32ababedc4" providerId="LiveId" clId="{1EECE587-71D1-4784-8146-4E7DAA437A90}" dt="2024-09-29T16:02:56.917" v="323" actId="571"/>
          <ac:spMkLst>
            <pc:docMk/>
            <pc:sldMk cId="3597438170" sldId="316"/>
            <ac:spMk id="9" creationId="{9063829E-C3CB-3C05-82E4-D8B2D77D7030}"/>
          </ac:spMkLst>
        </pc:spChg>
        <pc:spChg chg="add mod">
          <ac:chgData name="MYUNG JIN" userId="89f3fa32ababedc4" providerId="LiveId" clId="{1EECE587-71D1-4784-8146-4E7DAA437A90}" dt="2024-09-29T17:59:03.590" v="552" actId="1076"/>
          <ac:spMkLst>
            <pc:docMk/>
            <pc:sldMk cId="3597438170" sldId="316"/>
            <ac:spMk id="25" creationId="{805CD91F-E7BB-CC64-DE3E-4880C0662E73}"/>
          </ac:spMkLst>
        </pc:spChg>
        <pc:spChg chg="add del mod">
          <ac:chgData name="MYUNG JIN" userId="89f3fa32ababedc4" providerId="LiveId" clId="{1EECE587-71D1-4784-8146-4E7DAA437A90}" dt="2024-09-29T17:55:27.346" v="348" actId="478"/>
          <ac:spMkLst>
            <pc:docMk/>
            <pc:sldMk cId="3597438170" sldId="316"/>
            <ac:spMk id="27" creationId="{C8CD3A27-CFD5-11D4-CC2F-7C28523C862B}"/>
          </ac:spMkLst>
        </pc:spChg>
        <pc:spChg chg="add mod">
          <ac:chgData name="MYUNG JIN" userId="89f3fa32ababedc4" providerId="LiveId" clId="{1EECE587-71D1-4784-8146-4E7DAA437A90}" dt="2024-09-29T18:01:25.834" v="721" actId="1076"/>
          <ac:spMkLst>
            <pc:docMk/>
            <pc:sldMk cId="3597438170" sldId="316"/>
            <ac:spMk id="31" creationId="{C689B063-B945-A4C9-84D8-31ED46EB2875}"/>
          </ac:spMkLst>
        </pc:spChg>
        <pc:spChg chg="add del mod">
          <ac:chgData name="MYUNG JIN" userId="89f3fa32ababedc4" providerId="LiveId" clId="{1EECE587-71D1-4784-8146-4E7DAA437A90}" dt="2024-09-29T17:56:54.216" v="415" actId="478"/>
          <ac:spMkLst>
            <pc:docMk/>
            <pc:sldMk cId="3597438170" sldId="316"/>
            <ac:spMk id="32" creationId="{27BFF752-7129-FB23-507E-C9B0072CE80C}"/>
          </ac:spMkLst>
        </pc:spChg>
        <pc:spChg chg="add mod">
          <ac:chgData name="MYUNG JIN" userId="89f3fa32ababedc4" providerId="LiveId" clId="{1EECE587-71D1-4784-8146-4E7DAA437A90}" dt="2024-09-29T18:00:37.231" v="717" actId="1076"/>
          <ac:spMkLst>
            <pc:docMk/>
            <pc:sldMk cId="3597438170" sldId="316"/>
            <ac:spMk id="38" creationId="{8581E97B-352A-5D6A-BBC0-5F26314869B2}"/>
          </ac:spMkLst>
        </pc:spChg>
        <pc:spChg chg="add del mod">
          <ac:chgData name="MYUNG JIN" userId="89f3fa32ababedc4" providerId="LiveId" clId="{1EECE587-71D1-4784-8146-4E7DAA437A90}" dt="2024-09-29T18:01:48.747" v="730" actId="478"/>
          <ac:spMkLst>
            <pc:docMk/>
            <pc:sldMk cId="3597438170" sldId="316"/>
            <ac:spMk id="39" creationId="{2606197C-BBFE-AE4C-A042-3B1FC028B377}"/>
          </ac:spMkLst>
        </pc:spChg>
        <pc:spChg chg="add mod">
          <ac:chgData name="MYUNG JIN" userId="89f3fa32ababedc4" providerId="LiveId" clId="{1EECE587-71D1-4784-8146-4E7DAA437A90}" dt="2024-09-29T18:02:52.927" v="748" actId="1076"/>
          <ac:spMkLst>
            <pc:docMk/>
            <pc:sldMk cId="3597438170" sldId="316"/>
            <ac:spMk id="40" creationId="{97A21BF3-AA82-B2A4-6B56-A20BB8476F2B}"/>
          </ac:spMkLst>
        </pc:spChg>
        <pc:picChg chg="add mod">
          <ac:chgData name="MYUNG JIN" userId="89f3fa32ababedc4" providerId="LiveId" clId="{1EECE587-71D1-4784-8146-4E7DAA437A90}" dt="2024-09-29T16:02:20.411" v="314" actId="1076"/>
          <ac:picMkLst>
            <pc:docMk/>
            <pc:sldMk cId="3597438170" sldId="316"/>
            <ac:picMk id="5" creationId="{87E741A8-0C2C-242E-7A7E-DDF9000381D1}"/>
          </ac:picMkLst>
        </pc:picChg>
        <pc:picChg chg="add mod">
          <ac:chgData name="MYUNG JIN" userId="89f3fa32ababedc4" providerId="LiveId" clId="{1EECE587-71D1-4784-8146-4E7DAA437A90}" dt="2024-09-29T16:02:46.355" v="321" actId="1076"/>
          <ac:picMkLst>
            <pc:docMk/>
            <pc:sldMk cId="3597438170" sldId="316"/>
            <ac:picMk id="7" creationId="{9B9E4756-E251-1DD9-A717-ED09BC81204D}"/>
          </ac:picMkLst>
        </pc:picChg>
        <pc:picChg chg="add mod">
          <ac:chgData name="MYUNG JIN" userId="89f3fa32ababedc4" providerId="LiveId" clId="{1EECE587-71D1-4784-8146-4E7DAA437A90}" dt="2024-09-29T17:59:03.590" v="552" actId="1076"/>
          <ac:picMkLst>
            <pc:docMk/>
            <pc:sldMk cId="3597438170" sldId="316"/>
            <ac:picMk id="22" creationId="{D11C216D-27F6-FA05-94FF-0EC37B4DB29C}"/>
          </ac:picMkLst>
        </pc:picChg>
        <pc:picChg chg="add del mod">
          <ac:chgData name="MYUNG JIN" userId="89f3fa32ababedc4" providerId="LiveId" clId="{1EECE587-71D1-4784-8146-4E7DAA437A90}" dt="2024-09-29T17:55:14.287" v="342" actId="478"/>
          <ac:picMkLst>
            <pc:docMk/>
            <pc:sldMk cId="3597438170" sldId="316"/>
            <ac:picMk id="24" creationId="{5DBB76B4-9D10-88FF-37FE-CE9390B71C8A}"/>
          </ac:picMkLst>
        </pc:picChg>
        <pc:picChg chg="add mod">
          <ac:chgData name="MYUNG JIN" userId="89f3fa32ababedc4" providerId="LiveId" clId="{1EECE587-71D1-4784-8146-4E7DAA437A90}" dt="2024-09-29T18:01:31.131" v="723" actId="1076"/>
          <ac:picMkLst>
            <pc:docMk/>
            <pc:sldMk cId="3597438170" sldId="316"/>
            <ac:picMk id="33" creationId="{B670D1E3-35E8-12C7-3D74-39BC22527E81}"/>
          </ac:picMkLst>
        </pc:picChg>
        <pc:cxnChg chg="add mod">
          <ac:chgData name="MYUNG JIN" userId="89f3fa32ababedc4" providerId="LiveId" clId="{1EECE587-71D1-4784-8146-4E7DAA437A90}" dt="2024-09-29T16:03:37.448" v="332" actId="14100"/>
          <ac:cxnSpMkLst>
            <pc:docMk/>
            <pc:sldMk cId="3597438170" sldId="316"/>
            <ac:cxnSpMk id="11" creationId="{BF0E0F9F-73E4-8ABC-DB76-AF1246539693}"/>
          </ac:cxnSpMkLst>
        </pc:cxnChg>
        <pc:cxnChg chg="add mod">
          <ac:chgData name="MYUNG JIN" userId="89f3fa32ababedc4" providerId="LiveId" clId="{1EECE587-71D1-4784-8146-4E7DAA437A90}" dt="2024-09-29T16:04:00.864" v="336" actId="1582"/>
          <ac:cxnSpMkLst>
            <pc:docMk/>
            <pc:sldMk cId="3597438170" sldId="316"/>
            <ac:cxnSpMk id="19" creationId="{51A1A495-6C3A-C723-F2D4-9A275D4FA38A}"/>
          </ac:cxnSpMkLst>
        </pc:cxnChg>
        <pc:cxnChg chg="add mod">
          <ac:chgData name="MYUNG JIN" userId="89f3fa32ababedc4" providerId="LiveId" clId="{1EECE587-71D1-4784-8146-4E7DAA437A90}" dt="2024-09-29T16:04:03.334" v="337" actId="571"/>
          <ac:cxnSpMkLst>
            <pc:docMk/>
            <pc:sldMk cId="3597438170" sldId="316"/>
            <ac:cxnSpMk id="20" creationId="{12BCB05D-B276-D57A-F2BB-E93291C5C116}"/>
          </ac:cxnSpMkLst>
        </pc:cxnChg>
        <pc:cxnChg chg="add mod">
          <ac:chgData name="MYUNG JIN" userId="89f3fa32ababedc4" providerId="LiveId" clId="{1EECE587-71D1-4784-8146-4E7DAA437A90}" dt="2024-09-29T17:59:03.590" v="552" actId="1076"/>
          <ac:cxnSpMkLst>
            <pc:docMk/>
            <pc:sldMk cId="3597438170" sldId="316"/>
            <ac:cxnSpMk id="26" creationId="{0E264BEA-D628-1372-9839-B16B1D0FF674}"/>
          </ac:cxnSpMkLst>
        </pc:cxnChg>
        <pc:cxnChg chg="add mod">
          <ac:chgData name="MYUNG JIN" userId="89f3fa32ababedc4" providerId="LiveId" clId="{1EECE587-71D1-4784-8146-4E7DAA437A90}" dt="2024-09-29T17:59:03.590" v="552" actId="1076"/>
          <ac:cxnSpMkLst>
            <pc:docMk/>
            <pc:sldMk cId="3597438170" sldId="316"/>
            <ac:cxnSpMk id="29" creationId="{A6214827-0500-6A30-C47E-366B6B46433E}"/>
          </ac:cxnSpMkLst>
        </pc:cxnChg>
        <pc:cxnChg chg="add mod">
          <ac:chgData name="MYUNG JIN" userId="89f3fa32ababedc4" providerId="LiveId" clId="{1EECE587-71D1-4784-8146-4E7DAA437A90}" dt="2024-09-29T18:01:31.131" v="723" actId="1076"/>
          <ac:cxnSpMkLst>
            <pc:docMk/>
            <pc:sldMk cId="3597438170" sldId="316"/>
            <ac:cxnSpMk id="35" creationId="{378C912A-51D9-50F0-013F-3E9DFB0A17A7}"/>
          </ac:cxnSpMkLst>
        </pc:cxnChg>
      </pc:sldChg>
      <pc:sldChg chg="addSp delSp modSp mod ord">
        <pc:chgData name="MYUNG JIN" userId="89f3fa32ababedc4" providerId="LiveId" clId="{1EECE587-71D1-4784-8146-4E7DAA437A90}" dt="2024-09-29T18:51:14.136" v="2105" actId="404"/>
        <pc:sldMkLst>
          <pc:docMk/>
          <pc:sldMk cId="626777525" sldId="317"/>
        </pc:sldMkLst>
        <pc:spChg chg="mod">
          <ac:chgData name="MYUNG JIN" userId="89f3fa32ababedc4" providerId="LiveId" clId="{1EECE587-71D1-4784-8146-4E7DAA437A90}" dt="2024-09-29T18:51:14.136" v="2105" actId="404"/>
          <ac:spMkLst>
            <pc:docMk/>
            <pc:sldMk cId="626777525" sldId="317"/>
            <ac:spMk id="2" creationId="{562A1658-FB18-8B99-0B67-7D56371EB464}"/>
          </ac:spMkLst>
        </pc:spChg>
        <pc:spChg chg="mod">
          <ac:chgData name="MYUNG JIN" userId="89f3fa32ababedc4" providerId="LiveId" clId="{1EECE587-71D1-4784-8146-4E7DAA437A90}" dt="2024-09-29T18:07:32.990" v="937" actId="164"/>
          <ac:spMkLst>
            <pc:docMk/>
            <pc:sldMk cId="626777525" sldId="317"/>
            <ac:spMk id="3" creationId="{AE995334-E5B5-7FAB-4DC5-3A100EDF3F38}"/>
          </ac:spMkLst>
        </pc:spChg>
        <pc:spChg chg="add mod">
          <ac:chgData name="MYUNG JIN" userId="89f3fa32ababedc4" providerId="LiveId" clId="{1EECE587-71D1-4784-8146-4E7DAA437A90}" dt="2024-09-29T18:37:46.361" v="1871" actId="1076"/>
          <ac:spMkLst>
            <pc:docMk/>
            <pc:sldMk cId="626777525" sldId="317"/>
            <ac:spMk id="15" creationId="{2605D028-B6D0-5A35-2991-4871EC28F9D3}"/>
          </ac:spMkLst>
        </pc:spChg>
        <pc:spChg chg="add mod">
          <ac:chgData name="MYUNG JIN" userId="89f3fa32ababedc4" providerId="LiveId" clId="{1EECE587-71D1-4784-8146-4E7DAA437A90}" dt="2024-09-29T18:37:55.546" v="1874" actId="1076"/>
          <ac:spMkLst>
            <pc:docMk/>
            <pc:sldMk cId="626777525" sldId="317"/>
            <ac:spMk id="16" creationId="{EB487768-A142-E524-A204-E55A0FC1B636}"/>
          </ac:spMkLst>
        </pc:spChg>
        <pc:spChg chg="add mod ord">
          <ac:chgData name="MYUNG JIN" userId="89f3fa32ababedc4" providerId="LiveId" clId="{1EECE587-71D1-4784-8146-4E7DAA437A90}" dt="2024-09-29T18:07:32.990" v="937" actId="164"/>
          <ac:spMkLst>
            <pc:docMk/>
            <pc:sldMk cId="626777525" sldId="317"/>
            <ac:spMk id="17" creationId="{F785DA09-8C60-FD01-6600-0E02F8E162D7}"/>
          </ac:spMkLst>
        </pc:spChg>
        <pc:spChg chg="add del">
          <ac:chgData name="MYUNG JIN" userId="89f3fa32ababedc4" providerId="LiveId" clId="{1EECE587-71D1-4784-8146-4E7DAA437A90}" dt="2024-09-29T18:11:04.565" v="952" actId="478"/>
          <ac:spMkLst>
            <pc:docMk/>
            <pc:sldMk cId="626777525" sldId="317"/>
            <ac:spMk id="26" creationId="{64688F77-1CCF-7D45-2534-55D6CA7C5860}"/>
          </ac:spMkLst>
        </pc:spChg>
        <pc:spChg chg="add del mod">
          <ac:chgData name="MYUNG JIN" userId="89f3fa32ababedc4" providerId="LiveId" clId="{1EECE587-71D1-4784-8146-4E7DAA437A90}" dt="2024-09-29T18:37:10.948" v="1841" actId="478"/>
          <ac:spMkLst>
            <pc:docMk/>
            <pc:sldMk cId="626777525" sldId="317"/>
            <ac:spMk id="36" creationId="{82631BFB-7F12-9737-7C25-CEFA961FA212}"/>
          </ac:spMkLst>
        </pc:spChg>
        <pc:spChg chg="add del mod">
          <ac:chgData name="MYUNG JIN" userId="89f3fa32ababedc4" providerId="LiveId" clId="{1EECE587-71D1-4784-8146-4E7DAA437A90}" dt="2024-09-29T18:37:10.948" v="1841" actId="478"/>
          <ac:spMkLst>
            <pc:docMk/>
            <pc:sldMk cId="626777525" sldId="317"/>
            <ac:spMk id="37" creationId="{2DC23B6E-35D5-A6A8-A87C-AC2039D15F9F}"/>
          </ac:spMkLst>
        </pc:spChg>
        <pc:spChg chg="add del mod">
          <ac:chgData name="MYUNG JIN" userId="89f3fa32ababedc4" providerId="LiveId" clId="{1EECE587-71D1-4784-8146-4E7DAA437A90}" dt="2024-09-29T18:37:10.948" v="1841" actId="478"/>
          <ac:spMkLst>
            <pc:docMk/>
            <pc:sldMk cId="626777525" sldId="317"/>
            <ac:spMk id="38" creationId="{229516F5-06C2-4EA6-F79C-E582C66FD487}"/>
          </ac:spMkLst>
        </pc:spChg>
        <pc:spChg chg="add del mod">
          <ac:chgData name="MYUNG JIN" userId="89f3fa32ababedc4" providerId="LiveId" clId="{1EECE587-71D1-4784-8146-4E7DAA437A90}" dt="2024-09-29T18:37:10.948" v="1841" actId="478"/>
          <ac:spMkLst>
            <pc:docMk/>
            <pc:sldMk cId="626777525" sldId="317"/>
            <ac:spMk id="39" creationId="{E784A842-906E-E490-7309-17675B17C744}"/>
          </ac:spMkLst>
        </pc:spChg>
        <pc:spChg chg="add del mod">
          <ac:chgData name="MYUNG JIN" userId="89f3fa32ababedc4" providerId="LiveId" clId="{1EECE587-71D1-4784-8146-4E7DAA437A90}" dt="2024-09-29T18:37:10.948" v="1841" actId="478"/>
          <ac:spMkLst>
            <pc:docMk/>
            <pc:sldMk cId="626777525" sldId="317"/>
            <ac:spMk id="43" creationId="{A6366305-9C50-FB26-E5D7-ABA68C61FD15}"/>
          </ac:spMkLst>
        </pc:spChg>
        <pc:spChg chg="add del mod">
          <ac:chgData name="MYUNG JIN" userId="89f3fa32ababedc4" providerId="LiveId" clId="{1EECE587-71D1-4784-8146-4E7DAA437A90}" dt="2024-09-29T18:37:10.948" v="1841" actId="478"/>
          <ac:spMkLst>
            <pc:docMk/>
            <pc:sldMk cId="626777525" sldId="317"/>
            <ac:spMk id="44" creationId="{E34414F1-555A-DDB6-F0B3-969227BBBFF3}"/>
          </ac:spMkLst>
        </pc:spChg>
        <pc:spChg chg="mod">
          <ac:chgData name="MYUNG JIN" userId="89f3fa32ababedc4" providerId="LiveId" clId="{1EECE587-71D1-4784-8146-4E7DAA437A90}" dt="2024-09-29T18:36:50.166" v="1838"/>
          <ac:spMkLst>
            <pc:docMk/>
            <pc:sldMk cId="626777525" sldId="317"/>
            <ac:spMk id="46" creationId="{981CBD51-CFA0-7998-4DA9-A27F37465ABF}"/>
          </ac:spMkLst>
        </pc:spChg>
        <pc:spChg chg="mod">
          <ac:chgData name="MYUNG JIN" userId="89f3fa32ababedc4" providerId="LiveId" clId="{1EECE587-71D1-4784-8146-4E7DAA437A90}" dt="2024-09-29T18:36:50.166" v="1838"/>
          <ac:spMkLst>
            <pc:docMk/>
            <pc:sldMk cId="626777525" sldId="317"/>
            <ac:spMk id="47" creationId="{579204D9-9E90-4369-7FCE-FCAF68F9408B}"/>
          </ac:spMkLst>
        </pc:spChg>
        <pc:spChg chg="add mod">
          <ac:chgData name="MYUNG JIN" userId="89f3fa32ababedc4" providerId="LiveId" clId="{1EECE587-71D1-4784-8146-4E7DAA437A90}" dt="2024-09-29T18:36:50.166" v="1838"/>
          <ac:spMkLst>
            <pc:docMk/>
            <pc:sldMk cId="626777525" sldId="317"/>
            <ac:spMk id="49" creationId="{BFADBE7B-EB90-7576-7DF8-CEC07CD4E321}"/>
          </ac:spMkLst>
        </pc:spChg>
        <pc:spChg chg="add mod">
          <ac:chgData name="MYUNG JIN" userId="89f3fa32ababedc4" providerId="LiveId" clId="{1EECE587-71D1-4784-8146-4E7DAA437A90}" dt="2024-09-29T18:36:50.166" v="1838"/>
          <ac:spMkLst>
            <pc:docMk/>
            <pc:sldMk cId="626777525" sldId="317"/>
            <ac:spMk id="50" creationId="{E4082EE7-8C7B-B30E-12FC-93E3980CBA05}"/>
          </ac:spMkLst>
        </pc:spChg>
        <pc:spChg chg="add mod">
          <ac:chgData name="MYUNG JIN" userId="89f3fa32ababedc4" providerId="LiveId" clId="{1EECE587-71D1-4784-8146-4E7DAA437A90}" dt="2024-09-29T18:36:50.166" v="1838"/>
          <ac:spMkLst>
            <pc:docMk/>
            <pc:sldMk cId="626777525" sldId="317"/>
            <ac:spMk id="57" creationId="{70ED6698-DF1A-CC34-E8FC-903B3C7AA24B}"/>
          </ac:spMkLst>
        </pc:spChg>
        <pc:spChg chg="add mod">
          <ac:chgData name="MYUNG JIN" userId="89f3fa32ababedc4" providerId="LiveId" clId="{1EECE587-71D1-4784-8146-4E7DAA437A90}" dt="2024-09-29T18:36:50.166" v="1838"/>
          <ac:spMkLst>
            <pc:docMk/>
            <pc:sldMk cId="626777525" sldId="317"/>
            <ac:spMk id="58" creationId="{2FFA8219-E772-C34E-8104-EF65441DDB64}"/>
          </ac:spMkLst>
        </pc:spChg>
        <pc:spChg chg="add mod">
          <ac:chgData name="MYUNG JIN" userId="89f3fa32ababedc4" providerId="LiveId" clId="{1EECE587-71D1-4784-8146-4E7DAA437A90}" dt="2024-09-29T18:36:50.166" v="1838"/>
          <ac:spMkLst>
            <pc:docMk/>
            <pc:sldMk cId="626777525" sldId="317"/>
            <ac:spMk id="59" creationId="{F3B5D068-F016-3395-D1E9-1FB2AAEC71DC}"/>
          </ac:spMkLst>
        </pc:spChg>
        <pc:spChg chg="add mod">
          <ac:chgData name="MYUNG JIN" userId="89f3fa32ababedc4" providerId="LiveId" clId="{1EECE587-71D1-4784-8146-4E7DAA437A90}" dt="2024-09-29T18:36:50.166" v="1838"/>
          <ac:spMkLst>
            <pc:docMk/>
            <pc:sldMk cId="626777525" sldId="317"/>
            <ac:spMk id="60" creationId="{E4374D8E-C339-841C-FC8F-4F1A2A050D15}"/>
          </ac:spMkLst>
        </pc:spChg>
        <pc:spChg chg="add mod">
          <ac:chgData name="MYUNG JIN" userId="89f3fa32ababedc4" providerId="LiveId" clId="{1EECE587-71D1-4784-8146-4E7DAA437A90}" dt="2024-09-29T18:36:50.166" v="1838"/>
          <ac:spMkLst>
            <pc:docMk/>
            <pc:sldMk cId="626777525" sldId="317"/>
            <ac:spMk id="63" creationId="{07C95DF9-FAE4-DB16-1AAC-A6DCCB38797B}"/>
          </ac:spMkLst>
        </pc:spChg>
        <pc:spChg chg="add mod">
          <ac:chgData name="MYUNG JIN" userId="89f3fa32ababedc4" providerId="LiveId" clId="{1EECE587-71D1-4784-8146-4E7DAA437A90}" dt="2024-09-29T18:36:50.166" v="1838"/>
          <ac:spMkLst>
            <pc:docMk/>
            <pc:sldMk cId="626777525" sldId="317"/>
            <ac:spMk id="64" creationId="{7D137544-C69E-1F80-EA63-F61B2643CEC6}"/>
          </ac:spMkLst>
        </pc:spChg>
        <pc:spChg chg="add mod">
          <ac:chgData name="MYUNG JIN" userId="89f3fa32ababedc4" providerId="LiveId" clId="{1EECE587-71D1-4784-8146-4E7DAA437A90}" dt="2024-09-29T18:38:41.244" v="1884" actId="14100"/>
          <ac:spMkLst>
            <pc:docMk/>
            <pc:sldMk cId="626777525" sldId="317"/>
            <ac:spMk id="65" creationId="{A927F4B2-CF5C-D382-3758-20CE20D5E0B2}"/>
          </ac:spMkLst>
        </pc:spChg>
        <pc:spChg chg="add mod">
          <ac:chgData name="MYUNG JIN" userId="89f3fa32ababedc4" providerId="LiveId" clId="{1EECE587-71D1-4784-8146-4E7DAA437A90}" dt="2024-09-29T18:39:16.302" v="1916" actId="1076"/>
          <ac:spMkLst>
            <pc:docMk/>
            <pc:sldMk cId="626777525" sldId="317"/>
            <ac:spMk id="66" creationId="{C20F967B-0C5A-D824-6FA8-AB8868519323}"/>
          </ac:spMkLst>
        </pc:spChg>
        <pc:spChg chg="add mod">
          <ac:chgData name="MYUNG JIN" userId="89f3fa32ababedc4" providerId="LiveId" clId="{1EECE587-71D1-4784-8146-4E7DAA437A90}" dt="2024-09-29T18:39:19.241" v="1920" actId="20577"/>
          <ac:spMkLst>
            <pc:docMk/>
            <pc:sldMk cId="626777525" sldId="317"/>
            <ac:spMk id="67" creationId="{D93BEAEA-CD37-4999-2451-6A74BAF35B73}"/>
          </ac:spMkLst>
        </pc:spChg>
        <pc:spChg chg="add mod">
          <ac:chgData name="MYUNG JIN" userId="89f3fa32ababedc4" providerId="LiveId" clId="{1EECE587-71D1-4784-8146-4E7DAA437A90}" dt="2024-09-29T18:49:46.344" v="1994" actId="20577"/>
          <ac:spMkLst>
            <pc:docMk/>
            <pc:sldMk cId="626777525" sldId="317"/>
            <ac:spMk id="72" creationId="{56AAA8AA-A82F-781A-27CA-7EB1FF1F6D39}"/>
          </ac:spMkLst>
        </pc:spChg>
        <pc:spChg chg="add mod">
          <ac:chgData name="MYUNG JIN" userId="89f3fa32ababedc4" providerId="LiveId" clId="{1EECE587-71D1-4784-8146-4E7DAA437A90}" dt="2024-09-29T18:50:07.643" v="2055" actId="20577"/>
          <ac:spMkLst>
            <pc:docMk/>
            <pc:sldMk cId="626777525" sldId="317"/>
            <ac:spMk id="73" creationId="{2106B4C7-CC3C-42D9-BF98-DB8467C057AD}"/>
          </ac:spMkLst>
        </pc:spChg>
        <pc:spChg chg="add mod">
          <ac:chgData name="MYUNG JIN" userId="89f3fa32ababedc4" providerId="LiveId" clId="{1EECE587-71D1-4784-8146-4E7DAA437A90}" dt="2024-09-29T18:50:29.795" v="2089" actId="20577"/>
          <ac:spMkLst>
            <pc:docMk/>
            <pc:sldMk cId="626777525" sldId="317"/>
            <ac:spMk id="74" creationId="{63366193-EBB3-ECE9-7A85-B164AE5DC43D}"/>
          </ac:spMkLst>
        </pc:spChg>
        <pc:spChg chg="add mod">
          <ac:chgData name="MYUNG JIN" userId="89f3fa32ababedc4" providerId="LiveId" clId="{1EECE587-71D1-4784-8146-4E7DAA437A90}" dt="2024-09-29T18:50:36.437" v="2092" actId="1076"/>
          <ac:spMkLst>
            <pc:docMk/>
            <pc:sldMk cId="626777525" sldId="317"/>
            <ac:spMk id="75" creationId="{3F66DF06-AF5E-059E-45DB-A326ECBC2D8E}"/>
          </ac:spMkLst>
        </pc:spChg>
        <pc:grpChg chg="add del mod">
          <ac:chgData name="MYUNG JIN" userId="89f3fa32ababedc4" providerId="LiveId" clId="{1EECE587-71D1-4784-8146-4E7DAA437A90}" dt="2024-09-29T18:37:10.948" v="1841" actId="478"/>
          <ac:grpSpMkLst>
            <pc:docMk/>
            <pc:sldMk cId="626777525" sldId="317"/>
            <ac:grpSpMk id="18" creationId="{8458F4CC-49C9-2D76-2B56-851D86BF06C8}"/>
          </ac:grpSpMkLst>
        </pc:grpChg>
        <pc:grpChg chg="add mod">
          <ac:chgData name="MYUNG JIN" userId="89f3fa32ababedc4" providerId="LiveId" clId="{1EECE587-71D1-4784-8146-4E7DAA437A90}" dt="2024-09-29T18:10:17.624" v="945" actId="164"/>
          <ac:grpSpMkLst>
            <pc:docMk/>
            <pc:sldMk cId="626777525" sldId="317"/>
            <ac:grpSpMk id="21" creationId="{6CF3E37B-32AF-1FD9-116D-6774E042502B}"/>
          </ac:grpSpMkLst>
        </pc:grpChg>
        <pc:grpChg chg="add del mod">
          <ac:chgData name="MYUNG JIN" userId="89f3fa32ababedc4" providerId="LiveId" clId="{1EECE587-71D1-4784-8146-4E7DAA437A90}" dt="2024-09-29T18:37:10.948" v="1841" actId="478"/>
          <ac:grpSpMkLst>
            <pc:docMk/>
            <pc:sldMk cId="626777525" sldId="317"/>
            <ac:grpSpMk id="24" creationId="{39D21618-50FC-02AF-C151-95B47E024E39}"/>
          </ac:grpSpMkLst>
        </pc:grpChg>
        <pc:grpChg chg="add del mod">
          <ac:chgData name="MYUNG JIN" userId="89f3fa32ababedc4" providerId="LiveId" clId="{1EECE587-71D1-4784-8146-4E7DAA437A90}" dt="2024-09-29T18:37:10.948" v="1841" actId="478"/>
          <ac:grpSpMkLst>
            <pc:docMk/>
            <pc:sldMk cId="626777525" sldId="317"/>
            <ac:grpSpMk id="25" creationId="{44A5CF87-5206-C2A1-91F5-92459C9396CA}"/>
          </ac:grpSpMkLst>
        </pc:grpChg>
        <pc:grpChg chg="add mod">
          <ac:chgData name="MYUNG JIN" userId="89f3fa32ababedc4" providerId="LiveId" clId="{1EECE587-71D1-4784-8146-4E7DAA437A90}" dt="2024-09-29T18:36:50.166" v="1838"/>
          <ac:grpSpMkLst>
            <pc:docMk/>
            <pc:sldMk cId="626777525" sldId="317"/>
            <ac:grpSpMk id="45" creationId="{DC967831-7253-B7AF-5435-8454EC5F3E76}"/>
          </ac:grpSpMkLst>
        </pc:grpChg>
        <pc:grpChg chg="add mod">
          <ac:chgData name="MYUNG JIN" userId="89f3fa32ababedc4" providerId="LiveId" clId="{1EECE587-71D1-4784-8146-4E7DAA437A90}" dt="2024-09-29T18:36:50.166" v="1838"/>
          <ac:grpSpMkLst>
            <pc:docMk/>
            <pc:sldMk cId="626777525" sldId="317"/>
            <ac:grpSpMk id="51" creationId="{64C87F98-E2E7-859D-2738-8C939110A8BA}"/>
          </ac:grpSpMkLst>
        </pc:grpChg>
        <pc:grpChg chg="add mod">
          <ac:chgData name="MYUNG JIN" userId="89f3fa32ababedc4" providerId="LiveId" clId="{1EECE587-71D1-4784-8146-4E7DAA437A90}" dt="2024-09-29T18:36:50.166" v="1838"/>
          <ac:grpSpMkLst>
            <pc:docMk/>
            <pc:sldMk cId="626777525" sldId="317"/>
            <ac:grpSpMk id="54" creationId="{BD5C67EA-3A44-0FE9-B370-9764F3143690}"/>
          </ac:grpSpMkLst>
        </pc:grpChg>
        <pc:graphicFrameChg chg="add mod">
          <ac:chgData name="MYUNG JIN" userId="89f3fa32ababedc4" providerId="LiveId" clId="{1EECE587-71D1-4784-8146-4E7DAA437A90}" dt="2024-09-29T14:39:51.179" v="15"/>
          <ac:graphicFrameMkLst>
            <pc:docMk/>
            <pc:sldMk cId="626777525" sldId="317"/>
            <ac:graphicFrameMk id="4" creationId="{D174D572-213B-8ED5-73D5-702E37043421}"/>
          </ac:graphicFrameMkLst>
        </pc:graphicFrameChg>
        <pc:graphicFrameChg chg="add mod">
          <ac:chgData name="MYUNG JIN" userId="89f3fa32ababedc4" providerId="LiveId" clId="{1EECE587-71D1-4784-8146-4E7DAA437A90}" dt="2024-09-29T15:23:21.884" v="70"/>
          <ac:graphicFrameMkLst>
            <pc:docMk/>
            <pc:sldMk cId="626777525" sldId="317"/>
            <ac:graphicFrameMk id="7" creationId="{1A8EA789-6355-338C-65CA-C9F96D5FB6FB}"/>
          </ac:graphicFrameMkLst>
        </pc:graphicFrameChg>
        <pc:graphicFrameChg chg="add mod">
          <ac:chgData name="MYUNG JIN" userId="89f3fa32ababedc4" providerId="LiveId" clId="{1EECE587-71D1-4784-8146-4E7DAA437A90}" dt="2024-09-29T15:36:56.028" v="103"/>
          <ac:graphicFrameMkLst>
            <pc:docMk/>
            <pc:sldMk cId="626777525" sldId="317"/>
            <ac:graphicFrameMk id="9" creationId="{1A6787AE-90C8-353E-5986-6E4BAE863888}"/>
          </ac:graphicFrameMkLst>
        </pc:graphicFrameChg>
        <pc:graphicFrameChg chg="add mod">
          <ac:chgData name="MYUNG JIN" userId="89f3fa32ababedc4" providerId="LiveId" clId="{1EECE587-71D1-4784-8146-4E7DAA437A90}" dt="2024-09-29T15:37:06.200" v="106"/>
          <ac:graphicFrameMkLst>
            <pc:docMk/>
            <pc:sldMk cId="626777525" sldId="317"/>
            <ac:graphicFrameMk id="11" creationId="{43F9367C-7F3E-779B-11CF-A9022C19C0A1}"/>
          </ac:graphicFrameMkLst>
        </pc:graphicFrameChg>
        <pc:graphicFrameChg chg="add mod">
          <ac:chgData name="MYUNG JIN" userId="89f3fa32ababedc4" providerId="LiveId" clId="{1EECE587-71D1-4784-8146-4E7DAA437A90}" dt="2024-09-29T18:05:29.234" v="756"/>
          <ac:graphicFrameMkLst>
            <pc:docMk/>
            <pc:sldMk cId="626777525" sldId="317"/>
            <ac:graphicFrameMk id="13" creationId="{58BCCA33-AAAB-3A8A-28EF-E1153AAFBD96}"/>
          </ac:graphicFrameMkLst>
        </pc:graphicFrameChg>
        <pc:graphicFrameChg chg="add mod">
          <ac:chgData name="MYUNG JIN" userId="89f3fa32ababedc4" providerId="LiveId" clId="{1EECE587-71D1-4784-8146-4E7DAA437A90}" dt="2024-09-29T18:48:29.293" v="1921"/>
          <ac:graphicFrameMkLst>
            <pc:docMk/>
            <pc:sldMk cId="626777525" sldId="317"/>
            <ac:graphicFrameMk id="68" creationId="{9A446BE5-643B-B082-4ADE-7579FA321D49}"/>
          </ac:graphicFrameMkLst>
        </pc:graphicFrameChg>
        <pc:graphicFrameChg chg="add mod">
          <ac:chgData name="MYUNG JIN" userId="89f3fa32ababedc4" providerId="LiveId" clId="{1EECE587-71D1-4784-8146-4E7DAA437A90}" dt="2024-09-29T18:49:02.560" v="1924"/>
          <ac:graphicFrameMkLst>
            <pc:docMk/>
            <pc:sldMk cId="626777525" sldId="317"/>
            <ac:graphicFrameMk id="70" creationId="{31AB3DE4-4AC0-BE17-62C0-323F523049F2}"/>
          </ac:graphicFrameMkLst>
        </pc:graphicFrameChg>
        <pc:picChg chg="add del mod">
          <ac:chgData name="MYUNG JIN" userId="89f3fa32ababedc4" providerId="LiveId" clId="{1EECE587-71D1-4784-8146-4E7DAA437A90}" dt="2024-09-29T15:23:21.591" v="69" actId="478"/>
          <ac:picMkLst>
            <pc:docMk/>
            <pc:sldMk cId="626777525" sldId="317"/>
            <ac:picMk id="5" creationId="{4D8D866E-5840-6F82-852B-B5DF58F25247}"/>
          </ac:picMkLst>
        </pc:picChg>
        <pc:picChg chg="del mod">
          <ac:chgData name="MYUNG JIN" userId="89f3fa32ababedc4" providerId="LiveId" clId="{1EECE587-71D1-4784-8146-4E7DAA437A90}" dt="2024-09-29T14:39:50.799" v="14" actId="478"/>
          <ac:picMkLst>
            <pc:docMk/>
            <pc:sldMk cId="626777525" sldId="317"/>
            <ac:picMk id="6" creationId="{4DE5CEBF-5220-6C9C-CDB7-9EA1541854DC}"/>
          </ac:picMkLst>
        </pc:picChg>
        <pc:picChg chg="add del mod">
          <ac:chgData name="MYUNG JIN" userId="89f3fa32ababedc4" providerId="LiveId" clId="{1EECE587-71D1-4784-8146-4E7DAA437A90}" dt="2024-09-29T15:36:55.787" v="102" actId="478"/>
          <ac:picMkLst>
            <pc:docMk/>
            <pc:sldMk cId="626777525" sldId="317"/>
            <ac:picMk id="8" creationId="{141B8B4F-B2BC-A604-7F06-12C219346A79}"/>
          </ac:picMkLst>
        </pc:picChg>
        <pc:picChg chg="add mod">
          <ac:chgData name="MYUNG JIN" userId="89f3fa32ababedc4" providerId="LiveId" clId="{1EECE587-71D1-4784-8146-4E7DAA437A90}" dt="2024-09-29T18:10:37.956" v="949" actId="164"/>
          <ac:picMkLst>
            <pc:docMk/>
            <pc:sldMk cId="626777525" sldId="317"/>
            <ac:picMk id="10" creationId="{97FEC244-F81B-0120-6904-1B3B61A6EDB1}"/>
          </ac:picMkLst>
        </pc:picChg>
        <pc:picChg chg="add mod">
          <ac:chgData name="MYUNG JIN" userId="89f3fa32ababedc4" providerId="LiveId" clId="{1EECE587-71D1-4784-8146-4E7DAA437A90}" dt="2024-09-29T18:10:40.657" v="950" actId="164"/>
          <ac:picMkLst>
            <pc:docMk/>
            <pc:sldMk cId="626777525" sldId="317"/>
            <ac:picMk id="12" creationId="{DEDD3AF8-9A5D-5D97-A7A6-BE6876EF6548}"/>
          </ac:picMkLst>
        </pc:picChg>
        <pc:picChg chg="add mod">
          <ac:chgData name="MYUNG JIN" userId="89f3fa32ababedc4" providerId="LiveId" clId="{1EECE587-71D1-4784-8146-4E7DAA437A90}" dt="2024-09-29T18:37:55.546" v="1874" actId="1076"/>
          <ac:picMkLst>
            <pc:docMk/>
            <pc:sldMk cId="626777525" sldId="317"/>
            <ac:picMk id="14" creationId="{81418FF6-FC40-B2A0-E142-BF7D8CFFA28D}"/>
          </ac:picMkLst>
        </pc:picChg>
        <pc:picChg chg="add mod">
          <ac:chgData name="MYUNG JIN" userId="89f3fa32ababedc4" providerId="LiveId" clId="{1EECE587-71D1-4784-8146-4E7DAA437A90}" dt="2024-09-29T18:36:50.166" v="1838"/>
          <ac:picMkLst>
            <pc:docMk/>
            <pc:sldMk cId="626777525" sldId="317"/>
            <ac:picMk id="48" creationId="{8EF341E2-FD67-967E-EB5E-9EF2C7115C06}"/>
          </ac:picMkLst>
        </pc:picChg>
        <pc:picChg chg="mod">
          <ac:chgData name="MYUNG JIN" userId="89f3fa32ababedc4" providerId="LiveId" clId="{1EECE587-71D1-4784-8146-4E7DAA437A90}" dt="2024-09-29T18:36:50.166" v="1838"/>
          <ac:picMkLst>
            <pc:docMk/>
            <pc:sldMk cId="626777525" sldId="317"/>
            <ac:picMk id="52" creationId="{C8241F4C-8EC9-D171-CD17-1C805A819A66}"/>
          </ac:picMkLst>
        </pc:picChg>
        <pc:picChg chg="mod">
          <ac:chgData name="MYUNG JIN" userId="89f3fa32ababedc4" providerId="LiveId" clId="{1EECE587-71D1-4784-8146-4E7DAA437A90}" dt="2024-09-29T18:36:50.166" v="1838"/>
          <ac:picMkLst>
            <pc:docMk/>
            <pc:sldMk cId="626777525" sldId="317"/>
            <ac:picMk id="55" creationId="{68C8D154-5BC3-E715-28AE-2495E53B482B}"/>
          </ac:picMkLst>
        </pc:picChg>
        <pc:picChg chg="add del">
          <ac:chgData name="MYUNG JIN" userId="89f3fa32ababedc4" providerId="LiveId" clId="{1EECE587-71D1-4784-8146-4E7DAA437A90}" dt="2024-09-29T18:48:33.210" v="1923" actId="478"/>
          <ac:picMkLst>
            <pc:docMk/>
            <pc:sldMk cId="626777525" sldId="317"/>
            <ac:picMk id="69" creationId="{9FDCB5A4-C5E1-F640-2BC7-2A5A07AFDD3E}"/>
          </ac:picMkLst>
        </pc:picChg>
        <pc:picChg chg="add mod">
          <ac:chgData name="MYUNG JIN" userId="89f3fa32ababedc4" providerId="LiveId" clId="{1EECE587-71D1-4784-8146-4E7DAA437A90}" dt="2024-09-29T18:49:10.120" v="1927" actId="14100"/>
          <ac:picMkLst>
            <pc:docMk/>
            <pc:sldMk cId="626777525" sldId="317"/>
            <ac:picMk id="71" creationId="{71CC6679-C2A4-FD26-AD1E-9CE46CB837C4}"/>
          </ac:picMkLst>
        </pc:picChg>
        <pc:cxnChg chg="add mod ord">
          <ac:chgData name="MYUNG JIN" userId="89f3fa32ababedc4" providerId="LiveId" clId="{1EECE587-71D1-4784-8146-4E7DAA437A90}" dt="2024-09-29T18:10:37.956" v="949" actId="164"/>
          <ac:cxnSpMkLst>
            <pc:docMk/>
            <pc:sldMk cId="626777525" sldId="317"/>
            <ac:cxnSpMk id="20" creationId="{B15A0701-ADAB-7E34-771A-34638849AB97}"/>
          </ac:cxnSpMkLst>
        </pc:cxnChg>
        <pc:cxnChg chg="add mod">
          <ac:chgData name="MYUNG JIN" userId="89f3fa32ababedc4" providerId="LiveId" clId="{1EECE587-71D1-4784-8146-4E7DAA437A90}" dt="2024-09-29T18:10:40.657" v="950" actId="164"/>
          <ac:cxnSpMkLst>
            <pc:docMk/>
            <pc:sldMk cId="626777525" sldId="317"/>
            <ac:cxnSpMk id="22" creationId="{1A6ED18C-94D4-CC72-638F-C4D4687E0A5B}"/>
          </ac:cxnSpMkLst>
        </pc:cxnChg>
        <pc:cxnChg chg="add del mod">
          <ac:chgData name="MYUNG JIN" userId="89f3fa32ababedc4" providerId="LiveId" clId="{1EECE587-71D1-4784-8146-4E7DAA437A90}" dt="2024-09-29T18:11:35.341" v="959" actId="478"/>
          <ac:cxnSpMkLst>
            <pc:docMk/>
            <pc:sldMk cId="626777525" sldId="317"/>
            <ac:cxnSpMk id="28" creationId="{730EC6B5-1E25-664D-93C5-340F4CE1AE56}"/>
          </ac:cxnSpMkLst>
        </pc:cxnChg>
        <pc:cxnChg chg="add del">
          <ac:chgData name="MYUNG JIN" userId="89f3fa32ababedc4" providerId="LiveId" clId="{1EECE587-71D1-4784-8146-4E7DAA437A90}" dt="2024-09-29T18:11:41.482" v="961" actId="478"/>
          <ac:cxnSpMkLst>
            <pc:docMk/>
            <pc:sldMk cId="626777525" sldId="317"/>
            <ac:cxnSpMk id="35" creationId="{4250EAA3-556F-1133-882A-9FA37289A94B}"/>
          </ac:cxnSpMkLst>
        </pc:cxnChg>
        <pc:cxnChg chg="add del mod">
          <ac:chgData name="MYUNG JIN" userId="89f3fa32ababedc4" providerId="LiveId" clId="{1EECE587-71D1-4784-8146-4E7DAA437A90}" dt="2024-09-29T18:37:10.948" v="1841" actId="478"/>
          <ac:cxnSpMkLst>
            <pc:docMk/>
            <pc:sldMk cId="626777525" sldId="317"/>
            <ac:cxnSpMk id="41" creationId="{AA406B69-032F-085F-26B3-F988195D4514}"/>
          </ac:cxnSpMkLst>
        </pc:cxnChg>
        <pc:cxnChg chg="add del mod">
          <ac:chgData name="MYUNG JIN" userId="89f3fa32ababedc4" providerId="LiveId" clId="{1EECE587-71D1-4784-8146-4E7DAA437A90}" dt="2024-09-29T18:37:10.948" v="1841" actId="478"/>
          <ac:cxnSpMkLst>
            <pc:docMk/>
            <pc:sldMk cId="626777525" sldId="317"/>
            <ac:cxnSpMk id="42" creationId="{2F290BF7-361C-86D2-5EB2-5244E6FD2439}"/>
          </ac:cxnSpMkLst>
        </pc:cxnChg>
        <pc:cxnChg chg="mod">
          <ac:chgData name="MYUNG JIN" userId="89f3fa32ababedc4" providerId="LiveId" clId="{1EECE587-71D1-4784-8146-4E7DAA437A90}" dt="2024-09-29T18:36:50.166" v="1838"/>
          <ac:cxnSpMkLst>
            <pc:docMk/>
            <pc:sldMk cId="626777525" sldId="317"/>
            <ac:cxnSpMk id="53" creationId="{1F0CE5C2-2A8A-6C02-8D56-168803BEBE14}"/>
          </ac:cxnSpMkLst>
        </pc:cxnChg>
        <pc:cxnChg chg="mod">
          <ac:chgData name="MYUNG JIN" userId="89f3fa32ababedc4" providerId="LiveId" clId="{1EECE587-71D1-4784-8146-4E7DAA437A90}" dt="2024-09-29T18:36:50.166" v="1838"/>
          <ac:cxnSpMkLst>
            <pc:docMk/>
            <pc:sldMk cId="626777525" sldId="317"/>
            <ac:cxnSpMk id="56" creationId="{9A4E4098-66B8-4D58-BD54-26E5BC314BDA}"/>
          </ac:cxnSpMkLst>
        </pc:cxnChg>
        <pc:cxnChg chg="add mod">
          <ac:chgData name="MYUNG JIN" userId="89f3fa32ababedc4" providerId="LiveId" clId="{1EECE587-71D1-4784-8146-4E7DAA437A90}" dt="2024-09-29T18:36:50.166" v="1838"/>
          <ac:cxnSpMkLst>
            <pc:docMk/>
            <pc:sldMk cId="626777525" sldId="317"/>
            <ac:cxnSpMk id="61" creationId="{74B6893F-4A0B-227E-DA62-237E8774EB92}"/>
          </ac:cxnSpMkLst>
        </pc:cxnChg>
        <pc:cxnChg chg="add mod">
          <ac:chgData name="MYUNG JIN" userId="89f3fa32ababedc4" providerId="LiveId" clId="{1EECE587-71D1-4784-8146-4E7DAA437A90}" dt="2024-09-29T18:36:50.166" v="1838"/>
          <ac:cxnSpMkLst>
            <pc:docMk/>
            <pc:sldMk cId="626777525" sldId="317"/>
            <ac:cxnSpMk id="62" creationId="{8640CA2D-DA8C-0983-6C83-D04D01F8285B}"/>
          </ac:cxnSpMkLst>
        </pc:cxnChg>
      </pc:sldChg>
      <pc:sldChg chg="addSp delSp modSp mod ord">
        <pc:chgData name="MYUNG JIN" userId="89f3fa32ababedc4" providerId="LiveId" clId="{1EECE587-71D1-4784-8146-4E7DAA437A90}" dt="2024-09-29T18:58:21.302" v="2310" actId="1076"/>
        <pc:sldMkLst>
          <pc:docMk/>
          <pc:sldMk cId="3400840497" sldId="318"/>
        </pc:sldMkLst>
        <pc:spChg chg="mod">
          <ac:chgData name="MYUNG JIN" userId="89f3fa32ababedc4" providerId="LiveId" clId="{1EECE587-71D1-4784-8146-4E7DAA437A90}" dt="2024-09-29T18:51:19.097" v="2107" actId="404"/>
          <ac:spMkLst>
            <pc:docMk/>
            <pc:sldMk cId="3400840497" sldId="318"/>
            <ac:spMk id="2" creationId="{4DEC2FD9-F5D8-3FB3-4C4C-0D30617AF424}"/>
          </ac:spMkLst>
        </pc:spChg>
        <pc:spChg chg="mod">
          <ac:chgData name="MYUNG JIN" userId="89f3fa32ababedc4" providerId="LiveId" clId="{1EECE587-71D1-4784-8146-4E7DAA437A90}" dt="2024-09-29T18:57:52.862" v="2296" actId="20577"/>
          <ac:spMkLst>
            <pc:docMk/>
            <pc:sldMk cId="3400840497" sldId="318"/>
            <ac:spMk id="3" creationId="{127AC1C1-91A9-39EB-4023-197FD8FC8EC3}"/>
          </ac:spMkLst>
        </pc:spChg>
        <pc:spChg chg="add del">
          <ac:chgData name="MYUNG JIN" userId="89f3fa32ababedc4" providerId="LiveId" clId="{1EECE587-71D1-4784-8146-4E7DAA437A90}" dt="2024-09-29T15:23:53.316" v="74" actId="22"/>
          <ac:spMkLst>
            <pc:docMk/>
            <pc:sldMk cId="3400840497" sldId="318"/>
            <ac:spMk id="5" creationId="{110E5CF0-6C99-9F68-2115-FBDB79E4E055}"/>
          </ac:spMkLst>
        </pc:spChg>
        <pc:spChg chg="add del mod">
          <ac:chgData name="MYUNG JIN" userId="89f3fa32ababedc4" providerId="LiveId" clId="{1EECE587-71D1-4784-8146-4E7DAA437A90}" dt="2024-09-29T15:23:56.667" v="77" actId="478"/>
          <ac:spMkLst>
            <pc:docMk/>
            <pc:sldMk cId="3400840497" sldId="318"/>
            <ac:spMk id="9" creationId="{39C13366-566C-4DD4-3F99-9736DEBE4748}"/>
          </ac:spMkLst>
        </pc:spChg>
        <pc:spChg chg="mod">
          <ac:chgData name="MYUNG JIN" userId="89f3fa32ababedc4" providerId="LiveId" clId="{1EECE587-71D1-4784-8146-4E7DAA437A90}" dt="2024-09-29T18:58:10.627" v="2297" actId="571"/>
          <ac:spMkLst>
            <pc:docMk/>
            <pc:sldMk cId="3400840497" sldId="318"/>
            <ac:spMk id="10" creationId="{1F2D5620-802C-4703-6185-8C52CC8AD5DE}"/>
          </ac:spMkLst>
        </pc:spChg>
        <pc:spChg chg="mod">
          <ac:chgData name="MYUNG JIN" userId="89f3fa32ababedc4" providerId="LiveId" clId="{1EECE587-71D1-4784-8146-4E7DAA437A90}" dt="2024-09-29T18:58:10.627" v="2297" actId="571"/>
          <ac:spMkLst>
            <pc:docMk/>
            <pc:sldMk cId="3400840497" sldId="318"/>
            <ac:spMk id="11" creationId="{2E442166-6E20-E337-DC7D-8A278DDD3FCD}"/>
          </ac:spMkLst>
        </pc:spChg>
        <pc:spChg chg="mod">
          <ac:chgData name="MYUNG JIN" userId="89f3fa32ababedc4" providerId="LiveId" clId="{1EECE587-71D1-4784-8146-4E7DAA437A90}" dt="2024-09-29T18:58:10.627" v="2297" actId="571"/>
          <ac:spMkLst>
            <pc:docMk/>
            <pc:sldMk cId="3400840497" sldId="318"/>
            <ac:spMk id="12" creationId="{2F97571D-ED93-6EA4-EB02-3E7073CDE062}"/>
          </ac:spMkLst>
        </pc:spChg>
        <pc:spChg chg="mod">
          <ac:chgData name="MYUNG JIN" userId="89f3fa32ababedc4" providerId="LiveId" clId="{1EECE587-71D1-4784-8146-4E7DAA437A90}" dt="2024-09-29T18:58:10.627" v="2297" actId="571"/>
          <ac:spMkLst>
            <pc:docMk/>
            <pc:sldMk cId="3400840497" sldId="318"/>
            <ac:spMk id="13" creationId="{4C4BAC68-ABE8-DF51-5CA8-72FE7BF0F6FC}"/>
          </ac:spMkLst>
        </pc:spChg>
        <pc:spChg chg="mod">
          <ac:chgData name="MYUNG JIN" userId="89f3fa32ababedc4" providerId="LiveId" clId="{1EECE587-71D1-4784-8146-4E7DAA437A90}" dt="2024-09-29T18:58:10.627" v="2297" actId="571"/>
          <ac:spMkLst>
            <pc:docMk/>
            <pc:sldMk cId="3400840497" sldId="318"/>
            <ac:spMk id="14" creationId="{67A471C2-3E48-0141-5E73-316A3CF9952C}"/>
          </ac:spMkLst>
        </pc:spChg>
        <pc:spChg chg="add mod">
          <ac:chgData name="MYUNG JIN" userId="89f3fa32ababedc4" providerId="LiveId" clId="{1EECE587-71D1-4784-8146-4E7DAA437A90}" dt="2024-09-29T15:24:07.947" v="96" actId="1076"/>
          <ac:spMkLst>
            <pc:docMk/>
            <pc:sldMk cId="3400840497" sldId="318"/>
            <ac:spMk id="15" creationId="{850A5E6B-A66E-8165-9DF0-EA4227DC9E2C}"/>
          </ac:spMkLst>
        </pc:spChg>
        <pc:spChg chg="add mod">
          <ac:chgData name="MYUNG JIN" userId="89f3fa32ababedc4" providerId="LiveId" clId="{1EECE587-71D1-4784-8146-4E7DAA437A90}" dt="2024-09-29T15:24:15.612" v="101" actId="20577"/>
          <ac:spMkLst>
            <pc:docMk/>
            <pc:sldMk cId="3400840497" sldId="318"/>
            <ac:spMk id="17" creationId="{A1210D08-12D5-39B3-1D47-9F3EA0F4F393}"/>
          </ac:spMkLst>
        </pc:spChg>
        <pc:spChg chg="add mod">
          <ac:chgData name="MYUNG JIN" userId="89f3fa32ababedc4" providerId="LiveId" clId="{1EECE587-71D1-4784-8146-4E7DAA437A90}" dt="2024-09-29T15:24:12.659" v="98" actId="571"/>
          <ac:spMkLst>
            <pc:docMk/>
            <pc:sldMk cId="3400840497" sldId="318"/>
            <ac:spMk id="19" creationId="{1A5E3C02-EB25-3989-4359-B6720BA3D844}"/>
          </ac:spMkLst>
        </pc:spChg>
        <pc:spChg chg="add mod">
          <ac:chgData name="MYUNG JIN" userId="89f3fa32ababedc4" providerId="LiveId" clId="{1EECE587-71D1-4784-8146-4E7DAA437A90}" dt="2024-09-29T15:39:31.112" v="242" actId="1076"/>
          <ac:spMkLst>
            <pc:docMk/>
            <pc:sldMk cId="3400840497" sldId="318"/>
            <ac:spMk id="20" creationId="{9160C67F-CDE7-7359-B190-1C628584261D}"/>
          </ac:spMkLst>
        </pc:spChg>
        <pc:spChg chg="add del mod">
          <ac:chgData name="MYUNG JIN" userId="89f3fa32ababedc4" providerId="LiveId" clId="{1EECE587-71D1-4784-8146-4E7DAA437A90}" dt="2024-09-29T18:50:34.227" v="2090" actId="21"/>
          <ac:spMkLst>
            <pc:docMk/>
            <pc:sldMk cId="3400840497" sldId="318"/>
            <ac:spMk id="21" creationId="{3F66DF06-AF5E-059E-45DB-A326ECBC2D8E}"/>
          </ac:spMkLst>
        </pc:spChg>
        <pc:spChg chg="add mod">
          <ac:chgData name="MYUNG JIN" userId="89f3fa32ababedc4" providerId="LiveId" clId="{1EECE587-71D1-4784-8146-4E7DAA437A90}" dt="2024-09-29T18:58:21.302" v="2310" actId="1076"/>
          <ac:spMkLst>
            <pc:docMk/>
            <pc:sldMk cId="3400840497" sldId="318"/>
            <ac:spMk id="22" creationId="{894FC293-2C72-802B-0343-A733770DF752}"/>
          </ac:spMkLst>
        </pc:spChg>
        <pc:grpChg chg="mod">
          <ac:chgData name="MYUNG JIN" userId="89f3fa32ababedc4" providerId="LiveId" clId="{1EECE587-71D1-4784-8146-4E7DAA437A90}" dt="2024-09-29T18:58:10.627" v="2297" actId="571"/>
          <ac:grpSpMkLst>
            <pc:docMk/>
            <pc:sldMk cId="3400840497" sldId="318"/>
            <ac:grpSpMk id="16" creationId="{F125E312-E1AD-3590-8A5A-83979EE68C74}"/>
          </ac:grpSpMkLst>
        </pc:grpChg>
        <pc:picChg chg="mod">
          <ac:chgData name="MYUNG JIN" userId="89f3fa32ababedc4" providerId="LiveId" clId="{1EECE587-71D1-4784-8146-4E7DAA437A90}" dt="2024-09-29T18:58:10.627" v="2297" actId="571"/>
          <ac:picMkLst>
            <pc:docMk/>
            <pc:sldMk cId="3400840497" sldId="318"/>
            <ac:picMk id="8" creationId="{70D03498-7B4F-2FA6-8073-F92E0F5D7BEC}"/>
          </ac:picMkLst>
        </pc:picChg>
      </pc:sldChg>
      <pc:sldChg chg="addSp delSp modSp mod">
        <pc:chgData name="MYUNG JIN" userId="89f3fa32ababedc4" providerId="LiveId" clId="{1EECE587-71D1-4784-8146-4E7DAA437A90}" dt="2024-09-29T18:33:22.317" v="1706" actId="1076"/>
        <pc:sldMkLst>
          <pc:docMk/>
          <pc:sldMk cId="792622298" sldId="319"/>
        </pc:sldMkLst>
        <pc:spChg chg="add mod">
          <ac:chgData name="MYUNG JIN" userId="89f3fa32ababedc4" providerId="LiveId" clId="{1EECE587-71D1-4784-8146-4E7DAA437A90}" dt="2024-09-29T18:15:07.581" v="1162" actId="1076"/>
          <ac:spMkLst>
            <pc:docMk/>
            <pc:sldMk cId="792622298" sldId="319"/>
            <ac:spMk id="4" creationId="{074262D1-498D-BD0D-F6D2-B1811CA098C9}"/>
          </ac:spMkLst>
        </pc:spChg>
        <pc:spChg chg="add mod">
          <ac:chgData name="MYUNG JIN" userId="89f3fa32ababedc4" providerId="LiveId" clId="{1EECE587-71D1-4784-8146-4E7DAA437A90}" dt="2024-09-29T18:19:21.171" v="1190" actId="164"/>
          <ac:spMkLst>
            <pc:docMk/>
            <pc:sldMk cId="792622298" sldId="319"/>
            <ac:spMk id="27" creationId="{F65F028D-7D1C-175E-B4B9-285F8092EA16}"/>
          </ac:spMkLst>
        </pc:spChg>
        <pc:spChg chg="add mod">
          <ac:chgData name="MYUNG JIN" userId="89f3fa32ababedc4" providerId="LiveId" clId="{1EECE587-71D1-4784-8146-4E7DAA437A90}" dt="2024-09-29T18:19:21.171" v="1190" actId="164"/>
          <ac:spMkLst>
            <pc:docMk/>
            <pc:sldMk cId="792622298" sldId="319"/>
            <ac:spMk id="29" creationId="{DDE3D8C3-19C1-29BB-1AE7-A27A627BE67A}"/>
          </ac:spMkLst>
        </pc:spChg>
        <pc:spChg chg="add mod">
          <ac:chgData name="MYUNG JIN" userId="89f3fa32ababedc4" providerId="LiveId" clId="{1EECE587-71D1-4784-8146-4E7DAA437A90}" dt="2024-09-29T18:19:21.171" v="1190" actId="164"/>
          <ac:spMkLst>
            <pc:docMk/>
            <pc:sldMk cId="792622298" sldId="319"/>
            <ac:spMk id="30" creationId="{3AF54FDF-5289-5168-D1D2-ABC7717A0C7E}"/>
          </ac:spMkLst>
        </pc:spChg>
        <pc:spChg chg="add mod">
          <ac:chgData name="MYUNG JIN" userId="89f3fa32ababedc4" providerId="LiveId" clId="{1EECE587-71D1-4784-8146-4E7DAA437A90}" dt="2024-09-29T18:19:21.171" v="1190" actId="164"/>
          <ac:spMkLst>
            <pc:docMk/>
            <pc:sldMk cId="792622298" sldId="319"/>
            <ac:spMk id="31" creationId="{5C583BF6-E910-38DF-DCFE-8425D5A8AD0F}"/>
          </ac:spMkLst>
        </pc:spChg>
        <pc:spChg chg="add mod">
          <ac:chgData name="MYUNG JIN" userId="89f3fa32ababedc4" providerId="LiveId" clId="{1EECE587-71D1-4784-8146-4E7DAA437A90}" dt="2024-09-29T18:19:21.171" v="1190" actId="164"/>
          <ac:spMkLst>
            <pc:docMk/>
            <pc:sldMk cId="792622298" sldId="319"/>
            <ac:spMk id="32" creationId="{3E7AB1E0-2A91-557C-9143-A46EA160AAF0}"/>
          </ac:spMkLst>
        </pc:spChg>
        <pc:spChg chg="add mod">
          <ac:chgData name="MYUNG JIN" userId="89f3fa32ababedc4" providerId="LiveId" clId="{1EECE587-71D1-4784-8146-4E7DAA437A90}" dt="2024-09-29T18:19:21.171" v="1190" actId="164"/>
          <ac:spMkLst>
            <pc:docMk/>
            <pc:sldMk cId="792622298" sldId="319"/>
            <ac:spMk id="33" creationId="{67689D07-5C39-7656-6C83-7B6E94CF9C47}"/>
          </ac:spMkLst>
        </pc:spChg>
        <pc:spChg chg="mod">
          <ac:chgData name="MYUNG JIN" userId="89f3fa32ababedc4" providerId="LiveId" clId="{1EECE587-71D1-4784-8146-4E7DAA437A90}" dt="2024-09-29T18:31:48.913" v="1562"/>
          <ac:spMkLst>
            <pc:docMk/>
            <pc:sldMk cId="792622298" sldId="319"/>
            <ac:spMk id="45" creationId="{1473CAD7-9DAD-4CF3-13B9-D140BA48A5D1}"/>
          </ac:spMkLst>
        </pc:spChg>
        <pc:spChg chg="mod">
          <ac:chgData name="MYUNG JIN" userId="89f3fa32ababedc4" providerId="LiveId" clId="{1EECE587-71D1-4784-8146-4E7DAA437A90}" dt="2024-09-29T18:31:48.913" v="1562"/>
          <ac:spMkLst>
            <pc:docMk/>
            <pc:sldMk cId="792622298" sldId="319"/>
            <ac:spMk id="47" creationId="{9699B02F-E7FD-D9C1-3EA7-B9D94A8733A5}"/>
          </ac:spMkLst>
        </pc:spChg>
        <pc:spChg chg="mod">
          <ac:chgData name="MYUNG JIN" userId="89f3fa32ababedc4" providerId="LiveId" clId="{1EECE587-71D1-4784-8146-4E7DAA437A90}" dt="2024-09-29T18:31:48.913" v="1562"/>
          <ac:spMkLst>
            <pc:docMk/>
            <pc:sldMk cId="792622298" sldId="319"/>
            <ac:spMk id="48" creationId="{13F34B06-DC4A-E8EF-1F2A-FA2B508426D5}"/>
          </ac:spMkLst>
        </pc:spChg>
        <pc:spChg chg="mod">
          <ac:chgData name="MYUNG JIN" userId="89f3fa32ababedc4" providerId="LiveId" clId="{1EECE587-71D1-4784-8146-4E7DAA437A90}" dt="2024-09-29T18:31:48.913" v="1562"/>
          <ac:spMkLst>
            <pc:docMk/>
            <pc:sldMk cId="792622298" sldId="319"/>
            <ac:spMk id="49" creationId="{E0251B98-E628-1AF8-2CF9-CECBFF6CF294}"/>
          </ac:spMkLst>
        </pc:spChg>
        <pc:spChg chg="mod">
          <ac:chgData name="MYUNG JIN" userId="89f3fa32ababedc4" providerId="LiveId" clId="{1EECE587-71D1-4784-8146-4E7DAA437A90}" dt="2024-09-29T18:31:48.913" v="1562"/>
          <ac:spMkLst>
            <pc:docMk/>
            <pc:sldMk cId="792622298" sldId="319"/>
            <ac:spMk id="50" creationId="{15ED47F7-FEF1-ED7F-80E6-C4195C31C016}"/>
          </ac:spMkLst>
        </pc:spChg>
        <pc:spChg chg="mod">
          <ac:chgData name="MYUNG JIN" userId="89f3fa32ababedc4" providerId="LiveId" clId="{1EECE587-71D1-4784-8146-4E7DAA437A90}" dt="2024-09-29T18:31:48.913" v="1562"/>
          <ac:spMkLst>
            <pc:docMk/>
            <pc:sldMk cId="792622298" sldId="319"/>
            <ac:spMk id="51" creationId="{C8F1424E-3718-678F-50E2-DD2D044AE60A}"/>
          </ac:spMkLst>
        </pc:spChg>
        <pc:spChg chg="mod">
          <ac:chgData name="MYUNG JIN" userId="89f3fa32ababedc4" providerId="LiveId" clId="{1EECE587-71D1-4784-8146-4E7DAA437A90}" dt="2024-09-29T18:31:48.913" v="1562"/>
          <ac:spMkLst>
            <pc:docMk/>
            <pc:sldMk cId="792622298" sldId="319"/>
            <ac:spMk id="57" creationId="{EC527632-86E0-D58D-64C0-F7FCA9001854}"/>
          </ac:spMkLst>
        </pc:spChg>
        <pc:spChg chg="add mod">
          <ac:chgData name="MYUNG JIN" userId="89f3fa32ababedc4" providerId="LiveId" clId="{1EECE587-71D1-4784-8146-4E7DAA437A90}" dt="2024-09-29T18:33:22.317" v="1706" actId="1076"/>
          <ac:spMkLst>
            <pc:docMk/>
            <pc:sldMk cId="792622298" sldId="319"/>
            <ac:spMk id="66" creationId="{885571BF-5734-25F7-5E65-77B2178D8036}"/>
          </ac:spMkLst>
        </pc:spChg>
        <pc:grpChg chg="add mod">
          <ac:chgData name="MYUNG JIN" userId="89f3fa32ababedc4" providerId="LiveId" clId="{1EECE587-71D1-4784-8146-4E7DAA437A90}" dt="2024-09-29T18:19:21.171" v="1190" actId="164"/>
          <ac:grpSpMkLst>
            <pc:docMk/>
            <pc:sldMk cId="792622298" sldId="319"/>
            <ac:grpSpMk id="5" creationId="{1F1FDE8A-3514-1377-A03E-BFEDE19AA4E0}"/>
          </ac:grpSpMkLst>
        </pc:grpChg>
        <pc:grpChg chg="add del mod">
          <ac:chgData name="MYUNG JIN" userId="89f3fa32ababedc4" providerId="LiveId" clId="{1EECE587-71D1-4784-8146-4E7DAA437A90}" dt="2024-09-29T18:31:48.758" v="1561" actId="478"/>
          <ac:grpSpMkLst>
            <pc:docMk/>
            <pc:sldMk cId="792622298" sldId="319"/>
            <ac:grpSpMk id="42" creationId="{AE4827FB-26C8-30B8-820E-BF9905233C82}"/>
          </ac:grpSpMkLst>
        </pc:grpChg>
        <pc:grpChg chg="add mod">
          <ac:chgData name="MYUNG JIN" userId="89f3fa32ababedc4" providerId="LiveId" clId="{1EECE587-71D1-4784-8146-4E7DAA437A90}" dt="2024-09-29T18:31:52.144" v="1563" actId="1076"/>
          <ac:grpSpMkLst>
            <pc:docMk/>
            <pc:sldMk cId="792622298" sldId="319"/>
            <ac:grpSpMk id="43" creationId="{24169F1B-CE2A-9F94-F17A-73D0473B9CA8}"/>
          </ac:grpSpMkLst>
        </pc:grpChg>
        <pc:grpChg chg="mod">
          <ac:chgData name="MYUNG JIN" userId="89f3fa32ababedc4" providerId="LiveId" clId="{1EECE587-71D1-4784-8146-4E7DAA437A90}" dt="2024-09-29T18:31:48.913" v="1562"/>
          <ac:grpSpMkLst>
            <pc:docMk/>
            <pc:sldMk cId="792622298" sldId="319"/>
            <ac:grpSpMk id="44" creationId="{2117FD60-20D8-236E-D0E9-7B0A6BDD3275}"/>
          </ac:grpSpMkLst>
        </pc:grpChg>
        <pc:picChg chg="add mod">
          <ac:chgData name="MYUNG JIN" userId="89f3fa32ababedc4" providerId="LiveId" clId="{1EECE587-71D1-4784-8146-4E7DAA437A90}" dt="2024-09-29T18:15:03.441" v="1160" actId="1076"/>
          <ac:picMkLst>
            <pc:docMk/>
            <pc:sldMk cId="792622298" sldId="319"/>
            <ac:picMk id="3" creationId="{6D894022-FBAA-4A5E-B520-8C31CBAE5DB0}"/>
          </ac:picMkLst>
        </pc:picChg>
        <pc:cxnChg chg="mod">
          <ac:chgData name="MYUNG JIN" userId="89f3fa32ababedc4" providerId="LiveId" clId="{1EECE587-71D1-4784-8146-4E7DAA437A90}" dt="2024-09-29T18:16:56.904" v="1170" actId="14100"/>
          <ac:cxnSpMkLst>
            <pc:docMk/>
            <pc:sldMk cId="792622298" sldId="319"/>
            <ac:cxnSpMk id="6" creationId="{1E3BCA9B-4C2D-D09D-785D-0DCC0BAD2B90}"/>
          </ac:cxnSpMkLst>
        </pc:cxnChg>
        <pc:cxnChg chg="mod">
          <ac:chgData name="MYUNG JIN" userId="89f3fa32ababedc4" providerId="LiveId" clId="{1EECE587-71D1-4784-8146-4E7DAA437A90}" dt="2024-09-29T18:16:49.760" v="1168" actId="14100"/>
          <ac:cxnSpMkLst>
            <pc:docMk/>
            <pc:sldMk cId="792622298" sldId="319"/>
            <ac:cxnSpMk id="7" creationId="{D4DC98F2-130F-4F44-6179-2E0E201C37E0}"/>
          </ac:cxnSpMkLst>
        </pc:cxnChg>
        <pc:cxnChg chg="mod">
          <ac:chgData name="MYUNG JIN" userId="89f3fa32ababedc4" providerId="LiveId" clId="{1EECE587-71D1-4784-8146-4E7DAA437A90}" dt="2024-09-29T18:16:49.760" v="1168" actId="14100"/>
          <ac:cxnSpMkLst>
            <pc:docMk/>
            <pc:sldMk cId="792622298" sldId="319"/>
            <ac:cxnSpMk id="8" creationId="{34907388-E9F2-D320-509C-3C2D0179D927}"/>
          </ac:cxnSpMkLst>
        </pc:cxnChg>
        <pc:cxnChg chg="mod">
          <ac:chgData name="MYUNG JIN" userId="89f3fa32ababedc4" providerId="LiveId" clId="{1EECE587-71D1-4784-8146-4E7DAA437A90}" dt="2024-09-29T18:16:56.904" v="1170" actId="14100"/>
          <ac:cxnSpMkLst>
            <pc:docMk/>
            <pc:sldMk cId="792622298" sldId="319"/>
            <ac:cxnSpMk id="9" creationId="{EC0A3D9B-9FF6-5D6D-B622-05A6B43633FE}"/>
          </ac:cxnSpMkLst>
        </pc:cxnChg>
        <pc:cxnChg chg="mod">
          <ac:chgData name="MYUNG JIN" userId="89f3fa32ababedc4" providerId="LiveId" clId="{1EECE587-71D1-4784-8146-4E7DAA437A90}" dt="2024-09-29T18:16:26.661" v="1163"/>
          <ac:cxnSpMkLst>
            <pc:docMk/>
            <pc:sldMk cId="792622298" sldId="319"/>
            <ac:cxnSpMk id="10" creationId="{C50C4D25-17ED-DD40-69B8-AE524C5AAE09}"/>
          </ac:cxnSpMkLst>
        </pc:cxnChg>
        <pc:cxnChg chg="mod">
          <ac:chgData name="MYUNG JIN" userId="89f3fa32ababedc4" providerId="LiveId" clId="{1EECE587-71D1-4784-8146-4E7DAA437A90}" dt="2024-09-29T18:16:26.661" v="1163"/>
          <ac:cxnSpMkLst>
            <pc:docMk/>
            <pc:sldMk cId="792622298" sldId="319"/>
            <ac:cxnSpMk id="11" creationId="{76715839-A5E5-2FF7-27DA-86944469DA40}"/>
          </ac:cxnSpMkLst>
        </pc:cxnChg>
        <pc:cxnChg chg="mod">
          <ac:chgData name="MYUNG JIN" userId="89f3fa32ababedc4" providerId="LiveId" clId="{1EECE587-71D1-4784-8146-4E7DAA437A90}" dt="2024-09-29T18:16:26.661" v="1163"/>
          <ac:cxnSpMkLst>
            <pc:docMk/>
            <pc:sldMk cId="792622298" sldId="319"/>
            <ac:cxnSpMk id="12" creationId="{C1333BEA-E28E-180C-3800-FEC340C3DC9E}"/>
          </ac:cxnSpMkLst>
        </pc:cxnChg>
        <pc:cxnChg chg="mod">
          <ac:chgData name="MYUNG JIN" userId="89f3fa32ababedc4" providerId="LiveId" clId="{1EECE587-71D1-4784-8146-4E7DAA437A90}" dt="2024-09-29T18:17:03.145" v="1172" actId="14100"/>
          <ac:cxnSpMkLst>
            <pc:docMk/>
            <pc:sldMk cId="792622298" sldId="319"/>
            <ac:cxnSpMk id="13" creationId="{5CCCAB68-B46C-55FF-C7B3-036BB662586C}"/>
          </ac:cxnSpMkLst>
        </pc:cxnChg>
        <pc:cxnChg chg="del mod">
          <ac:chgData name="MYUNG JIN" userId="89f3fa32ababedc4" providerId="LiveId" clId="{1EECE587-71D1-4784-8146-4E7DAA437A90}" dt="2024-09-29T18:17:00.843" v="1171" actId="478"/>
          <ac:cxnSpMkLst>
            <pc:docMk/>
            <pc:sldMk cId="792622298" sldId="319"/>
            <ac:cxnSpMk id="14" creationId="{EF68730F-5BEA-DA78-D271-3B9640D8A2D6}"/>
          </ac:cxnSpMkLst>
        </pc:cxnChg>
        <pc:cxnChg chg="add mod">
          <ac:chgData name="MYUNG JIN" userId="89f3fa32ababedc4" providerId="LiveId" clId="{1EECE587-71D1-4784-8146-4E7DAA437A90}" dt="2024-09-29T18:19:21.171" v="1190" actId="164"/>
          <ac:cxnSpMkLst>
            <pc:docMk/>
            <pc:sldMk cId="792622298" sldId="319"/>
            <ac:cxnSpMk id="28" creationId="{7C511DDF-A0D8-1F18-FDA8-8681918952C5}"/>
          </ac:cxnSpMkLst>
        </pc:cxnChg>
        <pc:cxnChg chg="add mod">
          <ac:chgData name="MYUNG JIN" userId="89f3fa32ababedc4" providerId="LiveId" clId="{1EECE587-71D1-4784-8146-4E7DAA437A90}" dt="2024-09-29T18:19:21.171" v="1190" actId="164"/>
          <ac:cxnSpMkLst>
            <pc:docMk/>
            <pc:sldMk cId="792622298" sldId="319"/>
            <ac:cxnSpMk id="34" creationId="{6CFB811C-979E-2422-9BAD-886407D82AE1}"/>
          </ac:cxnSpMkLst>
        </pc:cxnChg>
        <pc:cxnChg chg="add mod">
          <ac:chgData name="MYUNG JIN" userId="89f3fa32ababedc4" providerId="LiveId" clId="{1EECE587-71D1-4784-8146-4E7DAA437A90}" dt="2024-09-29T18:19:21.171" v="1190" actId="164"/>
          <ac:cxnSpMkLst>
            <pc:docMk/>
            <pc:sldMk cId="792622298" sldId="319"/>
            <ac:cxnSpMk id="35" creationId="{A98B1845-2D8A-355A-BA4A-AFED0D9D69EA}"/>
          </ac:cxnSpMkLst>
        </pc:cxnChg>
        <pc:cxnChg chg="add mod">
          <ac:chgData name="MYUNG JIN" userId="89f3fa32ababedc4" providerId="LiveId" clId="{1EECE587-71D1-4784-8146-4E7DAA437A90}" dt="2024-09-29T18:19:21.171" v="1190" actId="164"/>
          <ac:cxnSpMkLst>
            <pc:docMk/>
            <pc:sldMk cId="792622298" sldId="319"/>
            <ac:cxnSpMk id="37" creationId="{B053E6DE-DD7F-CC2F-BD0C-F14D5653FE5E}"/>
          </ac:cxnSpMkLst>
        </pc:cxnChg>
        <pc:cxnChg chg="add mod">
          <ac:chgData name="MYUNG JIN" userId="89f3fa32ababedc4" providerId="LiveId" clId="{1EECE587-71D1-4784-8146-4E7DAA437A90}" dt="2024-09-29T18:19:21.171" v="1190" actId="164"/>
          <ac:cxnSpMkLst>
            <pc:docMk/>
            <pc:sldMk cId="792622298" sldId="319"/>
            <ac:cxnSpMk id="40" creationId="{A53F4E04-6A8A-0DB0-600D-955AF64BD75F}"/>
          </ac:cxnSpMkLst>
        </pc:cxnChg>
        <pc:cxnChg chg="mod">
          <ac:chgData name="MYUNG JIN" userId="89f3fa32ababedc4" providerId="LiveId" clId="{1EECE587-71D1-4784-8146-4E7DAA437A90}" dt="2024-09-29T18:31:48.913" v="1562"/>
          <ac:cxnSpMkLst>
            <pc:docMk/>
            <pc:sldMk cId="792622298" sldId="319"/>
            <ac:cxnSpMk id="46" creationId="{548B1536-336C-2EC6-EC0A-5ECDE3678DF9}"/>
          </ac:cxnSpMkLst>
        </pc:cxnChg>
        <pc:cxnChg chg="mod">
          <ac:chgData name="MYUNG JIN" userId="89f3fa32ababedc4" providerId="LiveId" clId="{1EECE587-71D1-4784-8146-4E7DAA437A90}" dt="2024-09-29T18:31:48.913" v="1562"/>
          <ac:cxnSpMkLst>
            <pc:docMk/>
            <pc:sldMk cId="792622298" sldId="319"/>
            <ac:cxnSpMk id="52" creationId="{BC66A918-CFFB-6BC2-6E12-4E32AC5734CC}"/>
          </ac:cxnSpMkLst>
        </pc:cxnChg>
        <pc:cxnChg chg="mod">
          <ac:chgData name="MYUNG JIN" userId="89f3fa32ababedc4" providerId="LiveId" clId="{1EECE587-71D1-4784-8146-4E7DAA437A90}" dt="2024-09-29T18:31:48.913" v="1562"/>
          <ac:cxnSpMkLst>
            <pc:docMk/>
            <pc:sldMk cId="792622298" sldId="319"/>
            <ac:cxnSpMk id="53" creationId="{8511FDD0-99A3-F46B-134D-70C84DFEA804}"/>
          </ac:cxnSpMkLst>
        </pc:cxnChg>
        <pc:cxnChg chg="mod">
          <ac:chgData name="MYUNG JIN" userId="89f3fa32ababedc4" providerId="LiveId" clId="{1EECE587-71D1-4784-8146-4E7DAA437A90}" dt="2024-09-29T18:31:48.913" v="1562"/>
          <ac:cxnSpMkLst>
            <pc:docMk/>
            <pc:sldMk cId="792622298" sldId="319"/>
            <ac:cxnSpMk id="54" creationId="{4C942BEF-73BA-A58F-953C-C2FAD0F78AE4}"/>
          </ac:cxnSpMkLst>
        </pc:cxnChg>
        <pc:cxnChg chg="mod">
          <ac:chgData name="MYUNG JIN" userId="89f3fa32ababedc4" providerId="LiveId" clId="{1EECE587-71D1-4784-8146-4E7DAA437A90}" dt="2024-09-29T18:31:48.913" v="1562"/>
          <ac:cxnSpMkLst>
            <pc:docMk/>
            <pc:sldMk cId="792622298" sldId="319"/>
            <ac:cxnSpMk id="55" creationId="{D7B74C28-59DE-2637-31D4-013CBC443836}"/>
          </ac:cxnSpMkLst>
        </pc:cxnChg>
        <pc:cxnChg chg="mod">
          <ac:chgData name="MYUNG JIN" userId="89f3fa32ababedc4" providerId="LiveId" clId="{1EECE587-71D1-4784-8146-4E7DAA437A90}" dt="2024-09-29T18:31:48.913" v="1562"/>
          <ac:cxnSpMkLst>
            <pc:docMk/>
            <pc:sldMk cId="792622298" sldId="319"/>
            <ac:cxnSpMk id="56" creationId="{53DAE481-BB5B-C23D-9FEE-5399F0B6BB3B}"/>
          </ac:cxnSpMkLst>
        </pc:cxnChg>
        <pc:cxnChg chg="mod">
          <ac:chgData name="MYUNG JIN" userId="89f3fa32ababedc4" providerId="LiveId" clId="{1EECE587-71D1-4784-8146-4E7DAA437A90}" dt="2024-09-29T18:31:48.913" v="1562"/>
          <ac:cxnSpMkLst>
            <pc:docMk/>
            <pc:sldMk cId="792622298" sldId="319"/>
            <ac:cxnSpMk id="58" creationId="{86F28804-862F-3292-BCC2-FB4A62E3EB21}"/>
          </ac:cxnSpMkLst>
        </pc:cxnChg>
        <pc:cxnChg chg="mod">
          <ac:chgData name="MYUNG JIN" userId="89f3fa32ababedc4" providerId="LiveId" clId="{1EECE587-71D1-4784-8146-4E7DAA437A90}" dt="2024-09-29T18:31:48.913" v="1562"/>
          <ac:cxnSpMkLst>
            <pc:docMk/>
            <pc:sldMk cId="792622298" sldId="319"/>
            <ac:cxnSpMk id="59" creationId="{E6BD6E44-4F4C-31B7-799F-DEFC015277A0}"/>
          </ac:cxnSpMkLst>
        </pc:cxnChg>
        <pc:cxnChg chg="mod">
          <ac:chgData name="MYUNG JIN" userId="89f3fa32ababedc4" providerId="LiveId" clId="{1EECE587-71D1-4784-8146-4E7DAA437A90}" dt="2024-09-29T18:31:48.913" v="1562"/>
          <ac:cxnSpMkLst>
            <pc:docMk/>
            <pc:sldMk cId="792622298" sldId="319"/>
            <ac:cxnSpMk id="60" creationId="{1764C687-3D7C-FD41-4B7D-8B4632913593}"/>
          </ac:cxnSpMkLst>
        </pc:cxnChg>
        <pc:cxnChg chg="mod">
          <ac:chgData name="MYUNG JIN" userId="89f3fa32ababedc4" providerId="LiveId" clId="{1EECE587-71D1-4784-8146-4E7DAA437A90}" dt="2024-09-29T18:31:48.913" v="1562"/>
          <ac:cxnSpMkLst>
            <pc:docMk/>
            <pc:sldMk cId="792622298" sldId="319"/>
            <ac:cxnSpMk id="61" creationId="{9F2792CC-2911-08F4-F91F-266A98F98036}"/>
          </ac:cxnSpMkLst>
        </pc:cxnChg>
        <pc:cxnChg chg="mod">
          <ac:chgData name="MYUNG JIN" userId="89f3fa32ababedc4" providerId="LiveId" clId="{1EECE587-71D1-4784-8146-4E7DAA437A90}" dt="2024-09-29T18:31:48.913" v="1562"/>
          <ac:cxnSpMkLst>
            <pc:docMk/>
            <pc:sldMk cId="792622298" sldId="319"/>
            <ac:cxnSpMk id="62" creationId="{ACF4BEE8-AA34-B1F9-578A-2169C8B8B87F}"/>
          </ac:cxnSpMkLst>
        </pc:cxnChg>
        <pc:cxnChg chg="mod">
          <ac:chgData name="MYUNG JIN" userId="89f3fa32ababedc4" providerId="LiveId" clId="{1EECE587-71D1-4784-8146-4E7DAA437A90}" dt="2024-09-29T18:31:48.913" v="1562"/>
          <ac:cxnSpMkLst>
            <pc:docMk/>
            <pc:sldMk cId="792622298" sldId="319"/>
            <ac:cxnSpMk id="63" creationId="{DA823F5C-C958-552C-5DFC-B2B5BE2B7C95}"/>
          </ac:cxnSpMkLst>
        </pc:cxnChg>
        <pc:cxnChg chg="mod">
          <ac:chgData name="MYUNG JIN" userId="89f3fa32ababedc4" providerId="LiveId" clId="{1EECE587-71D1-4784-8146-4E7DAA437A90}" dt="2024-09-29T18:31:48.913" v="1562"/>
          <ac:cxnSpMkLst>
            <pc:docMk/>
            <pc:sldMk cId="792622298" sldId="319"/>
            <ac:cxnSpMk id="64" creationId="{78E5924D-8BE7-265E-3EE0-F36BF93CF350}"/>
          </ac:cxnSpMkLst>
        </pc:cxnChg>
        <pc:cxnChg chg="mod">
          <ac:chgData name="MYUNG JIN" userId="89f3fa32ababedc4" providerId="LiveId" clId="{1EECE587-71D1-4784-8146-4E7DAA437A90}" dt="2024-09-29T18:31:48.913" v="1562"/>
          <ac:cxnSpMkLst>
            <pc:docMk/>
            <pc:sldMk cId="792622298" sldId="319"/>
            <ac:cxnSpMk id="65" creationId="{55CB9EDF-E16C-4208-6D32-3E70C8D71AD9}"/>
          </ac:cxnSpMkLst>
        </pc:cxnChg>
      </pc:sldChg>
      <pc:sldChg chg="new del">
        <pc:chgData name="MYUNG JIN" userId="89f3fa32ababedc4" providerId="LiveId" clId="{1EECE587-71D1-4784-8146-4E7DAA437A90}" dt="2024-09-29T15:38:11.598" v="147" actId="680"/>
        <pc:sldMkLst>
          <pc:docMk/>
          <pc:sldMk cId="3127955691" sldId="320"/>
        </pc:sldMkLst>
      </pc:sldChg>
      <pc:sldChg chg="modSp new del mod">
        <pc:chgData name="MYUNG JIN" userId="89f3fa32ababedc4" providerId="LiveId" clId="{1EECE587-71D1-4784-8146-4E7DAA437A90}" dt="2024-09-29T18:14:12.094" v="1033" actId="47"/>
        <pc:sldMkLst>
          <pc:docMk/>
          <pc:sldMk cId="3255246370" sldId="320"/>
        </pc:sldMkLst>
        <pc:spChg chg="mod">
          <ac:chgData name="MYUNG JIN" userId="89f3fa32ababedc4" providerId="LiveId" clId="{1EECE587-71D1-4784-8146-4E7DAA437A90}" dt="2024-09-29T15:39:59.830" v="244"/>
          <ac:spMkLst>
            <pc:docMk/>
            <pc:sldMk cId="3255246370" sldId="320"/>
            <ac:spMk id="2" creationId="{003301D3-948C-2072-A6AC-5C731BD2B831}"/>
          </ac:spMkLst>
        </pc:spChg>
      </pc:sldChg>
      <pc:sldChg chg="addSp modSp new mod">
        <pc:chgData name="MYUNG JIN" userId="89f3fa32ababedc4" providerId="LiveId" clId="{1EECE587-71D1-4784-8146-4E7DAA437A90}" dt="2024-09-29T18:31:36.874" v="1560" actId="1076"/>
        <pc:sldMkLst>
          <pc:docMk/>
          <pc:sldMk cId="3868522008" sldId="320"/>
        </pc:sldMkLst>
        <pc:spChg chg="mod">
          <ac:chgData name="MYUNG JIN" userId="89f3fa32ababedc4" providerId="LiveId" clId="{1EECE587-71D1-4784-8146-4E7DAA437A90}" dt="2024-09-29T18:31:26.901" v="1558" actId="404"/>
          <ac:spMkLst>
            <pc:docMk/>
            <pc:sldMk cId="3868522008" sldId="320"/>
            <ac:spMk id="2" creationId="{B502CBC4-C420-3DB2-8FBA-AD610E8D888E}"/>
          </ac:spMkLst>
        </pc:spChg>
        <pc:spChg chg="add mod">
          <ac:chgData name="MYUNG JIN" userId="89f3fa32ababedc4" providerId="LiveId" clId="{1EECE587-71D1-4784-8146-4E7DAA437A90}" dt="2024-09-29T18:19:29.809" v="1192"/>
          <ac:spMkLst>
            <pc:docMk/>
            <pc:sldMk cId="3868522008" sldId="320"/>
            <ac:spMk id="3" creationId="{AFA0E2E2-92D0-8153-9BF4-4D25FE242559}"/>
          </ac:spMkLst>
        </pc:spChg>
        <pc:spChg chg="add mod">
          <ac:chgData name="MYUNG JIN" userId="89f3fa32ababedc4" providerId="LiveId" clId="{1EECE587-71D1-4784-8146-4E7DAA437A90}" dt="2024-09-29T18:19:29.809" v="1192"/>
          <ac:spMkLst>
            <pc:docMk/>
            <pc:sldMk cId="3868522008" sldId="320"/>
            <ac:spMk id="5" creationId="{6C063031-84FD-32B7-AEF8-FFDF5AC3EE0F}"/>
          </ac:spMkLst>
        </pc:spChg>
        <pc:spChg chg="add mod">
          <ac:chgData name="MYUNG JIN" userId="89f3fa32ababedc4" providerId="LiveId" clId="{1EECE587-71D1-4784-8146-4E7DAA437A90}" dt="2024-09-29T18:19:29.809" v="1192"/>
          <ac:spMkLst>
            <pc:docMk/>
            <pc:sldMk cId="3868522008" sldId="320"/>
            <ac:spMk id="6" creationId="{DA6B29EE-4A39-B32C-5F0B-13004D0FB121}"/>
          </ac:spMkLst>
        </pc:spChg>
        <pc:spChg chg="add mod">
          <ac:chgData name="MYUNG JIN" userId="89f3fa32ababedc4" providerId="LiveId" clId="{1EECE587-71D1-4784-8146-4E7DAA437A90}" dt="2024-09-29T18:19:29.809" v="1192"/>
          <ac:spMkLst>
            <pc:docMk/>
            <pc:sldMk cId="3868522008" sldId="320"/>
            <ac:spMk id="7" creationId="{42C08489-64D1-5C61-5633-0DB88C6A9064}"/>
          </ac:spMkLst>
        </pc:spChg>
        <pc:spChg chg="add mod">
          <ac:chgData name="MYUNG JIN" userId="89f3fa32ababedc4" providerId="LiveId" clId="{1EECE587-71D1-4784-8146-4E7DAA437A90}" dt="2024-09-29T18:19:29.809" v="1192"/>
          <ac:spMkLst>
            <pc:docMk/>
            <pc:sldMk cId="3868522008" sldId="320"/>
            <ac:spMk id="8" creationId="{7244282B-9541-216D-D237-87678F10CE3B}"/>
          </ac:spMkLst>
        </pc:spChg>
        <pc:spChg chg="add mod">
          <ac:chgData name="MYUNG JIN" userId="89f3fa32ababedc4" providerId="LiveId" clId="{1EECE587-71D1-4784-8146-4E7DAA437A90}" dt="2024-09-29T18:19:29.809" v="1192"/>
          <ac:spMkLst>
            <pc:docMk/>
            <pc:sldMk cId="3868522008" sldId="320"/>
            <ac:spMk id="9" creationId="{13F9B30B-58E0-193F-4006-9DDACD240D97}"/>
          </ac:spMkLst>
        </pc:spChg>
        <pc:spChg chg="mod">
          <ac:chgData name="MYUNG JIN" userId="89f3fa32ababedc4" providerId="LiveId" clId="{1EECE587-71D1-4784-8146-4E7DAA437A90}" dt="2024-09-29T18:29:57.962" v="1504" actId="571"/>
          <ac:spMkLst>
            <pc:docMk/>
            <pc:sldMk cId="3868522008" sldId="320"/>
            <ac:spMk id="14" creationId="{5BE2D37C-C05E-3100-2006-90901A7FB2A3}"/>
          </ac:spMkLst>
        </pc:spChg>
        <pc:spChg chg="mod">
          <ac:chgData name="MYUNG JIN" userId="89f3fa32ababedc4" providerId="LiveId" clId="{1EECE587-71D1-4784-8146-4E7DAA437A90}" dt="2024-09-29T18:29:57.962" v="1504" actId="571"/>
          <ac:spMkLst>
            <pc:docMk/>
            <pc:sldMk cId="3868522008" sldId="320"/>
            <ac:spMk id="16" creationId="{8AA047F8-A781-CBE1-AE0D-EC63611669BA}"/>
          </ac:spMkLst>
        </pc:spChg>
        <pc:spChg chg="mod">
          <ac:chgData name="MYUNG JIN" userId="89f3fa32ababedc4" providerId="LiveId" clId="{1EECE587-71D1-4784-8146-4E7DAA437A90}" dt="2024-09-29T18:29:57.962" v="1504" actId="571"/>
          <ac:spMkLst>
            <pc:docMk/>
            <pc:sldMk cId="3868522008" sldId="320"/>
            <ac:spMk id="17" creationId="{AB9F5994-BB2E-7535-030B-47AD28B98920}"/>
          </ac:spMkLst>
        </pc:spChg>
        <pc:spChg chg="mod">
          <ac:chgData name="MYUNG JIN" userId="89f3fa32ababedc4" providerId="LiveId" clId="{1EECE587-71D1-4784-8146-4E7DAA437A90}" dt="2024-09-29T18:29:57.962" v="1504" actId="571"/>
          <ac:spMkLst>
            <pc:docMk/>
            <pc:sldMk cId="3868522008" sldId="320"/>
            <ac:spMk id="18" creationId="{7C4ACEDC-DFE1-8DEE-38A0-2D53829C5A49}"/>
          </ac:spMkLst>
        </pc:spChg>
        <pc:spChg chg="mod">
          <ac:chgData name="MYUNG JIN" userId="89f3fa32ababedc4" providerId="LiveId" clId="{1EECE587-71D1-4784-8146-4E7DAA437A90}" dt="2024-09-29T18:29:57.962" v="1504" actId="571"/>
          <ac:spMkLst>
            <pc:docMk/>
            <pc:sldMk cId="3868522008" sldId="320"/>
            <ac:spMk id="19" creationId="{1A6BB979-7367-6DDF-E1F4-FCD8D92409D2}"/>
          </ac:spMkLst>
        </pc:spChg>
        <pc:spChg chg="mod">
          <ac:chgData name="MYUNG JIN" userId="89f3fa32ababedc4" providerId="LiveId" clId="{1EECE587-71D1-4784-8146-4E7DAA437A90}" dt="2024-09-29T18:29:57.962" v="1504" actId="571"/>
          <ac:spMkLst>
            <pc:docMk/>
            <pc:sldMk cId="3868522008" sldId="320"/>
            <ac:spMk id="20" creationId="{CCA2DD5B-DA94-3A4B-0420-ABE9DF78B583}"/>
          </ac:spMkLst>
        </pc:spChg>
        <pc:spChg chg="add mod">
          <ac:chgData name="MYUNG JIN" userId="89f3fa32ababedc4" providerId="LiveId" clId="{1EECE587-71D1-4784-8146-4E7DAA437A90}" dt="2024-09-29T18:31:36.874" v="1560" actId="1076"/>
          <ac:spMkLst>
            <pc:docMk/>
            <pc:sldMk cId="3868522008" sldId="320"/>
            <ac:spMk id="35" creationId="{775F0159-ED31-A261-C55B-75898BF99A3C}"/>
          </ac:spMkLst>
        </pc:spChg>
        <pc:spChg chg="add mod">
          <ac:chgData name="MYUNG JIN" userId="89f3fa32ababedc4" providerId="LiveId" clId="{1EECE587-71D1-4784-8146-4E7DAA437A90}" dt="2024-09-29T18:23:51.128" v="1491"/>
          <ac:spMkLst>
            <pc:docMk/>
            <pc:sldMk cId="3868522008" sldId="320"/>
            <ac:spMk id="38" creationId="{F0904864-0A27-DE48-71DF-99B24743FFB5}"/>
          </ac:spMkLst>
        </pc:spChg>
        <pc:spChg chg="add mod">
          <ac:chgData name="MYUNG JIN" userId="89f3fa32ababedc4" providerId="LiveId" clId="{1EECE587-71D1-4784-8146-4E7DAA437A90}" dt="2024-09-29T18:30:12.379" v="1542" actId="1076"/>
          <ac:spMkLst>
            <pc:docMk/>
            <pc:sldMk cId="3868522008" sldId="320"/>
            <ac:spMk id="42" creationId="{8E6DFB63-1D45-C600-0112-134B5AA276EA}"/>
          </ac:spMkLst>
        </pc:spChg>
        <pc:spChg chg="add mod">
          <ac:chgData name="MYUNG JIN" userId="89f3fa32ababedc4" providerId="LiveId" clId="{1EECE587-71D1-4784-8146-4E7DAA437A90}" dt="2024-09-29T18:30:51.994" v="1549" actId="1076"/>
          <ac:spMkLst>
            <pc:docMk/>
            <pc:sldMk cId="3868522008" sldId="320"/>
            <ac:spMk id="44" creationId="{5C7AAFE1-3D17-33F6-2C3F-71B3072E3F8F}"/>
          </ac:spMkLst>
        </pc:spChg>
        <pc:grpChg chg="add mod">
          <ac:chgData name="MYUNG JIN" userId="89f3fa32ababedc4" providerId="LiveId" clId="{1EECE587-71D1-4784-8146-4E7DAA437A90}" dt="2024-09-29T18:29:57.962" v="1504" actId="571"/>
          <ac:grpSpMkLst>
            <pc:docMk/>
            <pc:sldMk cId="3868522008" sldId="320"/>
            <ac:grpSpMk id="12" creationId="{4A77F085-BCE8-F3C9-3459-C43D94FAEE33}"/>
          </ac:grpSpMkLst>
        </pc:grpChg>
        <pc:grpChg chg="mod">
          <ac:chgData name="MYUNG JIN" userId="89f3fa32ababedc4" providerId="LiveId" clId="{1EECE587-71D1-4784-8146-4E7DAA437A90}" dt="2024-09-29T18:29:57.962" v="1504" actId="571"/>
          <ac:grpSpMkLst>
            <pc:docMk/>
            <pc:sldMk cId="3868522008" sldId="320"/>
            <ac:grpSpMk id="13" creationId="{61EA9D67-C072-8F0E-A6DF-8D1F96410651}"/>
          </ac:grpSpMkLst>
        </pc:grpChg>
        <pc:picChg chg="add mod">
          <ac:chgData name="MYUNG JIN" userId="89f3fa32ababedc4" providerId="LiveId" clId="{1EECE587-71D1-4784-8146-4E7DAA437A90}" dt="2024-09-29T18:20:25.745" v="1204" actId="1076"/>
          <ac:picMkLst>
            <pc:docMk/>
            <pc:sldMk cId="3868522008" sldId="320"/>
            <ac:picMk id="34" creationId="{3E81CF1D-BC8B-5DDA-D0FF-5F5D5C8F13F8}"/>
          </ac:picMkLst>
        </pc:picChg>
        <pc:picChg chg="add mod">
          <ac:chgData name="MYUNG JIN" userId="89f3fa32ababedc4" providerId="LiveId" clId="{1EECE587-71D1-4784-8146-4E7DAA437A90}" dt="2024-09-29T18:30:22.075" v="1544" actId="1076"/>
          <ac:picMkLst>
            <pc:docMk/>
            <pc:sldMk cId="3868522008" sldId="320"/>
            <ac:picMk id="37" creationId="{4E0A79B6-8863-0072-CB97-67FE1D3014EE}"/>
          </ac:picMkLst>
        </pc:picChg>
        <pc:cxnChg chg="add mod">
          <ac:chgData name="MYUNG JIN" userId="89f3fa32ababedc4" providerId="LiveId" clId="{1EECE587-71D1-4784-8146-4E7DAA437A90}" dt="2024-09-29T18:19:29.809" v="1192"/>
          <ac:cxnSpMkLst>
            <pc:docMk/>
            <pc:sldMk cId="3868522008" sldId="320"/>
            <ac:cxnSpMk id="4" creationId="{03B9B85F-FBF9-05CD-28CC-21DB8FC91B7D}"/>
          </ac:cxnSpMkLst>
        </pc:cxnChg>
        <pc:cxnChg chg="add mod">
          <ac:chgData name="MYUNG JIN" userId="89f3fa32ababedc4" providerId="LiveId" clId="{1EECE587-71D1-4784-8146-4E7DAA437A90}" dt="2024-09-29T18:19:29.809" v="1192"/>
          <ac:cxnSpMkLst>
            <pc:docMk/>
            <pc:sldMk cId="3868522008" sldId="320"/>
            <ac:cxnSpMk id="10" creationId="{2F3340F7-4B6A-4AB0-275F-CB4AA8FBF60F}"/>
          </ac:cxnSpMkLst>
        </pc:cxnChg>
        <pc:cxnChg chg="add mod">
          <ac:chgData name="MYUNG JIN" userId="89f3fa32ababedc4" providerId="LiveId" clId="{1EECE587-71D1-4784-8146-4E7DAA437A90}" dt="2024-09-29T18:19:29.809" v="1192"/>
          <ac:cxnSpMkLst>
            <pc:docMk/>
            <pc:sldMk cId="3868522008" sldId="320"/>
            <ac:cxnSpMk id="11" creationId="{C62EA61B-97BC-5244-8026-4FB95D55DAA7}"/>
          </ac:cxnSpMkLst>
        </pc:cxnChg>
        <pc:cxnChg chg="mod">
          <ac:chgData name="MYUNG JIN" userId="89f3fa32ababedc4" providerId="LiveId" clId="{1EECE587-71D1-4784-8146-4E7DAA437A90}" dt="2024-09-29T18:29:57.962" v="1504" actId="571"/>
          <ac:cxnSpMkLst>
            <pc:docMk/>
            <pc:sldMk cId="3868522008" sldId="320"/>
            <ac:cxnSpMk id="15" creationId="{5A82D6DF-1485-3B22-120B-9EE688D256AF}"/>
          </ac:cxnSpMkLst>
        </pc:cxnChg>
        <pc:cxnChg chg="mod">
          <ac:chgData name="MYUNG JIN" userId="89f3fa32ababedc4" providerId="LiveId" clId="{1EECE587-71D1-4784-8146-4E7DAA437A90}" dt="2024-09-29T18:29:57.962" v="1504" actId="571"/>
          <ac:cxnSpMkLst>
            <pc:docMk/>
            <pc:sldMk cId="3868522008" sldId="320"/>
            <ac:cxnSpMk id="21" creationId="{0A28C4B4-BD5B-5724-8B14-D9C060C1B595}"/>
          </ac:cxnSpMkLst>
        </pc:cxnChg>
        <pc:cxnChg chg="mod">
          <ac:chgData name="MYUNG JIN" userId="89f3fa32ababedc4" providerId="LiveId" clId="{1EECE587-71D1-4784-8146-4E7DAA437A90}" dt="2024-09-29T18:29:57.962" v="1504" actId="571"/>
          <ac:cxnSpMkLst>
            <pc:docMk/>
            <pc:sldMk cId="3868522008" sldId="320"/>
            <ac:cxnSpMk id="22" creationId="{8A31BA87-9937-09AB-55F1-BBA458120A0D}"/>
          </ac:cxnSpMkLst>
        </pc:cxnChg>
        <pc:cxnChg chg="mod">
          <ac:chgData name="MYUNG JIN" userId="89f3fa32ababedc4" providerId="LiveId" clId="{1EECE587-71D1-4784-8146-4E7DAA437A90}" dt="2024-09-29T18:29:57.962" v="1504" actId="571"/>
          <ac:cxnSpMkLst>
            <pc:docMk/>
            <pc:sldMk cId="3868522008" sldId="320"/>
            <ac:cxnSpMk id="23" creationId="{04BD4D21-3363-9441-B0A3-1A282204E459}"/>
          </ac:cxnSpMkLst>
        </pc:cxnChg>
        <pc:cxnChg chg="mod">
          <ac:chgData name="MYUNG JIN" userId="89f3fa32ababedc4" providerId="LiveId" clId="{1EECE587-71D1-4784-8146-4E7DAA437A90}" dt="2024-09-29T18:29:57.962" v="1504" actId="571"/>
          <ac:cxnSpMkLst>
            <pc:docMk/>
            <pc:sldMk cId="3868522008" sldId="320"/>
            <ac:cxnSpMk id="24" creationId="{D393CC39-D2D4-60E8-B783-C98264CB6FA9}"/>
          </ac:cxnSpMkLst>
        </pc:cxnChg>
        <pc:cxnChg chg="mod">
          <ac:chgData name="MYUNG JIN" userId="89f3fa32ababedc4" providerId="LiveId" clId="{1EECE587-71D1-4784-8146-4E7DAA437A90}" dt="2024-09-29T18:29:57.962" v="1504" actId="571"/>
          <ac:cxnSpMkLst>
            <pc:docMk/>
            <pc:sldMk cId="3868522008" sldId="320"/>
            <ac:cxnSpMk id="25" creationId="{B66E03C0-8F96-AE1A-0632-F023B71E011A}"/>
          </ac:cxnSpMkLst>
        </pc:cxnChg>
        <pc:cxnChg chg="mod">
          <ac:chgData name="MYUNG JIN" userId="89f3fa32ababedc4" providerId="LiveId" clId="{1EECE587-71D1-4784-8146-4E7DAA437A90}" dt="2024-09-29T18:29:57.962" v="1504" actId="571"/>
          <ac:cxnSpMkLst>
            <pc:docMk/>
            <pc:sldMk cId="3868522008" sldId="320"/>
            <ac:cxnSpMk id="26" creationId="{6A900E88-664E-173F-414C-0C1E51326869}"/>
          </ac:cxnSpMkLst>
        </pc:cxnChg>
        <pc:cxnChg chg="mod">
          <ac:chgData name="MYUNG JIN" userId="89f3fa32ababedc4" providerId="LiveId" clId="{1EECE587-71D1-4784-8146-4E7DAA437A90}" dt="2024-09-29T18:29:57.962" v="1504" actId="571"/>
          <ac:cxnSpMkLst>
            <pc:docMk/>
            <pc:sldMk cId="3868522008" sldId="320"/>
            <ac:cxnSpMk id="27" creationId="{B3665B51-95AB-6275-8F96-E84D6D9FD52E}"/>
          </ac:cxnSpMkLst>
        </pc:cxnChg>
        <pc:cxnChg chg="mod">
          <ac:chgData name="MYUNG JIN" userId="89f3fa32ababedc4" providerId="LiveId" clId="{1EECE587-71D1-4784-8146-4E7DAA437A90}" dt="2024-09-29T18:29:57.962" v="1504" actId="571"/>
          <ac:cxnSpMkLst>
            <pc:docMk/>
            <pc:sldMk cId="3868522008" sldId="320"/>
            <ac:cxnSpMk id="28" creationId="{1BD61177-EFEC-5FB7-4308-F5C17AAF9460}"/>
          </ac:cxnSpMkLst>
        </pc:cxnChg>
        <pc:cxnChg chg="mod">
          <ac:chgData name="MYUNG JIN" userId="89f3fa32ababedc4" providerId="LiveId" clId="{1EECE587-71D1-4784-8146-4E7DAA437A90}" dt="2024-09-29T18:29:57.962" v="1504" actId="571"/>
          <ac:cxnSpMkLst>
            <pc:docMk/>
            <pc:sldMk cId="3868522008" sldId="320"/>
            <ac:cxnSpMk id="29" creationId="{83730CFD-2245-BD35-A563-648D529034AE}"/>
          </ac:cxnSpMkLst>
        </pc:cxnChg>
        <pc:cxnChg chg="mod">
          <ac:chgData name="MYUNG JIN" userId="89f3fa32ababedc4" providerId="LiveId" clId="{1EECE587-71D1-4784-8146-4E7DAA437A90}" dt="2024-09-29T18:29:57.962" v="1504" actId="571"/>
          <ac:cxnSpMkLst>
            <pc:docMk/>
            <pc:sldMk cId="3868522008" sldId="320"/>
            <ac:cxnSpMk id="30" creationId="{4C130EA7-1A25-5FE1-02D3-020E50551437}"/>
          </ac:cxnSpMkLst>
        </pc:cxnChg>
        <pc:cxnChg chg="mod">
          <ac:chgData name="MYUNG JIN" userId="89f3fa32ababedc4" providerId="LiveId" clId="{1EECE587-71D1-4784-8146-4E7DAA437A90}" dt="2024-09-29T18:29:57.962" v="1504" actId="571"/>
          <ac:cxnSpMkLst>
            <pc:docMk/>
            <pc:sldMk cId="3868522008" sldId="320"/>
            <ac:cxnSpMk id="31" creationId="{709414BB-B591-FD5C-6023-8E4BF0B0C1FD}"/>
          </ac:cxnSpMkLst>
        </pc:cxnChg>
        <pc:cxnChg chg="mod">
          <ac:chgData name="MYUNG JIN" userId="89f3fa32ababedc4" providerId="LiveId" clId="{1EECE587-71D1-4784-8146-4E7DAA437A90}" dt="2024-09-29T18:29:57.962" v="1504" actId="571"/>
          <ac:cxnSpMkLst>
            <pc:docMk/>
            <pc:sldMk cId="3868522008" sldId="320"/>
            <ac:cxnSpMk id="32" creationId="{C08002B3-3202-81E7-5035-143C49891F13}"/>
          </ac:cxnSpMkLst>
        </pc:cxnChg>
        <pc:cxnChg chg="add mod">
          <ac:chgData name="MYUNG JIN" userId="89f3fa32ababedc4" providerId="LiveId" clId="{1EECE587-71D1-4784-8146-4E7DAA437A90}" dt="2024-09-29T18:30:13.705" v="1543" actId="14100"/>
          <ac:cxnSpMkLst>
            <pc:docMk/>
            <pc:sldMk cId="3868522008" sldId="320"/>
            <ac:cxnSpMk id="39" creationId="{C0BF93D1-961F-3273-B001-7F90F669A352}"/>
          </ac:cxnSpMkLst>
        </pc:cxnChg>
        <pc:cxnChg chg="add mod">
          <ac:chgData name="MYUNG JIN" userId="89f3fa32ababedc4" providerId="LiveId" clId="{1EECE587-71D1-4784-8146-4E7DAA437A90}" dt="2024-09-29T18:31:18.315" v="1556" actId="1582"/>
          <ac:cxnSpMkLst>
            <pc:docMk/>
            <pc:sldMk cId="3868522008" sldId="320"/>
            <ac:cxnSpMk id="45" creationId="{1ACABA51-F181-F64D-3AD4-EC0940367072}"/>
          </ac:cxnSpMkLst>
        </pc:cxnChg>
      </pc:sldChg>
      <pc:sldChg chg="addSp modSp new mod">
        <pc:chgData name="MYUNG JIN" userId="89f3fa32ababedc4" providerId="LiveId" clId="{1EECE587-71D1-4784-8146-4E7DAA437A90}" dt="2024-09-29T18:53:13.551" v="2268" actId="404"/>
        <pc:sldMkLst>
          <pc:docMk/>
          <pc:sldMk cId="1002979690" sldId="321"/>
        </pc:sldMkLst>
        <pc:spChg chg="mod">
          <ac:chgData name="MYUNG JIN" userId="89f3fa32ababedc4" providerId="LiveId" clId="{1EECE587-71D1-4784-8146-4E7DAA437A90}" dt="2024-09-29T18:51:23.937" v="2109" actId="404"/>
          <ac:spMkLst>
            <pc:docMk/>
            <pc:sldMk cId="1002979690" sldId="321"/>
            <ac:spMk id="2" creationId="{6304257D-9FE0-6DC7-3A8F-DD7DCC4128BD}"/>
          </ac:spMkLst>
        </pc:spChg>
        <pc:spChg chg="mod">
          <ac:chgData name="MYUNG JIN" userId="89f3fa32ababedc4" providerId="LiveId" clId="{1EECE587-71D1-4784-8146-4E7DAA437A90}" dt="2024-09-29T18:36:52.987" v="1839"/>
          <ac:spMkLst>
            <pc:docMk/>
            <pc:sldMk cId="1002979690" sldId="321"/>
            <ac:spMk id="4" creationId="{22AF0AA3-6F65-CF80-0459-F4ED879E2FC0}"/>
          </ac:spMkLst>
        </pc:spChg>
        <pc:spChg chg="mod">
          <ac:chgData name="MYUNG JIN" userId="89f3fa32ababedc4" providerId="LiveId" clId="{1EECE587-71D1-4784-8146-4E7DAA437A90}" dt="2024-09-29T18:36:52.987" v="1839"/>
          <ac:spMkLst>
            <pc:docMk/>
            <pc:sldMk cId="1002979690" sldId="321"/>
            <ac:spMk id="5" creationId="{7854550F-F080-B243-FB3F-0FE63A38FD9E}"/>
          </ac:spMkLst>
        </pc:spChg>
        <pc:spChg chg="add mod">
          <ac:chgData name="MYUNG JIN" userId="89f3fa32ababedc4" providerId="LiveId" clId="{1EECE587-71D1-4784-8146-4E7DAA437A90}" dt="2024-09-29T18:51:32.316" v="2110" actId="1076"/>
          <ac:spMkLst>
            <pc:docMk/>
            <pc:sldMk cId="1002979690" sldId="321"/>
            <ac:spMk id="12" creationId="{595063A1-4317-68CE-32E1-0F59762D0583}"/>
          </ac:spMkLst>
        </pc:spChg>
        <pc:spChg chg="add mod">
          <ac:chgData name="MYUNG JIN" userId="89f3fa32ababedc4" providerId="LiveId" clId="{1EECE587-71D1-4784-8146-4E7DAA437A90}" dt="2024-09-29T18:51:32.316" v="2110" actId="1076"/>
          <ac:spMkLst>
            <pc:docMk/>
            <pc:sldMk cId="1002979690" sldId="321"/>
            <ac:spMk id="13" creationId="{1C60C176-D2A6-3979-4574-D19BDAA8B38B}"/>
          </ac:spMkLst>
        </pc:spChg>
        <pc:spChg chg="add mod">
          <ac:chgData name="MYUNG JIN" userId="89f3fa32ababedc4" providerId="LiveId" clId="{1EECE587-71D1-4784-8146-4E7DAA437A90}" dt="2024-09-29T18:51:32.316" v="2110" actId="1076"/>
          <ac:spMkLst>
            <pc:docMk/>
            <pc:sldMk cId="1002979690" sldId="321"/>
            <ac:spMk id="14" creationId="{2C77C9E4-D8C0-40AF-9679-EF528D144B4C}"/>
          </ac:spMkLst>
        </pc:spChg>
        <pc:spChg chg="add mod">
          <ac:chgData name="MYUNG JIN" userId="89f3fa32ababedc4" providerId="LiveId" clId="{1EECE587-71D1-4784-8146-4E7DAA437A90}" dt="2024-09-29T18:51:32.316" v="2110" actId="1076"/>
          <ac:spMkLst>
            <pc:docMk/>
            <pc:sldMk cId="1002979690" sldId="321"/>
            <ac:spMk id="15" creationId="{47E0EBA0-911F-3CAA-D7DA-A37ADD73F426}"/>
          </ac:spMkLst>
        </pc:spChg>
        <pc:spChg chg="add mod">
          <ac:chgData name="MYUNG JIN" userId="89f3fa32ababedc4" providerId="LiveId" clId="{1EECE587-71D1-4784-8146-4E7DAA437A90}" dt="2024-09-29T18:51:32.316" v="2110" actId="1076"/>
          <ac:spMkLst>
            <pc:docMk/>
            <pc:sldMk cId="1002979690" sldId="321"/>
            <ac:spMk id="18" creationId="{6EADF556-5BD6-E465-919E-5EE02A62EF87}"/>
          </ac:spMkLst>
        </pc:spChg>
        <pc:spChg chg="add mod">
          <ac:chgData name="MYUNG JIN" userId="89f3fa32ababedc4" providerId="LiveId" clId="{1EECE587-71D1-4784-8146-4E7DAA437A90}" dt="2024-09-29T18:51:32.316" v="2110" actId="1076"/>
          <ac:spMkLst>
            <pc:docMk/>
            <pc:sldMk cId="1002979690" sldId="321"/>
            <ac:spMk id="19" creationId="{7165081C-6DEA-93EF-48F6-7EBBEEC6269A}"/>
          </ac:spMkLst>
        </pc:spChg>
        <pc:spChg chg="add mod">
          <ac:chgData name="MYUNG JIN" userId="89f3fa32ababedc4" providerId="LiveId" clId="{1EECE587-71D1-4784-8146-4E7DAA437A90}" dt="2024-09-29T18:53:13.551" v="2268" actId="404"/>
          <ac:spMkLst>
            <pc:docMk/>
            <pc:sldMk cId="1002979690" sldId="321"/>
            <ac:spMk id="20" creationId="{7A1E8C6C-126D-607F-D43C-A88EB407F0C4}"/>
          </ac:spMkLst>
        </pc:spChg>
        <pc:grpChg chg="add mod">
          <ac:chgData name="MYUNG JIN" userId="89f3fa32ababedc4" providerId="LiveId" clId="{1EECE587-71D1-4784-8146-4E7DAA437A90}" dt="2024-09-29T18:51:32.316" v="2110" actId="1076"/>
          <ac:grpSpMkLst>
            <pc:docMk/>
            <pc:sldMk cId="1002979690" sldId="321"/>
            <ac:grpSpMk id="3" creationId="{8346DFBC-193E-0FBA-1052-440FCA97E639}"/>
          </ac:grpSpMkLst>
        </pc:grpChg>
        <pc:grpChg chg="add mod">
          <ac:chgData name="MYUNG JIN" userId="89f3fa32ababedc4" providerId="LiveId" clId="{1EECE587-71D1-4784-8146-4E7DAA437A90}" dt="2024-09-29T18:51:32.316" v="2110" actId="1076"/>
          <ac:grpSpMkLst>
            <pc:docMk/>
            <pc:sldMk cId="1002979690" sldId="321"/>
            <ac:grpSpMk id="6" creationId="{BF1855D4-4F6D-3F51-93BE-194154940AF3}"/>
          </ac:grpSpMkLst>
        </pc:grpChg>
        <pc:grpChg chg="add mod">
          <ac:chgData name="MYUNG JIN" userId="89f3fa32ababedc4" providerId="LiveId" clId="{1EECE587-71D1-4784-8146-4E7DAA437A90}" dt="2024-09-29T18:51:32.316" v="2110" actId="1076"/>
          <ac:grpSpMkLst>
            <pc:docMk/>
            <pc:sldMk cId="1002979690" sldId="321"/>
            <ac:grpSpMk id="9" creationId="{A86EB179-B7FA-1338-A7C8-38574E56B38F}"/>
          </ac:grpSpMkLst>
        </pc:grpChg>
        <pc:picChg chg="mod">
          <ac:chgData name="MYUNG JIN" userId="89f3fa32ababedc4" providerId="LiveId" clId="{1EECE587-71D1-4784-8146-4E7DAA437A90}" dt="2024-09-29T18:36:52.987" v="1839"/>
          <ac:picMkLst>
            <pc:docMk/>
            <pc:sldMk cId="1002979690" sldId="321"/>
            <ac:picMk id="7" creationId="{5156D499-8C3C-78A1-E7D8-0DDAE65B539F}"/>
          </ac:picMkLst>
        </pc:picChg>
        <pc:picChg chg="mod">
          <ac:chgData name="MYUNG JIN" userId="89f3fa32ababedc4" providerId="LiveId" clId="{1EECE587-71D1-4784-8146-4E7DAA437A90}" dt="2024-09-29T18:36:52.987" v="1839"/>
          <ac:picMkLst>
            <pc:docMk/>
            <pc:sldMk cId="1002979690" sldId="321"/>
            <ac:picMk id="10" creationId="{D6B673BC-A3F2-71C5-5B27-678D67B7CC52}"/>
          </ac:picMkLst>
        </pc:picChg>
        <pc:cxnChg chg="mod">
          <ac:chgData name="MYUNG JIN" userId="89f3fa32ababedc4" providerId="LiveId" clId="{1EECE587-71D1-4784-8146-4E7DAA437A90}" dt="2024-09-29T18:36:52.987" v="1839"/>
          <ac:cxnSpMkLst>
            <pc:docMk/>
            <pc:sldMk cId="1002979690" sldId="321"/>
            <ac:cxnSpMk id="8" creationId="{F18088A2-F4B0-B194-501C-073EFE08A8E1}"/>
          </ac:cxnSpMkLst>
        </pc:cxnChg>
        <pc:cxnChg chg="mod">
          <ac:chgData name="MYUNG JIN" userId="89f3fa32ababedc4" providerId="LiveId" clId="{1EECE587-71D1-4784-8146-4E7DAA437A90}" dt="2024-09-29T18:36:52.987" v="1839"/>
          <ac:cxnSpMkLst>
            <pc:docMk/>
            <pc:sldMk cId="1002979690" sldId="321"/>
            <ac:cxnSpMk id="11" creationId="{4BAEB52F-D749-27AD-3557-49F84801BA18}"/>
          </ac:cxnSpMkLst>
        </pc:cxnChg>
        <pc:cxnChg chg="add mod">
          <ac:chgData name="MYUNG JIN" userId="89f3fa32ababedc4" providerId="LiveId" clId="{1EECE587-71D1-4784-8146-4E7DAA437A90}" dt="2024-09-29T18:51:32.316" v="2110" actId="1076"/>
          <ac:cxnSpMkLst>
            <pc:docMk/>
            <pc:sldMk cId="1002979690" sldId="321"/>
            <ac:cxnSpMk id="16" creationId="{EA4B1A40-4596-4085-EB9D-3A2F7B857EB9}"/>
          </ac:cxnSpMkLst>
        </pc:cxnChg>
        <pc:cxnChg chg="add mod">
          <ac:chgData name="MYUNG JIN" userId="89f3fa32ababedc4" providerId="LiveId" clId="{1EECE587-71D1-4784-8146-4E7DAA437A90}" dt="2024-09-29T18:51:32.316" v="2110" actId="1076"/>
          <ac:cxnSpMkLst>
            <pc:docMk/>
            <pc:sldMk cId="1002979690" sldId="321"/>
            <ac:cxnSpMk id="17" creationId="{7C4F06FC-8155-87BA-C9AD-B820E1EB752B}"/>
          </ac:cxnSpMkLst>
        </pc:cxnChg>
      </pc:sldChg>
      <pc:sldChg chg="new del">
        <pc:chgData name="MYUNG JIN" userId="89f3fa32ababedc4" providerId="LiveId" clId="{1EECE587-71D1-4784-8146-4E7DAA437A90}" dt="2024-09-29T18:13:59.773" v="1030" actId="47"/>
        <pc:sldMkLst>
          <pc:docMk/>
          <pc:sldMk cId="1769032570" sldId="321"/>
        </pc:sldMkLst>
      </pc:sldChg>
      <pc:sldChg chg="new del">
        <pc:chgData name="MYUNG JIN" userId="89f3fa32ababedc4" providerId="LiveId" clId="{1EECE587-71D1-4784-8146-4E7DAA437A90}" dt="2024-09-29T15:38:11.432" v="146" actId="680"/>
        <pc:sldMkLst>
          <pc:docMk/>
          <pc:sldMk cId="3087066081" sldId="321"/>
        </pc:sldMkLst>
      </pc:sldChg>
      <pc:sldChg chg="add del">
        <pc:chgData name="MYUNG JIN" userId="89f3fa32ababedc4" providerId="LiveId" clId="{1EECE587-71D1-4784-8146-4E7DAA437A90}" dt="2024-09-29T17:59:10.858" v="554"/>
        <pc:sldMkLst>
          <pc:docMk/>
          <pc:sldMk cId="2680466155" sldId="328"/>
        </pc:sldMkLst>
      </pc:sldChg>
      <pc:sldMasterChg chg="modSldLayout">
        <pc:chgData name="MYUNG JIN" userId="89f3fa32ababedc4" providerId="LiveId" clId="{1EECE587-71D1-4784-8146-4E7DAA437A90}" dt="2024-09-29T18:53:50.183" v="2272" actId="20577"/>
        <pc:sldMasterMkLst>
          <pc:docMk/>
          <pc:sldMasterMk cId="865822706" sldId="2147483672"/>
        </pc:sldMasterMkLst>
        <pc:sldLayoutChg chg="modSp mod">
          <pc:chgData name="MYUNG JIN" userId="89f3fa32ababedc4" providerId="LiveId" clId="{1EECE587-71D1-4784-8146-4E7DAA437A90}" dt="2024-09-29T18:53:50.183" v="2272" actId="20577"/>
          <pc:sldLayoutMkLst>
            <pc:docMk/>
            <pc:sldMasterMk cId="865822706" sldId="2147483672"/>
            <pc:sldLayoutMk cId="1293274149" sldId="2147483661"/>
          </pc:sldLayoutMkLst>
          <pc:spChg chg="mod">
            <ac:chgData name="MYUNG JIN" userId="89f3fa32ababedc4" providerId="LiveId" clId="{1EECE587-71D1-4784-8146-4E7DAA437A90}" dt="2024-09-29T18:53:50.183" v="2272" actId="20577"/>
            <ac:spMkLst>
              <pc:docMk/>
              <pc:sldMasterMk cId="865822706" sldId="2147483672"/>
              <pc:sldLayoutMk cId="1293274149" sldId="2147483661"/>
              <ac:spMk id="12" creationId="{73E09DDB-F9AA-B7CF-1BD1-467229BF433E}"/>
            </ac:spMkLst>
          </pc:spChg>
        </pc:sldLayoutChg>
        <pc:sldLayoutChg chg="modSp mod">
          <pc:chgData name="MYUNG JIN" userId="89f3fa32ababedc4" providerId="LiveId" clId="{1EECE587-71D1-4784-8146-4E7DAA437A90}" dt="2024-09-29T18:53:46.857" v="2271" actId="20577"/>
          <pc:sldLayoutMkLst>
            <pc:docMk/>
            <pc:sldMasterMk cId="865822706" sldId="2147483672"/>
            <pc:sldLayoutMk cId="1527371085" sldId="2147483662"/>
          </pc:sldLayoutMkLst>
          <pc:spChg chg="mod">
            <ac:chgData name="MYUNG JIN" userId="89f3fa32ababedc4" providerId="LiveId" clId="{1EECE587-71D1-4784-8146-4E7DAA437A90}" dt="2024-09-29T18:53:46.857" v="2271" actId="20577"/>
            <ac:spMkLst>
              <pc:docMk/>
              <pc:sldMasterMk cId="865822706" sldId="2147483672"/>
              <pc:sldLayoutMk cId="1527371085" sldId="2147483662"/>
              <ac:spMk id="2" creationId="{A7AFC566-22A4-29F2-DC8E-5E0F72383F7D}"/>
            </ac:spMkLst>
          </pc:spChg>
        </pc:sldLayoutChg>
      </pc:sldMasterChg>
    </pc:docChg>
  </pc:docChgLst>
  <pc:docChgLst>
    <pc:chgData name="MYUNG JIN" userId="89f3fa32ababedc4" providerId="LiveId" clId="{2E257482-2BBE-4312-9ABB-B4FAFBFF7210}"/>
    <pc:docChg chg="undo custSel addSld delSld modSld sldOrd">
      <pc:chgData name="MYUNG JIN" userId="89f3fa32ababedc4" providerId="LiveId" clId="{2E257482-2BBE-4312-9ABB-B4FAFBFF7210}" dt="2024-09-29T03:00:49.066" v="1903" actId="732"/>
      <pc:docMkLst>
        <pc:docMk/>
      </pc:docMkLst>
      <pc:sldChg chg="modSp mod">
        <pc:chgData name="MYUNG JIN" userId="89f3fa32ababedc4" providerId="LiveId" clId="{2E257482-2BBE-4312-9ABB-B4FAFBFF7210}" dt="2024-09-28T16:12:01.621" v="1154" actId="20577"/>
        <pc:sldMkLst>
          <pc:docMk/>
          <pc:sldMk cId="2415824652" sldId="314"/>
        </pc:sldMkLst>
        <pc:spChg chg="mod">
          <ac:chgData name="MYUNG JIN" userId="89f3fa32ababedc4" providerId="LiveId" clId="{2E257482-2BBE-4312-9ABB-B4FAFBFF7210}" dt="2024-09-28T16:12:01.621" v="1154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delSp modSp mod">
        <pc:chgData name="MYUNG JIN" userId="89f3fa32ababedc4" providerId="LiveId" clId="{2E257482-2BBE-4312-9ABB-B4FAFBFF7210}" dt="2024-09-28T20:01:40.875" v="1190" actId="1076"/>
        <pc:sldMkLst>
          <pc:docMk/>
          <pc:sldMk cId="2899342611" sldId="315"/>
        </pc:sldMkLst>
        <pc:spChg chg="mod">
          <ac:chgData name="MYUNG JIN" userId="89f3fa32ababedc4" providerId="LiveId" clId="{2E257482-2BBE-4312-9ABB-B4FAFBFF7210}" dt="2024-09-28T09:53:09.550" v="213" actId="20577"/>
          <ac:spMkLst>
            <pc:docMk/>
            <pc:sldMk cId="2899342611" sldId="315"/>
            <ac:spMk id="2" creationId="{6B80B26E-D7EF-B0B7-2CB8-5143E660972A}"/>
          </ac:spMkLst>
        </pc:spChg>
        <pc:spChg chg="add mod">
          <ac:chgData name="MYUNG JIN" userId="89f3fa32ababedc4" providerId="LiveId" clId="{2E257482-2BBE-4312-9ABB-B4FAFBFF7210}" dt="2024-09-28T20:01:38.949" v="1188" actId="164"/>
          <ac:spMkLst>
            <pc:docMk/>
            <pc:sldMk cId="2899342611" sldId="315"/>
            <ac:spMk id="3" creationId="{55FAC840-092A-CC2F-686B-C3E54BA3004A}"/>
          </ac:spMkLst>
        </pc:spChg>
        <pc:spChg chg="add mod">
          <ac:chgData name="MYUNG JIN" userId="89f3fa32ababedc4" providerId="LiveId" clId="{2E257482-2BBE-4312-9ABB-B4FAFBFF7210}" dt="2024-09-28T20:01:38.949" v="1188" actId="164"/>
          <ac:spMkLst>
            <pc:docMk/>
            <pc:sldMk cId="2899342611" sldId="315"/>
            <ac:spMk id="4" creationId="{343F4BE3-75BA-6860-9A4D-87A514C5D0D4}"/>
          </ac:spMkLst>
        </pc:spChg>
        <pc:spChg chg="add mod">
          <ac:chgData name="MYUNG JIN" userId="89f3fa32ababedc4" providerId="LiveId" clId="{2E257482-2BBE-4312-9ABB-B4FAFBFF7210}" dt="2024-09-28T20:01:38.949" v="1188" actId="164"/>
          <ac:spMkLst>
            <pc:docMk/>
            <pc:sldMk cId="2899342611" sldId="315"/>
            <ac:spMk id="19" creationId="{FA5966D4-CF37-204C-EA0E-B3725C4B7BE8}"/>
          </ac:spMkLst>
        </pc:spChg>
        <pc:spChg chg="add del mod">
          <ac:chgData name="MYUNG JIN" userId="89f3fa32ababedc4" providerId="LiveId" clId="{2E257482-2BBE-4312-9ABB-B4FAFBFF7210}" dt="2024-09-28T14:15:20.361" v="341" actId="478"/>
          <ac:spMkLst>
            <pc:docMk/>
            <pc:sldMk cId="2899342611" sldId="315"/>
            <ac:spMk id="20" creationId="{D6045CFD-007B-73A2-2D78-ADA8B3383165}"/>
          </ac:spMkLst>
        </pc:spChg>
        <pc:spChg chg="add del mod">
          <ac:chgData name="MYUNG JIN" userId="89f3fa32ababedc4" providerId="LiveId" clId="{2E257482-2BBE-4312-9ABB-B4FAFBFF7210}" dt="2024-09-28T14:15:20.361" v="341" actId="478"/>
          <ac:spMkLst>
            <pc:docMk/>
            <pc:sldMk cId="2899342611" sldId="315"/>
            <ac:spMk id="31" creationId="{5B5B1BEA-FA77-65D4-C2AF-3AD3C3149428}"/>
          </ac:spMkLst>
        </pc:spChg>
        <pc:spChg chg="add mod">
          <ac:chgData name="MYUNG JIN" userId="89f3fa32ababedc4" providerId="LiveId" clId="{2E257482-2BBE-4312-9ABB-B4FAFBFF7210}" dt="2024-09-28T14:08:57.053" v="331" actId="571"/>
          <ac:spMkLst>
            <pc:docMk/>
            <pc:sldMk cId="2899342611" sldId="315"/>
            <ac:spMk id="33" creationId="{EF046F3C-A366-3720-8240-39321D116A98}"/>
          </ac:spMkLst>
        </pc:spChg>
        <pc:spChg chg="add del mod">
          <ac:chgData name="MYUNG JIN" userId="89f3fa32ababedc4" providerId="LiveId" clId="{2E257482-2BBE-4312-9ABB-B4FAFBFF7210}" dt="2024-09-28T14:15:20.361" v="341" actId="478"/>
          <ac:spMkLst>
            <pc:docMk/>
            <pc:sldMk cId="2899342611" sldId="315"/>
            <ac:spMk id="34" creationId="{7F773EA0-2BFD-33A0-64F9-7072DDAEADF0}"/>
          </ac:spMkLst>
        </pc:spChg>
        <pc:spChg chg="add del">
          <ac:chgData name="MYUNG JIN" userId="89f3fa32ababedc4" providerId="LiveId" clId="{2E257482-2BBE-4312-9ABB-B4FAFBFF7210}" dt="2024-09-28T14:14:34.406" v="340" actId="478"/>
          <ac:spMkLst>
            <pc:docMk/>
            <pc:sldMk cId="2899342611" sldId="315"/>
            <ac:spMk id="35" creationId="{A85DCC4C-E7FF-6470-08C6-99B604BE4B50}"/>
          </ac:spMkLst>
        </pc:spChg>
        <pc:spChg chg="add mod">
          <ac:chgData name="MYUNG JIN" userId="89f3fa32ababedc4" providerId="LiveId" clId="{2E257482-2BBE-4312-9ABB-B4FAFBFF7210}" dt="2024-09-28T20:01:38.949" v="1188" actId="164"/>
          <ac:spMkLst>
            <pc:docMk/>
            <pc:sldMk cId="2899342611" sldId="315"/>
            <ac:spMk id="40" creationId="{E6862485-5DD6-9E58-6ADE-384A035BEDBB}"/>
          </ac:spMkLst>
        </pc:spChg>
        <pc:spChg chg="add mod">
          <ac:chgData name="MYUNG JIN" userId="89f3fa32ababedc4" providerId="LiveId" clId="{2E257482-2BBE-4312-9ABB-B4FAFBFF7210}" dt="2024-09-28T20:01:38.949" v="1188" actId="164"/>
          <ac:spMkLst>
            <pc:docMk/>
            <pc:sldMk cId="2899342611" sldId="315"/>
            <ac:spMk id="42" creationId="{39F4377B-698B-DE41-A69F-F3E2FFFE2519}"/>
          </ac:spMkLst>
        </pc:spChg>
        <pc:spChg chg="add del mod">
          <ac:chgData name="MYUNG JIN" userId="89f3fa32ababedc4" providerId="LiveId" clId="{2E257482-2BBE-4312-9ABB-B4FAFBFF7210}" dt="2024-09-28T14:17:38.234" v="366" actId="478"/>
          <ac:spMkLst>
            <pc:docMk/>
            <pc:sldMk cId="2899342611" sldId="315"/>
            <ac:spMk id="44" creationId="{CE32789E-9A0F-13D0-621F-8A9849286B8B}"/>
          </ac:spMkLst>
        </pc:spChg>
        <pc:spChg chg="add mod">
          <ac:chgData name="MYUNG JIN" userId="89f3fa32ababedc4" providerId="LiveId" clId="{2E257482-2BBE-4312-9ABB-B4FAFBFF7210}" dt="2024-09-28T14:17:33.956" v="363"/>
          <ac:spMkLst>
            <pc:docMk/>
            <pc:sldMk cId="2899342611" sldId="315"/>
            <ac:spMk id="50" creationId="{25A5CF4B-19DA-BC95-C088-3264C415B0C1}"/>
          </ac:spMkLst>
        </pc:spChg>
        <pc:spChg chg="add mod ord">
          <ac:chgData name="MYUNG JIN" userId="89f3fa32ababedc4" providerId="LiveId" clId="{2E257482-2BBE-4312-9ABB-B4FAFBFF7210}" dt="2024-09-28T20:01:38.949" v="1188" actId="164"/>
          <ac:spMkLst>
            <pc:docMk/>
            <pc:sldMk cId="2899342611" sldId="315"/>
            <ac:spMk id="70" creationId="{03BB662A-F894-6ABE-F4D4-EF59A8C518BB}"/>
          </ac:spMkLst>
        </pc:spChg>
        <pc:spChg chg="add mod">
          <ac:chgData name="MYUNG JIN" userId="89f3fa32ababedc4" providerId="LiveId" clId="{2E257482-2BBE-4312-9ABB-B4FAFBFF7210}" dt="2024-09-28T20:01:38.949" v="1188" actId="164"/>
          <ac:spMkLst>
            <pc:docMk/>
            <pc:sldMk cId="2899342611" sldId="315"/>
            <ac:spMk id="71" creationId="{DEF65B33-9120-E5DE-FEEE-8A3BD861B38A}"/>
          </ac:spMkLst>
        </pc:spChg>
        <pc:spChg chg="add mod">
          <ac:chgData name="MYUNG JIN" userId="89f3fa32ababedc4" providerId="LiveId" clId="{2E257482-2BBE-4312-9ABB-B4FAFBFF7210}" dt="2024-09-28T20:01:38.949" v="1188" actId="164"/>
          <ac:spMkLst>
            <pc:docMk/>
            <pc:sldMk cId="2899342611" sldId="315"/>
            <ac:spMk id="72" creationId="{F5C68383-710D-E7FA-7742-976261E71F01}"/>
          </ac:spMkLst>
        </pc:spChg>
        <pc:spChg chg="add mod">
          <ac:chgData name="MYUNG JIN" userId="89f3fa32ababedc4" providerId="LiveId" clId="{2E257482-2BBE-4312-9ABB-B4FAFBFF7210}" dt="2024-09-28T20:01:38.949" v="1188" actId="164"/>
          <ac:spMkLst>
            <pc:docMk/>
            <pc:sldMk cId="2899342611" sldId="315"/>
            <ac:spMk id="86" creationId="{060758B2-48B9-B945-36EA-385C273E94D2}"/>
          </ac:spMkLst>
        </pc:spChg>
        <pc:spChg chg="add mod">
          <ac:chgData name="MYUNG JIN" userId="89f3fa32ababedc4" providerId="LiveId" clId="{2E257482-2BBE-4312-9ABB-B4FAFBFF7210}" dt="2024-09-28T20:01:38.949" v="1188" actId="164"/>
          <ac:spMkLst>
            <pc:docMk/>
            <pc:sldMk cId="2899342611" sldId="315"/>
            <ac:spMk id="87" creationId="{FD59654D-5075-7E9A-FE69-8B247B3398DB}"/>
          </ac:spMkLst>
        </pc:spChg>
        <pc:spChg chg="add mod">
          <ac:chgData name="MYUNG JIN" userId="89f3fa32ababedc4" providerId="LiveId" clId="{2E257482-2BBE-4312-9ABB-B4FAFBFF7210}" dt="2024-09-28T20:01:38.949" v="1188" actId="164"/>
          <ac:spMkLst>
            <pc:docMk/>
            <pc:sldMk cId="2899342611" sldId="315"/>
            <ac:spMk id="88" creationId="{13C6A1E7-CD63-86EC-6703-0AA1F6BC416C}"/>
          </ac:spMkLst>
        </pc:spChg>
        <pc:spChg chg="add mod">
          <ac:chgData name="MYUNG JIN" userId="89f3fa32ababedc4" providerId="LiveId" clId="{2E257482-2BBE-4312-9ABB-B4FAFBFF7210}" dt="2024-09-28T20:00:55.937" v="1185" actId="1076"/>
          <ac:spMkLst>
            <pc:docMk/>
            <pc:sldMk cId="2899342611" sldId="315"/>
            <ac:spMk id="89" creationId="{B5E94677-FF29-AA71-13C3-435CA1CBDCB5}"/>
          </ac:spMkLst>
        </pc:spChg>
        <pc:spChg chg="add mod">
          <ac:chgData name="MYUNG JIN" userId="89f3fa32ababedc4" providerId="LiveId" clId="{2E257482-2BBE-4312-9ABB-B4FAFBFF7210}" dt="2024-09-28T20:00:53.776" v="1184" actId="20577"/>
          <ac:spMkLst>
            <pc:docMk/>
            <pc:sldMk cId="2899342611" sldId="315"/>
            <ac:spMk id="90" creationId="{FB6C5E64-D5F9-D8A2-5DCE-B842956C3ADB}"/>
          </ac:spMkLst>
        </pc:spChg>
        <pc:spChg chg="add del mod">
          <ac:chgData name="MYUNG JIN" userId="89f3fa32ababedc4" providerId="LiveId" clId="{2E257482-2BBE-4312-9ABB-B4FAFBFF7210}" dt="2024-09-28T14:30:08.371" v="827" actId="478"/>
          <ac:spMkLst>
            <pc:docMk/>
            <pc:sldMk cId="2899342611" sldId="315"/>
            <ac:spMk id="91" creationId="{019FB230-C86C-14E6-E79E-75E882F95DA3}"/>
          </ac:spMkLst>
        </pc:spChg>
        <pc:spChg chg="add mod">
          <ac:chgData name="MYUNG JIN" userId="89f3fa32ababedc4" providerId="LiveId" clId="{2E257482-2BBE-4312-9ABB-B4FAFBFF7210}" dt="2024-09-28T20:01:38.949" v="1188" actId="164"/>
          <ac:spMkLst>
            <pc:docMk/>
            <pc:sldMk cId="2899342611" sldId="315"/>
            <ac:spMk id="92" creationId="{F3203703-1667-D08B-0A01-53F74B07788F}"/>
          </ac:spMkLst>
        </pc:spChg>
        <pc:spChg chg="add mod">
          <ac:chgData name="MYUNG JIN" userId="89f3fa32ababedc4" providerId="LiveId" clId="{2E257482-2BBE-4312-9ABB-B4FAFBFF7210}" dt="2024-09-28T14:31:37.796" v="907" actId="1076"/>
          <ac:spMkLst>
            <pc:docMk/>
            <pc:sldMk cId="2899342611" sldId="315"/>
            <ac:spMk id="93" creationId="{3A08CB75-C0DE-7187-18A3-220096704FFA}"/>
          </ac:spMkLst>
        </pc:spChg>
        <pc:grpChg chg="add mod">
          <ac:chgData name="MYUNG JIN" userId="89f3fa32ababedc4" providerId="LiveId" clId="{2E257482-2BBE-4312-9ABB-B4FAFBFF7210}" dt="2024-09-28T20:01:40.875" v="1190" actId="1076"/>
          <ac:grpSpMkLst>
            <pc:docMk/>
            <pc:sldMk cId="2899342611" sldId="315"/>
            <ac:grpSpMk id="96" creationId="{334C86D8-C8D7-0D35-CF0C-140535CDF9BB}"/>
          </ac:grpSpMkLst>
        </pc:grpChg>
        <pc:picChg chg="add mod">
          <ac:chgData name="MYUNG JIN" userId="89f3fa32ababedc4" providerId="LiveId" clId="{2E257482-2BBE-4312-9ABB-B4FAFBFF7210}" dt="2024-09-28T20:01:38.949" v="1188" actId="164"/>
          <ac:picMkLst>
            <pc:docMk/>
            <pc:sldMk cId="2899342611" sldId="315"/>
            <ac:picMk id="52" creationId="{F4CA4536-E3A7-DF71-F059-DB2C24D09F90}"/>
          </ac:picMkLst>
        </pc:picChg>
        <pc:picChg chg="add del mod">
          <ac:chgData name="MYUNG JIN" userId="89f3fa32ababedc4" providerId="LiveId" clId="{2E257482-2BBE-4312-9ABB-B4FAFBFF7210}" dt="2024-09-28T14:23:04.820" v="417" actId="478"/>
          <ac:picMkLst>
            <pc:docMk/>
            <pc:sldMk cId="2899342611" sldId="315"/>
            <ac:picMk id="53" creationId="{8A3D5D3C-44C7-23ED-F04A-D5B3918FEA22}"/>
          </ac:picMkLst>
        </pc:picChg>
        <pc:picChg chg="add del mod">
          <ac:chgData name="MYUNG JIN" userId="89f3fa32ababedc4" providerId="LiveId" clId="{2E257482-2BBE-4312-9ABB-B4FAFBFF7210}" dt="2024-09-28T14:23:03.907" v="416" actId="478"/>
          <ac:picMkLst>
            <pc:docMk/>
            <pc:sldMk cId="2899342611" sldId="315"/>
            <ac:picMk id="54" creationId="{ED7FFC65-47C5-ECD4-BE5C-8A1B0C5D0074}"/>
          </ac:picMkLst>
        </pc:picChg>
        <pc:picChg chg="add del mod">
          <ac:chgData name="MYUNG JIN" userId="89f3fa32ababedc4" providerId="LiveId" clId="{2E257482-2BBE-4312-9ABB-B4FAFBFF7210}" dt="2024-09-28T14:23:03.907" v="416" actId="478"/>
          <ac:picMkLst>
            <pc:docMk/>
            <pc:sldMk cId="2899342611" sldId="315"/>
            <ac:picMk id="55" creationId="{735D7DF0-9E26-2689-5B89-40423A617AB4}"/>
          </ac:picMkLst>
        </pc:picChg>
        <pc:picChg chg="add del mod">
          <ac:chgData name="MYUNG JIN" userId="89f3fa32ababedc4" providerId="LiveId" clId="{2E257482-2BBE-4312-9ABB-B4FAFBFF7210}" dt="2024-09-28T14:23:03.907" v="416" actId="478"/>
          <ac:picMkLst>
            <pc:docMk/>
            <pc:sldMk cId="2899342611" sldId="315"/>
            <ac:picMk id="56" creationId="{BED32C74-C737-1917-CFA0-06CBE50C14BB}"/>
          </ac:picMkLst>
        </pc:picChg>
        <pc:picChg chg="add del mod">
          <ac:chgData name="MYUNG JIN" userId="89f3fa32ababedc4" providerId="LiveId" clId="{2E257482-2BBE-4312-9ABB-B4FAFBFF7210}" dt="2024-09-28T14:23:03.907" v="416" actId="478"/>
          <ac:picMkLst>
            <pc:docMk/>
            <pc:sldMk cId="2899342611" sldId="315"/>
            <ac:picMk id="57" creationId="{43E6364D-EAED-232E-CA2E-96D888685979}"/>
          </ac:picMkLst>
        </pc:picChg>
        <pc:picChg chg="add del mod">
          <ac:chgData name="MYUNG JIN" userId="89f3fa32ababedc4" providerId="LiveId" clId="{2E257482-2BBE-4312-9ABB-B4FAFBFF7210}" dt="2024-09-28T14:23:03.907" v="416" actId="478"/>
          <ac:picMkLst>
            <pc:docMk/>
            <pc:sldMk cId="2899342611" sldId="315"/>
            <ac:picMk id="58" creationId="{43259C44-170F-0638-F8D4-815A80960590}"/>
          </ac:picMkLst>
        </pc:picChg>
        <pc:picChg chg="add mod">
          <ac:chgData name="MYUNG JIN" userId="89f3fa32ababedc4" providerId="LiveId" clId="{2E257482-2BBE-4312-9ABB-B4FAFBFF7210}" dt="2024-09-28T20:01:38.949" v="1188" actId="164"/>
          <ac:picMkLst>
            <pc:docMk/>
            <pc:sldMk cId="2899342611" sldId="315"/>
            <ac:picMk id="59" creationId="{53AC4D1E-D353-4580-2126-2A25602F18F6}"/>
          </ac:picMkLst>
        </pc:picChg>
        <pc:picChg chg="add mod">
          <ac:chgData name="MYUNG JIN" userId="89f3fa32ababedc4" providerId="LiveId" clId="{2E257482-2BBE-4312-9ABB-B4FAFBFF7210}" dt="2024-09-28T20:01:38.949" v="1188" actId="164"/>
          <ac:picMkLst>
            <pc:docMk/>
            <pc:sldMk cId="2899342611" sldId="315"/>
            <ac:picMk id="77" creationId="{CCE9F50E-26A1-7AA3-958F-554355345154}"/>
          </ac:picMkLst>
        </pc:picChg>
        <pc:picChg chg="add mod">
          <ac:chgData name="MYUNG JIN" userId="89f3fa32ababedc4" providerId="LiveId" clId="{2E257482-2BBE-4312-9ABB-B4FAFBFF7210}" dt="2024-09-28T20:01:38.949" v="1188" actId="164"/>
          <ac:picMkLst>
            <pc:docMk/>
            <pc:sldMk cId="2899342611" sldId="315"/>
            <ac:picMk id="78" creationId="{FD7D5347-91D6-869C-5174-9F52838C3809}"/>
          </ac:picMkLst>
        </pc:picChg>
        <pc:picChg chg="add mod">
          <ac:chgData name="MYUNG JIN" userId="89f3fa32ababedc4" providerId="LiveId" clId="{2E257482-2BBE-4312-9ABB-B4FAFBFF7210}" dt="2024-09-28T20:01:38.949" v="1188" actId="164"/>
          <ac:picMkLst>
            <pc:docMk/>
            <pc:sldMk cId="2899342611" sldId="315"/>
            <ac:picMk id="79" creationId="{1812A43B-AA28-4DEE-EC6F-F86E5A32CBB6}"/>
          </ac:picMkLst>
        </pc:picChg>
        <pc:picChg chg="add mod">
          <ac:chgData name="MYUNG JIN" userId="89f3fa32ababedc4" providerId="LiveId" clId="{2E257482-2BBE-4312-9ABB-B4FAFBFF7210}" dt="2024-09-28T20:01:38.949" v="1188" actId="164"/>
          <ac:picMkLst>
            <pc:docMk/>
            <pc:sldMk cId="2899342611" sldId="315"/>
            <ac:picMk id="80" creationId="{CAFB8AB8-C101-6FB4-433A-122E4D7106BF}"/>
          </ac:picMkLst>
        </pc:picChg>
        <pc:picChg chg="add mod">
          <ac:chgData name="MYUNG JIN" userId="89f3fa32ababedc4" providerId="LiveId" clId="{2E257482-2BBE-4312-9ABB-B4FAFBFF7210}" dt="2024-09-28T20:01:38.949" v="1188" actId="164"/>
          <ac:picMkLst>
            <pc:docMk/>
            <pc:sldMk cId="2899342611" sldId="315"/>
            <ac:picMk id="81" creationId="{06A5F8B5-DA67-0AAC-208D-2D6DE53CC351}"/>
          </ac:picMkLst>
        </pc:picChg>
        <pc:picChg chg="add mod">
          <ac:chgData name="MYUNG JIN" userId="89f3fa32ababedc4" providerId="LiveId" clId="{2E257482-2BBE-4312-9ABB-B4FAFBFF7210}" dt="2024-09-28T20:01:38.949" v="1188" actId="164"/>
          <ac:picMkLst>
            <pc:docMk/>
            <pc:sldMk cId="2899342611" sldId="315"/>
            <ac:picMk id="82" creationId="{2C98BB68-96B9-16CD-83E6-8F207E129C67}"/>
          </ac:picMkLst>
        </pc:picChg>
        <pc:cxnChg chg="add mod">
          <ac:chgData name="MYUNG JIN" userId="89f3fa32ababedc4" providerId="LiveId" clId="{2E257482-2BBE-4312-9ABB-B4FAFBFF7210}" dt="2024-09-28T20:01:38.949" v="1188" actId="164"/>
          <ac:cxnSpMkLst>
            <pc:docMk/>
            <pc:sldMk cId="2899342611" sldId="315"/>
            <ac:cxnSpMk id="6" creationId="{87EF7699-A62B-52FE-53D1-488FE80D2396}"/>
          </ac:cxnSpMkLst>
        </pc:cxnChg>
        <pc:cxnChg chg="add mod">
          <ac:chgData name="MYUNG JIN" userId="89f3fa32ababedc4" providerId="LiveId" clId="{2E257482-2BBE-4312-9ABB-B4FAFBFF7210}" dt="2024-09-28T20:01:38.949" v="1188" actId="164"/>
          <ac:cxnSpMkLst>
            <pc:docMk/>
            <pc:sldMk cId="2899342611" sldId="315"/>
            <ac:cxnSpMk id="7" creationId="{67CE1D7F-7712-B610-3FA7-4C519AA24236}"/>
          </ac:cxnSpMkLst>
        </pc:cxnChg>
        <pc:cxnChg chg="add del mod">
          <ac:chgData name="MYUNG JIN" userId="89f3fa32ababedc4" providerId="LiveId" clId="{2E257482-2BBE-4312-9ABB-B4FAFBFF7210}" dt="2024-09-28T14:07:08.233" v="303" actId="478"/>
          <ac:cxnSpMkLst>
            <pc:docMk/>
            <pc:sldMk cId="2899342611" sldId="315"/>
            <ac:cxnSpMk id="10" creationId="{D462632B-CC0D-A46C-34A9-84CD4C9FFD08}"/>
          </ac:cxnSpMkLst>
        </pc:cxnChg>
        <pc:cxnChg chg="add del mod">
          <ac:chgData name="MYUNG JIN" userId="89f3fa32ababedc4" providerId="LiveId" clId="{2E257482-2BBE-4312-9ABB-B4FAFBFF7210}" dt="2024-09-28T14:07:08.701" v="304" actId="478"/>
          <ac:cxnSpMkLst>
            <pc:docMk/>
            <pc:sldMk cId="2899342611" sldId="315"/>
            <ac:cxnSpMk id="13" creationId="{D859C6AB-ABCD-C368-3D83-8F3F645BBBED}"/>
          </ac:cxnSpMkLst>
        </pc:cxnChg>
        <pc:cxnChg chg="add del mod">
          <ac:chgData name="MYUNG JIN" userId="89f3fa32ababedc4" providerId="LiveId" clId="{2E257482-2BBE-4312-9ABB-B4FAFBFF7210}" dt="2024-09-28T14:07:09.189" v="305" actId="478"/>
          <ac:cxnSpMkLst>
            <pc:docMk/>
            <pc:sldMk cId="2899342611" sldId="315"/>
            <ac:cxnSpMk id="14" creationId="{9673BE39-201E-DC79-EB47-7C3FBB2CCC73}"/>
          </ac:cxnSpMkLst>
        </pc:cxnChg>
        <pc:cxnChg chg="add del mod">
          <ac:chgData name="MYUNG JIN" userId="89f3fa32ababedc4" providerId="LiveId" clId="{2E257482-2BBE-4312-9ABB-B4FAFBFF7210}" dt="2024-09-28T14:15:38.235" v="346" actId="478"/>
          <ac:cxnSpMkLst>
            <pc:docMk/>
            <pc:sldMk cId="2899342611" sldId="315"/>
            <ac:cxnSpMk id="15" creationId="{7C8AD77D-525C-10E6-42B9-1019C9B22637}"/>
          </ac:cxnSpMkLst>
        </pc:cxnChg>
        <pc:cxnChg chg="add del mod">
          <ac:chgData name="MYUNG JIN" userId="89f3fa32ababedc4" providerId="LiveId" clId="{2E257482-2BBE-4312-9ABB-B4FAFBFF7210}" dt="2024-09-28T14:15:22.799" v="342" actId="478"/>
          <ac:cxnSpMkLst>
            <pc:docMk/>
            <pc:sldMk cId="2899342611" sldId="315"/>
            <ac:cxnSpMk id="16" creationId="{B0D997A2-0B78-9F47-CDFB-29B934E23711}"/>
          </ac:cxnSpMkLst>
        </pc:cxnChg>
        <pc:cxnChg chg="add del mod">
          <ac:chgData name="MYUNG JIN" userId="89f3fa32ababedc4" providerId="LiveId" clId="{2E257482-2BBE-4312-9ABB-B4FAFBFF7210}" dt="2024-09-28T14:05:39.984" v="302" actId="478"/>
          <ac:cxnSpMkLst>
            <pc:docMk/>
            <pc:sldMk cId="2899342611" sldId="315"/>
            <ac:cxnSpMk id="17" creationId="{7AE40B16-604D-28C3-8A0A-E075261AEA84}"/>
          </ac:cxnSpMkLst>
        </pc:cxnChg>
        <pc:cxnChg chg="add del mod">
          <ac:chgData name="MYUNG JIN" userId="89f3fa32ababedc4" providerId="LiveId" clId="{2E257482-2BBE-4312-9ABB-B4FAFBFF7210}" dt="2024-09-28T14:15:20.361" v="341" actId="478"/>
          <ac:cxnSpMkLst>
            <pc:docMk/>
            <pc:sldMk cId="2899342611" sldId="315"/>
            <ac:cxnSpMk id="21" creationId="{901E340B-97FF-A5B9-5E66-3E7D43640AB7}"/>
          </ac:cxnSpMkLst>
        </pc:cxnChg>
        <pc:cxnChg chg="add del mod">
          <ac:chgData name="MYUNG JIN" userId="89f3fa32ababedc4" providerId="LiveId" clId="{2E257482-2BBE-4312-9ABB-B4FAFBFF7210}" dt="2024-09-28T14:15:20.361" v="341" actId="478"/>
          <ac:cxnSpMkLst>
            <pc:docMk/>
            <pc:sldMk cId="2899342611" sldId="315"/>
            <ac:cxnSpMk id="22" creationId="{98686658-0D83-712A-9062-72FF81576812}"/>
          </ac:cxnSpMkLst>
        </pc:cxnChg>
        <pc:cxnChg chg="add del mod">
          <ac:chgData name="MYUNG JIN" userId="89f3fa32ababedc4" providerId="LiveId" clId="{2E257482-2BBE-4312-9ABB-B4FAFBFF7210}" dt="2024-09-28T14:15:20.361" v="341" actId="478"/>
          <ac:cxnSpMkLst>
            <pc:docMk/>
            <pc:sldMk cId="2899342611" sldId="315"/>
            <ac:cxnSpMk id="24" creationId="{C36669F1-A7FF-5FC3-C6C3-A358194F9B71}"/>
          </ac:cxnSpMkLst>
        </pc:cxnChg>
        <pc:cxnChg chg="add del mod">
          <ac:chgData name="MYUNG JIN" userId="89f3fa32ababedc4" providerId="LiveId" clId="{2E257482-2BBE-4312-9ABB-B4FAFBFF7210}" dt="2024-09-28T14:15:20.361" v="341" actId="478"/>
          <ac:cxnSpMkLst>
            <pc:docMk/>
            <pc:sldMk cId="2899342611" sldId="315"/>
            <ac:cxnSpMk id="28" creationId="{03DA0863-3CEA-2C72-6172-C7FF9627FDFB}"/>
          </ac:cxnSpMkLst>
        </pc:cxnChg>
        <pc:cxnChg chg="add mod">
          <ac:chgData name="MYUNG JIN" userId="89f3fa32ababedc4" providerId="LiveId" clId="{2E257482-2BBE-4312-9ABB-B4FAFBFF7210}" dt="2024-09-28T20:01:38.949" v="1188" actId="164"/>
          <ac:cxnSpMkLst>
            <pc:docMk/>
            <pc:sldMk cId="2899342611" sldId="315"/>
            <ac:cxnSpMk id="36" creationId="{49FAC806-BB93-AD5E-0034-0879FC34374A}"/>
          </ac:cxnSpMkLst>
        </pc:cxnChg>
        <pc:cxnChg chg="add mod">
          <ac:chgData name="MYUNG JIN" userId="89f3fa32ababedc4" providerId="LiveId" clId="{2E257482-2BBE-4312-9ABB-B4FAFBFF7210}" dt="2024-09-28T20:01:38.949" v="1188" actId="164"/>
          <ac:cxnSpMkLst>
            <pc:docMk/>
            <pc:sldMk cId="2899342611" sldId="315"/>
            <ac:cxnSpMk id="38" creationId="{B76995B7-8678-2546-05F1-8DA0A7AB9B73}"/>
          </ac:cxnSpMkLst>
        </pc:cxnChg>
        <pc:cxnChg chg="add del mod">
          <ac:chgData name="MYUNG JIN" userId="89f3fa32ababedc4" providerId="LiveId" clId="{2E257482-2BBE-4312-9ABB-B4FAFBFF7210}" dt="2024-09-28T14:17:39.696" v="367" actId="478"/>
          <ac:cxnSpMkLst>
            <pc:docMk/>
            <pc:sldMk cId="2899342611" sldId="315"/>
            <ac:cxnSpMk id="46" creationId="{C39082DF-C5DE-C815-3597-ABA262F11409}"/>
          </ac:cxnSpMkLst>
        </pc:cxnChg>
        <pc:cxnChg chg="add mod">
          <ac:chgData name="MYUNG JIN" userId="89f3fa32ababedc4" providerId="LiveId" clId="{2E257482-2BBE-4312-9ABB-B4FAFBFF7210}" dt="2024-09-28T14:17:33.956" v="363"/>
          <ac:cxnSpMkLst>
            <pc:docMk/>
            <pc:sldMk cId="2899342611" sldId="315"/>
            <ac:cxnSpMk id="51" creationId="{E1A18A33-FF29-DC9C-A1AC-2206234EFE70}"/>
          </ac:cxnSpMkLst>
        </pc:cxnChg>
        <pc:cxnChg chg="add mod">
          <ac:chgData name="MYUNG JIN" userId="89f3fa32ababedc4" providerId="LiveId" clId="{2E257482-2BBE-4312-9ABB-B4FAFBFF7210}" dt="2024-09-28T20:01:38.949" v="1188" actId="164"/>
          <ac:cxnSpMkLst>
            <pc:docMk/>
            <pc:sldMk cId="2899342611" sldId="315"/>
            <ac:cxnSpMk id="61" creationId="{9FE7624F-A65F-A811-23B0-3BDF90BBAE95}"/>
          </ac:cxnSpMkLst>
        </pc:cxnChg>
        <pc:cxnChg chg="add del mod">
          <ac:chgData name="MYUNG JIN" userId="89f3fa32ababedc4" providerId="LiveId" clId="{2E257482-2BBE-4312-9ABB-B4FAFBFF7210}" dt="2024-09-28T14:20:21.340" v="395" actId="478"/>
          <ac:cxnSpMkLst>
            <pc:docMk/>
            <pc:sldMk cId="2899342611" sldId="315"/>
            <ac:cxnSpMk id="62" creationId="{C907CE88-807B-E209-E27D-1BE3828F8A67}"/>
          </ac:cxnSpMkLst>
        </pc:cxnChg>
        <pc:cxnChg chg="add del mod">
          <ac:chgData name="MYUNG JIN" userId="89f3fa32ababedc4" providerId="LiveId" clId="{2E257482-2BBE-4312-9ABB-B4FAFBFF7210}" dt="2024-09-28T14:20:20.936" v="394" actId="478"/>
          <ac:cxnSpMkLst>
            <pc:docMk/>
            <pc:sldMk cId="2899342611" sldId="315"/>
            <ac:cxnSpMk id="65" creationId="{0263671C-98CD-014F-6790-CD36EEB9DC92}"/>
          </ac:cxnSpMkLst>
        </pc:cxnChg>
        <pc:cxnChg chg="add del mod">
          <ac:chgData name="MYUNG JIN" userId="89f3fa32ababedc4" providerId="LiveId" clId="{2E257482-2BBE-4312-9ABB-B4FAFBFF7210}" dt="2024-09-28T14:22:34.824" v="409" actId="478"/>
          <ac:cxnSpMkLst>
            <pc:docMk/>
            <pc:sldMk cId="2899342611" sldId="315"/>
            <ac:cxnSpMk id="73" creationId="{8CFE8A0E-4F2E-D48B-36E5-2CC02FF94303}"/>
          </ac:cxnSpMkLst>
        </pc:cxnChg>
        <pc:cxnChg chg="add mod">
          <ac:chgData name="MYUNG JIN" userId="89f3fa32ababedc4" providerId="LiveId" clId="{2E257482-2BBE-4312-9ABB-B4FAFBFF7210}" dt="2024-09-28T20:01:38.949" v="1188" actId="164"/>
          <ac:cxnSpMkLst>
            <pc:docMk/>
            <pc:sldMk cId="2899342611" sldId="315"/>
            <ac:cxnSpMk id="83" creationId="{A114BDF0-F989-761D-05AA-C798295D664B}"/>
          </ac:cxnSpMkLst>
        </pc:cxnChg>
        <pc:cxnChg chg="add mod">
          <ac:chgData name="MYUNG JIN" userId="89f3fa32ababedc4" providerId="LiveId" clId="{2E257482-2BBE-4312-9ABB-B4FAFBFF7210}" dt="2024-09-28T20:01:38.949" v="1188" actId="164"/>
          <ac:cxnSpMkLst>
            <pc:docMk/>
            <pc:sldMk cId="2899342611" sldId="315"/>
            <ac:cxnSpMk id="84" creationId="{CCE83AF0-79B0-D05F-D51A-9BBFA27B8153}"/>
          </ac:cxnSpMkLst>
        </pc:cxnChg>
        <pc:cxnChg chg="add mod">
          <ac:chgData name="MYUNG JIN" userId="89f3fa32ababedc4" providerId="LiveId" clId="{2E257482-2BBE-4312-9ABB-B4FAFBFF7210}" dt="2024-09-28T20:01:38.949" v="1188" actId="164"/>
          <ac:cxnSpMkLst>
            <pc:docMk/>
            <pc:sldMk cId="2899342611" sldId="315"/>
            <ac:cxnSpMk id="94" creationId="{ADF1985C-F8C1-FB22-AA0E-3863AE378F5F}"/>
          </ac:cxnSpMkLst>
        </pc:cxnChg>
        <pc:cxnChg chg="add mod">
          <ac:chgData name="MYUNG JIN" userId="89f3fa32ababedc4" providerId="LiveId" clId="{2E257482-2BBE-4312-9ABB-B4FAFBFF7210}" dt="2024-09-28T20:01:38.949" v="1188" actId="164"/>
          <ac:cxnSpMkLst>
            <pc:docMk/>
            <pc:sldMk cId="2899342611" sldId="315"/>
            <ac:cxnSpMk id="95" creationId="{DE2DD6FB-DE02-5364-A877-9DA8393CACAF}"/>
          </ac:cxnSpMkLst>
        </pc:cxnChg>
      </pc:sldChg>
      <pc:sldChg chg="del">
        <pc:chgData name="MYUNG JIN" userId="89f3fa32ababedc4" providerId="LiveId" clId="{2E257482-2BBE-4312-9ABB-B4FAFBFF7210}" dt="2024-09-28T09:03:50.168" v="0" actId="47"/>
        <pc:sldMkLst>
          <pc:docMk/>
          <pc:sldMk cId="1233077889" sldId="316"/>
        </pc:sldMkLst>
      </pc:sldChg>
      <pc:sldChg chg="addSp modSp new mod">
        <pc:chgData name="MYUNG JIN" userId="89f3fa32ababedc4" providerId="LiveId" clId="{2E257482-2BBE-4312-9ABB-B4FAFBFF7210}" dt="2024-09-29T00:57:32.070" v="1737"/>
        <pc:sldMkLst>
          <pc:docMk/>
          <pc:sldMk cId="3597438170" sldId="316"/>
        </pc:sldMkLst>
        <pc:spChg chg="mod">
          <ac:chgData name="MYUNG JIN" userId="89f3fa32ababedc4" providerId="LiveId" clId="{2E257482-2BBE-4312-9ABB-B4FAFBFF7210}" dt="2024-09-28T09:54:31.093" v="284" actId="20577"/>
          <ac:spMkLst>
            <pc:docMk/>
            <pc:sldMk cId="3597438170" sldId="316"/>
            <ac:spMk id="2" creationId="{9B6202BD-F768-4B0F-F2E5-5DA91D5BA2F8}"/>
          </ac:spMkLst>
        </pc:spChg>
        <pc:spChg chg="add mod">
          <ac:chgData name="MYUNG JIN" userId="89f3fa32ababedc4" providerId="LiveId" clId="{2E257482-2BBE-4312-9ABB-B4FAFBFF7210}" dt="2024-09-29T00:57:32.070" v="1737"/>
          <ac:spMkLst>
            <pc:docMk/>
            <pc:sldMk cId="3597438170" sldId="316"/>
            <ac:spMk id="3" creationId="{FB778CDB-532D-4257-27FA-A842E231F0ED}"/>
          </ac:spMkLst>
        </pc:spChg>
      </pc:sldChg>
      <pc:sldChg chg="del">
        <pc:chgData name="MYUNG JIN" userId="89f3fa32ababedc4" providerId="LiveId" clId="{2E257482-2BBE-4312-9ABB-B4FAFBFF7210}" dt="2024-09-28T09:03:50.648" v="1" actId="47"/>
        <pc:sldMkLst>
          <pc:docMk/>
          <pc:sldMk cId="248035018" sldId="317"/>
        </pc:sldMkLst>
      </pc:sldChg>
      <pc:sldChg chg="addSp modSp new mod">
        <pc:chgData name="MYUNG JIN" userId="89f3fa32ababedc4" providerId="LiveId" clId="{2E257482-2BBE-4312-9ABB-B4FAFBFF7210}" dt="2024-09-29T02:57:02.164" v="1873" actId="1076"/>
        <pc:sldMkLst>
          <pc:docMk/>
          <pc:sldMk cId="626777525" sldId="317"/>
        </pc:sldMkLst>
        <pc:spChg chg="mod">
          <ac:chgData name="MYUNG JIN" userId="89f3fa32ababedc4" providerId="LiveId" clId="{2E257482-2BBE-4312-9ABB-B4FAFBFF7210}" dt="2024-09-28T14:33:06.567" v="912"/>
          <ac:spMkLst>
            <pc:docMk/>
            <pc:sldMk cId="626777525" sldId="317"/>
            <ac:spMk id="2" creationId="{562A1658-FB18-8B99-0B67-7D56371EB464}"/>
          </ac:spMkLst>
        </pc:spChg>
        <pc:spChg chg="add mod">
          <ac:chgData name="MYUNG JIN" userId="89f3fa32ababedc4" providerId="LiveId" clId="{2E257482-2BBE-4312-9ABB-B4FAFBFF7210}" dt="2024-09-28T20:05:43.806" v="1621" actId="20577"/>
          <ac:spMkLst>
            <pc:docMk/>
            <pc:sldMk cId="626777525" sldId="317"/>
            <ac:spMk id="3" creationId="{AE995334-E5B5-7FAB-4DC5-3A100EDF3F38}"/>
          </ac:spMkLst>
        </pc:spChg>
        <pc:graphicFrameChg chg="add mod">
          <ac:chgData name="MYUNG JIN" userId="89f3fa32ababedc4" providerId="LiveId" clId="{2E257482-2BBE-4312-9ABB-B4FAFBFF7210}" dt="2024-09-29T02:56:58.551" v="1870" actId="1076"/>
          <ac:graphicFrameMkLst>
            <pc:docMk/>
            <pc:sldMk cId="626777525" sldId="317"/>
            <ac:graphicFrameMk id="4" creationId="{05E23621-EF37-8ED0-5211-054E01647FD7}"/>
          </ac:graphicFrameMkLst>
        </pc:graphicFrameChg>
        <pc:graphicFrameChg chg="add mod">
          <ac:chgData name="MYUNG JIN" userId="89f3fa32ababedc4" providerId="LiveId" clId="{2E257482-2BBE-4312-9ABB-B4FAFBFF7210}" dt="2024-09-29T02:57:00.258" v="1871"/>
          <ac:graphicFrameMkLst>
            <pc:docMk/>
            <pc:sldMk cId="626777525" sldId="317"/>
            <ac:graphicFrameMk id="5" creationId="{AD051BA0-DD20-EBCE-3EEE-1E90A0BE7027}"/>
          </ac:graphicFrameMkLst>
        </pc:graphicFrameChg>
        <pc:picChg chg="add mod">
          <ac:chgData name="MYUNG JIN" userId="89f3fa32ababedc4" providerId="LiveId" clId="{2E257482-2BBE-4312-9ABB-B4FAFBFF7210}" dt="2024-09-29T02:57:02.164" v="1873" actId="1076"/>
          <ac:picMkLst>
            <pc:docMk/>
            <pc:sldMk cId="626777525" sldId="317"/>
            <ac:picMk id="6" creationId="{4DE5CEBF-5220-6C9C-CDB7-9EA1541854DC}"/>
          </ac:picMkLst>
        </pc:picChg>
      </pc:sldChg>
      <pc:sldChg chg="addSp delSp modSp new mod ord">
        <pc:chgData name="MYUNG JIN" userId="89f3fa32ababedc4" providerId="LiveId" clId="{2E257482-2BBE-4312-9ABB-B4FAFBFF7210}" dt="2024-09-29T03:00:49.066" v="1903" actId="732"/>
        <pc:sldMkLst>
          <pc:docMk/>
          <pc:sldMk cId="3400840497" sldId="318"/>
        </pc:sldMkLst>
        <pc:spChg chg="mod">
          <ac:chgData name="MYUNG JIN" userId="89f3fa32ababedc4" providerId="LiveId" clId="{2E257482-2BBE-4312-9ABB-B4FAFBFF7210}" dt="2024-09-28T20:04:27.700" v="1489"/>
          <ac:spMkLst>
            <pc:docMk/>
            <pc:sldMk cId="3400840497" sldId="318"/>
            <ac:spMk id="2" creationId="{4DEC2FD9-F5D8-3FB3-4C4C-0D30617AF424}"/>
          </ac:spMkLst>
        </pc:spChg>
        <pc:spChg chg="add mod">
          <ac:chgData name="MYUNG JIN" userId="89f3fa32ababedc4" providerId="LiveId" clId="{2E257482-2BBE-4312-9ABB-B4FAFBFF7210}" dt="2024-09-29T00:57:43.479" v="1764"/>
          <ac:spMkLst>
            <pc:docMk/>
            <pc:sldMk cId="3400840497" sldId="318"/>
            <ac:spMk id="3" creationId="{127AC1C1-91A9-39EB-4023-197FD8FC8EC3}"/>
          </ac:spMkLst>
        </pc:spChg>
        <pc:spChg chg="add mod topLvl">
          <ac:chgData name="MYUNG JIN" userId="89f3fa32ababedc4" providerId="LiveId" clId="{2E257482-2BBE-4312-9ABB-B4FAFBFF7210}" dt="2024-09-29T02:59:58.923" v="1892" actId="164"/>
          <ac:spMkLst>
            <pc:docMk/>
            <pc:sldMk cId="3400840497" sldId="318"/>
            <ac:spMk id="10" creationId="{1F2D5620-802C-4703-6185-8C52CC8AD5DE}"/>
          </ac:spMkLst>
        </pc:spChg>
        <pc:spChg chg="add mod topLvl">
          <ac:chgData name="MYUNG JIN" userId="89f3fa32ababedc4" providerId="LiveId" clId="{2E257482-2BBE-4312-9ABB-B4FAFBFF7210}" dt="2024-09-29T02:59:58.923" v="1892" actId="164"/>
          <ac:spMkLst>
            <pc:docMk/>
            <pc:sldMk cId="3400840497" sldId="318"/>
            <ac:spMk id="11" creationId="{2E442166-6E20-E337-DC7D-8A278DDD3FCD}"/>
          </ac:spMkLst>
        </pc:spChg>
        <pc:spChg chg="add mod topLvl">
          <ac:chgData name="MYUNG JIN" userId="89f3fa32ababedc4" providerId="LiveId" clId="{2E257482-2BBE-4312-9ABB-B4FAFBFF7210}" dt="2024-09-29T02:59:58.923" v="1892" actId="164"/>
          <ac:spMkLst>
            <pc:docMk/>
            <pc:sldMk cId="3400840497" sldId="318"/>
            <ac:spMk id="12" creationId="{2F97571D-ED93-6EA4-EB02-3E7073CDE062}"/>
          </ac:spMkLst>
        </pc:spChg>
        <pc:spChg chg="add mod topLvl">
          <ac:chgData name="MYUNG JIN" userId="89f3fa32ababedc4" providerId="LiveId" clId="{2E257482-2BBE-4312-9ABB-B4FAFBFF7210}" dt="2024-09-29T02:59:58.923" v="1892" actId="164"/>
          <ac:spMkLst>
            <pc:docMk/>
            <pc:sldMk cId="3400840497" sldId="318"/>
            <ac:spMk id="13" creationId="{4C4BAC68-ABE8-DF51-5CA8-72FE7BF0F6FC}"/>
          </ac:spMkLst>
        </pc:spChg>
        <pc:spChg chg="add mod topLvl">
          <ac:chgData name="MYUNG JIN" userId="89f3fa32ababedc4" providerId="LiveId" clId="{2E257482-2BBE-4312-9ABB-B4FAFBFF7210}" dt="2024-09-29T02:59:58.923" v="1892" actId="164"/>
          <ac:spMkLst>
            <pc:docMk/>
            <pc:sldMk cId="3400840497" sldId="318"/>
            <ac:spMk id="14" creationId="{67A471C2-3E48-0141-5E73-316A3CF9952C}"/>
          </ac:spMkLst>
        </pc:spChg>
        <pc:spChg chg="add del mod">
          <ac:chgData name="MYUNG JIN" userId="89f3fa32ababedc4" providerId="LiveId" clId="{2E257482-2BBE-4312-9ABB-B4FAFBFF7210}" dt="2024-09-29T01:13:42.091" v="1863" actId="478"/>
          <ac:spMkLst>
            <pc:docMk/>
            <pc:sldMk cId="3400840497" sldId="318"/>
            <ac:spMk id="15" creationId="{18E81D7D-FFB2-77E7-7714-3838498103C9}"/>
          </ac:spMkLst>
        </pc:spChg>
        <pc:grpChg chg="add del mod">
          <ac:chgData name="MYUNG JIN" userId="89f3fa32ababedc4" providerId="LiveId" clId="{2E257482-2BBE-4312-9ABB-B4FAFBFF7210}" dt="2024-09-29T02:59:47.097" v="1888" actId="165"/>
          <ac:grpSpMkLst>
            <pc:docMk/>
            <pc:sldMk cId="3400840497" sldId="318"/>
            <ac:grpSpMk id="4" creationId="{E14646AB-3896-D42E-F0D2-ED38BE0EAA03}"/>
          </ac:grpSpMkLst>
        </pc:grpChg>
        <pc:grpChg chg="add mod">
          <ac:chgData name="MYUNG JIN" userId="89f3fa32ababedc4" providerId="LiveId" clId="{2E257482-2BBE-4312-9ABB-B4FAFBFF7210}" dt="2024-09-29T02:59:58.923" v="1892" actId="164"/>
          <ac:grpSpMkLst>
            <pc:docMk/>
            <pc:sldMk cId="3400840497" sldId="318"/>
            <ac:grpSpMk id="16" creationId="{F125E312-E1AD-3590-8A5A-83979EE68C74}"/>
          </ac:grpSpMkLst>
        </pc:grpChg>
        <pc:picChg chg="add del mod">
          <ac:chgData name="MYUNG JIN" userId="89f3fa32ababedc4" providerId="LiveId" clId="{2E257482-2BBE-4312-9ABB-B4FAFBFF7210}" dt="2024-09-29T01:01:37.157" v="1768" actId="478"/>
          <ac:picMkLst>
            <pc:docMk/>
            <pc:sldMk cId="3400840497" sldId="318"/>
            <ac:picMk id="5" creationId="{9AEA3713-0F87-6794-19FB-87DDAD618721}"/>
          </ac:picMkLst>
        </pc:picChg>
        <pc:picChg chg="add mod modCrop">
          <ac:chgData name="MYUNG JIN" userId="89f3fa32ababedc4" providerId="LiveId" clId="{2E257482-2BBE-4312-9ABB-B4FAFBFF7210}" dt="2024-09-29T03:00:49.066" v="1903" actId="732"/>
          <ac:picMkLst>
            <pc:docMk/>
            <pc:sldMk cId="3400840497" sldId="318"/>
            <ac:picMk id="6" creationId="{57523620-5D40-2B47-9696-0836E027B21F}"/>
          </ac:picMkLst>
        </pc:picChg>
        <pc:picChg chg="add del mod">
          <ac:chgData name="MYUNG JIN" userId="89f3fa32ababedc4" providerId="LiveId" clId="{2E257482-2BBE-4312-9ABB-B4FAFBFF7210}" dt="2024-09-29T01:02:18.947" v="1772" actId="478"/>
          <ac:picMkLst>
            <pc:docMk/>
            <pc:sldMk cId="3400840497" sldId="318"/>
            <ac:picMk id="7" creationId="{8341FDC3-9FFC-5DE9-8E99-77B0D940E112}"/>
          </ac:picMkLst>
        </pc:picChg>
        <pc:picChg chg="add mod ord">
          <ac:chgData name="MYUNG JIN" userId="89f3fa32ababedc4" providerId="LiveId" clId="{2E257482-2BBE-4312-9ABB-B4FAFBFF7210}" dt="2024-09-29T02:59:58.923" v="1892" actId="164"/>
          <ac:picMkLst>
            <pc:docMk/>
            <pc:sldMk cId="3400840497" sldId="318"/>
            <ac:picMk id="8" creationId="{70D03498-7B4F-2FA6-8073-F92E0F5D7BEC}"/>
          </ac:picMkLst>
        </pc:picChg>
        <pc:picChg chg="add del mod topLvl">
          <ac:chgData name="MYUNG JIN" userId="89f3fa32ababedc4" providerId="LiveId" clId="{2E257482-2BBE-4312-9ABB-B4FAFBFF7210}" dt="2024-09-29T02:59:49.748" v="1889" actId="478"/>
          <ac:picMkLst>
            <pc:docMk/>
            <pc:sldMk cId="3400840497" sldId="318"/>
            <ac:picMk id="9" creationId="{AA5A292E-7651-E0CE-A23A-10E82E146D8C}"/>
          </ac:picMkLst>
        </pc:picChg>
        <pc:picChg chg="add mod modCrop">
          <ac:chgData name="MYUNG JIN" userId="89f3fa32ababedc4" providerId="LiveId" clId="{2E257482-2BBE-4312-9ABB-B4FAFBFF7210}" dt="2024-09-29T03:00:39.995" v="1899" actId="732"/>
          <ac:picMkLst>
            <pc:docMk/>
            <pc:sldMk cId="3400840497" sldId="318"/>
            <ac:picMk id="18" creationId="{0BA01943-E928-87D8-52E5-702D2577A35A}"/>
          </ac:picMkLst>
        </pc:picChg>
      </pc:sldChg>
      <pc:sldChg chg="modSp new mod">
        <pc:chgData name="MYUNG JIN" userId="89f3fa32ababedc4" providerId="LiveId" clId="{2E257482-2BBE-4312-9ABB-B4FAFBFF7210}" dt="2024-09-28T20:05:56.521" v="1636" actId="20577"/>
        <pc:sldMkLst>
          <pc:docMk/>
          <pc:sldMk cId="792622298" sldId="319"/>
        </pc:sldMkLst>
        <pc:spChg chg="mod">
          <ac:chgData name="MYUNG JIN" userId="89f3fa32ababedc4" providerId="LiveId" clId="{2E257482-2BBE-4312-9ABB-B4FAFBFF7210}" dt="2024-09-28T20:05:56.521" v="1636" actId="20577"/>
          <ac:spMkLst>
            <pc:docMk/>
            <pc:sldMk cId="792622298" sldId="319"/>
            <ac:spMk id="2" creationId="{6B9CDAA4-59EB-6EFC-876F-63576CC6EFD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2024-09-29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8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8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2024-09-29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2024-09-29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2024-09-29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2024-09-29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2024-09-29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2024-09-29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2024-09-29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2024-09-29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2024-09-29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2024-09-29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Observation &amp; Review of Activation by Coupling of Phonon-Electron within Occupied Trap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20240930 </a:t>
            </a:r>
            <a:r>
              <a:rPr lang="ko-KR" altLang="en-US" dirty="0"/>
              <a:t>진명</a:t>
            </a:r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Conduction Band Direct Tunneling</a:t>
            </a:r>
            <a:endParaRPr lang="ko-KR" alt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5E94677-FF29-AA71-13C3-435CA1CBDCB5}"/>
              </a:ext>
            </a:extLst>
          </p:cNvPr>
          <p:cNvSpPr txBox="1"/>
          <p:nvPr/>
        </p:nvSpPr>
        <p:spPr>
          <a:xfrm>
            <a:off x="4717491" y="2333430"/>
            <a:ext cx="3777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Conduction band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전자는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Direct tunneling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확률이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Lateral spreading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확률보다 현저히 낮음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.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B6C5E64-D5F9-D8A2-5DCE-B842956C3ADB}"/>
              </a:ext>
            </a:extLst>
          </p:cNvPr>
          <p:cNvSpPr txBox="1"/>
          <p:nvPr/>
        </p:nvSpPr>
        <p:spPr>
          <a:xfrm>
            <a:off x="4632309" y="4387263"/>
            <a:ext cx="42042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Conduction band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activation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된 전자는 모두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spreading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만 일어난다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.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분석은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TBT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만 해도 충분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A08CB75-C0DE-7187-18A3-220096704FFA}"/>
              </a:ext>
            </a:extLst>
          </p:cNvPr>
          <p:cNvSpPr txBox="1"/>
          <p:nvPr/>
        </p:nvSpPr>
        <p:spPr>
          <a:xfrm>
            <a:off x="1740891" y="5056889"/>
            <a:ext cx="18649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High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Vertical Electrical Field</a:t>
            </a:r>
          </a:p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(CTN charge)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334C86D8-C8D7-0D35-CF0C-140535CDF9BB}"/>
              </a:ext>
            </a:extLst>
          </p:cNvPr>
          <p:cNvGrpSpPr/>
          <p:nvPr/>
        </p:nvGrpSpPr>
        <p:grpSpPr>
          <a:xfrm>
            <a:off x="357020" y="1219027"/>
            <a:ext cx="5001162" cy="3905556"/>
            <a:chOff x="357020" y="1219027"/>
            <a:chExt cx="5001162" cy="3905556"/>
          </a:xfrm>
        </p:grpSpPr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03BB662A-F894-6ABE-F4D4-EF59A8C518BB}"/>
                </a:ext>
              </a:extLst>
            </p:cNvPr>
            <p:cNvSpPr/>
            <p:nvPr/>
          </p:nvSpPr>
          <p:spPr>
            <a:xfrm rot="10800000">
              <a:off x="762000" y="3202433"/>
              <a:ext cx="1880144" cy="199104"/>
            </a:xfrm>
            <a:custGeom>
              <a:avLst/>
              <a:gdLst>
                <a:gd name="connsiteX0" fmla="*/ 0 w 1054100"/>
                <a:gd name="connsiteY0" fmla="*/ 110186 h 199104"/>
                <a:gd name="connsiteX1" fmla="*/ 127000 w 1054100"/>
                <a:gd name="connsiteY1" fmla="*/ 2236 h 199104"/>
                <a:gd name="connsiteX2" fmla="*/ 285750 w 1054100"/>
                <a:gd name="connsiteY2" fmla="*/ 199086 h 199104"/>
                <a:gd name="connsiteX3" fmla="*/ 463550 w 1054100"/>
                <a:gd name="connsiteY3" fmla="*/ 14936 h 199104"/>
                <a:gd name="connsiteX4" fmla="*/ 609600 w 1054100"/>
                <a:gd name="connsiteY4" fmla="*/ 186386 h 199104"/>
                <a:gd name="connsiteX5" fmla="*/ 768350 w 1054100"/>
                <a:gd name="connsiteY5" fmla="*/ 33986 h 199104"/>
                <a:gd name="connsiteX6" fmla="*/ 844550 w 1054100"/>
                <a:gd name="connsiteY6" fmla="*/ 46686 h 199104"/>
                <a:gd name="connsiteX7" fmla="*/ 920750 w 1054100"/>
                <a:gd name="connsiteY7" fmla="*/ 116536 h 199104"/>
                <a:gd name="connsiteX8" fmla="*/ 1054100 w 1054100"/>
                <a:gd name="connsiteY8" fmla="*/ 122886 h 199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4100" h="199104">
                  <a:moveTo>
                    <a:pt x="0" y="110186"/>
                  </a:moveTo>
                  <a:cubicBezTo>
                    <a:pt x="39687" y="48802"/>
                    <a:pt x="79375" y="-12581"/>
                    <a:pt x="127000" y="2236"/>
                  </a:cubicBezTo>
                  <a:cubicBezTo>
                    <a:pt x="174625" y="17053"/>
                    <a:pt x="229658" y="196969"/>
                    <a:pt x="285750" y="199086"/>
                  </a:cubicBezTo>
                  <a:cubicBezTo>
                    <a:pt x="341842" y="201203"/>
                    <a:pt x="409575" y="17053"/>
                    <a:pt x="463550" y="14936"/>
                  </a:cubicBezTo>
                  <a:cubicBezTo>
                    <a:pt x="517525" y="12819"/>
                    <a:pt x="558800" y="183211"/>
                    <a:pt x="609600" y="186386"/>
                  </a:cubicBezTo>
                  <a:cubicBezTo>
                    <a:pt x="660400" y="189561"/>
                    <a:pt x="729192" y="57269"/>
                    <a:pt x="768350" y="33986"/>
                  </a:cubicBezTo>
                  <a:cubicBezTo>
                    <a:pt x="807508" y="10703"/>
                    <a:pt x="819150" y="32928"/>
                    <a:pt x="844550" y="46686"/>
                  </a:cubicBezTo>
                  <a:cubicBezTo>
                    <a:pt x="869950" y="60444"/>
                    <a:pt x="885825" y="103836"/>
                    <a:pt x="920750" y="116536"/>
                  </a:cubicBezTo>
                  <a:cubicBezTo>
                    <a:pt x="955675" y="129236"/>
                    <a:pt x="1004887" y="126061"/>
                    <a:pt x="1054100" y="122886"/>
                  </a:cubicBezTo>
                </a:path>
              </a:pathLst>
            </a:custGeom>
            <a:noFill/>
            <a:ln>
              <a:solidFill>
                <a:schemeClr val="accent1">
                  <a:lumMod val="40000"/>
                  <a:lumOff val="60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55FAC840-092A-CC2F-686B-C3E54BA3004A}"/>
                </a:ext>
              </a:extLst>
            </p:cNvPr>
            <p:cNvSpPr/>
            <p:nvPr/>
          </p:nvSpPr>
          <p:spPr>
            <a:xfrm>
              <a:off x="360082" y="3348318"/>
              <a:ext cx="1398494" cy="1004047"/>
            </a:xfrm>
            <a:custGeom>
              <a:avLst/>
              <a:gdLst>
                <a:gd name="connsiteX0" fmla="*/ 0 w 1398494"/>
                <a:gd name="connsiteY0" fmla="*/ 1004047 h 1004047"/>
                <a:gd name="connsiteX1" fmla="*/ 627530 w 1398494"/>
                <a:gd name="connsiteY1" fmla="*/ 304800 h 1004047"/>
                <a:gd name="connsiteX2" fmla="*/ 1398494 w 1398494"/>
                <a:gd name="connsiteY2" fmla="*/ 0 h 1004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8494" h="1004047">
                  <a:moveTo>
                    <a:pt x="0" y="1004047"/>
                  </a:moveTo>
                  <a:cubicBezTo>
                    <a:pt x="197224" y="738094"/>
                    <a:pt x="394448" y="472141"/>
                    <a:pt x="627530" y="304800"/>
                  </a:cubicBezTo>
                  <a:cubicBezTo>
                    <a:pt x="860612" y="137459"/>
                    <a:pt x="1129553" y="68729"/>
                    <a:pt x="1398494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343F4BE3-75BA-6860-9A4D-87A514C5D0D4}"/>
                </a:ext>
              </a:extLst>
            </p:cNvPr>
            <p:cNvSpPr/>
            <p:nvPr/>
          </p:nvSpPr>
          <p:spPr>
            <a:xfrm>
              <a:off x="1301376" y="2075329"/>
              <a:ext cx="1398494" cy="1004047"/>
            </a:xfrm>
            <a:custGeom>
              <a:avLst/>
              <a:gdLst>
                <a:gd name="connsiteX0" fmla="*/ 0 w 1398494"/>
                <a:gd name="connsiteY0" fmla="*/ 1004047 h 1004047"/>
                <a:gd name="connsiteX1" fmla="*/ 627530 w 1398494"/>
                <a:gd name="connsiteY1" fmla="*/ 304800 h 1004047"/>
                <a:gd name="connsiteX2" fmla="*/ 1398494 w 1398494"/>
                <a:gd name="connsiteY2" fmla="*/ 0 h 1004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8494" h="1004047">
                  <a:moveTo>
                    <a:pt x="0" y="1004047"/>
                  </a:moveTo>
                  <a:cubicBezTo>
                    <a:pt x="197224" y="738094"/>
                    <a:pt x="394448" y="472141"/>
                    <a:pt x="627530" y="304800"/>
                  </a:cubicBezTo>
                  <a:cubicBezTo>
                    <a:pt x="860612" y="137459"/>
                    <a:pt x="1129553" y="68729"/>
                    <a:pt x="1398494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7EF7699-A62B-52FE-53D1-488FE80D2396}"/>
                </a:ext>
              </a:extLst>
            </p:cNvPr>
            <p:cNvCxnSpPr>
              <a:stCxn id="3" idx="2"/>
              <a:endCxn id="4" idx="2"/>
            </p:cNvCxnSpPr>
            <p:nvPr/>
          </p:nvCxnSpPr>
          <p:spPr>
            <a:xfrm flipV="1">
              <a:off x="1758576" y="2075329"/>
              <a:ext cx="941294" cy="12729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67CE1D7F-7712-B610-3FA7-4C519AA24236}"/>
                </a:ext>
              </a:extLst>
            </p:cNvPr>
            <p:cNvCxnSpPr>
              <a:cxnSpLocks/>
              <a:stCxn id="3" idx="2"/>
              <a:endCxn id="19" idx="0"/>
            </p:cNvCxnSpPr>
            <p:nvPr/>
          </p:nvCxnSpPr>
          <p:spPr>
            <a:xfrm flipH="1">
              <a:off x="1758574" y="3348318"/>
              <a:ext cx="2" cy="72095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FA5966D4-CF37-204C-EA0E-B3725C4B7BE8}"/>
                </a:ext>
              </a:extLst>
            </p:cNvPr>
            <p:cNvSpPr/>
            <p:nvPr/>
          </p:nvSpPr>
          <p:spPr>
            <a:xfrm>
              <a:off x="1758574" y="3661742"/>
              <a:ext cx="1864987" cy="407535"/>
            </a:xfrm>
            <a:custGeom>
              <a:avLst/>
              <a:gdLst>
                <a:gd name="connsiteX0" fmla="*/ 0 w 1398494"/>
                <a:gd name="connsiteY0" fmla="*/ 1004047 h 1004047"/>
                <a:gd name="connsiteX1" fmla="*/ 627530 w 1398494"/>
                <a:gd name="connsiteY1" fmla="*/ 304800 h 1004047"/>
                <a:gd name="connsiteX2" fmla="*/ 1398494 w 1398494"/>
                <a:gd name="connsiteY2" fmla="*/ 0 h 1004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8494" h="1004047">
                  <a:moveTo>
                    <a:pt x="0" y="1004047"/>
                  </a:moveTo>
                  <a:cubicBezTo>
                    <a:pt x="197224" y="738094"/>
                    <a:pt x="394448" y="472141"/>
                    <a:pt x="627530" y="304800"/>
                  </a:cubicBezTo>
                  <a:cubicBezTo>
                    <a:pt x="860612" y="137459"/>
                    <a:pt x="1129553" y="68729"/>
                    <a:pt x="1398494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49FAC806-BB93-AD5E-0034-0879FC34374A}"/>
                </a:ext>
              </a:extLst>
            </p:cNvPr>
            <p:cNvCxnSpPr/>
            <p:nvPr/>
          </p:nvCxnSpPr>
          <p:spPr>
            <a:xfrm flipV="1">
              <a:off x="1758576" y="2796287"/>
              <a:ext cx="941294" cy="12729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B76995B7-8678-2546-05F1-8DA0A7AB9B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9869" y="2075329"/>
              <a:ext cx="1" cy="7209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E6862485-5DD6-9E58-6ADE-384A035BEDBB}"/>
                </a:ext>
              </a:extLst>
            </p:cNvPr>
            <p:cNvSpPr/>
            <p:nvPr/>
          </p:nvSpPr>
          <p:spPr>
            <a:xfrm>
              <a:off x="2699868" y="2511334"/>
              <a:ext cx="1223165" cy="300194"/>
            </a:xfrm>
            <a:custGeom>
              <a:avLst/>
              <a:gdLst>
                <a:gd name="connsiteX0" fmla="*/ 0 w 1398494"/>
                <a:gd name="connsiteY0" fmla="*/ 1004047 h 1004047"/>
                <a:gd name="connsiteX1" fmla="*/ 627530 w 1398494"/>
                <a:gd name="connsiteY1" fmla="*/ 304800 h 1004047"/>
                <a:gd name="connsiteX2" fmla="*/ 1398494 w 1398494"/>
                <a:gd name="connsiteY2" fmla="*/ 0 h 1004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8494" h="1004047">
                  <a:moveTo>
                    <a:pt x="0" y="1004047"/>
                  </a:moveTo>
                  <a:cubicBezTo>
                    <a:pt x="197224" y="738094"/>
                    <a:pt x="394448" y="472141"/>
                    <a:pt x="627530" y="304800"/>
                  </a:cubicBezTo>
                  <a:cubicBezTo>
                    <a:pt x="860612" y="137459"/>
                    <a:pt x="1129553" y="68729"/>
                    <a:pt x="1398494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39F4377B-698B-DE41-A69F-F3E2FFFE2519}"/>
                </a:ext>
              </a:extLst>
            </p:cNvPr>
            <p:cNvSpPr/>
            <p:nvPr/>
          </p:nvSpPr>
          <p:spPr>
            <a:xfrm>
              <a:off x="1758575" y="4069275"/>
              <a:ext cx="1864972" cy="352885"/>
            </a:xfrm>
            <a:custGeom>
              <a:avLst/>
              <a:gdLst>
                <a:gd name="connsiteX0" fmla="*/ 0 w 1398494"/>
                <a:gd name="connsiteY0" fmla="*/ 1004047 h 1004047"/>
                <a:gd name="connsiteX1" fmla="*/ 627530 w 1398494"/>
                <a:gd name="connsiteY1" fmla="*/ 304800 h 1004047"/>
                <a:gd name="connsiteX2" fmla="*/ 1398494 w 1398494"/>
                <a:gd name="connsiteY2" fmla="*/ 0 h 1004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8494" h="1004047">
                  <a:moveTo>
                    <a:pt x="0" y="1004047"/>
                  </a:moveTo>
                  <a:cubicBezTo>
                    <a:pt x="197224" y="738094"/>
                    <a:pt x="394448" y="472141"/>
                    <a:pt x="627530" y="304800"/>
                  </a:cubicBezTo>
                  <a:cubicBezTo>
                    <a:pt x="860612" y="137459"/>
                    <a:pt x="1129553" y="68729"/>
                    <a:pt x="1398494" y="0"/>
                  </a:cubicBezTo>
                </a:path>
              </a:pathLst>
            </a:custGeom>
            <a:noFill/>
            <a:ln w="57150">
              <a:solidFill>
                <a:srgbClr val="FF353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F4CA4536-E3A7-DF71-F059-DB2C24D09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58574" y="4299147"/>
              <a:ext cx="175310" cy="176233"/>
            </a:xfrm>
            <a:prstGeom prst="rect">
              <a:avLst/>
            </a:prstGeom>
          </p:spPr>
        </p:pic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53AC4D1E-D353-4580-2126-2A25602F1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52664" y="3189435"/>
              <a:ext cx="175310" cy="176233"/>
            </a:xfrm>
            <a:prstGeom prst="rect">
              <a:avLst/>
            </a:prstGeom>
          </p:spPr>
        </p:pic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9FE7624F-A65F-A811-23B0-3BDF90BBAE95}"/>
                </a:ext>
              </a:extLst>
            </p:cNvPr>
            <p:cNvCxnSpPr>
              <a:endCxn id="59" idx="2"/>
            </p:cNvCxnSpPr>
            <p:nvPr/>
          </p:nvCxnSpPr>
          <p:spPr>
            <a:xfrm flipV="1">
              <a:off x="2740319" y="3365668"/>
              <a:ext cx="0" cy="5327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화살표: 아래쪽 70">
              <a:extLst>
                <a:ext uri="{FF2B5EF4-FFF2-40B4-BE49-F238E27FC236}">
                  <a16:creationId xmlns:a16="http://schemas.microsoft.com/office/drawing/2014/main" id="{DEF65B33-9120-E5DE-FEEE-8A3BD861B38A}"/>
                </a:ext>
              </a:extLst>
            </p:cNvPr>
            <p:cNvSpPr/>
            <p:nvPr/>
          </p:nvSpPr>
          <p:spPr>
            <a:xfrm rot="1920130">
              <a:off x="2490440" y="3416597"/>
              <a:ext cx="175297" cy="286543"/>
            </a:xfrm>
            <a:prstGeom prst="downArrow">
              <a:avLst/>
            </a:prstGeom>
            <a:solidFill>
              <a:srgbClr val="FFFF00"/>
            </a:solidFill>
            <a:ln>
              <a:solidFill>
                <a:srgbClr val="FF353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화살표: 아래쪽 71">
              <a:extLst>
                <a:ext uri="{FF2B5EF4-FFF2-40B4-BE49-F238E27FC236}">
                  <a16:creationId xmlns:a16="http://schemas.microsoft.com/office/drawing/2014/main" id="{F5C68383-710D-E7FA-7742-976261E71F01}"/>
                </a:ext>
              </a:extLst>
            </p:cNvPr>
            <p:cNvSpPr/>
            <p:nvPr/>
          </p:nvSpPr>
          <p:spPr>
            <a:xfrm rot="12846540">
              <a:off x="2821690" y="2869128"/>
              <a:ext cx="175297" cy="286543"/>
            </a:xfrm>
            <a:prstGeom prst="downArrow">
              <a:avLst/>
            </a:prstGeom>
            <a:solidFill>
              <a:srgbClr val="FFFF00"/>
            </a:solidFill>
            <a:ln>
              <a:solidFill>
                <a:srgbClr val="FF353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CCE9F50E-26A1-7AA3-958F-554355345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00623" y="4197943"/>
              <a:ext cx="175310" cy="176233"/>
            </a:xfrm>
            <a:prstGeom prst="rect">
              <a:avLst/>
            </a:prstGeom>
          </p:spPr>
        </p:pic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FD7D5347-91D6-869C-5174-9F52838C3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7073" y="4133760"/>
              <a:ext cx="175310" cy="176233"/>
            </a:xfrm>
            <a:prstGeom prst="rect">
              <a:avLst/>
            </a:prstGeom>
          </p:spPr>
        </p:pic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1812A43B-AA28-4DEE-EC6F-F86E5A32C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5722" y="4063686"/>
              <a:ext cx="175310" cy="176233"/>
            </a:xfrm>
            <a:prstGeom prst="rect">
              <a:avLst/>
            </a:prstGeom>
          </p:spPr>
        </p:pic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CAFB8AB8-C101-6FB4-433A-122E4D7106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98743" y="3997405"/>
              <a:ext cx="175310" cy="176233"/>
            </a:xfrm>
            <a:prstGeom prst="rect">
              <a:avLst/>
            </a:prstGeom>
          </p:spPr>
        </p:pic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06A5F8B5-DA67-0AAC-208D-2D6DE53CC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6050" y="3978364"/>
              <a:ext cx="175310" cy="176233"/>
            </a:xfrm>
            <a:prstGeom prst="rect">
              <a:avLst/>
            </a:prstGeom>
          </p:spPr>
        </p:pic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2C98BB68-96B9-16CD-83E6-8F207E129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8462" y="3957527"/>
              <a:ext cx="175310" cy="176233"/>
            </a:xfrm>
            <a:prstGeom prst="rect">
              <a:avLst/>
            </a:prstGeom>
          </p:spPr>
        </p:pic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A114BDF0-F989-761D-05AA-C798295D6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2432" y="2940783"/>
              <a:ext cx="2" cy="72095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CCE83AF0-79B0-D05F-D51A-9BBFA27B8153}"/>
                </a:ext>
              </a:extLst>
            </p:cNvPr>
            <p:cNvCxnSpPr/>
            <p:nvPr/>
          </p:nvCxnSpPr>
          <p:spPr>
            <a:xfrm flipV="1">
              <a:off x="3623562" y="1682608"/>
              <a:ext cx="941294" cy="12729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자유형: 도형 85">
              <a:extLst>
                <a:ext uri="{FF2B5EF4-FFF2-40B4-BE49-F238E27FC236}">
                  <a16:creationId xmlns:a16="http://schemas.microsoft.com/office/drawing/2014/main" id="{060758B2-48B9-B945-36EA-385C273E94D2}"/>
                </a:ext>
              </a:extLst>
            </p:cNvPr>
            <p:cNvSpPr/>
            <p:nvPr/>
          </p:nvSpPr>
          <p:spPr>
            <a:xfrm>
              <a:off x="3623560" y="2529698"/>
              <a:ext cx="793327" cy="407535"/>
            </a:xfrm>
            <a:custGeom>
              <a:avLst/>
              <a:gdLst>
                <a:gd name="connsiteX0" fmla="*/ 0 w 1398494"/>
                <a:gd name="connsiteY0" fmla="*/ 1004047 h 1004047"/>
                <a:gd name="connsiteX1" fmla="*/ 627530 w 1398494"/>
                <a:gd name="connsiteY1" fmla="*/ 304800 h 1004047"/>
                <a:gd name="connsiteX2" fmla="*/ 1398494 w 1398494"/>
                <a:gd name="connsiteY2" fmla="*/ 0 h 1004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8494" h="1004047">
                  <a:moveTo>
                    <a:pt x="0" y="1004047"/>
                  </a:moveTo>
                  <a:cubicBezTo>
                    <a:pt x="197224" y="738094"/>
                    <a:pt x="394448" y="472141"/>
                    <a:pt x="627530" y="304800"/>
                  </a:cubicBezTo>
                  <a:cubicBezTo>
                    <a:pt x="860612" y="137459"/>
                    <a:pt x="1129553" y="68729"/>
                    <a:pt x="1398494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자유형: 도형 86">
              <a:extLst>
                <a:ext uri="{FF2B5EF4-FFF2-40B4-BE49-F238E27FC236}">
                  <a16:creationId xmlns:a16="http://schemas.microsoft.com/office/drawing/2014/main" id="{FD59654D-5075-7E9A-FE69-8B247B3398DB}"/>
                </a:ext>
              </a:extLst>
            </p:cNvPr>
            <p:cNvSpPr/>
            <p:nvPr/>
          </p:nvSpPr>
          <p:spPr>
            <a:xfrm>
              <a:off x="4564855" y="1282480"/>
              <a:ext cx="793327" cy="407535"/>
            </a:xfrm>
            <a:custGeom>
              <a:avLst/>
              <a:gdLst>
                <a:gd name="connsiteX0" fmla="*/ 0 w 1398494"/>
                <a:gd name="connsiteY0" fmla="*/ 1004047 h 1004047"/>
                <a:gd name="connsiteX1" fmla="*/ 627530 w 1398494"/>
                <a:gd name="connsiteY1" fmla="*/ 304800 h 1004047"/>
                <a:gd name="connsiteX2" fmla="*/ 1398494 w 1398494"/>
                <a:gd name="connsiteY2" fmla="*/ 0 h 1004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8494" h="1004047">
                  <a:moveTo>
                    <a:pt x="0" y="1004047"/>
                  </a:moveTo>
                  <a:cubicBezTo>
                    <a:pt x="197224" y="738094"/>
                    <a:pt x="394448" y="472141"/>
                    <a:pt x="627530" y="304800"/>
                  </a:cubicBezTo>
                  <a:cubicBezTo>
                    <a:pt x="860612" y="137459"/>
                    <a:pt x="1129553" y="68729"/>
                    <a:pt x="1398494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3C6A1E7-CD63-86EC-6703-0AA1F6BC416C}"/>
                </a:ext>
              </a:extLst>
            </p:cNvPr>
            <p:cNvSpPr txBox="1"/>
            <p:nvPr/>
          </p:nvSpPr>
          <p:spPr>
            <a:xfrm>
              <a:off x="1855468" y="1219027"/>
              <a:ext cx="27165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BETOX Nitride Region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92" name="화살표: 오른쪽 91">
              <a:extLst>
                <a:ext uri="{FF2B5EF4-FFF2-40B4-BE49-F238E27FC236}">
                  <a16:creationId xmlns:a16="http://schemas.microsoft.com/office/drawing/2014/main" id="{F3203703-1667-D08B-0A01-53F74B07788F}"/>
                </a:ext>
              </a:extLst>
            </p:cNvPr>
            <p:cNvSpPr/>
            <p:nvPr/>
          </p:nvSpPr>
          <p:spPr>
            <a:xfrm>
              <a:off x="2237243" y="4593658"/>
              <a:ext cx="936632" cy="530925"/>
            </a:xfrm>
            <a:prstGeom prst="rightArrow">
              <a:avLst/>
            </a:prstGeom>
            <a:solidFill>
              <a:srgbClr val="00B0F0"/>
            </a:solidFill>
            <a:ln>
              <a:solidFill>
                <a:srgbClr val="3A608A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ADF1985C-F8C1-FB22-AA0E-3863AE378F5F}"/>
                </a:ext>
              </a:extLst>
            </p:cNvPr>
            <p:cNvCxnSpPr/>
            <p:nvPr/>
          </p:nvCxnSpPr>
          <p:spPr>
            <a:xfrm flipV="1">
              <a:off x="358954" y="3079376"/>
              <a:ext cx="941294" cy="12729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DE2DD6FB-DE02-5364-A877-9DA8393CAC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7020" y="4352365"/>
              <a:ext cx="2" cy="72095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6E4EABA-A946-F92C-537C-C04ED24AEAF8}"/>
              </a:ext>
            </a:extLst>
          </p:cNvPr>
          <p:cNvSpPr txBox="1"/>
          <p:nvPr/>
        </p:nvSpPr>
        <p:spPr>
          <a:xfrm>
            <a:off x="6048696" y="992975"/>
            <a:ext cx="3087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지난 이탈리아에서의 교수님의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tip…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EC2FD9-F5D8-3FB3-4C4C-0D30617A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Trap to Band Tunneling Emission Observation</a:t>
            </a:r>
            <a:endParaRPr lang="ko-KR" alt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7AC1C1-91A9-39EB-4023-197FD8FC8EC3}"/>
              </a:ext>
            </a:extLst>
          </p:cNvPr>
          <p:cNvSpPr txBox="1"/>
          <p:nvPr/>
        </p:nvSpPr>
        <p:spPr>
          <a:xfrm>
            <a:off x="435429" y="1286989"/>
            <a:ext cx="74624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Simulation : BETOX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rPr>
              <a:t>region lock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+ 1us program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EOT = 4.2nm = 2/2/0.9 , 2/1.5/1.225 , 2/1/1.55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125E312-E1AD-3590-8A5A-83979EE68C74}"/>
              </a:ext>
            </a:extLst>
          </p:cNvPr>
          <p:cNvGrpSpPr/>
          <p:nvPr/>
        </p:nvGrpSpPr>
        <p:grpSpPr>
          <a:xfrm>
            <a:off x="216278" y="3070400"/>
            <a:ext cx="2629267" cy="2352638"/>
            <a:chOff x="216278" y="3070400"/>
            <a:chExt cx="2629267" cy="235263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0D03498-7B4F-2FA6-8073-F92E0F5D7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387752" y="2898926"/>
              <a:ext cx="2286319" cy="262926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2D5620-802C-4703-6185-8C52CC8AD5DE}"/>
                </a:ext>
              </a:extLst>
            </p:cNvPr>
            <p:cNvSpPr txBox="1"/>
            <p:nvPr/>
          </p:nvSpPr>
          <p:spPr>
            <a:xfrm>
              <a:off x="1149912" y="3193797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solidFill>
                    <a:srgbClr val="6BB3EF"/>
                  </a:solidFill>
                  <a:latin typeface="Times New Roman"/>
                  <a:ea typeface="맑은 고딕"/>
                  <a:cs typeface="Times New Roman"/>
                </a:rPr>
                <a:t>WL</a:t>
              </a:r>
              <a:endParaRPr lang="ko-KR" altLang="en-US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6BB3EF"/>
                </a:solidFill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E442166-6E20-E337-DC7D-8A278DDD3FCD}"/>
                </a:ext>
              </a:extLst>
            </p:cNvPr>
            <p:cNvSpPr txBox="1"/>
            <p:nvPr/>
          </p:nvSpPr>
          <p:spPr>
            <a:xfrm>
              <a:off x="1149912" y="3593907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solidFill>
                    <a:srgbClr val="6BB3EF"/>
                  </a:solidFill>
                  <a:latin typeface="Times New Roman"/>
                  <a:ea typeface="맑은 고딕"/>
                  <a:cs typeface="Times New Roman"/>
                </a:rPr>
                <a:t>Box</a:t>
              </a:r>
              <a:endParaRPr lang="ko-KR" altLang="en-US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6BB3EF"/>
                </a:solidFill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F97571D-ED93-6EA4-EB02-3E7073CDE062}"/>
                </a:ext>
              </a:extLst>
            </p:cNvPr>
            <p:cNvSpPr txBox="1"/>
            <p:nvPr/>
          </p:nvSpPr>
          <p:spPr>
            <a:xfrm>
              <a:off x="818218" y="4711795"/>
              <a:ext cx="14253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solidFill>
                    <a:srgbClr val="6BB3EF"/>
                  </a:solidFill>
                  <a:latin typeface="Times New Roman"/>
                  <a:ea typeface="맑은 고딕"/>
                  <a:cs typeface="Times New Roman"/>
                </a:rPr>
                <a:t>Channel</a:t>
              </a:r>
              <a:endParaRPr lang="ko-KR" altLang="en-US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6BB3EF"/>
                </a:solidFill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C4BAC68-ABE8-DF51-5CA8-72FE7BF0F6FC}"/>
                </a:ext>
              </a:extLst>
            </p:cNvPr>
            <p:cNvSpPr txBox="1"/>
            <p:nvPr/>
          </p:nvSpPr>
          <p:spPr>
            <a:xfrm>
              <a:off x="818218" y="5022928"/>
              <a:ext cx="14253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solidFill>
                    <a:srgbClr val="6BB3EF"/>
                  </a:solidFill>
                  <a:latin typeface="Times New Roman"/>
                  <a:ea typeface="맑은 고딕"/>
                  <a:cs typeface="Times New Roman"/>
                </a:rPr>
                <a:t>Filler</a:t>
              </a:r>
              <a:endParaRPr lang="ko-KR" altLang="en-US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6BB3EF"/>
                </a:solidFill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7A471C2-3E48-0141-5E73-316A3CF9952C}"/>
                </a:ext>
              </a:extLst>
            </p:cNvPr>
            <p:cNvSpPr txBox="1"/>
            <p:nvPr/>
          </p:nvSpPr>
          <p:spPr>
            <a:xfrm>
              <a:off x="1208180" y="4020234"/>
              <a:ext cx="8695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CTN</a:t>
              </a:r>
              <a:endParaRPr lang="ko-KR" altLang="en-US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94FC293-2C72-802B-0343-A733770DF752}"/>
                </a:ext>
              </a:extLst>
            </p:cNvPr>
            <p:cNvSpPr txBox="1"/>
            <p:nvPr/>
          </p:nvSpPr>
          <p:spPr>
            <a:xfrm>
              <a:off x="1119659" y="4351004"/>
              <a:ext cx="8695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BETOX</a:t>
              </a:r>
              <a:endParaRPr lang="ko-KR" altLang="en-US" sz="105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57523620-5D40-2B47-9696-0836E027B2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05" r="9679"/>
          <a:stretch/>
        </p:blipFill>
        <p:spPr>
          <a:xfrm rot="16200000">
            <a:off x="6436591" y="2932263"/>
            <a:ext cx="2286317" cy="256258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BA01943-E928-87D8-52E5-702D2577A3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7" r="933"/>
          <a:stretch/>
        </p:blipFill>
        <p:spPr>
          <a:xfrm rot="16200000">
            <a:off x="3451253" y="2908451"/>
            <a:ext cx="2286318" cy="261021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50A5E6B-A66E-8165-9DF0-EA4227DC9E2C}"/>
              </a:ext>
            </a:extLst>
          </p:cNvPr>
          <p:cNvSpPr txBox="1"/>
          <p:nvPr/>
        </p:nvSpPr>
        <p:spPr>
          <a:xfrm>
            <a:off x="750250" y="5515553"/>
            <a:ext cx="1561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2/2/0.9 [nm]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210D08-12D5-39B3-1D47-9F3EA0F4F393}"/>
              </a:ext>
            </a:extLst>
          </p:cNvPr>
          <p:cNvSpPr txBox="1"/>
          <p:nvPr/>
        </p:nvSpPr>
        <p:spPr>
          <a:xfrm>
            <a:off x="3813751" y="5515553"/>
            <a:ext cx="1561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2/1.5/0.9 [nm]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5E3C02-EB25-3989-4359-B6720BA3D844}"/>
              </a:ext>
            </a:extLst>
          </p:cNvPr>
          <p:cNvSpPr txBox="1"/>
          <p:nvPr/>
        </p:nvSpPr>
        <p:spPr>
          <a:xfrm>
            <a:off x="6799088" y="5515553"/>
            <a:ext cx="1561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2/2/0.9 [nm]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60C67F-CDE7-7359-B190-1C628584261D}"/>
              </a:ext>
            </a:extLst>
          </p:cNvPr>
          <p:cNvSpPr txBox="1"/>
          <p:nvPr/>
        </p:nvSpPr>
        <p:spPr>
          <a:xfrm>
            <a:off x="7022841" y="1950387"/>
            <a:ext cx="19212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Region lock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이유</a:t>
            </a:r>
            <a:endParaRPr lang="en-US" altLang="ko-KR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 Lateral Spreading within BETOX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00840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A1658-FB18-8B99-0B67-7D56371EB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Trap to Band Tunneling Emission Observation</a:t>
            </a:r>
            <a:endParaRPr lang="ko-KR" altLang="en-US" sz="32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1418FF6-FC40-B2A0-E142-BF7D8CFFA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54" y="1540361"/>
            <a:ext cx="3501993" cy="24478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05D028-B6D0-5A35-2991-4871EC28F9D3}"/>
                  </a:ext>
                </a:extLst>
              </p:cNvPr>
              <p:cNvSpPr txBox="1"/>
              <p:nvPr/>
            </p:nvSpPr>
            <p:spPr>
              <a:xfrm>
                <a:off x="591610" y="1093096"/>
                <a:ext cx="79607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Time constant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observation 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𝝉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)  &gt;&gt; stretched-exponential function fitting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05D028-B6D0-5A35-2991-4871EC28F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10" y="1093096"/>
                <a:ext cx="796078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B487768-A142-E524-A204-E55A0FC1B636}"/>
              </a:ext>
            </a:extLst>
          </p:cNvPr>
          <p:cNvSpPr txBox="1"/>
          <p:nvPr/>
        </p:nvSpPr>
        <p:spPr>
          <a:xfrm>
            <a:off x="3896436" y="1977403"/>
            <a:ext cx="3626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Þ"/>
            </a:pP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0.8eV, 2/1.5/1.225 case transient response</a:t>
            </a:r>
          </a:p>
        </p:txBody>
      </p:sp>
      <p:sp>
        <p:nvSpPr>
          <p:cNvPr id="65" name="화살표: 왼쪽 64">
            <a:extLst>
              <a:ext uri="{FF2B5EF4-FFF2-40B4-BE49-F238E27FC236}">
                <a16:creationId xmlns:a16="http://schemas.microsoft.com/office/drawing/2014/main" id="{A927F4B2-CF5C-D382-3758-20CE20D5E0B2}"/>
              </a:ext>
            </a:extLst>
          </p:cNvPr>
          <p:cNvSpPr/>
          <p:nvPr/>
        </p:nvSpPr>
        <p:spPr>
          <a:xfrm>
            <a:off x="1803400" y="2857501"/>
            <a:ext cx="1174750" cy="161454"/>
          </a:xfrm>
          <a:prstGeom prst="leftArrow">
            <a:avLst/>
          </a:prstGeom>
          <a:solidFill>
            <a:srgbClr val="F5752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20F967B-0C5A-D824-6FA8-AB8868519323}"/>
              </a:ext>
            </a:extLst>
          </p:cNvPr>
          <p:cNvSpPr txBox="1"/>
          <p:nvPr/>
        </p:nvSpPr>
        <p:spPr>
          <a:xfrm>
            <a:off x="1425251" y="2533458"/>
            <a:ext cx="1057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High Temperature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93BEAEA-CD37-4999-2451-6A74BAF35B73}"/>
              </a:ext>
            </a:extLst>
          </p:cNvPr>
          <p:cNvSpPr txBox="1"/>
          <p:nvPr/>
        </p:nvSpPr>
        <p:spPr>
          <a:xfrm>
            <a:off x="2609849" y="3018955"/>
            <a:ext cx="1057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Low Temperature</a:t>
            </a: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71CC6679-C2A4-FD26-AD1E-9CE46CB83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0" y="3746564"/>
            <a:ext cx="3765137" cy="2643929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56AAA8AA-A82F-781A-27CA-7EB1FF1F6D39}"/>
              </a:ext>
            </a:extLst>
          </p:cNvPr>
          <p:cNvSpPr txBox="1"/>
          <p:nvPr/>
        </p:nvSpPr>
        <p:spPr>
          <a:xfrm>
            <a:off x="3896436" y="4331107"/>
            <a:ext cx="3626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Þ"/>
            </a:pP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0.6eV, Mid-BETOX 2, 1.5, 1[nm] case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106B4C7-CC3C-42D9-BF98-DB8467C057AD}"/>
              </a:ext>
            </a:extLst>
          </p:cNvPr>
          <p:cNvSpPr txBox="1"/>
          <p:nvPr/>
        </p:nvSpPr>
        <p:spPr>
          <a:xfrm>
            <a:off x="4241800" y="2938228"/>
            <a:ext cx="419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Higher temperature, faster TBT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3366193-EBB3-ECE9-7A85-B164AE5DC43D}"/>
                  </a:ext>
                </a:extLst>
              </p:cNvPr>
              <p:cNvSpPr txBox="1"/>
              <p:nvPr/>
            </p:nvSpPr>
            <p:spPr>
              <a:xfrm>
                <a:off x="4241800" y="5123619"/>
                <a:ext cx="419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Thinner trap site,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𝛽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→1</m:t>
                    </m:r>
                  </m:oMath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3366193-EBB3-ECE9-7A85-B164AE5DC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800" y="5123619"/>
                <a:ext cx="419100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F66DF06-AF5E-059E-45DB-A326ECBC2D8E}"/>
                  </a:ext>
                </a:extLst>
              </p:cNvPr>
              <p:cNvSpPr txBox="1"/>
              <p:nvPr/>
            </p:nvSpPr>
            <p:spPr>
              <a:xfrm>
                <a:off x="4356747" y="5631653"/>
                <a:ext cx="4571828" cy="405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nm</m:t>
                          </m:r>
                        </m:sub>
                      </m:sSub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&lt;</m:t>
                      </m:r>
                      <m:sSub>
                        <m:sSubPr>
                          <m:ctrlP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1.5</m:t>
                          </m:r>
                          <m:r>
                            <m:rPr>
                              <m:sty m:val="p"/>
                            </m:rPr>
                            <a:rPr lang="en-US" altLang="ko-KR" sz="200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nm</m:t>
                          </m:r>
                        </m:sub>
                      </m:sSub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&lt;</m:t>
                      </m:r>
                      <m:sSub>
                        <m:sSubPr>
                          <m:ctrlP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altLang="ko-KR" sz="200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nm</m:t>
                          </m:r>
                        </m:sub>
                      </m:sSub>
                    </m:oMath>
                  </m:oMathPara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F66DF06-AF5E-059E-45DB-A326ECBC2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747" y="5631653"/>
                <a:ext cx="4571828" cy="4059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6777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4257D-9FE0-6DC7-3A8F-DD7DCC41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Trap to Band Tunneling Emission Observation</a:t>
            </a:r>
            <a:endParaRPr lang="ko-KR" altLang="en-US" sz="32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46DFBC-193E-0FBA-1052-440FCA97E639}"/>
              </a:ext>
            </a:extLst>
          </p:cNvPr>
          <p:cNvGrpSpPr/>
          <p:nvPr/>
        </p:nvGrpSpPr>
        <p:grpSpPr>
          <a:xfrm>
            <a:off x="1367788" y="1206760"/>
            <a:ext cx="6973358" cy="707886"/>
            <a:chOff x="1240788" y="3187960"/>
            <a:chExt cx="6973358" cy="70788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2AF0AA3-6F65-CF80-0459-F4ED879E2FC0}"/>
                </a:ext>
              </a:extLst>
            </p:cNvPr>
            <p:cNvSpPr/>
            <p:nvPr/>
          </p:nvSpPr>
          <p:spPr>
            <a:xfrm>
              <a:off x="3278155" y="3259494"/>
              <a:ext cx="2096278" cy="29857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854550F-F080-B243-FB3F-0FE63A38FD9E}"/>
                    </a:ext>
                  </a:extLst>
                </p:cNvPr>
                <p:cNvSpPr txBox="1"/>
                <p:nvPr/>
              </p:nvSpPr>
              <p:spPr>
                <a:xfrm>
                  <a:off x="1240788" y="3187960"/>
                  <a:ext cx="6973358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Thermal Relation 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1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𝝉</m:t>
                          </m:r>
                        </m:e>
                        <m:sub>
                          <m:r>
                            <a:rPr lang="en-US" altLang="ko-KR" sz="2000" b="1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𝑻𝑩𝑻</m:t>
                          </m:r>
                        </m:sub>
                      </m:sSub>
                      <m:r>
                        <a:rPr lang="en-US" altLang="ko-KR" sz="2000" b="1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r>
                        <a:rPr lang="en-US" altLang="ko-KR" sz="2000" b="1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m:t>∝</m:t>
                      </m:r>
                      <m:r>
                        <a:rPr lang="en-US" altLang="ko-KR" sz="2000" b="1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m:t>𝐞𝐱𝐩</m:t>
                      </m:r>
                      <m:r>
                        <a:rPr lang="en-US" altLang="ko-KR" sz="2000" b="1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m:t>⁡(−</m:t>
                      </m:r>
                      <m:r>
                        <a:rPr lang="en-US" altLang="ko-KR" sz="2000" b="1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m:t>𝐀𝐓</m:t>
                      </m:r>
                      <m:r>
                        <a:rPr lang="en-US" altLang="ko-KR" sz="2000" b="1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m:t>)</m:t>
                      </m:r>
                    </m:oMath>
                  </a14:m>
                  <a:r>
                    <a:rPr lang="ko-KR" altLang="en-US" sz="2000" b="1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   </a:t>
                  </a:r>
                  <a:r>
                    <a:rPr lang="en-US" altLang="ko-KR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…</a:t>
                  </a:r>
                  <a:r>
                    <a:rPr lang="en-US" altLang="ko-KR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ea typeface="맑은 고딕"/>
                      <a:cs typeface="Times New Roman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20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𝑇𝐵𝑇</m:t>
                          </m:r>
                        </m:sub>
                      </m:sSub>
                      <m:r>
                        <a:rPr lang="en-US" altLang="ko-KR" sz="2000" i="1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r>
                        <a:rPr lang="en-US" altLang="ko-KR" sz="2000" i="1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m:t>∝</m:t>
                      </m:r>
                      <m:r>
                        <m:rPr>
                          <m:sty m:val="p"/>
                        </m:rPr>
                        <a:rPr lang="en-US" altLang="ko-KR" sz="200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m:t>exp</m:t>
                      </m:r>
                      <m:r>
                        <a:rPr lang="en-US" altLang="ko-KR" sz="2000" i="1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n-US" altLang="ko-KR" sz="200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m:t>AT</m:t>
                      </m:r>
                      <m:r>
                        <a:rPr lang="en-US" altLang="ko-KR" sz="200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m:t>)</m:t>
                      </m:r>
                    </m:oMath>
                  </a14:m>
                  <a:endPara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  <a:p>
                  <a:r>
                    <a:rPr lang="en-US" altLang="ko-KR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						</a:t>
                  </a:r>
                  <a:r>
                    <a:rPr lang="en-US" altLang="ko-KR" sz="1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(A : Constant)</a:t>
                  </a:r>
                  <a:endPara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854550F-F080-B243-FB3F-0FE63A38F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0788" y="3187960"/>
                  <a:ext cx="6973358" cy="70788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BF1855D4-4F6D-3F51-93BE-194154940AF3}"/>
              </a:ext>
            </a:extLst>
          </p:cNvPr>
          <p:cNvGrpSpPr/>
          <p:nvPr/>
        </p:nvGrpSpPr>
        <p:grpSpPr>
          <a:xfrm>
            <a:off x="1150160" y="1631796"/>
            <a:ext cx="3548840" cy="2492043"/>
            <a:chOff x="1023160" y="3612996"/>
            <a:chExt cx="3548840" cy="249204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156D499-8C3C-78A1-E7D8-0DDAE65B5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0" y="3612996"/>
              <a:ext cx="3548840" cy="2492043"/>
            </a:xfrm>
            <a:prstGeom prst="rect">
              <a:avLst/>
            </a:prstGeom>
          </p:spPr>
        </p:pic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F18088A2-F4B0-B194-501C-073EFE08A8E1}"/>
                </a:ext>
              </a:extLst>
            </p:cNvPr>
            <p:cNvCxnSpPr/>
            <p:nvPr/>
          </p:nvCxnSpPr>
          <p:spPr>
            <a:xfrm>
              <a:off x="1816359" y="3968620"/>
              <a:ext cx="2083837" cy="1629747"/>
            </a:xfrm>
            <a:prstGeom prst="line">
              <a:avLst/>
            </a:prstGeom>
            <a:ln w="38100">
              <a:solidFill>
                <a:srgbClr val="FBC7A7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A86EB179-B7FA-1338-A7C8-38574E56B38F}"/>
              </a:ext>
            </a:extLst>
          </p:cNvPr>
          <p:cNvGrpSpPr/>
          <p:nvPr/>
        </p:nvGrpSpPr>
        <p:grpSpPr>
          <a:xfrm>
            <a:off x="4699000" y="1631795"/>
            <a:ext cx="3548840" cy="2492043"/>
            <a:chOff x="4572000" y="3612995"/>
            <a:chExt cx="3548840" cy="2492043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6B673BC-A3F2-71C5-5B27-678D67B7C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3612995"/>
              <a:ext cx="3548840" cy="2492043"/>
            </a:xfrm>
            <a:prstGeom prst="rect">
              <a:avLst/>
            </a:prstGeom>
          </p:spPr>
        </p:pic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BAEB52F-D749-27AD-3557-49F84801BA18}"/>
                </a:ext>
              </a:extLst>
            </p:cNvPr>
            <p:cNvCxnSpPr>
              <a:cxnSpLocks/>
            </p:cNvCxnSpPr>
            <p:nvPr/>
          </p:nvCxnSpPr>
          <p:spPr>
            <a:xfrm>
              <a:off x="5449077" y="4105469"/>
              <a:ext cx="2083837" cy="1480557"/>
            </a:xfrm>
            <a:prstGeom prst="line">
              <a:avLst/>
            </a:prstGeom>
            <a:ln w="38100">
              <a:solidFill>
                <a:srgbClr val="FBC7A7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595063A1-4317-68CE-32E1-0F59762D0583}"/>
              </a:ext>
            </a:extLst>
          </p:cNvPr>
          <p:cNvSpPr/>
          <p:nvPr/>
        </p:nvSpPr>
        <p:spPr>
          <a:xfrm>
            <a:off x="2147926" y="2677887"/>
            <a:ext cx="928347" cy="308838"/>
          </a:xfrm>
          <a:custGeom>
            <a:avLst/>
            <a:gdLst>
              <a:gd name="connsiteX0" fmla="*/ 715347 w 715347"/>
              <a:gd name="connsiteY0" fmla="*/ 273698 h 273698"/>
              <a:gd name="connsiteX1" fmla="*/ 460311 w 715347"/>
              <a:gd name="connsiteY1" fmla="*/ 80865 h 273698"/>
              <a:gd name="connsiteX2" fmla="*/ 0 w 715347"/>
              <a:gd name="connsiteY2" fmla="*/ 0 h 273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5347" h="273698">
                <a:moveTo>
                  <a:pt x="715347" y="273698"/>
                </a:moveTo>
                <a:cubicBezTo>
                  <a:pt x="647441" y="200089"/>
                  <a:pt x="579535" y="126481"/>
                  <a:pt x="460311" y="80865"/>
                </a:cubicBezTo>
                <a:cubicBezTo>
                  <a:pt x="341087" y="35249"/>
                  <a:pt x="170543" y="17624"/>
                  <a:pt x="0" y="0"/>
                </a:cubicBezTo>
              </a:path>
            </a:pathLst>
          </a:custGeom>
          <a:noFill/>
          <a:ln>
            <a:solidFill>
              <a:srgbClr val="F3630B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1C60C176-D2A6-3979-4574-D19BDAA8B38B}"/>
              </a:ext>
            </a:extLst>
          </p:cNvPr>
          <p:cNvSpPr/>
          <p:nvPr/>
        </p:nvSpPr>
        <p:spPr>
          <a:xfrm>
            <a:off x="5765945" y="2916161"/>
            <a:ext cx="1079243" cy="192882"/>
          </a:xfrm>
          <a:custGeom>
            <a:avLst/>
            <a:gdLst>
              <a:gd name="connsiteX0" fmla="*/ 715347 w 715347"/>
              <a:gd name="connsiteY0" fmla="*/ 273698 h 273698"/>
              <a:gd name="connsiteX1" fmla="*/ 460311 w 715347"/>
              <a:gd name="connsiteY1" fmla="*/ 80865 h 273698"/>
              <a:gd name="connsiteX2" fmla="*/ 0 w 715347"/>
              <a:gd name="connsiteY2" fmla="*/ 0 h 273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5347" h="273698">
                <a:moveTo>
                  <a:pt x="715347" y="273698"/>
                </a:moveTo>
                <a:cubicBezTo>
                  <a:pt x="647441" y="200089"/>
                  <a:pt x="579535" y="126481"/>
                  <a:pt x="460311" y="80865"/>
                </a:cubicBezTo>
                <a:cubicBezTo>
                  <a:pt x="341087" y="35249"/>
                  <a:pt x="170543" y="17624"/>
                  <a:pt x="0" y="0"/>
                </a:cubicBezTo>
              </a:path>
            </a:pathLst>
          </a:custGeom>
          <a:noFill/>
          <a:ln>
            <a:solidFill>
              <a:srgbClr val="F3630B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77C9E4-D8C0-40AF-9679-EF528D144B4C}"/>
              </a:ext>
            </a:extLst>
          </p:cNvPr>
          <p:cNvSpPr txBox="1"/>
          <p:nvPr/>
        </p:nvSpPr>
        <p:spPr>
          <a:xfrm>
            <a:off x="2098870" y="2852057"/>
            <a:ext cx="8770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Low trap site</a:t>
            </a:r>
            <a:endParaRPr lang="ko-KR" altLang="en-US" sz="9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E0EBA0-911F-3CAA-D7DA-A37ADD73F426}"/>
              </a:ext>
            </a:extLst>
          </p:cNvPr>
          <p:cNvSpPr txBox="1"/>
          <p:nvPr/>
        </p:nvSpPr>
        <p:spPr>
          <a:xfrm>
            <a:off x="5818260" y="2959071"/>
            <a:ext cx="8770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Low trap site</a:t>
            </a:r>
            <a:endParaRPr lang="ko-KR" altLang="en-US" sz="9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A4B1A40-4596-4085-EB9D-3A2F7B857EB9}"/>
              </a:ext>
            </a:extLst>
          </p:cNvPr>
          <p:cNvCxnSpPr/>
          <p:nvPr/>
        </p:nvCxnSpPr>
        <p:spPr>
          <a:xfrm flipH="1" flipV="1">
            <a:off x="2147926" y="1987420"/>
            <a:ext cx="672511" cy="491413"/>
          </a:xfrm>
          <a:prstGeom prst="straightConnector1">
            <a:avLst/>
          </a:prstGeom>
          <a:ln w="12700">
            <a:solidFill>
              <a:srgbClr val="F3630B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C4F06FC-8155-87BA-C9AD-B820E1EB752B}"/>
              </a:ext>
            </a:extLst>
          </p:cNvPr>
          <p:cNvCxnSpPr/>
          <p:nvPr/>
        </p:nvCxnSpPr>
        <p:spPr>
          <a:xfrm flipH="1" flipV="1">
            <a:off x="5584288" y="1987420"/>
            <a:ext cx="672511" cy="491413"/>
          </a:xfrm>
          <a:prstGeom prst="straightConnector1">
            <a:avLst/>
          </a:prstGeom>
          <a:ln w="12700">
            <a:solidFill>
              <a:srgbClr val="F3630B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EADF556-5BD6-E465-919E-5EE02A62EF87}"/>
              </a:ext>
            </a:extLst>
          </p:cNvPr>
          <p:cNvSpPr txBox="1"/>
          <p:nvPr/>
        </p:nvSpPr>
        <p:spPr>
          <a:xfrm>
            <a:off x="2116825" y="1922403"/>
            <a:ext cx="1144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Sufficient trap site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65081C-6DEA-93EF-48F6-7EBBEEC6269A}"/>
              </a:ext>
            </a:extLst>
          </p:cNvPr>
          <p:cNvSpPr txBox="1"/>
          <p:nvPr/>
        </p:nvSpPr>
        <p:spPr>
          <a:xfrm>
            <a:off x="5553893" y="1922403"/>
            <a:ext cx="1144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Sufficient trap site</a:t>
            </a:r>
            <a:endParaRPr lang="ko-KR" altLang="en-US" sz="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A1E8C6C-126D-607F-D43C-A88EB407F0C4}"/>
                  </a:ext>
                </a:extLst>
              </p:cNvPr>
              <p:cNvSpPr txBox="1"/>
              <p:nvPr/>
            </p:nvSpPr>
            <p:spPr>
              <a:xfrm>
                <a:off x="876300" y="4889500"/>
                <a:ext cx="752475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…</a:t>
                </a:r>
                <a:r>
                  <a:rPr lang="en-US" altLang="ko-KR" sz="2000" b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𝜏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has thermal relation within attempt-to-escape frequency</a:t>
                </a:r>
              </a:p>
              <a:p>
                <a:r>
                  <a:rPr lang="en-US" altLang="ko-KR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	(⸪ Transmission coefficient has no temperature parameter)</a:t>
                </a:r>
                <a:endParaRPr lang="ko-KR" altLang="en-US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A1E8C6C-126D-607F-D43C-A88EB407F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00" y="4889500"/>
                <a:ext cx="752475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2979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202BD-F768-4B0F-F2E5-5DA91D5BA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References for TBT – Temperature Relation</a:t>
            </a:r>
            <a:endParaRPr lang="ko-KR" altLang="en-US" sz="3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E741A8-0C2C-242E-7A7E-DDF900038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51" y="1132818"/>
            <a:ext cx="4291508" cy="8755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B9E4756-E251-1DD9-A717-ED09BC812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51" y="2412374"/>
            <a:ext cx="2855642" cy="3838732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FE3306F8-23C7-735A-10E0-EC94A1FC278F}"/>
              </a:ext>
            </a:extLst>
          </p:cNvPr>
          <p:cNvSpPr/>
          <p:nvPr/>
        </p:nvSpPr>
        <p:spPr>
          <a:xfrm>
            <a:off x="2419739" y="5343849"/>
            <a:ext cx="454090" cy="192833"/>
          </a:xfrm>
          <a:prstGeom prst="ellipse">
            <a:avLst/>
          </a:prstGeom>
          <a:noFill/>
          <a:ln>
            <a:solidFill>
              <a:srgbClr val="FF353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063829E-C3CB-3C05-82E4-D8B2D77D7030}"/>
              </a:ext>
            </a:extLst>
          </p:cNvPr>
          <p:cNvSpPr/>
          <p:nvPr/>
        </p:nvSpPr>
        <p:spPr>
          <a:xfrm>
            <a:off x="2603889" y="6058273"/>
            <a:ext cx="454090" cy="192833"/>
          </a:xfrm>
          <a:prstGeom prst="ellipse">
            <a:avLst/>
          </a:prstGeom>
          <a:noFill/>
          <a:ln>
            <a:solidFill>
              <a:srgbClr val="FF353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연결선: 구부러짐 10">
            <a:extLst>
              <a:ext uri="{FF2B5EF4-FFF2-40B4-BE49-F238E27FC236}">
                <a16:creationId xmlns:a16="http://schemas.microsoft.com/office/drawing/2014/main" id="{BF0E0F9F-73E4-8ABC-DB76-AF1246539693}"/>
              </a:ext>
            </a:extLst>
          </p:cNvPr>
          <p:cNvCxnSpPr>
            <a:cxnSpLocks/>
            <a:stCxn id="8" idx="6"/>
            <a:endCxn id="9" idx="6"/>
          </p:cNvCxnSpPr>
          <p:nvPr/>
        </p:nvCxnSpPr>
        <p:spPr>
          <a:xfrm>
            <a:off x="2873829" y="5440266"/>
            <a:ext cx="184150" cy="714424"/>
          </a:xfrm>
          <a:prstGeom prst="curvedConnector3">
            <a:avLst>
              <a:gd name="adj1" fmla="val 436207"/>
            </a:avLst>
          </a:prstGeom>
          <a:ln w="28575">
            <a:solidFill>
              <a:srgbClr val="FF35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1A1A495-6C3A-C723-F2D4-9A275D4FA38A}"/>
              </a:ext>
            </a:extLst>
          </p:cNvPr>
          <p:cNvCxnSpPr/>
          <p:nvPr/>
        </p:nvCxnSpPr>
        <p:spPr>
          <a:xfrm>
            <a:off x="2762250" y="5926931"/>
            <a:ext cx="754274" cy="0"/>
          </a:xfrm>
          <a:prstGeom prst="line">
            <a:avLst/>
          </a:prstGeom>
          <a:ln w="19050">
            <a:solidFill>
              <a:srgbClr val="FF35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2BCB05D-B276-D57A-F2BB-E93291C5C116}"/>
              </a:ext>
            </a:extLst>
          </p:cNvPr>
          <p:cNvCxnSpPr/>
          <p:nvPr/>
        </p:nvCxnSpPr>
        <p:spPr>
          <a:xfrm>
            <a:off x="677551" y="6086474"/>
            <a:ext cx="754274" cy="0"/>
          </a:xfrm>
          <a:prstGeom prst="line">
            <a:avLst/>
          </a:prstGeom>
          <a:ln w="19050">
            <a:solidFill>
              <a:srgbClr val="FF35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D11C216D-27F6-FA05-94FF-0EC37B4DB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238" y="1334584"/>
            <a:ext cx="3374670" cy="1023465"/>
          </a:xfrm>
          <a:prstGeom prst="rect">
            <a:avLst/>
          </a:prstGeom>
        </p:spPr>
      </p:pic>
      <p:sp>
        <p:nvSpPr>
          <p:cNvPr id="25" name="타원 24">
            <a:extLst>
              <a:ext uri="{FF2B5EF4-FFF2-40B4-BE49-F238E27FC236}">
                <a16:creationId xmlns:a16="http://schemas.microsoft.com/office/drawing/2014/main" id="{805CD91F-E7BB-CC64-DE3E-4880C0662E73}"/>
              </a:ext>
            </a:extLst>
          </p:cNvPr>
          <p:cNvSpPr/>
          <p:nvPr/>
        </p:nvSpPr>
        <p:spPr>
          <a:xfrm>
            <a:off x="5952930" y="1579466"/>
            <a:ext cx="1231641" cy="266850"/>
          </a:xfrm>
          <a:prstGeom prst="ellipse">
            <a:avLst/>
          </a:prstGeom>
          <a:noFill/>
          <a:ln>
            <a:solidFill>
              <a:srgbClr val="FF353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E264BEA-D628-1372-9839-B16B1D0FF674}"/>
              </a:ext>
            </a:extLst>
          </p:cNvPr>
          <p:cNvCxnSpPr>
            <a:cxnSpLocks/>
          </p:cNvCxnSpPr>
          <p:nvPr/>
        </p:nvCxnSpPr>
        <p:spPr>
          <a:xfrm>
            <a:off x="5341725" y="1846316"/>
            <a:ext cx="480577" cy="0"/>
          </a:xfrm>
          <a:prstGeom prst="line">
            <a:avLst/>
          </a:prstGeom>
          <a:ln w="19050">
            <a:solidFill>
              <a:srgbClr val="FF35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6214827-0500-6A30-C47E-366B6B46433E}"/>
              </a:ext>
            </a:extLst>
          </p:cNvPr>
          <p:cNvCxnSpPr>
            <a:cxnSpLocks/>
          </p:cNvCxnSpPr>
          <p:nvPr/>
        </p:nvCxnSpPr>
        <p:spPr>
          <a:xfrm>
            <a:off x="7102100" y="2107574"/>
            <a:ext cx="804039" cy="0"/>
          </a:xfrm>
          <a:prstGeom prst="line">
            <a:avLst/>
          </a:prstGeom>
          <a:ln w="19050">
            <a:solidFill>
              <a:srgbClr val="FF35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689B063-B945-A4C9-84D8-31ED46EB2875}"/>
                  </a:ext>
                </a:extLst>
              </p:cNvPr>
              <p:cNvSpPr txBox="1"/>
              <p:nvPr/>
            </p:nvSpPr>
            <p:spPr>
              <a:xfrm>
                <a:off x="4172291" y="2497026"/>
                <a:ext cx="4926564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현재의 </a:t>
                </a:r>
                <a:r>
                  <a:rPr lang="en-US" altLang="ko-KR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observation </a:t>
                </a:r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기준으로는</a:t>
                </a:r>
                <a:r>
                  <a:rPr lang="en-US" altLang="ko-KR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600" b="1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a:rPr lang="en-US" altLang="ko-KR" sz="1600" b="1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𝐞𝐱𝐩</m:t>
                        </m:r>
                      </m:fName>
                      <m:e>
                        <m:d>
                          <m:dPr>
                            <m:ctrlPr>
                              <a:rPr lang="en-US" altLang="ko-KR" sz="1600" b="1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600" b="1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r>
                              <a:rPr lang="en-US" altLang="ko-KR" sz="1600" b="1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𝟐</m:t>
                            </m:r>
                            <m:r>
                              <a:rPr lang="en-US" altLang="ko-KR" sz="1600" b="1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r>
                              <a:rPr lang="en-US" altLang="ko-KR" sz="1600" b="1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𝑺𝒌𝑻</m:t>
                            </m:r>
                            <m:r>
                              <m:rPr>
                                <m:lit/>
                              </m:rPr>
                              <a:rPr lang="en-US" altLang="ko-KR" sz="1600" b="1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/</m:t>
                            </m:r>
                            <m:r>
                              <a:rPr lang="en-US" altLang="ko-KR" sz="1600" b="1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  <m:r>
                              <a:rPr lang="en-US" altLang="ko-KR" sz="1600" b="1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𝝎</m:t>
                            </m:r>
                          </m:e>
                        </m:d>
                      </m:e>
                    </m:func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이 가장 </a:t>
                </a:r>
                <a:r>
                  <a:rPr lang="en-US" altLang="ko-KR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dominant term of temperature</a:t>
                </a:r>
              </a:p>
              <a:p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r>
                  <a:rPr lang="en-US" altLang="ko-KR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&gt;&gt; </a:t>
                </a:r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관련 자료 추가학습 필요</a:t>
                </a: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689B063-B945-A4C9-84D8-31ED46EB2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291" y="2497026"/>
                <a:ext cx="4926564" cy="10772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그림 32">
            <a:extLst>
              <a:ext uri="{FF2B5EF4-FFF2-40B4-BE49-F238E27FC236}">
                <a16:creationId xmlns:a16="http://schemas.microsoft.com/office/drawing/2014/main" id="{B670D1E3-35E8-12C7-3D74-39BC22527E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7885" y="4062927"/>
            <a:ext cx="2603172" cy="1952379"/>
          </a:xfrm>
          <a:prstGeom prst="rect">
            <a:avLst/>
          </a:prstGeom>
        </p:spPr>
      </p:pic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78C912A-51D9-50F0-013F-3E9DFB0A17A7}"/>
              </a:ext>
            </a:extLst>
          </p:cNvPr>
          <p:cNvCxnSpPr>
            <a:cxnSpLocks/>
            <a:endCxn id="33" idx="1"/>
          </p:cNvCxnSpPr>
          <p:nvPr/>
        </p:nvCxnSpPr>
        <p:spPr>
          <a:xfrm flipV="1">
            <a:off x="3595871" y="5039117"/>
            <a:ext cx="832014" cy="618978"/>
          </a:xfrm>
          <a:prstGeom prst="straightConnector1">
            <a:avLst/>
          </a:prstGeom>
          <a:ln w="19050">
            <a:solidFill>
              <a:srgbClr val="FF35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581E97B-352A-5D6A-BBC0-5F26314869B2}"/>
              </a:ext>
            </a:extLst>
          </p:cNvPr>
          <p:cNvSpPr txBox="1"/>
          <p:nvPr/>
        </p:nvSpPr>
        <p:spPr>
          <a:xfrm>
            <a:off x="7147250" y="4534598"/>
            <a:ext cx="19142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8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월 자료 中</a:t>
            </a:r>
            <a:endParaRPr lang="en-US" altLang="ko-KR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localization of Trapped electron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과 동일한 아이디어</a:t>
            </a:r>
            <a:endParaRPr lang="en-US" altLang="ko-KR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동일선상의 모델링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A21BF3-AA82-B2A4-6B56-A20BB8476F2B}"/>
              </a:ext>
            </a:extLst>
          </p:cNvPr>
          <p:cNvSpPr txBox="1"/>
          <p:nvPr/>
        </p:nvSpPr>
        <p:spPr>
          <a:xfrm>
            <a:off x="7207853" y="6051051"/>
            <a:ext cx="1853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Times New Roman"/>
                <a:ea typeface="맑은 고딕"/>
                <a:cs typeface="Times New Roman"/>
              </a:rPr>
              <a:t>Pons, D., Journal de Physique 40.12 (1979): 1161-1172.</a:t>
            </a:r>
            <a:endParaRPr lang="ko-KR" altLang="en-US" sz="100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97438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02CBC4-C420-3DB2-8FBA-AD610E8D8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References for TBT – Temperature Relation</a:t>
            </a:r>
            <a:endParaRPr lang="ko-KR" altLang="en-US" sz="3200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A77F085-BCE8-F3C9-3459-C43D94FAEE33}"/>
              </a:ext>
            </a:extLst>
          </p:cNvPr>
          <p:cNvGrpSpPr/>
          <p:nvPr/>
        </p:nvGrpSpPr>
        <p:grpSpPr>
          <a:xfrm>
            <a:off x="4899585" y="1197171"/>
            <a:ext cx="3205606" cy="2134662"/>
            <a:chOff x="271602" y="3714948"/>
            <a:chExt cx="3205606" cy="2134662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61EA9D67-C072-8F0E-A6DF-8D1F96410651}"/>
                </a:ext>
              </a:extLst>
            </p:cNvPr>
            <p:cNvGrpSpPr/>
            <p:nvPr/>
          </p:nvGrpSpPr>
          <p:grpSpPr>
            <a:xfrm>
              <a:off x="1449355" y="3714948"/>
              <a:ext cx="1978090" cy="2134662"/>
              <a:chOff x="1399881" y="2800408"/>
              <a:chExt cx="1978090" cy="2134662"/>
            </a:xfrm>
          </p:grpSpPr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B66E03C0-8F96-AE1A-0632-F023B71E01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1940" y="3765177"/>
                <a:ext cx="703730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6A900E88-664E-173F-414C-0C1E513268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2714" y="3957918"/>
                <a:ext cx="186612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B3665B51-95AB-6275-8F96-E84D6D9FD5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2714" y="4092388"/>
                <a:ext cx="19905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1BD61177-EFEC-5FB7-4308-F5C17AAF94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9881" y="4935070"/>
                <a:ext cx="715789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83730CFD-2245-BD35-A563-648D529034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5670" y="2800408"/>
                <a:ext cx="0" cy="964769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4C130EA7-1A25-5FE1-02D3-020E505514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15670" y="2800408"/>
                <a:ext cx="932329" cy="482384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709414BB-B591-FD5C-6023-8E4BF0B0C1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47997" y="3282792"/>
                <a:ext cx="1" cy="11995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C08002B3-3202-81E7-5035-143C49891F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52896" y="4477870"/>
                <a:ext cx="325075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BE2D37C-C05E-3100-2006-90901A7FB2A3}"/>
                </a:ext>
              </a:extLst>
            </p:cNvPr>
            <p:cNvSpPr/>
            <p:nvPr/>
          </p:nvSpPr>
          <p:spPr>
            <a:xfrm>
              <a:off x="1642188" y="4872457"/>
              <a:ext cx="199050" cy="134471"/>
            </a:xfrm>
            <a:prstGeom prst="rect">
              <a:avLst/>
            </a:prstGeom>
            <a:gradFill flip="none" rotWithShape="1">
              <a:gsLst>
                <a:gs pos="23000">
                  <a:srgbClr val="FF0000"/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5A82D6DF-1485-3B22-120B-9EE688D256AF}"/>
                </a:ext>
              </a:extLst>
            </p:cNvPr>
            <p:cNvCxnSpPr>
              <a:cxnSpLocks/>
            </p:cNvCxnSpPr>
            <p:nvPr/>
          </p:nvCxnSpPr>
          <p:spPr>
            <a:xfrm>
              <a:off x="1848228" y="4939133"/>
              <a:ext cx="16289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AA047F8-A781-CBE1-AE0D-EC63611669BA}"/>
                </a:ext>
              </a:extLst>
            </p:cNvPr>
            <p:cNvSpPr txBox="1"/>
            <p:nvPr/>
          </p:nvSpPr>
          <p:spPr>
            <a:xfrm>
              <a:off x="1782894" y="4954152"/>
              <a:ext cx="158992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Trap to Band Tunneling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B9F5994-BB2E-7535-030B-47AD28B98920}"/>
                    </a:ext>
                  </a:extLst>
                </p:cNvPr>
                <p:cNvSpPr txBox="1"/>
                <p:nvPr/>
              </p:nvSpPr>
              <p:spPr>
                <a:xfrm>
                  <a:off x="1240819" y="4633047"/>
                  <a:ext cx="407272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05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B9F5994-BB2E-7535-030B-47AD28B989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0819" y="4633047"/>
                  <a:ext cx="407272" cy="25391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C4ACEDC-DFE1-8DEE-38A0-2D53829C5A49}"/>
                    </a:ext>
                  </a:extLst>
                </p:cNvPr>
                <p:cNvSpPr txBox="1"/>
                <p:nvPr/>
              </p:nvSpPr>
              <p:spPr>
                <a:xfrm>
                  <a:off x="1243269" y="4916824"/>
                  <a:ext cx="278115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05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t</m:t>
                          </m:r>
                        </m:sub>
                      </m:sSub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 </a:t>
                  </a:r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C4ACEDC-DFE1-8DEE-38A0-2D53829C5A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3269" y="4916824"/>
                  <a:ext cx="278115" cy="25391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A6BB979-7367-6DDF-E1F4-FCD8D92409D2}"/>
                </a:ext>
              </a:extLst>
            </p:cNvPr>
            <p:cNvSpPr txBox="1"/>
            <p:nvPr/>
          </p:nvSpPr>
          <p:spPr>
            <a:xfrm>
              <a:off x="271602" y="5190420"/>
              <a:ext cx="10598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(</a:t>
              </a:r>
              <a:r>
                <a:rPr lang="en-US" altLang="ko-KR" sz="800" i="1" u="sng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ground state </a:t>
              </a:r>
              <a:r>
                <a:rPr lang="en-US" altLang="ko-KR" sz="80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of trapped electron)</a:t>
              </a:r>
              <a:endParaRPr lang="ko-KR" altLang="en-US" sz="800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CA2DD5B-DA94-3A4B-0420-ABE9DF78B583}"/>
                </a:ext>
              </a:extLst>
            </p:cNvPr>
            <p:cNvSpPr txBox="1"/>
            <p:nvPr/>
          </p:nvSpPr>
          <p:spPr>
            <a:xfrm>
              <a:off x="271602" y="4184574"/>
              <a:ext cx="10598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(</a:t>
              </a:r>
              <a:r>
                <a:rPr lang="en-US" altLang="ko-KR" sz="800" i="1" u="sng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maximum</a:t>
              </a:r>
              <a:r>
                <a:rPr lang="en-US" altLang="ko-KR" sz="80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state of trapped electron)</a:t>
              </a:r>
              <a:endParaRPr lang="ko-KR" altLang="en-US" sz="800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0A28C4B4-BD5B-5724-8B14-D9C060C1B5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3853" y="4507546"/>
              <a:ext cx="172294" cy="191013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8A31BA87-9937-09AB-55F1-BBA458120A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8505" y="5081110"/>
              <a:ext cx="205066" cy="119143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04BD4D21-3363-9441-B0A3-1A282204E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8091" y="4679717"/>
              <a:ext cx="2043" cy="33855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393CC39-D2D4-60E8-B783-C98264CB6F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4703" y="4679717"/>
              <a:ext cx="2043" cy="33855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C0BF93D1-961F-3273-B001-7F90F669A352}"/>
                </a:ext>
              </a:extLst>
            </p:cNvPr>
            <p:cNvCxnSpPr>
              <a:cxnSpLocks/>
              <a:stCxn id="14" idx="0"/>
              <a:endCxn id="42" idx="2"/>
            </p:cNvCxnSpPr>
            <p:nvPr/>
          </p:nvCxnSpPr>
          <p:spPr>
            <a:xfrm flipV="1">
              <a:off x="1741713" y="4213558"/>
              <a:ext cx="5364" cy="658899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E6DFB63-1D45-C600-0112-134B5AA276EA}"/>
                </a:ext>
              </a:extLst>
            </p:cNvPr>
            <p:cNvSpPr txBox="1"/>
            <p:nvPr/>
          </p:nvSpPr>
          <p:spPr>
            <a:xfrm>
              <a:off x="1395212" y="3875004"/>
              <a:ext cx="7037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Fermi-Dirac Distribution</a:t>
              </a:r>
              <a:endParaRPr lang="ko-KR" altLang="en-US" sz="800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3E81CF1D-BC8B-5DDA-D0FF-5F5D5C8F1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80" y="1069300"/>
            <a:ext cx="3877584" cy="321130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75F0159-ED31-A261-C55B-75898BF99A3C}"/>
              </a:ext>
            </a:extLst>
          </p:cNvPr>
          <p:cNvSpPr txBox="1"/>
          <p:nvPr/>
        </p:nvSpPr>
        <p:spPr>
          <a:xfrm>
            <a:off x="845976" y="4619160"/>
            <a:ext cx="77941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Ground state – maximum occupied level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phonon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assisted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energy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로 인한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activation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주는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energy level enhancement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 핵심적인 역할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4E0A79B6-8863-0072-CB97-67FE1D3014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408" y="3571057"/>
            <a:ext cx="2729034" cy="73540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0904864-0A27-DE48-71DF-99B24743FFB5}"/>
              </a:ext>
            </a:extLst>
          </p:cNvPr>
          <p:cNvSpPr txBox="1"/>
          <p:nvPr/>
        </p:nvSpPr>
        <p:spPr>
          <a:xfrm>
            <a:off x="7207853" y="6051051"/>
            <a:ext cx="1853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Times New Roman"/>
                <a:ea typeface="맑은 고딕"/>
                <a:cs typeface="Times New Roman"/>
              </a:rPr>
              <a:t>Pons, D., Journal de Physique 40.12 (1979): 1161-1172.</a:t>
            </a:r>
            <a:endParaRPr lang="ko-KR" altLang="en-US" sz="100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5C7AAFE1-3D17-33F6-2C3F-71B3072E3F8F}"/>
              </a:ext>
            </a:extLst>
          </p:cNvPr>
          <p:cNvSpPr/>
          <p:nvPr/>
        </p:nvSpPr>
        <p:spPr>
          <a:xfrm>
            <a:off x="7148015" y="4137008"/>
            <a:ext cx="454090" cy="192833"/>
          </a:xfrm>
          <a:prstGeom prst="ellipse">
            <a:avLst/>
          </a:prstGeom>
          <a:noFill/>
          <a:ln>
            <a:solidFill>
              <a:srgbClr val="FF353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연결선: 구부러짐 44">
            <a:extLst>
              <a:ext uri="{FF2B5EF4-FFF2-40B4-BE49-F238E27FC236}">
                <a16:creationId xmlns:a16="http://schemas.microsoft.com/office/drawing/2014/main" id="{1ACABA51-F181-F64D-3AD4-EC0940367072}"/>
              </a:ext>
            </a:extLst>
          </p:cNvPr>
          <p:cNvCxnSpPr>
            <a:cxnSpLocks/>
            <a:stCxn id="44" idx="0"/>
            <a:endCxn id="14" idx="2"/>
          </p:cNvCxnSpPr>
          <p:nvPr/>
        </p:nvCxnSpPr>
        <p:spPr>
          <a:xfrm rot="16200000" flipV="1">
            <a:off x="6048450" y="2810398"/>
            <a:ext cx="1647857" cy="1005364"/>
          </a:xfrm>
          <a:prstGeom prst="curvedConnector3">
            <a:avLst>
              <a:gd name="adj1" fmla="val 50000"/>
            </a:avLst>
          </a:prstGeom>
          <a:ln w="12700">
            <a:solidFill>
              <a:srgbClr val="FF35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522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CDAA4-59EB-6EFC-876F-63576CC6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Works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D894022-FBAA-4A5E-B520-8C31CBAE5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854" y="1147971"/>
            <a:ext cx="3988291" cy="12095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4262D1-498D-BD0D-F6D2-B1811CA098C9}"/>
              </a:ext>
            </a:extLst>
          </p:cNvPr>
          <p:cNvSpPr txBox="1"/>
          <p:nvPr/>
        </p:nvSpPr>
        <p:spPr>
          <a:xfrm>
            <a:off x="671803" y="2817845"/>
            <a:ext cx="7800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해당 논문기준의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Field-induced ionization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대한 리뷰 철저하게 진행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4169F1B-CE2A-9F94-F17A-73D0473B9CA8}"/>
              </a:ext>
            </a:extLst>
          </p:cNvPr>
          <p:cNvGrpSpPr/>
          <p:nvPr/>
        </p:nvGrpSpPr>
        <p:grpSpPr>
          <a:xfrm>
            <a:off x="499035" y="3640046"/>
            <a:ext cx="3205606" cy="2134662"/>
            <a:chOff x="271602" y="3714948"/>
            <a:chExt cx="3205606" cy="2134662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2117FD60-20D8-236E-D0E9-7B0A6BDD3275}"/>
                </a:ext>
              </a:extLst>
            </p:cNvPr>
            <p:cNvGrpSpPr/>
            <p:nvPr/>
          </p:nvGrpSpPr>
          <p:grpSpPr>
            <a:xfrm>
              <a:off x="1449355" y="3714948"/>
              <a:ext cx="1978090" cy="2134662"/>
              <a:chOff x="1399881" y="2800408"/>
              <a:chExt cx="1978090" cy="2134662"/>
            </a:xfrm>
          </p:grpSpPr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86F28804-862F-3292-BCC2-FB4A62E3EB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1940" y="3765177"/>
                <a:ext cx="703730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6BD6E44-4F4C-31B7-799F-DEFC015277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2714" y="3957918"/>
                <a:ext cx="186612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1764C687-3D7C-FD41-4B7D-8B46329135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2714" y="4092388"/>
                <a:ext cx="19905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9F2792CC-2911-08F4-F91F-266A98F980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9881" y="4935070"/>
                <a:ext cx="715789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ACF4BEE8-AA34-B1F9-578A-2169C8B8B8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5670" y="2800408"/>
                <a:ext cx="0" cy="964769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DA823F5C-C958-552C-5DFC-B2B5BE2B7C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15670" y="2800408"/>
                <a:ext cx="932329" cy="482384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78E5924D-8BE7-265E-3EE0-F36BF93CF3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47997" y="3282792"/>
                <a:ext cx="1" cy="11995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55CB9EDF-E16C-4208-6D32-3E70C8D71A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52896" y="4477870"/>
                <a:ext cx="325075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1473CAD7-9DAD-4CF3-13B9-D140BA48A5D1}"/>
                </a:ext>
              </a:extLst>
            </p:cNvPr>
            <p:cNvSpPr/>
            <p:nvPr/>
          </p:nvSpPr>
          <p:spPr>
            <a:xfrm>
              <a:off x="1642188" y="4872457"/>
              <a:ext cx="199050" cy="134471"/>
            </a:xfrm>
            <a:prstGeom prst="rect">
              <a:avLst/>
            </a:prstGeom>
            <a:gradFill flip="none" rotWithShape="1">
              <a:gsLst>
                <a:gs pos="23000">
                  <a:srgbClr val="FF0000"/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548B1536-336C-2EC6-EC0A-5ECDE3678DF9}"/>
                </a:ext>
              </a:extLst>
            </p:cNvPr>
            <p:cNvCxnSpPr>
              <a:cxnSpLocks/>
            </p:cNvCxnSpPr>
            <p:nvPr/>
          </p:nvCxnSpPr>
          <p:spPr>
            <a:xfrm>
              <a:off x="1848228" y="4939133"/>
              <a:ext cx="16289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699B02F-E7FD-D9C1-3EA7-B9D94A8733A5}"/>
                </a:ext>
              </a:extLst>
            </p:cNvPr>
            <p:cNvSpPr txBox="1"/>
            <p:nvPr/>
          </p:nvSpPr>
          <p:spPr>
            <a:xfrm>
              <a:off x="1782894" y="4954152"/>
              <a:ext cx="158992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Trap to Band Tunneling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3F34B06-DC4A-E8EF-1F2A-FA2B508426D5}"/>
                    </a:ext>
                  </a:extLst>
                </p:cNvPr>
                <p:cNvSpPr txBox="1"/>
                <p:nvPr/>
              </p:nvSpPr>
              <p:spPr>
                <a:xfrm>
                  <a:off x="1240819" y="4633047"/>
                  <a:ext cx="407272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05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3F34B06-DC4A-E8EF-1F2A-FA2B508426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0819" y="4633047"/>
                  <a:ext cx="407272" cy="25391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0251B98-E628-1AF8-2CF9-CECBFF6CF294}"/>
                    </a:ext>
                  </a:extLst>
                </p:cNvPr>
                <p:cNvSpPr txBox="1"/>
                <p:nvPr/>
              </p:nvSpPr>
              <p:spPr>
                <a:xfrm>
                  <a:off x="1243269" y="4916824"/>
                  <a:ext cx="278115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05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t</m:t>
                          </m:r>
                        </m:sub>
                      </m:sSub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 </a:t>
                  </a:r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0251B98-E628-1AF8-2CF9-CECBFF6CF2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3269" y="4916824"/>
                  <a:ext cx="278115" cy="25391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5ED47F7-FEF1-ED7F-80E6-C4195C31C016}"/>
                </a:ext>
              </a:extLst>
            </p:cNvPr>
            <p:cNvSpPr txBox="1"/>
            <p:nvPr/>
          </p:nvSpPr>
          <p:spPr>
            <a:xfrm>
              <a:off x="271602" y="5190420"/>
              <a:ext cx="10598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(</a:t>
              </a:r>
              <a:r>
                <a:rPr lang="en-US" altLang="ko-KR" sz="800" i="1" u="sng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ground state </a:t>
              </a:r>
              <a:r>
                <a:rPr lang="en-US" altLang="ko-KR" sz="80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of trapped electron)</a:t>
              </a:r>
              <a:endParaRPr lang="ko-KR" altLang="en-US" sz="800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8F1424E-3718-678F-50E2-DD2D044AE60A}"/>
                </a:ext>
              </a:extLst>
            </p:cNvPr>
            <p:cNvSpPr txBox="1"/>
            <p:nvPr/>
          </p:nvSpPr>
          <p:spPr>
            <a:xfrm>
              <a:off x="271602" y="4184574"/>
              <a:ext cx="10598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(</a:t>
              </a:r>
              <a:r>
                <a:rPr lang="en-US" altLang="ko-KR" sz="800" i="1" u="sng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maximum</a:t>
              </a:r>
              <a:r>
                <a:rPr lang="en-US" altLang="ko-KR" sz="80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state of trapped electron)</a:t>
              </a:r>
              <a:endParaRPr lang="ko-KR" altLang="en-US" sz="800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BC66A918-CFFB-6BC2-6E12-4E32AC5734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3853" y="4507546"/>
              <a:ext cx="172294" cy="191013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8511FDD0-99A3-F46B-134D-70C84DFEA8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8505" y="5081110"/>
              <a:ext cx="205066" cy="119143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4C942BEF-73BA-A58F-953C-C2FAD0F78A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8091" y="4679717"/>
              <a:ext cx="2043" cy="33855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D7B74C28-59DE-2637-31D4-013CBC4438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4703" y="4679717"/>
              <a:ext cx="2043" cy="33855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53DAE481-BB5B-C23D-9FEE-5399F0B6BB3B}"/>
                </a:ext>
              </a:extLst>
            </p:cNvPr>
            <p:cNvCxnSpPr>
              <a:cxnSpLocks/>
              <a:stCxn id="45" idx="0"/>
              <a:endCxn id="57" idx="2"/>
            </p:cNvCxnSpPr>
            <p:nvPr/>
          </p:nvCxnSpPr>
          <p:spPr>
            <a:xfrm flipV="1">
              <a:off x="1741713" y="4213558"/>
              <a:ext cx="5364" cy="658899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C527632-86E0-D58D-64C0-F7FCA9001854}"/>
                </a:ext>
              </a:extLst>
            </p:cNvPr>
            <p:cNvSpPr txBox="1"/>
            <p:nvPr/>
          </p:nvSpPr>
          <p:spPr>
            <a:xfrm>
              <a:off x="1395212" y="3875004"/>
              <a:ext cx="7037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Fermi-Dirac Distribution</a:t>
              </a:r>
              <a:endParaRPr lang="ko-KR" altLang="en-US" sz="800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85571BF-5734-25F7-5E65-77B2178D8036}"/>
                  </a:ext>
                </a:extLst>
              </p:cNvPr>
              <p:cNvSpPr txBox="1"/>
              <p:nvPr/>
            </p:nvSpPr>
            <p:spPr>
              <a:xfrm>
                <a:off x="4197282" y="3981947"/>
                <a:ext cx="4664483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Goal:</a:t>
                </a: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Attempt-to-escape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Frequency ~ exp(-AT)</a:t>
                </a: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𝜈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– T relation 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반영한 모델링</a:t>
                </a: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85571BF-5734-25F7-5E65-77B2178D8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282" y="3981947"/>
                <a:ext cx="4664483" cy="16312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2622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2190</TotalTime>
  <Words>402</Words>
  <Application>Microsoft Office PowerPoint</Application>
  <PresentationFormat>화면 슬라이드 쇼(4:3)</PresentationFormat>
  <Paragraphs>80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맑은 고딕</vt:lpstr>
      <vt:lpstr>Arial</vt:lpstr>
      <vt:lpstr>Calibri</vt:lpstr>
      <vt:lpstr>Cambria Math</vt:lpstr>
      <vt:lpstr>Symbol</vt:lpstr>
      <vt:lpstr>Times New Roman</vt:lpstr>
      <vt:lpstr>Office 테마</vt:lpstr>
      <vt:lpstr>The Observation &amp; Review of Activation by Coupling of Phonon-Electron within Occupied Trap  20240930 진명</vt:lpstr>
      <vt:lpstr>Conduction Band Direct Tunneling</vt:lpstr>
      <vt:lpstr>Trap to Band Tunneling Emission Observation</vt:lpstr>
      <vt:lpstr>Trap to Band Tunneling Emission Observation</vt:lpstr>
      <vt:lpstr>Trap to Band Tunneling Emission Observation</vt:lpstr>
      <vt:lpstr>References for TBT – Temperature Relation</vt:lpstr>
      <vt:lpstr>References for TBT – Temperature Relation</vt:lpstr>
      <vt:lpstr>Future Works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2024-09-29T18:58:24Z</dcterms:modified>
  <cp:version/>
</cp:coreProperties>
</file>