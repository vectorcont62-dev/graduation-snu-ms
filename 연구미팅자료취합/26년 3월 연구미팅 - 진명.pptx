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8"/>
  </p:notesMasterIdLst>
  <p:sldIdLst>
    <p:sldId id="314" r:id="rId2"/>
    <p:sldId id="317" r:id="rId3"/>
    <p:sldId id="318" r:id="rId4"/>
    <p:sldId id="320" r:id="rId5"/>
    <p:sldId id="316" r:id="rId6"/>
    <p:sldId id="32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801784-3725-4B42-BE2D-4CB66FC95565}" v="92" dt="2026-03-30T15:35:30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06" d="100"/>
          <a:sy n="106" d="100"/>
        </p:scale>
        <p:origin x="1470" y="108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53BFC8FB-F919-4A98-9A97-F1BAF11238D4}"/>
    <pc:docChg chg="undo redo custSel addSld delSld modSld sldOrd modMainMaster">
      <pc:chgData name="MYUNG JIN" userId="89f3fa32ababedc4" providerId="LiveId" clId="{53BFC8FB-F919-4A98-9A97-F1BAF11238D4}" dt="2026-03-30T15:40:30.242" v="1515" actId="20577"/>
      <pc:docMkLst>
        <pc:docMk/>
      </pc:docMkLst>
      <pc:sldChg chg="modSp mod">
        <pc:chgData name="MYUNG JIN" userId="89f3fa32ababedc4" providerId="LiveId" clId="{53BFC8FB-F919-4A98-9A97-F1BAF11238D4}" dt="2026-03-30T15:40:30.242" v="1515" actId="20577"/>
        <pc:sldMkLst>
          <pc:docMk/>
          <pc:sldMk cId="2415824652" sldId="314"/>
        </pc:sldMkLst>
        <pc:spChg chg="mod">
          <ac:chgData name="MYUNG JIN" userId="89f3fa32ababedc4" providerId="LiveId" clId="{53BFC8FB-F919-4A98-9A97-F1BAF11238D4}" dt="2026-03-30T15:40:30.242" v="1515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delSp modSp mod">
        <pc:chgData name="MYUNG JIN" userId="89f3fa32ababedc4" providerId="LiveId" clId="{53BFC8FB-F919-4A98-9A97-F1BAF11238D4}" dt="2026-03-30T15:35:16.170" v="1278" actId="20577"/>
        <pc:sldMkLst>
          <pc:docMk/>
          <pc:sldMk cId="1624971276" sldId="316"/>
        </pc:sldMkLst>
        <pc:spChg chg="del">
          <ac:chgData name="MYUNG JIN" userId="89f3fa32ababedc4" providerId="LiveId" clId="{53BFC8FB-F919-4A98-9A97-F1BAF11238D4}" dt="2026-03-30T15:22:05.608" v="1134" actId="478"/>
          <ac:spMkLst>
            <pc:docMk/>
            <pc:sldMk cId="1624971276" sldId="316"/>
            <ac:spMk id="3" creationId="{D8C50372-E08A-9959-0B66-1CB8AA88DF9D}"/>
          </ac:spMkLst>
        </pc:spChg>
        <pc:spChg chg="add mod">
          <ac:chgData name="MYUNG JIN" userId="89f3fa32ababedc4" providerId="LiveId" clId="{53BFC8FB-F919-4A98-9A97-F1BAF11238D4}" dt="2026-03-30T15:35:16.170" v="1278" actId="20577"/>
          <ac:spMkLst>
            <pc:docMk/>
            <pc:sldMk cId="1624971276" sldId="316"/>
            <ac:spMk id="6" creationId="{DF1E5BBA-49B2-BC1C-D2BA-6693CBC5C674}"/>
          </ac:spMkLst>
        </pc:spChg>
        <pc:spChg chg="del">
          <ac:chgData name="MYUNG JIN" userId="89f3fa32ababedc4" providerId="LiveId" clId="{53BFC8FB-F919-4A98-9A97-F1BAF11238D4}" dt="2026-03-30T15:21:53.899" v="1127" actId="478"/>
          <ac:spMkLst>
            <pc:docMk/>
            <pc:sldMk cId="1624971276" sldId="316"/>
            <ac:spMk id="10" creationId="{3163A2F7-B795-DC79-12FA-5A58D6A7AD05}"/>
          </ac:spMkLst>
        </pc:spChg>
        <pc:spChg chg="mod">
          <ac:chgData name="MYUNG JIN" userId="89f3fa32ababedc4" providerId="LiveId" clId="{53BFC8FB-F919-4A98-9A97-F1BAF11238D4}" dt="2026-03-30T15:22:36.981" v="1178" actId="20577"/>
          <ac:spMkLst>
            <pc:docMk/>
            <pc:sldMk cId="1624971276" sldId="316"/>
            <ac:spMk id="18" creationId="{841C1A8C-1171-49F9-4C21-338354B6FC54}"/>
          </ac:spMkLst>
        </pc:spChg>
        <pc:spChg chg="del mod">
          <ac:chgData name="MYUNG JIN" userId="89f3fa32ababedc4" providerId="LiveId" clId="{53BFC8FB-F919-4A98-9A97-F1BAF11238D4}" dt="2026-03-30T15:22:09.031" v="1136" actId="478"/>
          <ac:spMkLst>
            <pc:docMk/>
            <pc:sldMk cId="1624971276" sldId="316"/>
            <ac:spMk id="50" creationId="{83F10DBE-1D15-2A8D-C106-210900E457DE}"/>
          </ac:spMkLst>
        </pc:spChg>
        <pc:graphicFrameChg chg="add del mod">
          <ac:chgData name="MYUNG JIN" userId="89f3fa32ababedc4" providerId="LiveId" clId="{53BFC8FB-F919-4A98-9A97-F1BAF11238D4}" dt="2026-03-30T15:22:11.302" v="1137" actId="478"/>
          <ac:graphicFrameMkLst>
            <pc:docMk/>
            <pc:sldMk cId="1624971276" sldId="316"/>
            <ac:graphicFrameMk id="4" creationId="{FFFBC1F4-F85C-A303-B260-D75E6A5B460A}"/>
          </ac:graphicFrameMkLst>
        </pc:graphicFrameChg>
        <pc:graphicFrameChg chg="add mod">
          <ac:chgData name="MYUNG JIN" userId="89f3fa32ababedc4" providerId="LiveId" clId="{53BFC8FB-F919-4A98-9A97-F1BAF11238D4}" dt="2026-03-30T15:22:39.364" v="1179" actId="1076"/>
          <ac:graphicFrameMkLst>
            <pc:docMk/>
            <pc:sldMk cId="1624971276" sldId="316"/>
            <ac:graphicFrameMk id="5" creationId="{432DE80C-E25E-53DB-A1FD-26CCEBFB02C2}"/>
          </ac:graphicFrameMkLst>
        </pc:graphicFrameChg>
        <pc:picChg chg="del">
          <ac:chgData name="MYUNG JIN" userId="89f3fa32ababedc4" providerId="LiveId" clId="{53BFC8FB-F919-4A98-9A97-F1BAF11238D4}" dt="2026-03-30T15:21:51.056" v="1126" actId="478"/>
          <ac:picMkLst>
            <pc:docMk/>
            <pc:sldMk cId="1624971276" sldId="316"/>
            <ac:picMk id="8" creationId="{C2347EB7-7072-1605-875D-920610697D1C}"/>
          </ac:picMkLst>
        </pc:picChg>
      </pc:sldChg>
      <pc:sldChg chg="addSp modSp mod ord">
        <pc:chgData name="MYUNG JIN" userId="89f3fa32ababedc4" providerId="LiveId" clId="{53BFC8FB-F919-4A98-9A97-F1BAF11238D4}" dt="2026-03-30T14:47:49.808" v="474" actId="20577"/>
        <pc:sldMkLst>
          <pc:docMk/>
          <pc:sldMk cId="3591593916" sldId="317"/>
        </pc:sldMkLst>
        <pc:spChg chg="mod">
          <ac:chgData name="MYUNG JIN" userId="89f3fa32ababedc4" providerId="LiveId" clId="{53BFC8FB-F919-4A98-9A97-F1BAF11238D4}" dt="2026-03-30T11:50:56.457" v="0" actId="1076"/>
          <ac:spMkLst>
            <pc:docMk/>
            <pc:sldMk cId="3591593916" sldId="317"/>
            <ac:spMk id="3" creationId="{C092DA78-4783-E785-5DB5-EAB4D6267B85}"/>
          </ac:spMkLst>
        </pc:spChg>
        <pc:spChg chg="add mod">
          <ac:chgData name="MYUNG JIN" userId="89f3fa32ababedc4" providerId="LiveId" clId="{53BFC8FB-F919-4A98-9A97-F1BAF11238D4}" dt="2026-03-30T11:51:19.466" v="7" actId="1582"/>
          <ac:spMkLst>
            <pc:docMk/>
            <pc:sldMk cId="3591593916" sldId="317"/>
            <ac:spMk id="6" creationId="{C81F201F-7AC4-4B1F-E385-54EC8A632581}"/>
          </ac:spMkLst>
        </pc:spChg>
        <pc:spChg chg="mod">
          <ac:chgData name="MYUNG JIN" userId="89f3fa32ababedc4" providerId="LiveId" clId="{53BFC8FB-F919-4A98-9A97-F1BAF11238D4}" dt="2026-03-30T14:47:49.808" v="474" actId="20577"/>
          <ac:spMkLst>
            <pc:docMk/>
            <pc:sldMk cId="3591593916" sldId="317"/>
            <ac:spMk id="8" creationId="{6664C935-86B6-CF81-2414-2841B66374B7}"/>
          </ac:spMkLst>
        </pc:spChg>
        <pc:spChg chg="add mod">
          <ac:chgData name="MYUNG JIN" userId="89f3fa32ababedc4" providerId="LiveId" clId="{53BFC8FB-F919-4A98-9A97-F1BAF11238D4}" dt="2026-03-30T14:47:32.941" v="411" actId="1076"/>
          <ac:spMkLst>
            <pc:docMk/>
            <pc:sldMk cId="3591593916" sldId="317"/>
            <ac:spMk id="12" creationId="{CC88B5E2-0CFE-34B4-80C8-498FF8DA88AA}"/>
          </ac:spMkLst>
        </pc:spChg>
        <pc:spChg chg="add mod">
          <ac:chgData name="MYUNG JIN" userId="89f3fa32ababedc4" providerId="LiveId" clId="{53BFC8FB-F919-4A98-9A97-F1BAF11238D4}" dt="2026-03-30T14:47:32.941" v="411" actId="1076"/>
          <ac:spMkLst>
            <pc:docMk/>
            <pc:sldMk cId="3591593916" sldId="317"/>
            <ac:spMk id="13" creationId="{C38099F3-4CC0-4AE1-4DFA-FB157BAE4877}"/>
          </ac:spMkLst>
        </pc:spChg>
        <pc:picChg chg="add mod">
          <ac:chgData name="MYUNG JIN" userId="89f3fa32ababedc4" providerId="LiveId" clId="{53BFC8FB-F919-4A98-9A97-F1BAF11238D4}" dt="2026-03-30T14:47:32.941" v="411" actId="1076"/>
          <ac:picMkLst>
            <pc:docMk/>
            <pc:sldMk cId="3591593916" sldId="317"/>
            <ac:picMk id="5" creationId="{FB812F0C-FD9C-DA1D-003C-663200495D14}"/>
          </ac:picMkLst>
        </pc:picChg>
        <pc:picChg chg="add mod">
          <ac:chgData name="MYUNG JIN" userId="89f3fa32ababedc4" providerId="LiveId" clId="{53BFC8FB-F919-4A98-9A97-F1BAF11238D4}" dt="2026-03-30T14:47:32.941" v="411" actId="1076"/>
          <ac:picMkLst>
            <pc:docMk/>
            <pc:sldMk cId="3591593916" sldId="317"/>
            <ac:picMk id="11" creationId="{224C0C56-58D3-4E47-517B-79ECAB224A62}"/>
          </ac:picMkLst>
        </pc:picChg>
        <pc:picChg chg="mod">
          <ac:chgData name="MYUNG JIN" userId="89f3fa32ababedc4" providerId="LiveId" clId="{53BFC8FB-F919-4A98-9A97-F1BAF11238D4}" dt="2026-03-30T11:50:58.628" v="1" actId="1076"/>
          <ac:picMkLst>
            <pc:docMk/>
            <pc:sldMk cId="3591593916" sldId="317"/>
            <ac:picMk id="175" creationId="{0B52860E-7996-5240-4C33-01B91954DEBF}"/>
          </ac:picMkLst>
        </pc:picChg>
        <pc:cxnChg chg="add mod">
          <ac:chgData name="MYUNG JIN" userId="89f3fa32ababedc4" providerId="LiveId" clId="{53BFC8FB-F919-4A98-9A97-F1BAF11238D4}" dt="2026-03-30T11:51:37.384" v="10" actId="208"/>
          <ac:cxnSpMkLst>
            <pc:docMk/>
            <pc:sldMk cId="3591593916" sldId="317"/>
            <ac:cxnSpMk id="9" creationId="{ED25D880-EE4C-660F-76FD-3408289EB827}"/>
          </ac:cxnSpMkLst>
        </pc:cxnChg>
      </pc:sldChg>
      <pc:sldChg chg="addSp delSp modSp mod">
        <pc:chgData name="MYUNG JIN" userId="89f3fa32ababedc4" providerId="LiveId" clId="{53BFC8FB-F919-4A98-9A97-F1BAF11238D4}" dt="2026-03-30T14:48:56.857" v="612" actId="20577"/>
        <pc:sldMkLst>
          <pc:docMk/>
          <pc:sldMk cId="2907291316" sldId="318"/>
        </pc:sldMkLst>
        <pc:spChg chg="mod">
          <ac:chgData name="MYUNG JIN" userId="89f3fa32ababedc4" providerId="LiveId" clId="{53BFC8FB-F919-4A98-9A97-F1BAF11238D4}" dt="2026-03-30T14:48:12.102" v="496" actId="1076"/>
          <ac:spMkLst>
            <pc:docMk/>
            <pc:sldMk cId="2907291316" sldId="318"/>
            <ac:spMk id="2" creationId="{97DB0ADF-9D09-AAAE-5C3E-D82917D08870}"/>
          </ac:spMkLst>
        </pc:spChg>
        <pc:spChg chg="mod">
          <ac:chgData name="MYUNG JIN" userId="89f3fa32ababedc4" providerId="LiveId" clId="{53BFC8FB-F919-4A98-9A97-F1BAF11238D4}" dt="2026-03-30T14:48:13.764" v="497" actId="1076"/>
          <ac:spMkLst>
            <pc:docMk/>
            <pc:sldMk cId="2907291316" sldId="318"/>
            <ac:spMk id="3" creationId="{28E9319B-BFFC-AAA0-C703-520532BF5DFE}"/>
          </ac:spMkLst>
        </pc:spChg>
        <pc:spChg chg="del">
          <ac:chgData name="MYUNG JIN" userId="89f3fa32ababedc4" providerId="LiveId" clId="{53BFC8FB-F919-4A98-9A97-F1BAF11238D4}" dt="2026-03-30T12:00:24.210" v="133" actId="21"/>
          <ac:spMkLst>
            <pc:docMk/>
            <pc:sldMk cId="2907291316" sldId="318"/>
            <ac:spMk id="4" creationId="{C42D3404-78A8-6017-4609-04BFCC238D53}"/>
          </ac:spMkLst>
        </pc:spChg>
        <pc:spChg chg="del">
          <ac:chgData name="MYUNG JIN" userId="89f3fa32ababedc4" providerId="LiveId" clId="{53BFC8FB-F919-4A98-9A97-F1BAF11238D4}" dt="2026-03-30T12:00:24.210" v="133" actId="21"/>
          <ac:spMkLst>
            <pc:docMk/>
            <pc:sldMk cId="2907291316" sldId="318"/>
            <ac:spMk id="5" creationId="{00923FBF-4917-B8B7-233E-725CC5276D6D}"/>
          </ac:spMkLst>
        </pc:spChg>
        <pc:spChg chg="add mod">
          <ac:chgData name="MYUNG JIN" userId="89f3fa32ababedc4" providerId="LiveId" clId="{53BFC8FB-F919-4A98-9A97-F1BAF11238D4}" dt="2026-03-30T14:48:56.857" v="612" actId="20577"/>
          <ac:spMkLst>
            <pc:docMk/>
            <pc:sldMk cId="2907291316" sldId="318"/>
            <ac:spMk id="12" creationId="{EF1B8EAE-7F8E-FB76-EE20-951B6C79E63F}"/>
          </ac:spMkLst>
        </pc:spChg>
        <pc:picChg chg="add mod">
          <ac:chgData name="MYUNG JIN" userId="89f3fa32ababedc4" providerId="LiveId" clId="{53BFC8FB-F919-4A98-9A97-F1BAF11238D4}" dt="2026-03-30T14:48:11.333" v="495" actId="1076"/>
          <ac:picMkLst>
            <pc:docMk/>
            <pc:sldMk cId="2907291316" sldId="318"/>
            <ac:picMk id="11" creationId="{845D09C0-7612-57D4-F113-0410C57543CF}"/>
          </ac:picMkLst>
        </pc:picChg>
        <pc:cxnChg chg="del">
          <ac:chgData name="MYUNG JIN" userId="89f3fa32ababedc4" providerId="LiveId" clId="{53BFC8FB-F919-4A98-9A97-F1BAF11238D4}" dt="2026-03-30T12:00:24.210" v="133" actId="21"/>
          <ac:cxnSpMkLst>
            <pc:docMk/>
            <pc:sldMk cId="2907291316" sldId="318"/>
            <ac:cxnSpMk id="7" creationId="{5FC593EB-6875-6488-5923-5B4EEA5D613A}"/>
          </ac:cxnSpMkLst>
        </pc:cxnChg>
        <pc:cxnChg chg="del">
          <ac:chgData name="MYUNG JIN" userId="89f3fa32ababedc4" providerId="LiveId" clId="{53BFC8FB-F919-4A98-9A97-F1BAF11238D4}" dt="2026-03-30T12:00:24.210" v="133" actId="21"/>
          <ac:cxnSpMkLst>
            <pc:docMk/>
            <pc:sldMk cId="2907291316" sldId="318"/>
            <ac:cxnSpMk id="8" creationId="{61B7FCA7-BEEF-F3CC-14DB-5AAAD3F8430A}"/>
          </ac:cxnSpMkLst>
        </pc:cxnChg>
        <pc:cxnChg chg="del">
          <ac:chgData name="MYUNG JIN" userId="89f3fa32ababedc4" providerId="LiveId" clId="{53BFC8FB-F919-4A98-9A97-F1BAF11238D4}" dt="2026-03-30T12:00:24.210" v="133" actId="21"/>
          <ac:cxnSpMkLst>
            <pc:docMk/>
            <pc:sldMk cId="2907291316" sldId="318"/>
            <ac:cxnSpMk id="9" creationId="{80771348-F9E4-8E35-5EAF-73D0278CE24A}"/>
          </ac:cxnSpMkLst>
        </pc:cxnChg>
        <pc:cxnChg chg="del">
          <ac:chgData name="MYUNG JIN" userId="89f3fa32ababedc4" providerId="LiveId" clId="{53BFC8FB-F919-4A98-9A97-F1BAF11238D4}" dt="2026-03-30T12:00:24.210" v="133" actId="21"/>
          <ac:cxnSpMkLst>
            <pc:docMk/>
            <pc:sldMk cId="2907291316" sldId="318"/>
            <ac:cxnSpMk id="10" creationId="{A8069939-8021-BDAD-A6FE-CE3D58170EC4}"/>
          </ac:cxnSpMkLst>
        </pc:cxnChg>
      </pc:sldChg>
      <pc:sldChg chg="modSp del mod">
        <pc:chgData name="MYUNG JIN" userId="89f3fa32ababedc4" providerId="LiveId" clId="{53BFC8FB-F919-4A98-9A97-F1BAF11238D4}" dt="2026-03-30T14:49:14.056" v="613" actId="47"/>
        <pc:sldMkLst>
          <pc:docMk/>
          <pc:sldMk cId="2476781273" sldId="319"/>
        </pc:sldMkLst>
        <pc:graphicFrameChg chg="mod modGraphic">
          <ac:chgData name="MYUNG JIN" userId="89f3fa32ababedc4" providerId="LiveId" clId="{53BFC8FB-F919-4A98-9A97-F1BAF11238D4}" dt="2026-03-30T13:01:29.198" v="316" actId="14734"/>
          <ac:graphicFrameMkLst>
            <pc:docMk/>
            <pc:sldMk cId="2476781273" sldId="319"/>
            <ac:graphicFrameMk id="4" creationId="{5AA4DA16-EFD4-28B0-AD28-1BF900892AF5}"/>
          </ac:graphicFrameMkLst>
        </pc:graphicFrameChg>
      </pc:sldChg>
      <pc:sldChg chg="addSp delSp modSp new mod">
        <pc:chgData name="MYUNG JIN" userId="89f3fa32ababedc4" providerId="LiveId" clId="{53BFC8FB-F919-4A98-9A97-F1BAF11238D4}" dt="2026-03-30T15:00:50.899" v="1125" actId="1035"/>
        <pc:sldMkLst>
          <pc:docMk/>
          <pc:sldMk cId="3903991722" sldId="320"/>
        </pc:sldMkLst>
        <pc:spChg chg="mod">
          <ac:chgData name="MYUNG JIN" userId="89f3fa32ababedc4" providerId="LiveId" clId="{53BFC8FB-F919-4A98-9A97-F1BAF11238D4}" dt="2026-03-30T12:00:36.908" v="140"/>
          <ac:spMkLst>
            <pc:docMk/>
            <pc:sldMk cId="3903991722" sldId="320"/>
            <ac:spMk id="2" creationId="{85BC6CCA-D028-574C-485A-113FDACABBFB}"/>
          </ac:spMkLst>
        </pc:spChg>
        <pc:spChg chg="add mod">
          <ac:chgData name="MYUNG JIN" userId="89f3fa32ababedc4" providerId="LiveId" clId="{53BFC8FB-F919-4A98-9A97-F1BAF11238D4}" dt="2026-03-30T14:58:27.219" v="920" actId="14100"/>
          <ac:spMkLst>
            <pc:docMk/>
            <pc:sldMk cId="3903991722" sldId="320"/>
            <ac:spMk id="4" creationId="{C42D3404-78A8-6017-4609-04BFCC238D53}"/>
          </ac:spMkLst>
        </pc:spChg>
        <pc:spChg chg="add del mod">
          <ac:chgData name="MYUNG JIN" userId="89f3fa32ababedc4" providerId="LiveId" clId="{53BFC8FB-F919-4A98-9A97-F1BAF11238D4}" dt="2026-03-30T14:51:00.577" v="614" actId="478"/>
          <ac:spMkLst>
            <pc:docMk/>
            <pc:sldMk cId="3903991722" sldId="320"/>
            <ac:spMk id="5" creationId="{00923FBF-4917-B8B7-233E-725CC5276D6D}"/>
          </ac:spMkLst>
        </pc:spChg>
        <pc:spChg chg="add del mod">
          <ac:chgData name="MYUNG JIN" userId="89f3fa32ababedc4" providerId="LiveId" clId="{53BFC8FB-F919-4A98-9A97-F1BAF11238D4}" dt="2026-03-30T14:53:16.331" v="639" actId="478"/>
          <ac:spMkLst>
            <pc:docMk/>
            <pc:sldMk cId="3903991722" sldId="320"/>
            <ac:spMk id="18" creationId="{9793FC70-BCEE-B685-EBBE-6AD6C17F1113}"/>
          </ac:spMkLst>
        </pc:spChg>
        <pc:spChg chg="add mod">
          <ac:chgData name="MYUNG JIN" userId="89f3fa32ababedc4" providerId="LiveId" clId="{53BFC8FB-F919-4A98-9A97-F1BAF11238D4}" dt="2026-03-30T14:53:11.791" v="637"/>
          <ac:spMkLst>
            <pc:docMk/>
            <pc:sldMk cId="3903991722" sldId="320"/>
            <ac:spMk id="21" creationId="{09E06478-82D6-696E-535E-6E0A7A797BE3}"/>
          </ac:spMkLst>
        </pc:spChg>
        <pc:spChg chg="add mod">
          <ac:chgData name="MYUNG JIN" userId="89f3fa32ababedc4" providerId="LiveId" clId="{53BFC8FB-F919-4A98-9A97-F1BAF11238D4}" dt="2026-03-30T14:59:42.261" v="971" actId="14100"/>
          <ac:spMkLst>
            <pc:docMk/>
            <pc:sldMk cId="3903991722" sldId="320"/>
            <ac:spMk id="43" creationId="{90BCF51C-F86E-E51F-FBC6-35071DF5FE8E}"/>
          </ac:spMkLst>
        </pc:spChg>
        <pc:spChg chg="add mod">
          <ac:chgData name="MYUNG JIN" userId="89f3fa32ababedc4" providerId="LiveId" clId="{53BFC8FB-F919-4A98-9A97-F1BAF11238D4}" dt="2026-03-30T15:00:38.850" v="1092" actId="14100"/>
          <ac:spMkLst>
            <pc:docMk/>
            <pc:sldMk cId="3903991722" sldId="320"/>
            <ac:spMk id="44" creationId="{B26DB6CC-E555-4D4B-03D0-B4811A798618}"/>
          </ac:spMkLst>
        </pc:spChg>
        <pc:graphicFrameChg chg="add mod">
          <ac:chgData name="MYUNG JIN" userId="89f3fa32ababedc4" providerId="LiveId" clId="{53BFC8FB-F919-4A98-9A97-F1BAF11238D4}" dt="2026-03-30T15:00:46.327" v="1112" actId="1037"/>
          <ac:graphicFrameMkLst>
            <pc:docMk/>
            <pc:sldMk cId="3903991722" sldId="320"/>
            <ac:graphicFrameMk id="42" creationId="{126B755A-DED0-FA7B-AE73-917056DA7669}"/>
          </ac:graphicFrameMkLst>
        </pc:graphicFrameChg>
        <pc:picChg chg="add mod">
          <ac:chgData name="MYUNG JIN" userId="89f3fa32ababedc4" providerId="LiveId" clId="{53BFC8FB-F919-4A98-9A97-F1BAF11238D4}" dt="2026-03-30T15:00:50.899" v="1125" actId="1035"/>
          <ac:picMkLst>
            <pc:docMk/>
            <pc:sldMk cId="3903991722" sldId="320"/>
            <ac:picMk id="14" creationId="{E2E67168-D079-C63D-E554-7170FCB8051A}"/>
          </ac:picMkLst>
        </pc:picChg>
        <pc:picChg chg="add mod">
          <ac:chgData name="MYUNG JIN" userId="89f3fa32ababedc4" providerId="LiveId" clId="{53BFC8FB-F919-4A98-9A97-F1BAF11238D4}" dt="2026-03-30T15:00:50.899" v="1125" actId="1035"/>
          <ac:picMkLst>
            <pc:docMk/>
            <pc:sldMk cId="3903991722" sldId="320"/>
            <ac:picMk id="24" creationId="{9C3CA523-2627-B106-D28E-BC190B0917FE}"/>
          </ac:picMkLst>
        </pc:picChg>
        <pc:picChg chg="add del mod">
          <ac:chgData name="MYUNG JIN" userId="89f3fa32ababedc4" providerId="LiveId" clId="{53BFC8FB-F919-4A98-9A97-F1BAF11238D4}" dt="2026-03-30T14:55:25.751" v="695" actId="478"/>
          <ac:picMkLst>
            <pc:docMk/>
            <pc:sldMk cId="3903991722" sldId="320"/>
            <ac:picMk id="25" creationId="{C6CA7025-6878-DBB5-88E7-88F32B9363AD}"/>
          </ac:picMkLst>
        </pc:picChg>
        <pc:picChg chg="add del mod">
          <ac:chgData name="MYUNG JIN" userId="89f3fa32ababedc4" providerId="LiveId" clId="{53BFC8FB-F919-4A98-9A97-F1BAF11238D4}" dt="2026-03-30T14:53:28.160" v="645" actId="21"/>
          <ac:picMkLst>
            <pc:docMk/>
            <pc:sldMk cId="3903991722" sldId="320"/>
            <ac:picMk id="26" creationId="{4D1CFCF8-3367-4C02-69D0-6D9723E7333C}"/>
          </ac:picMkLst>
        </pc:picChg>
        <pc:picChg chg="add mod">
          <ac:chgData name="MYUNG JIN" userId="89f3fa32ababedc4" providerId="LiveId" clId="{53BFC8FB-F919-4A98-9A97-F1BAF11238D4}" dt="2026-03-30T15:00:50.899" v="1125" actId="1035"/>
          <ac:picMkLst>
            <pc:docMk/>
            <pc:sldMk cId="3903991722" sldId="320"/>
            <ac:picMk id="27" creationId="{57CF67AB-09B3-E0B5-0DC4-3CF231B953CB}"/>
          </ac:picMkLst>
        </pc:picChg>
        <pc:picChg chg="add del mod">
          <ac:chgData name="MYUNG JIN" userId="89f3fa32ababedc4" providerId="LiveId" clId="{53BFC8FB-F919-4A98-9A97-F1BAF11238D4}" dt="2026-03-30T14:55:24.425" v="693" actId="478"/>
          <ac:picMkLst>
            <pc:docMk/>
            <pc:sldMk cId="3903991722" sldId="320"/>
            <ac:picMk id="28" creationId="{1BB95C96-B069-0CEF-BB8A-1CED40D2C608}"/>
          </ac:picMkLst>
        </pc:picChg>
        <pc:picChg chg="add mod">
          <ac:chgData name="MYUNG JIN" userId="89f3fa32ababedc4" providerId="LiveId" clId="{53BFC8FB-F919-4A98-9A97-F1BAF11238D4}" dt="2026-03-30T15:00:50.899" v="1125" actId="1035"/>
          <ac:picMkLst>
            <pc:docMk/>
            <pc:sldMk cId="3903991722" sldId="320"/>
            <ac:picMk id="29" creationId="{52D22B63-2413-644F-53BC-04E12FEA6776}"/>
          </ac:picMkLst>
        </pc:picChg>
        <pc:picChg chg="add del mod">
          <ac:chgData name="MYUNG JIN" userId="89f3fa32ababedc4" providerId="LiveId" clId="{53BFC8FB-F919-4A98-9A97-F1BAF11238D4}" dt="2026-03-30T14:55:25.081" v="694" actId="478"/>
          <ac:picMkLst>
            <pc:docMk/>
            <pc:sldMk cId="3903991722" sldId="320"/>
            <ac:picMk id="30" creationId="{EFAFF0B5-7DBC-3A5E-592F-9A7BD7509AA0}"/>
          </ac:picMkLst>
        </pc:picChg>
        <pc:picChg chg="add mod">
          <ac:chgData name="MYUNG JIN" userId="89f3fa32ababedc4" providerId="LiveId" clId="{53BFC8FB-F919-4A98-9A97-F1BAF11238D4}" dt="2026-03-30T15:00:50.899" v="1125" actId="1035"/>
          <ac:picMkLst>
            <pc:docMk/>
            <pc:sldMk cId="3903991722" sldId="320"/>
            <ac:picMk id="31" creationId="{27A2FC33-A8FD-C6F4-47A0-E15AF4220187}"/>
          </ac:picMkLst>
        </pc:picChg>
        <pc:cxnChg chg="add del mod">
          <ac:chgData name="MYUNG JIN" userId="89f3fa32ababedc4" providerId="LiveId" clId="{53BFC8FB-F919-4A98-9A97-F1BAF11238D4}" dt="2026-03-30T14:51:00.577" v="614" actId="478"/>
          <ac:cxnSpMkLst>
            <pc:docMk/>
            <pc:sldMk cId="3903991722" sldId="320"/>
            <ac:cxnSpMk id="7" creationId="{5FC593EB-6875-6488-5923-5B4EEA5D613A}"/>
          </ac:cxnSpMkLst>
        </pc:cxnChg>
        <pc:cxnChg chg="add del mod">
          <ac:chgData name="MYUNG JIN" userId="89f3fa32ababedc4" providerId="LiveId" clId="{53BFC8FB-F919-4A98-9A97-F1BAF11238D4}" dt="2026-03-30T14:51:00.577" v="614" actId="478"/>
          <ac:cxnSpMkLst>
            <pc:docMk/>
            <pc:sldMk cId="3903991722" sldId="320"/>
            <ac:cxnSpMk id="8" creationId="{61B7FCA7-BEEF-F3CC-14DB-5AAAD3F8430A}"/>
          </ac:cxnSpMkLst>
        </pc:cxnChg>
        <pc:cxnChg chg="add del mod">
          <ac:chgData name="MYUNG JIN" userId="89f3fa32ababedc4" providerId="LiveId" clId="{53BFC8FB-F919-4A98-9A97-F1BAF11238D4}" dt="2026-03-30T14:51:00.577" v="614" actId="478"/>
          <ac:cxnSpMkLst>
            <pc:docMk/>
            <pc:sldMk cId="3903991722" sldId="320"/>
            <ac:cxnSpMk id="9" creationId="{80771348-F9E4-8E35-5EAF-73D0278CE24A}"/>
          </ac:cxnSpMkLst>
        </pc:cxnChg>
        <pc:cxnChg chg="add del mod">
          <ac:chgData name="MYUNG JIN" userId="89f3fa32ababedc4" providerId="LiveId" clId="{53BFC8FB-F919-4A98-9A97-F1BAF11238D4}" dt="2026-03-30T14:51:00.577" v="614" actId="478"/>
          <ac:cxnSpMkLst>
            <pc:docMk/>
            <pc:sldMk cId="3903991722" sldId="320"/>
            <ac:cxnSpMk id="10" creationId="{A8069939-8021-BDAD-A6FE-CE3D58170EC4}"/>
          </ac:cxnSpMkLst>
        </pc:cxnChg>
        <pc:cxnChg chg="add del">
          <ac:chgData name="MYUNG JIN" userId="89f3fa32ababedc4" providerId="LiveId" clId="{53BFC8FB-F919-4A98-9A97-F1BAF11238D4}" dt="2026-03-30T14:51:53.395" v="621" actId="478"/>
          <ac:cxnSpMkLst>
            <pc:docMk/>
            <pc:sldMk cId="3903991722" sldId="320"/>
            <ac:cxnSpMk id="16" creationId="{55314915-76CE-D639-0DA2-343603CCA5C3}"/>
          </ac:cxnSpMkLst>
        </pc:cxnChg>
        <pc:cxnChg chg="add del mod">
          <ac:chgData name="MYUNG JIN" userId="89f3fa32ababedc4" providerId="LiveId" clId="{53BFC8FB-F919-4A98-9A97-F1BAF11238D4}" dt="2026-03-30T14:55:21.852" v="692" actId="478"/>
          <ac:cxnSpMkLst>
            <pc:docMk/>
            <pc:sldMk cId="3903991722" sldId="320"/>
            <ac:cxnSpMk id="17" creationId="{02707188-BC2C-38A6-0450-119951FCD310}"/>
          </ac:cxnSpMkLst>
        </pc:cxnChg>
        <pc:cxnChg chg="add del mod">
          <ac:chgData name="MYUNG JIN" userId="89f3fa32ababedc4" providerId="LiveId" clId="{53BFC8FB-F919-4A98-9A97-F1BAF11238D4}" dt="2026-03-30T14:53:16.331" v="639" actId="478"/>
          <ac:cxnSpMkLst>
            <pc:docMk/>
            <pc:sldMk cId="3903991722" sldId="320"/>
            <ac:cxnSpMk id="20" creationId="{9D0BF75B-4507-0986-9E0C-E28280353DCB}"/>
          </ac:cxnSpMkLst>
        </pc:cxnChg>
        <pc:cxnChg chg="add mod">
          <ac:chgData name="MYUNG JIN" userId="89f3fa32ababedc4" providerId="LiveId" clId="{53BFC8FB-F919-4A98-9A97-F1BAF11238D4}" dt="2026-03-30T14:53:11.791" v="637"/>
          <ac:cxnSpMkLst>
            <pc:docMk/>
            <pc:sldMk cId="3903991722" sldId="320"/>
            <ac:cxnSpMk id="22" creationId="{F6A9CE15-3CBA-3CFE-5207-2F3F0F50460B}"/>
          </ac:cxnSpMkLst>
        </pc:cxnChg>
        <pc:cxnChg chg="add mod">
          <ac:chgData name="MYUNG JIN" userId="89f3fa32ababedc4" providerId="LiveId" clId="{53BFC8FB-F919-4A98-9A97-F1BAF11238D4}" dt="2026-03-30T15:00:50.899" v="1125" actId="1035"/>
          <ac:cxnSpMkLst>
            <pc:docMk/>
            <pc:sldMk cId="3903991722" sldId="320"/>
            <ac:cxnSpMk id="33" creationId="{86E4237E-3B68-DB9C-BB19-B5C0D8A4E7EB}"/>
          </ac:cxnSpMkLst>
        </pc:cxnChg>
        <pc:cxnChg chg="add mod">
          <ac:chgData name="MYUNG JIN" userId="89f3fa32ababedc4" providerId="LiveId" clId="{53BFC8FB-F919-4A98-9A97-F1BAF11238D4}" dt="2026-03-30T15:00:50.899" v="1125" actId="1035"/>
          <ac:cxnSpMkLst>
            <pc:docMk/>
            <pc:sldMk cId="3903991722" sldId="320"/>
            <ac:cxnSpMk id="35" creationId="{30C72C69-8B75-B455-A15E-EBA76A4A79F7}"/>
          </ac:cxnSpMkLst>
        </pc:cxnChg>
        <pc:cxnChg chg="add mod">
          <ac:chgData name="MYUNG JIN" userId="89f3fa32ababedc4" providerId="LiveId" clId="{53BFC8FB-F919-4A98-9A97-F1BAF11238D4}" dt="2026-03-30T15:00:50.899" v="1125" actId="1035"/>
          <ac:cxnSpMkLst>
            <pc:docMk/>
            <pc:sldMk cId="3903991722" sldId="320"/>
            <ac:cxnSpMk id="36" creationId="{FA44874A-66A5-88AF-DA40-4FACAAA7F9FC}"/>
          </ac:cxnSpMkLst>
        </pc:cxnChg>
        <pc:cxnChg chg="add mod">
          <ac:chgData name="MYUNG JIN" userId="89f3fa32ababedc4" providerId="LiveId" clId="{53BFC8FB-F919-4A98-9A97-F1BAF11238D4}" dt="2026-03-30T15:00:50.899" v="1125" actId="1035"/>
          <ac:cxnSpMkLst>
            <pc:docMk/>
            <pc:sldMk cId="3903991722" sldId="320"/>
            <ac:cxnSpMk id="37" creationId="{F2BABE4C-EE24-6D74-D50C-7AB9A62A3471}"/>
          </ac:cxnSpMkLst>
        </pc:cxnChg>
        <pc:cxnChg chg="add mod">
          <ac:chgData name="MYUNG JIN" userId="89f3fa32ababedc4" providerId="LiveId" clId="{53BFC8FB-F919-4A98-9A97-F1BAF11238D4}" dt="2026-03-30T15:00:50.899" v="1125" actId="1035"/>
          <ac:cxnSpMkLst>
            <pc:docMk/>
            <pc:sldMk cId="3903991722" sldId="320"/>
            <ac:cxnSpMk id="40" creationId="{0EB53448-D14C-12D9-822B-2CC67BFCD674}"/>
          </ac:cxnSpMkLst>
        </pc:cxnChg>
      </pc:sldChg>
      <pc:sldChg chg="addSp modSp new mod">
        <pc:chgData name="MYUNG JIN" userId="89f3fa32ababedc4" providerId="LiveId" clId="{53BFC8FB-F919-4A98-9A97-F1BAF11238D4}" dt="2026-03-30T15:37:05.644" v="1489" actId="20577"/>
        <pc:sldMkLst>
          <pc:docMk/>
          <pc:sldMk cId="1823038795" sldId="321"/>
        </pc:sldMkLst>
        <pc:spChg chg="mod">
          <ac:chgData name="MYUNG JIN" userId="89f3fa32ababedc4" providerId="LiveId" clId="{53BFC8FB-F919-4A98-9A97-F1BAF11238D4}" dt="2026-03-30T15:35:24.793" v="1298" actId="20577"/>
          <ac:spMkLst>
            <pc:docMk/>
            <pc:sldMk cId="1823038795" sldId="321"/>
            <ac:spMk id="2" creationId="{284984BD-6732-F5A5-AC75-A699CFDF99FD}"/>
          </ac:spMkLst>
        </pc:spChg>
        <pc:spChg chg="add mod">
          <ac:chgData name="MYUNG JIN" userId="89f3fa32ababedc4" providerId="LiveId" clId="{53BFC8FB-F919-4A98-9A97-F1BAF11238D4}" dt="2026-03-30T15:37:05.644" v="1489" actId="20577"/>
          <ac:spMkLst>
            <pc:docMk/>
            <pc:sldMk cId="1823038795" sldId="321"/>
            <ac:spMk id="3" creationId="{D0DAE401-D86C-F468-FE26-EBD2F98EE46F}"/>
          </ac:spMkLst>
        </pc:spChg>
      </pc:sldChg>
      <pc:sldMasterChg chg="modSldLayout">
        <pc:chgData name="MYUNG JIN" userId="89f3fa32ababedc4" providerId="LiveId" clId="{53BFC8FB-F919-4A98-9A97-F1BAF11238D4}" dt="2026-03-30T15:36:55.355" v="1488" actId="20577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53BFC8FB-F919-4A98-9A97-F1BAF11238D4}" dt="2026-03-30T15:36:55.355" v="1488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53BFC8FB-F919-4A98-9A97-F1BAF11238D4}" dt="2026-03-30T15:36:55.355" v="1488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  <pc:docChgLst>
    <pc:chgData name="MYUNG JIN" userId="89f3fa32ababedc4" providerId="LiveId" clId="{1442CAFF-C376-405E-80FE-32277BA9AD5E}"/>
    <pc:docChg chg="undo custSel addSld delSld modSld sldOrd modMainMaster">
      <pc:chgData name="MYUNG JIN" userId="89f3fa32ababedc4" providerId="LiveId" clId="{1442CAFF-C376-405E-80FE-32277BA9AD5E}" dt="2026-03-29T15:27:57.427" v="1394" actId="1076"/>
      <pc:docMkLst>
        <pc:docMk/>
      </pc:docMkLst>
      <pc:sldChg chg="addSp delSp modSp mod">
        <pc:chgData name="MYUNG JIN" userId="89f3fa32ababedc4" providerId="LiveId" clId="{1442CAFF-C376-405E-80FE-32277BA9AD5E}" dt="2026-03-29T15:27:57.427" v="1394" actId="1076"/>
        <pc:sldMkLst>
          <pc:docMk/>
          <pc:sldMk cId="1624971276" sldId="316"/>
        </pc:sldMkLst>
        <pc:spChg chg="add mod">
          <ac:chgData name="MYUNG JIN" userId="89f3fa32ababedc4" providerId="LiveId" clId="{1442CAFF-C376-405E-80FE-32277BA9AD5E}" dt="2026-03-29T15:27:57.427" v="1394" actId="1076"/>
          <ac:spMkLst>
            <pc:docMk/>
            <pc:sldMk cId="1624971276" sldId="316"/>
            <ac:spMk id="3" creationId="{D8C50372-E08A-9959-0B66-1CB8AA88DF9D}"/>
          </ac:spMkLst>
        </pc:spChg>
        <pc:spChg chg="del">
          <ac:chgData name="MYUNG JIN" userId="89f3fa32ababedc4" providerId="LiveId" clId="{1442CAFF-C376-405E-80FE-32277BA9AD5E}" dt="2026-03-29T15:27:30.411" v="1352" actId="478"/>
          <ac:spMkLst>
            <pc:docMk/>
            <pc:sldMk cId="1624971276" sldId="316"/>
            <ac:spMk id="9" creationId="{AB8C4050-68E2-6A86-7218-7D2D60ABF702}"/>
          </ac:spMkLst>
        </pc:spChg>
      </pc:sldChg>
      <pc:sldChg chg="addSp modSp new mod ord">
        <pc:chgData name="MYUNG JIN" userId="89f3fa32ababedc4" providerId="LiveId" clId="{1442CAFF-C376-405E-80FE-32277BA9AD5E}" dt="2026-03-29T15:27:10.485" v="1351" actId="1076"/>
        <pc:sldMkLst>
          <pc:docMk/>
          <pc:sldMk cId="2907291316" sldId="318"/>
        </pc:sldMkLst>
        <pc:spChg chg="mod">
          <ac:chgData name="MYUNG JIN" userId="89f3fa32ababedc4" providerId="LiveId" clId="{1442CAFF-C376-405E-80FE-32277BA9AD5E}" dt="2026-03-29T15:07:28.591" v="1005" actId="20577"/>
          <ac:spMkLst>
            <pc:docMk/>
            <pc:sldMk cId="2907291316" sldId="318"/>
            <ac:spMk id="2" creationId="{97DB0ADF-9D09-AAAE-5C3E-D82917D08870}"/>
          </ac:spMkLst>
        </pc:spChg>
        <pc:spChg chg="add mod">
          <ac:chgData name="MYUNG JIN" userId="89f3fa32ababedc4" providerId="LiveId" clId="{1442CAFF-C376-405E-80FE-32277BA9AD5E}" dt="2026-03-29T15:07:40.026" v="1038" actId="20577"/>
          <ac:spMkLst>
            <pc:docMk/>
            <pc:sldMk cId="2907291316" sldId="318"/>
            <ac:spMk id="3" creationId="{28E9319B-BFFC-AAA0-C703-520532BF5DFE}"/>
          </ac:spMkLst>
        </pc:spChg>
        <pc:spChg chg="add mod">
          <ac:chgData name="MYUNG JIN" userId="89f3fa32ababedc4" providerId="LiveId" clId="{1442CAFF-C376-405E-80FE-32277BA9AD5E}" dt="2026-03-29T15:26:05.820" v="1325" actId="1076"/>
          <ac:spMkLst>
            <pc:docMk/>
            <pc:sldMk cId="2907291316" sldId="318"/>
            <ac:spMk id="4" creationId="{C42D3404-78A8-6017-4609-04BFCC238D53}"/>
          </ac:spMkLst>
        </pc:spChg>
        <pc:spChg chg="add mod">
          <ac:chgData name="MYUNG JIN" userId="89f3fa32ababedc4" providerId="LiveId" clId="{1442CAFF-C376-405E-80FE-32277BA9AD5E}" dt="2026-03-29T15:27:10.485" v="1351" actId="1076"/>
          <ac:spMkLst>
            <pc:docMk/>
            <pc:sldMk cId="2907291316" sldId="318"/>
            <ac:spMk id="5" creationId="{00923FBF-4917-B8B7-233E-725CC5276D6D}"/>
          </ac:spMkLst>
        </pc:spChg>
        <pc:cxnChg chg="add mod">
          <ac:chgData name="MYUNG JIN" userId="89f3fa32ababedc4" providerId="LiveId" clId="{1442CAFF-C376-405E-80FE-32277BA9AD5E}" dt="2026-03-29T15:27:10.485" v="1351" actId="1076"/>
          <ac:cxnSpMkLst>
            <pc:docMk/>
            <pc:sldMk cId="2907291316" sldId="318"/>
            <ac:cxnSpMk id="7" creationId="{5FC593EB-6875-6488-5923-5B4EEA5D613A}"/>
          </ac:cxnSpMkLst>
        </pc:cxnChg>
        <pc:cxnChg chg="add mod">
          <ac:chgData name="MYUNG JIN" userId="89f3fa32ababedc4" providerId="LiveId" clId="{1442CAFF-C376-405E-80FE-32277BA9AD5E}" dt="2026-03-29T15:27:10.485" v="1351" actId="1076"/>
          <ac:cxnSpMkLst>
            <pc:docMk/>
            <pc:sldMk cId="2907291316" sldId="318"/>
            <ac:cxnSpMk id="8" creationId="{61B7FCA7-BEEF-F3CC-14DB-5AAAD3F8430A}"/>
          </ac:cxnSpMkLst>
        </pc:cxnChg>
        <pc:cxnChg chg="add mod">
          <ac:chgData name="MYUNG JIN" userId="89f3fa32ababedc4" providerId="LiveId" clId="{1442CAFF-C376-405E-80FE-32277BA9AD5E}" dt="2026-03-29T15:27:10.485" v="1351" actId="1076"/>
          <ac:cxnSpMkLst>
            <pc:docMk/>
            <pc:sldMk cId="2907291316" sldId="318"/>
            <ac:cxnSpMk id="9" creationId="{80771348-F9E4-8E35-5EAF-73D0278CE24A}"/>
          </ac:cxnSpMkLst>
        </pc:cxnChg>
        <pc:cxnChg chg="add mod">
          <ac:chgData name="MYUNG JIN" userId="89f3fa32ababedc4" providerId="LiveId" clId="{1442CAFF-C376-405E-80FE-32277BA9AD5E}" dt="2026-03-29T15:27:10.485" v="1351" actId="1076"/>
          <ac:cxnSpMkLst>
            <pc:docMk/>
            <pc:sldMk cId="2907291316" sldId="318"/>
            <ac:cxnSpMk id="10" creationId="{A8069939-8021-BDAD-A6FE-CE3D58170EC4}"/>
          </ac:cxnSpMkLst>
        </pc:cxnChg>
      </pc:sldChg>
      <pc:sldChg chg="addSp delSp modSp new mod">
        <pc:chgData name="MYUNG JIN" userId="89f3fa32ababedc4" providerId="LiveId" clId="{1442CAFF-C376-405E-80FE-32277BA9AD5E}" dt="2026-03-29T15:25:28.921" v="1322" actId="20577"/>
        <pc:sldMkLst>
          <pc:docMk/>
          <pc:sldMk cId="2476781273" sldId="319"/>
        </pc:sldMkLst>
        <pc:spChg chg="mod">
          <ac:chgData name="MYUNG JIN" userId="89f3fa32ababedc4" providerId="LiveId" clId="{1442CAFF-C376-405E-80FE-32277BA9AD5E}" dt="2026-03-29T15:08:39.197" v="1139" actId="20577"/>
          <ac:spMkLst>
            <pc:docMk/>
            <pc:sldMk cId="2476781273" sldId="319"/>
            <ac:spMk id="2" creationId="{E0A21593-305E-7338-B13F-5403339585AE}"/>
          </ac:spMkLst>
        </pc:spChg>
        <pc:spChg chg="add mod">
          <ac:chgData name="MYUNG JIN" userId="89f3fa32ababedc4" providerId="LiveId" clId="{1442CAFF-C376-405E-80FE-32277BA9AD5E}" dt="2026-03-29T15:23:59.102" v="1200" actId="14100"/>
          <ac:spMkLst>
            <pc:docMk/>
            <pc:sldMk cId="2476781273" sldId="319"/>
            <ac:spMk id="3" creationId="{F8219D29-F8E2-88A6-7EF4-D13A7318DB65}"/>
          </ac:spMkLst>
        </pc:spChg>
        <pc:spChg chg="add del mod">
          <ac:chgData name="MYUNG JIN" userId="89f3fa32ababedc4" providerId="LiveId" clId="{1442CAFF-C376-405E-80FE-32277BA9AD5E}" dt="2026-03-29T15:24:14.093" v="1203" actId="478"/>
          <ac:spMkLst>
            <pc:docMk/>
            <pc:sldMk cId="2476781273" sldId="319"/>
            <ac:spMk id="5" creationId="{5F7283C1-1D55-0BB0-33CF-B9AB22AF2A9E}"/>
          </ac:spMkLst>
        </pc:spChg>
        <pc:graphicFrameChg chg="add mod modGraphic">
          <ac:chgData name="MYUNG JIN" userId="89f3fa32ababedc4" providerId="LiveId" clId="{1442CAFF-C376-405E-80FE-32277BA9AD5E}" dt="2026-03-29T15:25:28.921" v="1322" actId="20577"/>
          <ac:graphicFrameMkLst>
            <pc:docMk/>
            <pc:sldMk cId="2476781273" sldId="319"/>
            <ac:graphicFrameMk id="4" creationId="{5AA4DA16-EFD4-28B0-AD28-1BF900892AF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5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86231"/>
            <a:ext cx="7886700" cy="3485538"/>
          </a:xfrm>
        </p:spPr>
        <p:txBody>
          <a:bodyPr/>
          <a:lstStyle/>
          <a:p>
            <a:r>
              <a:rPr lang="en-US" altLang="ko-KR" dirty="0"/>
              <a:t>Autonomous Physics-Based Modeling of Retention Loss in 3-D NAND Flash Memory in</a:t>
            </a:r>
            <a:r>
              <a:rPr lang="ko-KR" altLang="en-US" dirty="0"/>
              <a:t> </a:t>
            </a:r>
            <a:r>
              <a:rPr lang="en-US" altLang="ko-KR" dirty="0"/>
              <a:t>Cryogenic condition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EDL Manuscript Change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/>
              <a:t>Progress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Myung Jin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BE312-6386-465A-D1AE-E5EAF428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2DA78-4783-E785-5DB5-EAB4D6267B85}"/>
              </a:ext>
            </a:extLst>
          </p:cNvPr>
          <p:cNvSpPr txBox="1"/>
          <p:nvPr/>
        </p:nvSpPr>
        <p:spPr>
          <a:xfrm>
            <a:off x="94129" y="1128903"/>
            <a:ext cx="3097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Fig. 1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64C935-86B6-CF81-2414-2841B66374B7}"/>
              </a:ext>
            </a:extLst>
          </p:cNvPr>
          <p:cNvSpPr txBox="1"/>
          <p:nvPr/>
        </p:nvSpPr>
        <p:spPr>
          <a:xfrm>
            <a:off x="5673212" y="4405327"/>
            <a:ext cx="36699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(b)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pgm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charge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Charge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distribution model adapted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최해찬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/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유진일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TED 2024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JJAP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2026</a:t>
            </a:r>
          </a:p>
        </p:txBody>
      </p:sp>
      <p:pic>
        <p:nvPicPr>
          <p:cNvPr id="175" name="그림 174">
            <a:extLst>
              <a:ext uri="{FF2B5EF4-FFF2-40B4-BE49-F238E27FC236}">
                <a16:creationId xmlns:a16="http://schemas.microsoft.com/office/drawing/2014/main" id="{0B52860E-7996-5240-4C33-01B91954D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91" y="1008450"/>
            <a:ext cx="4199136" cy="534154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B812F0C-FD9C-DA1D-003C-663200495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612" y="2092250"/>
            <a:ext cx="2238687" cy="1762371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C81F201F-7AC4-4B1F-E385-54EC8A632581}"/>
              </a:ext>
            </a:extLst>
          </p:cNvPr>
          <p:cNvSpPr/>
          <p:nvPr/>
        </p:nvSpPr>
        <p:spPr>
          <a:xfrm>
            <a:off x="2381061" y="1008450"/>
            <a:ext cx="1955549" cy="98331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D25D880-EE4C-660F-76FD-3408289EB827}"/>
              </a:ext>
            </a:extLst>
          </p:cNvPr>
          <p:cNvCxnSpPr>
            <a:stCxn id="6" idx="6"/>
          </p:cNvCxnSpPr>
          <p:nvPr/>
        </p:nvCxnSpPr>
        <p:spPr>
          <a:xfrm>
            <a:off x="4336610" y="1500106"/>
            <a:ext cx="1539089" cy="28907"/>
          </a:xfrm>
          <a:prstGeom prst="straightConnector1">
            <a:avLst/>
          </a:prstGeom>
          <a:ln w="28575">
            <a:solidFill>
              <a:srgbClr val="2848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224C0C56-58D3-4E47-517B-79ECAB224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582" y="1128903"/>
            <a:ext cx="2562745" cy="6091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88B5E2-0CFE-34B4-80C8-498FF8DA88AA}"/>
              </a:ext>
            </a:extLst>
          </p:cNvPr>
          <p:cNvSpPr txBox="1"/>
          <p:nvPr/>
        </p:nvSpPr>
        <p:spPr>
          <a:xfrm>
            <a:off x="6392110" y="3854621"/>
            <a:ext cx="23064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Times New Roman"/>
                <a:ea typeface="맑은 고딕"/>
                <a:cs typeface="Times New Roman"/>
              </a:rPr>
              <a:t>JJAP  65 (2026) 011004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8099F3-4CC0-4AE1-4DFA-FB157BAE4877}"/>
              </a:ext>
            </a:extLst>
          </p:cNvPr>
          <p:cNvSpPr txBox="1"/>
          <p:nvPr/>
        </p:nvSpPr>
        <p:spPr>
          <a:xfrm>
            <a:off x="5673213" y="1805064"/>
            <a:ext cx="30253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Times New Roman"/>
                <a:ea typeface="맑은 고딕"/>
                <a:cs typeface="Times New Roman"/>
              </a:rPr>
              <a:t>IEEE T-ED 71 (2024) 2386–2392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1593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B0ADF-9D09-AAAE-5C3E-D82917D0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7888"/>
            <a:ext cx="8955742" cy="590931"/>
          </a:xfrm>
        </p:spPr>
        <p:txBody>
          <a:bodyPr/>
          <a:lstStyle/>
          <a:p>
            <a:r>
              <a:rPr lang="en-US" altLang="ko-KR" dirty="0"/>
              <a:t>Cryogenic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 err="1"/>
              <a:t>Detrapping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9319B-BFFC-AAA0-C703-520532BF5DFE}"/>
              </a:ext>
            </a:extLst>
          </p:cNvPr>
          <p:cNvSpPr txBox="1"/>
          <p:nvPr/>
        </p:nvSpPr>
        <p:spPr>
          <a:xfrm>
            <a:off x="683046" y="1034073"/>
            <a:ext cx="4671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(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Refaldi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IRPS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45D09C0-7612-57D4-F113-0410C5754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178" y="1434183"/>
            <a:ext cx="5515526" cy="34188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1B8EAE-7F8E-FB76-EE20-951B6C79E63F}"/>
              </a:ext>
            </a:extLst>
          </p:cNvPr>
          <p:cNvSpPr txBox="1"/>
          <p:nvPr/>
        </p:nvSpPr>
        <p:spPr>
          <a:xfrm>
            <a:off x="751437" y="4763430"/>
            <a:ext cx="77950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 condition (~ 4.2K) : physical separation of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Separation of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 measurement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**Time is in not in A.U. : calibration of time constant can be done</a:t>
            </a:r>
            <a:endParaRPr lang="ko-KR" altLang="en-US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07291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BC6CCA-D028-574C-485A-113FDACA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 err="1"/>
              <a:t>Detrapping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2D3404-78A8-6017-4609-04BFCC238D53}"/>
                  </a:ext>
                </a:extLst>
              </p:cNvPr>
              <p:cNvSpPr txBox="1"/>
              <p:nvPr/>
            </p:nvSpPr>
            <p:spPr>
              <a:xfrm>
                <a:off x="683046" y="1331077"/>
                <a:ext cx="618853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Deactivate Conduction band – trap interaction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Cryogenic</a:t>
                </a:r>
              </a:p>
              <a:p>
                <a:pPr marL="342900" indent="-34290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𝜎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→0</m:t>
                    </m:r>
                  </m:oMath>
                </a14:m>
                <a:endParaRPr lang="en-US" altLang="ko-KR" sz="2000" b="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2D3404-78A8-6017-4609-04BFCC238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46" y="1331077"/>
                <a:ext cx="6188534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그림 13">
            <a:extLst>
              <a:ext uri="{FF2B5EF4-FFF2-40B4-BE49-F238E27FC236}">
                <a16:creationId xmlns:a16="http://schemas.microsoft.com/office/drawing/2014/main" id="{E2E67168-D079-C63D-E554-7170FCB80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944" y="1675950"/>
            <a:ext cx="5978345" cy="203495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C3CA523-2627-B106-D28E-BC190B091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343" y="2909406"/>
            <a:ext cx="283215" cy="27984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7CF67AB-09B3-E0B5-0DC4-3CF231B95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753" y="2833751"/>
            <a:ext cx="283215" cy="27984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2D22B63-2413-644F-53BC-04E12FEA6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163" y="2777818"/>
            <a:ext cx="283215" cy="27984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27A2FC33-A8FD-C6F4-47A0-E15AF4220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7571" y="2709603"/>
            <a:ext cx="283215" cy="279844"/>
          </a:xfrm>
          <a:prstGeom prst="rect">
            <a:avLst/>
          </a:prstGeom>
        </p:spPr>
      </p:pic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6E4237E-3B68-DB9C-BB19-B5C0D8A4E7EB}"/>
              </a:ext>
            </a:extLst>
          </p:cNvPr>
          <p:cNvCxnSpPr/>
          <p:nvPr/>
        </p:nvCxnSpPr>
        <p:spPr>
          <a:xfrm flipV="1">
            <a:off x="3403885" y="2924274"/>
            <a:ext cx="2136618" cy="189321"/>
          </a:xfrm>
          <a:prstGeom prst="line">
            <a:avLst/>
          </a:prstGeom>
          <a:ln w="19050">
            <a:solidFill>
              <a:srgbClr val="2848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0C72C69-8B75-B455-A15E-EBA76A4A79F7}"/>
              </a:ext>
            </a:extLst>
          </p:cNvPr>
          <p:cNvCxnSpPr/>
          <p:nvPr/>
        </p:nvCxnSpPr>
        <p:spPr>
          <a:xfrm flipV="1">
            <a:off x="4104753" y="2372012"/>
            <a:ext cx="0" cy="40580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A44874A-66A5-88AF-DA40-4FACAAA7F9FC}"/>
              </a:ext>
            </a:extLst>
          </p:cNvPr>
          <p:cNvCxnSpPr>
            <a:cxnSpLocks/>
          </p:cNvCxnSpPr>
          <p:nvPr/>
        </p:nvCxnSpPr>
        <p:spPr>
          <a:xfrm>
            <a:off x="4373612" y="2372012"/>
            <a:ext cx="0" cy="40580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2BABE4C-EE24-6D74-D50C-7AB9A62A3471}"/>
              </a:ext>
            </a:extLst>
          </p:cNvPr>
          <p:cNvCxnSpPr>
            <a:cxnSpLocks/>
          </p:cNvCxnSpPr>
          <p:nvPr/>
        </p:nvCxnSpPr>
        <p:spPr>
          <a:xfrm flipH="1">
            <a:off x="2670554" y="3005140"/>
            <a:ext cx="90278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0EB53448-D14C-12D9-822B-2CC67BFCD674}"/>
              </a:ext>
            </a:extLst>
          </p:cNvPr>
          <p:cNvCxnSpPr>
            <a:cxnSpLocks/>
          </p:cNvCxnSpPr>
          <p:nvPr/>
        </p:nvCxnSpPr>
        <p:spPr>
          <a:xfrm>
            <a:off x="5540503" y="2824710"/>
            <a:ext cx="230885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개체 41">
            <a:extLst>
              <a:ext uri="{FF2B5EF4-FFF2-40B4-BE49-F238E27FC236}">
                <a16:creationId xmlns:a16="http://schemas.microsoft.com/office/drawing/2014/main" id="{126B755A-DED0-FA7B-AE73-917056DA76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3730296"/>
              </p:ext>
            </p:extLst>
          </p:nvPr>
        </p:nvGraphicFramePr>
        <p:xfrm>
          <a:off x="4337400" y="3550691"/>
          <a:ext cx="4194531" cy="2962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6841724" imgH="4833106" progId="Origin50.Graph">
                  <p:embed/>
                </p:oleObj>
              </mc:Choice>
              <mc:Fallback>
                <p:oleObj name="Graph" r:id="rId5" imgW="6841724" imgH="4833106" progId="Origin50.Graph">
                  <p:embed/>
                  <p:pic>
                    <p:nvPicPr>
                      <p:cNvPr id="42" name="개체 41">
                        <a:extLst>
                          <a:ext uri="{FF2B5EF4-FFF2-40B4-BE49-F238E27FC236}">
                            <a16:creationId xmlns:a16="http://schemas.microsoft.com/office/drawing/2014/main" id="{126B755A-DED0-FA7B-AE73-917056DA7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37400" y="3550691"/>
                        <a:ext cx="4194531" cy="2962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90BCF51C-F86E-E51F-FBC6-35071DF5FE8E}"/>
              </a:ext>
            </a:extLst>
          </p:cNvPr>
          <p:cNvSpPr txBox="1"/>
          <p:nvPr/>
        </p:nvSpPr>
        <p:spPr>
          <a:xfrm>
            <a:off x="860078" y="4083113"/>
            <a:ext cx="4454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calibration result: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6DB6CC-E555-4D4B-03D0-B4811A798618}"/>
              </a:ext>
            </a:extLst>
          </p:cNvPr>
          <p:cNvSpPr txBox="1"/>
          <p:nvPr/>
        </p:nvSpPr>
        <p:spPr>
          <a:xfrm>
            <a:off x="860079" y="5210129"/>
            <a:ext cx="309628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Used scale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 = </a:t>
            </a:r>
            <a:r>
              <a:rPr lang="en-US" altLang="ko-KR" sz="28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/6/8 [nm]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(cf. DRL spec: 5/6/8 [nm])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3991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642C85-FA90-1B7C-C966-29DDDE75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Autonomous Modeling &amp; Result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1C1A8C-1171-49F9-4C21-338354B6FC54}"/>
              </a:ext>
            </a:extLst>
          </p:cNvPr>
          <p:cNvSpPr txBox="1"/>
          <p:nvPr/>
        </p:nvSpPr>
        <p:spPr>
          <a:xfrm>
            <a:off x="516294" y="1128903"/>
            <a:ext cx="3097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– model Matching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432DE80C-E25E-53DB-A1FD-26CCEBFB02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102648"/>
              </p:ext>
            </p:extLst>
          </p:nvPr>
        </p:nvGraphicFramePr>
        <p:xfrm>
          <a:off x="746742" y="1901429"/>
          <a:ext cx="5306432" cy="3747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841724" imgH="4833106" progId="Origin50.Graph">
                  <p:embed/>
                </p:oleObj>
              </mc:Choice>
              <mc:Fallback>
                <p:oleObj name="Graph" r:id="rId2" imgW="6841724" imgH="4833106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432DE80C-E25E-53DB-A1FD-26CCEBFB02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46742" y="1901429"/>
                        <a:ext cx="5306432" cy="37477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F1E5BBA-49B2-BC1C-D2BA-6693CBC5C674}"/>
              </a:ext>
            </a:extLst>
          </p:cNvPr>
          <p:cNvSpPr txBox="1"/>
          <p:nvPr/>
        </p:nvSpPr>
        <p:spPr>
          <a:xfrm>
            <a:off x="5785164" y="2767280"/>
            <a:ext cx="27975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 variation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3/3.5/4/4.5/5 [nm]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Well match with</a:t>
            </a:r>
            <a:b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- model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4971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4984BD-6732-F5A5-AC75-A699CFDF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Progress with paper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DAE401-D86C-F468-FE26-EBD2F98EE46F}"/>
              </a:ext>
            </a:extLst>
          </p:cNvPr>
          <p:cNvSpPr txBox="1"/>
          <p:nvPr/>
        </p:nvSpPr>
        <p:spPr>
          <a:xfrm>
            <a:off x="552261" y="1186004"/>
            <a:ext cx="832918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Done progress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calibration figure added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TCAD-model matching figure added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On-going progress 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Benchmark information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Referencing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3038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183</Words>
  <Application>Microsoft Office PowerPoint</Application>
  <PresentationFormat>화면 슬라이드 쇼(4:3)</PresentationFormat>
  <Paragraphs>45</Paragraphs>
  <Slides>6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맑은 고딕</vt:lpstr>
      <vt:lpstr>Arial</vt:lpstr>
      <vt:lpstr>Calibri</vt:lpstr>
      <vt:lpstr>Cambria Math</vt:lpstr>
      <vt:lpstr>Times New Roman</vt:lpstr>
      <vt:lpstr>Wingdings</vt:lpstr>
      <vt:lpstr>Office 테마</vt:lpstr>
      <vt:lpstr>Graph</vt:lpstr>
      <vt:lpstr>Autonomous Physics-Based Modeling of Retention Loss in 3-D NAND Flash Memory in Cryogenic condition  EDL Manuscript Change &amp; Progress  Myung Jin</vt:lpstr>
      <vt:lpstr>Detailed Poisson Solution</vt:lpstr>
      <vt:lpstr>Cryogenic and Detrapping</vt:lpstr>
      <vt:lpstr>Cryogenic and Detrapping</vt:lpstr>
      <vt:lpstr>Autonomous Modeling &amp; Result</vt:lpstr>
      <vt:lpstr>Progress with paper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2026-03-30T15:40:30Z</dcterms:modified>
  <cp:version/>
</cp:coreProperties>
</file>