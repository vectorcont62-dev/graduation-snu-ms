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2" r:id="rId1"/>
  </p:sldMasterIdLst>
  <p:notesMasterIdLst>
    <p:notesMasterId r:id="rId18"/>
  </p:notesMasterIdLst>
  <p:sldIdLst>
    <p:sldId id="257" r:id="rId2"/>
    <p:sldId id="308" r:id="rId3"/>
    <p:sldId id="350" r:id="rId4"/>
    <p:sldId id="356" r:id="rId5"/>
    <p:sldId id="357" r:id="rId6"/>
    <p:sldId id="359" r:id="rId7"/>
    <p:sldId id="310" r:id="rId8"/>
    <p:sldId id="358" r:id="rId9"/>
    <p:sldId id="311" r:id="rId10"/>
    <p:sldId id="313" r:id="rId11"/>
    <p:sldId id="355" r:id="rId12"/>
    <p:sldId id="362" r:id="rId13"/>
    <p:sldId id="361" r:id="rId14"/>
    <p:sldId id="360" r:id="rId15"/>
    <p:sldId id="352" r:id="rId16"/>
    <p:sldId id="353" r:id="rId17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CFDB85-767F-41F6-9EC9-9FE05B202BBC}" v="2185" dt="2024-06-24T06:53:55.9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49" autoAdjust="0"/>
    <p:restoredTop sz="96279" autoAdjust="0"/>
  </p:normalViewPr>
  <p:slideViewPr>
    <p:cSldViewPr snapToGrid="0">
      <p:cViewPr varScale="1">
        <p:scale>
          <a:sx n="107" d="100"/>
          <a:sy n="107" d="100"/>
        </p:scale>
        <p:origin x="1440" y="78"/>
      </p:cViewPr>
      <p:guideLst>
        <p:guide orient="horz" pos="215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YUNG JIN" userId="89f3fa32ababedc4" providerId="LiveId" clId="{61CFDB85-767F-41F6-9EC9-9FE05B202BBC}"/>
    <pc:docChg chg="undo custSel addSld delSld modSld sldOrd">
      <pc:chgData name="MYUNG JIN" userId="89f3fa32ababedc4" providerId="LiveId" clId="{61CFDB85-767F-41F6-9EC9-9FE05B202BBC}" dt="2024-06-24T06:53:55.967" v="9447"/>
      <pc:docMkLst>
        <pc:docMk/>
      </pc:docMkLst>
      <pc:sldChg chg="modSp mod">
        <pc:chgData name="MYUNG JIN" userId="89f3fa32ababedc4" providerId="LiveId" clId="{61CFDB85-767F-41F6-9EC9-9FE05B202BBC}" dt="2024-04-29T11:04:47.290" v="9003" actId="1076"/>
        <pc:sldMkLst>
          <pc:docMk/>
          <pc:sldMk cId="0" sldId="257"/>
        </pc:sldMkLst>
        <pc:spChg chg="mod">
          <ac:chgData name="MYUNG JIN" userId="89f3fa32ababedc4" providerId="LiveId" clId="{61CFDB85-767F-41F6-9EC9-9FE05B202BBC}" dt="2024-04-29T10:58:18.908" v="8900" actId="20577"/>
          <ac:spMkLst>
            <pc:docMk/>
            <pc:sldMk cId="0" sldId="257"/>
            <ac:spMk id="8" creationId="{00000000-0000-0000-0000-000000000000}"/>
          </ac:spMkLst>
        </pc:spChg>
        <pc:spChg chg="mod">
          <ac:chgData name="MYUNG JIN" userId="89f3fa32ababedc4" providerId="LiveId" clId="{61CFDB85-767F-41F6-9EC9-9FE05B202BBC}" dt="2024-04-29T11:04:47.290" v="9003" actId="1076"/>
          <ac:spMkLst>
            <pc:docMk/>
            <pc:sldMk cId="0" sldId="257"/>
            <ac:spMk id="15" creationId="{00000000-0000-0000-0000-000000000000}"/>
          </ac:spMkLst>
        </pc:spChg>
      </pc:sldChg>
      <pc:sldChg chg="addSp delSp modSp mod">
        <pc:chgData name="MYUNG JIN" userId="89f3fa32ababedc4" providerId="LiveId" clId="{61CFDB85-767F-41F6-9EC9-9FE05B202BBC}" dt="2024-04-29T11:05:33.092" v="9048" actId="20577"/>
        <pc:sldMkLst>
          <pc:docMk/>
          <pc:sldMk cId="1552810297" sldId="308"/>
        </pc:sldMkLst>
        <pc:spChg chg="mod">
          <ac:chgData name="MYUNG JIN" userId="89f3fa32ababedc4" providerId="LiveId" clId="{61CFDB85-767F-41F6-9EC9-9FE05B202BBC}" dt="2024-04-18T05:38:43.813" v="525" actId="20577"/>
          <ac:spMkLst>
            <pc:docMk/>
            <pc:sldMk cId="1552810297" sldId="308"/>
            <ac:spMk id="2" creationId="{00000000-0000-0000-0000-000000000000}"/>
          </ac:spMkLst>
        </pc:spChg>
        <pc:spChg chg="add del mod">
          <ac:chgData name="MYUNG JIN" userId="89f3fa32ababedc4" providerId="LiveId" clId="{61CFDB85-767F-41F6-9EC9-9FE05B202BBC}" dt="2024-04-18T05:38:47.229" v="526" actId="478"/>
          <ac:spMkLst>
            <pc:docMk/>
            <pc:sldMk cId="1552810297" sldId="308"/>
            <ac:spMk id="3" creationId="{9DC7AEAB-C979-A189-594C-BB82E5CF1BDF}"/>
          </ac:spMkLst>
        </pc:spChg>
        <pc:spChg chg="add mod">
          <ac:chgData name="MYUNG JIN" userId="89f3fa32ababedc4" providerId="LiveId" clId="{61CFDB85-767F-41F6-9EC9-9FE05B202BBC}" dt="2024-04-29T11:05:33.092" v="9048" actId="20577"/>
          <ac:spMkLst>
            <pc:docMk/>
            <pc:sldMk cId="1552810297" sldId="308"/>
            <ac:spMk id="4" creationId="{5A826829-174E-E7B4-20A4-81BE4C51458E}"/>
          </ac:spMkLst>
        </pc:spChg>
        <pc:spChg chg="mod">
          <ac:chgData name="MYUNG JIN" userId="89f3fa32ababedc4" providerId="LiveId" clId="{61CFDB85-767F-41F6-9EC9-9FE05B202BBC}" dt="2024-04-29T10:58:22.914" v="8904" actId="20577"/>
          <ac:spMkLst>
            <pc:docMk/>
            <pc:sldMk cId="1552810297" sldId="308"/>
            <ac:spMk id="8" creationId="{00000000-0000-0000-0000-000000000000}"/>
          </ac:spMkLst>
        </pc:spChg>
      </pc:sldChg>
      <pc:sldChg chg="del">
        <pc:chgData name="MYUNG JIN" userId="89f3fa32ababedc4" providerId="LiveId" clId="{61CFDB85-767F-41F6-9EC9-9FE05B202BBC}" dt="2024-04-09T10:41:12.499" v="251" actId="47"/>
        <pc:sldMkLst>
          <pc:docMk/>
          <pc:sldMk cId="3578895977" sldId="309"/>
        </pc:sldMkLst>
      </pc:sldChg>
      <pc:sldChg chg="addSp delSp modSp mod modAnim">
        <pc:chgData name="MYUNG JIN" userId="89f3fa32ababedc4" providerId="LiveId" clId="{61CFDB85-767F-41F6-9EC9-9FE05B202BBC}" dt="2024-04-29T11:37:43.188" v="9284"/>
        <pc:sldMkLst>
          <pc:docMk/>
          <pc:sldMk cId="3996259717" sldId="310"/>
        </pc:sldMkLst>
        <pc:spChg chg="mod">
          <ac:chgData name="MYUNG JIN" userId="89f3fa32ababedc4" providerId="LiveId" clId="{61CFDB85-767F-41F6-9EC9-9FE05B202BBC}" dt="2024-04-28T12:40:27.217" v="2000" actId="255"/>
          <ac:spMkLst>
            <pc:docMk/>
            <pc:sldMk cId="3996259717" sldId="310"/>
            <ac:spMk id="2" creationId="{00000000-0000-0000-0000-000000000000}"/>
          </ac:spMkLst>
        </pc:spChg>
        <pc:spChg chg="add mod">
          <ac:chgData name="MYUNG JIN" userId="89f3fa32ababedc4" providerId="LiveId" clId="{61CFDB85-767F-41F6-9EC9-9FE05B202BBC}" dt="2024-04-29T11:37:43.188" v="9284"/>
          <ac:spMkLst>
            <pc:docMk/>
            <pc:sldMk cId="3996259717" sldId="310"/>
            <ac:spMk id="3" creationId="{85EED2CB-E7DD-50F4-CD0F-B7D3F4AD7B89}"/>
          </ac:spMkLst>
        </pc:spChg>
        <pc:spChg chg="mod">
          <ac:chgData name="MYUNG JIN" userId="89f3fa32ababedc4" providerId="LiveId" clId="{61CFDB85-767F-41F6-9EC9-9FE05B202BBC}" dt="2024-04-29T10:59:12.339" v="8934" actId="20577"/>
          <ac:spMkLst>
            <pc:docMk/>
            <pc:sldMk cId="3996259717" sldId="310"/>
            <ac:spMk id="8" creationId="{00000000-0000-0000-0000-000000000000}"/>
          </ac:spMkLst>
        </pc:spChg>
        <pc:spChg chg="add del mod">
          <ac:chgData name="MYUNG JIN" userId="89f3fa32ababedc4" providerId="LiveId" clId="{61CFDB85-767F-41F6-9EC9-9FE05B202BBC}" dt="2024-04-29T00:22:13.160" v="4979" actId="478"/>
          <ac:spMkLst>
            <pc:docMk/>
            <pc:sldMk cId="3996259717" sldId="310"/>
            <ac:spMk id="9" creationId="{B46B4C42-953D-8E8F-FDD0-FD61A1BA0BA1}"/>
          </ac:spMkLst>
        </pc:spChg>
        <pc:spChg chg="add mod">
          <ac:chgData name="MYUNG JIN" userId="89f3fa32ababedc4" providerId="LiveId" clId="{61CFDB85-767F-41F6-9EC9-9FE05B202BBC}" dt="2024-04-29T00:29:22.919" v="5371" actId="1076"/>
          <ac:spMkLst>
            <pc:docMk/>
            <pc:sldMk cId="3996259717" sldId="310"/>
            <ac:spMk id="10" creationId="{B46B4C42-953D-8E8F-FDD0-FD61A1BA0BA1}"/>
          </ac:spMkLst>
        </pc:spChg>
        <pc:spChg chg="add mod">
          <ac:chgData name="MYUNG JIN" userId="89f3fa32ababedc4" providerId="LiveId" clId="{61CFDB85-767F-41F6-9EC9-9FE05B202BBC}" dt="2024-04-29T00:22:18.502" v="4980" actId="1076"/>
          <ac:spMkLst>
            <pc:docMk/>
            <pc:sldMk cId="3996259717" sldId="310"/>
            <ac:spMk id="34" creationId="{1891D043-DD76-5952-6551-B07475D0E1DB}"/>
          </ac:spMkLst>
        </pc:spChg>
        <pc:spChg chg="add mod">
          <ac:chgData name="MYUNG JIN" userId="89f3fa32ababedc4" providerId="LiveId" clId="{61CFDB85-767F-41F6-9EC9-9FE05B202BBC}" dt="2024-04-29T00:22:18.502" v="4980" actId="1076"/>
          <ac:spMkLst>
            <pc:docMk/>
            <pc:sldMk cId="3996259717" sldId="310"/>
            <ac:spMk id="54" creationId="{E92BD8AB-7682-6B3E-4932-92CCCDBF402E}"/>
          </ac:spMkLst>
        </pc:spChg>
        <pc:spChg chg="add mod">
          <ac:chgData name="MYUNG JIN" userId="89f3fa32ababedc4" providerId="LiveId" clId="{61CFDB85-767F-41F6-9EC9-9FE05B202BBC}" dt="2024-04-29T00:22:18.502" v="4980" actId="1076"/>
          <ac:spMkLst>
            <pc:docMk/>
            <pc:sldMk cId="3996259717" sldId="310"/>
            <ac:spMk id="55" creationId="{09961667-1109-F64C-0BCF-8153ED80D979}"/>
          </ac:spMkLst>
        </pc:spChg>
        <pc:spChg chg="add del mod">
          <ac:chgData name="MYUNG JIN" userId="89f3fa32ababedc4" providerId="LiveId" clId="{61CFDB85-767F-41F6-9EC9-9FE05B202BBC}" dt="2024-04-29T01:00:43.006" v="5603" actId="478"/>
          <ac:spMkLst>
            <pc:docMk/>
            <pc:sldMk cId="3996259717" sldId="310"/>
            <ac:spMk id="65" creationId="{8743B6F1-CA3C-54EC-BF7C-C5602A521781}"/>
          </ac:spMkLst>
        </pc:spChg>
        <pc:spChg chg="add mod">
          <ac:chgData name="MYUNG JIN" userId="89f3fa32ababedc4" providerId="LiveId" clId="{61CFDB85-767F-41F6-9EC9-9FE05B202BBC}" dt="2024-04-29T01:03:55.124" v="5987" actId="20577"/>
          <ac:spMkLst>
            <pc:docMk/>
            <pc:sldMk cId="3996259717" sldId="310"/>
            <ac:spMk id="72" creationId="{5E8CF9BD-D047-8242-AF62-5A6108FF8B39}"/>
          </ac:spMkLst>
        </pc:spChg>
        <pc:spChg chg="add mod">
          <ac:chgData name="MYUNG JIN" userId="89f3fa32ababedc4" providerId="LiveId" clId="{61CFDB85-767F-41F6-9EC9-9FE05B202BBC}" dt="2024-04-29T01:02:15.312" v="5713" actId="1076"/>
          <ac:spMkLst>
            <pc:docMk/>
            <pc:sldMk cId="3996259717" sldId="310"/>
            <ac:spMk id="73" creationId="{427CCCEA-D47A-59B5-D4DC-8F12229DA0C1}"/>
          </ac:spMkLst>
        </pc:spChg>
        <pc:grpChg chg="add del mod topLvl">
          <ac:chgData name="MYUNG JIN" userId="89f3fa32ababedc4" providerId="LiveId" clId="{61CFDB85-767F-41F6-9EC9-9FE05B202BBC}" dt="2024-04-28T19:40:54.281" v="3267" actId="165"/>
          <ac:grpSpMkLst>
            <pc:docMk/>
            <pc:sldMk cId="3996259717" sldId="310"/>
            <ac:grpSpMk id="33" creationId="{D0ADC8BC-5F0D-D3C7-A723-F7ADD34D10E9}"/>
          </ac:grpSpMkLst>
        </pc:grpChg>
        <pc:grpChg chg="add mod">
          <ac:chgData name="MYUNG JIN" userId="89f3fa32ababedc4" providerId="LiveId" clId="{61CFDB85-767F-41F6-9EC9-9FE05B202BBC}" dt="2024-04-28T19:07:10.955" v="3150" actId="571"/>
          <ac:grpSpMkLst>
            <pc:docMk/>
            <pc:sldMk cId="3996259717" sldId="310"/>
            <ac:grpSpMk id="35" creationId="{73A50F14-0660-7B1F-0BCA-AF84641DA3E5}"/>
          </ac:grpSpMkLst>
        </pc:grpChg>
        <pc:grpChg chg="add del mod">
          <ac:chgData name="MYUNG JIN" userId="89f3fa32ababedc4" providerId="LiveId" clId="{61CFDB85-767F-41F6-9EC9-9FE05B202BBC}" dt="2024-04-28T19:40:49.583" v="3266" actId="165"/>
          <ac:grpSpMkLst>
            <pc:docMk/>
            <pc:sldMk cId="3996259717" sldId="310"/>
            <ac:grpSpMk id="57" creationId="{88443399-2FCA-ED4D-6B21-23E295F5F2FF}"/>
          </ac:grpSpMkLst>
        </pc:grpChg>
        <pc:grpChg chg="add mod">
          <ac:chgData name="MYUNG JIN" userId="89f3fa32ababedc4" providerId="LiveId" clId="{61CFDB85-767F-41F6-9EC9-9FE05B202BBC}" dt="2024-04-29T10:58:47.963" v="8926" actId="1076"/>
          <ac:grpSpMkLst>
            <pc:docMk/>
            <pc:sldMk cId="3996259717" sldId="310"/>
            <ac:grpSpMk id="58" creationId="{FC037CAC-2FD9-81F0-58F3-DDDC7E3AC5F5}"/>
          </ac:grpSpMkLst>
        </pc:grpChg>
        <pc:picChg chg="add del mod">
          <ac:chgData name="MYUNG JIN" userId="89f3fa32ababedc4" providerId="LiveId" clId="{61CFDB85-767F-41F6-9EC9-9FE05B202BBC}" dt="2024-04-29T00:22:10.490" v="4978" actId="478"/>
          <ac:picMkLst>
            <pc:docMk/>
            <pc:sldMk cId="3996259717" sldId="310"/>
            <ac:picMk id="4" creationId="{77751B99-53A8-6FF7-D373-614167B83A64}"/>
          </ac:picMkLst>
        </pc:picChg>
        <pc:picChg chg="add mod topLvl">
          <ac:chgData name="MYUNG JIN" userId="89f3fa32ababedc4" providerId="LiveId" clId="{61CFDB85-767F-41F6-9EC9-9FE05B202BBC}" dt="2024-04-29T00:22:18.502" v="4980" actId="1076"/>
          <ac:picMkLst>
            <pc:docMk/>
            <pc:sldMk cId="3996259717" sldId="310"/>
            <ac:picMk id="11" creationId="{5F8129AC-44D0-62F4-0A81-5B8ACC670693}"/>
          </ac:picMkLst>
        </pc:picChg>
        <pc:picChg chg="add del mod">
          <ac:chgData name="MYUNG JIN" userId="89f3fa32ababedc4" providerId="LiveId" clId="{61CFDB85-767F-41F6-9EC9-9FE05B202BBC}" dt="2024-04-28T13:08:19.117" v="2224" actId="478"/>
          <ac:picMkLst>
            <pc:docMk/>
            <pc:sldMk cId="3996259717" sldId="310"/>
            <ac:picMk id="13" creationId="{A280FDA6-0D57-822D-A4D3-4A74DA542A19}"/>
          </ac:picMkLst>
        </pc:picChg>
        <pc:picChg chg="add del mod">
          <ac:chgData name="MYUNG JIN" userId="89f3fa32ababedc4" providerId="LiveId" clId="{61CFDB85-767F-41F6-9EC9-9FE05B202BBC}" dt="2024-04-28T09:14:28.080" v="1732" actId="478"/>
          <ac:picMkLst>
            <pc:docMk/>
            <pc:sldMk cId="3996259717" sldId="310"/>
            <ac:picMk id="13" creationId="{B771DC93-F261-0492-1783-C387D000F50E}"/>
          </ac:picMkLst>
        </pc:picChg>
        <pc:picChg chg="add del mod">
          <ac:chgData name="MYUNG JIN" userId="89f3fa32ababedc4" providerId="LiveId" clId="{61CFDB85-767F-41F6-9EC9-9FE05B202BBC}" dt="2024-04-28T09:19:26.173" v="1740" actId="478"/>
          <ac:picMkLst>
            <pc:docMk/>
            <pc:sldMk cId="3996259717" sldId="310"/>
            <ac:picMk id="14" creationId="{1ACBDD23-509D-AA9A-60C0-58E839CDE0E3}"/>
          </ac:picMkLst>
        </pc:picChg>
        <pc:picChg chg="add del mod">
          <ac:chgData name="MYUNG JIN" userId="89f3fa32ababedc4" providerId="LiveId" clId="{61CFDB85-767F-41F6-9EC9-9FE05B202BBC}" dt="2024-04-28T12:06:23.483" v="1838" actId="21"/>
          <ac:picMkLst>
            <pc:docMk/>
            <pc:sldMk cId="3996259717" sldId="310"/>
            <ac:picMk id="15" creationId="{136F85E2-3514-315A-48D1-8D8BD9B3D74E}"/>
          </ac:picMkLst>
        </pc:picChg>
        <pc:picChg chg="add del mod">
          <ac:chgData name="MYUNG JIN" userId="89f3fa32ababedc4" providerId="LiveId" clId="{61CFDB85-767F-41F6-9EC9-9FE05B202BBC}" dt="2024-04-28T11:46:28.083" v="1812" actId="478"/>
          <ac:picMkLst>
            <pc:docMk/>
            <pc:sldMk cId="3996259717" sldId="310"/>
            <ac:picMk id="16" creationId="{BCBCEDC7-EC28-25E4-6DF4-C8BBC8DD1473}"/>
          </ac:picMkLst>
        </pc:picChg>
        <pc:picChg chg="add del">
          <ac:chgData name="MYUNG JIN" userId="89f3fa32ababedc4" providerId="LiveId" clId="{61CFDB85-767F-41F6-9EC9-9FE05B202BBC}" dt="2024-04-28T13:08:23.171" v="2226" actId="478"/>
          <ac:picMkLst>
            <pc:docMk/>
            <pc:sldMk cId="3996259717" sldId="310"/>
            <ac:picMk id="18" creationId="{6FA0815E-9D0A-466C-031C-5780CD5F381A}"/>
          </ac:picMkLst>
        </pc:picChg>
        <pc:picChg chg="add del mod">
          <ac:chgData name="MYUNG JIN" userId="89f3fa32ababedc4" providerId="LiveId" clId="{61CFDB85-767F-41F6-9EC9-9FE05B202BBC}" dt="2024-04-28T13:09:05.695" v="2235" actId="478"/>
          <ac:picMkLst>
            <pc:docMk/>
            <pc:sldMk cId="3996259717" sldId="310"/>
            <ac:picMk id="20" creationId="{36ACB0C6-CB67-F2E3-6753-97225217FA71}"/>
          </ac:picMkLst>
        </pc:picChg>
        <pc:picChg chg="add del mod">
          <ac:chgData name="MYUNG JIN" userId="89f3fa32ababedc4" providerId="LiveId" clId="{61CFDB85-767F-41F6-9EC9-9FE05B202BBC}" dt="2024-04-28T13:13:11.208" v="2244" actId="478"/>
          <ac:picMkLst>
            <pc:docMk/>
            <pc:sldMk cId="3996259717" sldId="310"/>
            <ac:picMk id="22" creationId="{A03BBE8F-30FF-BA7B-CC02-7CE4DE651570}"/>
          </ac:picMkLst>
        </pc:picChg>
        <pc:picChg chg="add del mod">
          <ac:chgData name="MYUNG JIN" userId="89f3fa32ababedc4" providerId="LiveId" clId="{61CFDB85-767F-41F6-9EC9-9FE05B202BBC}" dt="2024-04-28T13:15:09.597" v="2254" actId="478"/>
          <ac:picMkLst>
            <pc:docMk/>
            <pc:sldMk cId="3996259717" sldId="310"/>
            <ac:picMk id="24" creationId="{71C1EEBA-F7F6-0FEC-C2B5-1E23D4015A6C}"/>
          </ac:picMkLst>
        </pc:picChg>
        <pc:picChg chg="add mod topLvl">
          <ac:chgData name="MYUNG JIN" userId="89f3fa32ababedc4" providerId="LiveId" clId="{61CFDB85-767F-41F6-9EC9-9FE05B202BBC}" dt="2024-04-28T19:41:02.408" v="3269" actId="164"/>
          <ac:picMkLst>
            <pc:docMk/>
            <pc:sldMk cId="3996259717" sldId="310"/>
            <ac:picMk id="26" creationId="{102C4254-2340-0324-B3EF-848E87C248FD}"/>
          </ac:picMkLst>
        </pc:picChg>
        <pc:picChg chg="add del mod">
          <ac:chgData name="MYUNG JIN" userId="89f3fa32ababedc4" providerId="LiveId" clId="{61CFDB85-767F-41F6-9EC9-9FE05B202BBC}" dt="2024-04-28T13:23:24.139" v="2269" actId="478"/>
          <ac:picMkLst>
            <pc:docMk/>
            <pc:sldMk cId="3996259717" sldId="310"/>
            <ac:picMk id="28" creationId="{E0F7B162-48B3-5847-CBC7-430239BC4CD7}"/>
          </ac:picMkLst>
        </pc:picChg>
        <pc:picChg chg="add del mod">
          <ac:chgData name="MYUNG JIN" userId="89f3fa32ababedc4" providerId="LiveId" clId="{61CFDB85-767F-41F6-9EC9-9FE05B202BBC}" dt="2024-04-28T13:55:54.125" v="2421" actId="478"/>
          <ac:picMkLst>
            <pc:docMk/>
            <pc:sldMk cId="3996259717" sldId="310"/>
            <ac:picMk id="30" creationId="{AC053BC7-5BE1-5AB7-E734-453530999D21}"/>
          </ac:picMkLst>
        </pc:picChg>
        <pc:picChg chg="add mod">
          <ac:chgData name="MYUNG JIN" userId="89f3fa32ababedc4" providerId="LiveId" clId="{61CFDB85-767F-41F6-9EC9-9FE05B202BBC}" dt="2024-04-29T00:22:18.502" v="4980" actId="1076"/>
          <ac:picMkLst>
            <pc:docMk/>
            <pc:sldMk cId="3996259717" sldId="310"/>
            <ac:picMk id="32" creationId="{18257E8E-646C-4BEE-421E-AB898E4BD9E0}"/>
          </ac:picMkLst>
        </pc:picChg>
        <pc:picChg chg="mod">
          <ac:chgData name="MYUNG JIN" userId="89f3fa32ababedc4" providerId="LiveId" clId="{61CFDB85-767F-41F6-9EC9-9FE05B202BBC}" dt="2024-04-28T19:07:10.955" v="3150" actId="571"/>
          <ac:picMkLst>
            <pc:docMk/>
            <pc:sldMk cId="3996259717" sldId="310"/>
            <ac:picMk id="36" creationId="{86282BDB-5504-FEBE-6B88-1337AC59712B}"/>
          </ac:picMkLst>
        </pc:picChg>
        <pc:picChg chg="mod">
          <ac:chgData name="MYUNG JIN" userId="89f3fa32ababedc4" providerId="LiveId" clId="{61CFDB85-767F-41F6-9EC9-9FE05B202BBC}" dt="2024-04-28T19:07:10.955" v="3150" actId="571"/>
          <ac:picMkLst>
            <pc:docMk/>
            <pc:sldMk cId="3996259717" sldId="310"/>
            <ac:picMk id="37" creationId="{461F8CE5-CE87-30E5-462F-7FABB224D3BF}"/>
          </ac:picMkLst>
        </pc:picChg>
        <pc:picChg chg="add mod">
          <ac:chgData name="MYUNG JIN" userId="89f3fa32ababedc4" providerId="LiveId" clId="{61CFDB85-767F-41F6-9EC9-9FE05B202BBC}" dt="2024-04-28T19:07:10.955" v="3150" actId="571"/>
          <ac:picMkLst>
            <pc:docMk/>
            <pc:sldMk cId="3996259717" sldId="310"/>
            <ac:picMk id="38" creationId="{6F625017-B8B3-2A74-D0F5-B20927A2E25B}"/>
          </ac:picMkLst>
        </pc:picChg>
        <pc:picChg chg="add del mod">
          <ac:chgData name="MYUNG JIN" userId="89f3fa32ababedc4" providerId="LiveId" clId="{61CFDB85-767F-41F6-9EC9-9FE05B202BBC}" dt="2024-04-28T19:07:30.500" v="3156" actId="478"/>
          <ac:picMkLst>
            <pc:docMk/>
            <pc:sldMk cId="3996259717" sldId="310"/>
            <ac:picMk id="39" creationId="{85C26C15-8A43-E681-0B45-D4FC47F9E918}"/>
          </ac:picMkLst>
        </pc:picChg>
        <pc:picChg chg="add del mod">
          <ac:chgData name="MYUNG JIN" userId="89f3fa32ababedc4" providerId="LiveId" clId="{61CFDB85-767F-41F6-9EC9-9FE05B202BBC}" dt="2024-04-28T19:13:26.414" v="3169" actId="478"/>
          <ac:picMkLst>
            <pc:docMk/>
            <pc:sldMk cId="3996259717" sldId="310"/>
            <ac:picMk id="41" creationId="{D9E8580B-7852-3293-E7E1-61C96EB4C629}"/>
          </ac:picMkLst>
        </pc:picChg>
        <pc:picChg chg="add del mod">
          <ac:chgData name="MYUNG JIN" userId="89f3fa32ababedc4" providerId="LiveId" clId="{61CFDB85-767F-41F6-9EC9-9FE05B202BBC}" dt="2024-04-28T19:16:01.917" v="3177" actId="478"/>
          <ac:picMkLst>
            <pc:docMk/>
            <pc:sldMk cId="3996259717" sldId="310"/>
            <ac:picMk id="43" creationId="{2AD44C9E-A8EC-1093-E189-81C2E81CEE28}"/>
          </ac:picMkLst>
        </pc:picChg>
        <pc:picChg chg="add del mod">
          <ac:chgData name="MYUNG JIN" userId="89f3fa32ababedc4" providerId="LiveId" clId="{61CFDB85-767F-41F6-9EC9-9FE05B202BBC}" dt="2024-04-28T19:17:58.565" v="3185" actId="478"/>
          <ac:picMkLst>
            <pc:docMk/>
            <pc:sldMk cId="3996259717" sldId="310"/>
            <ac:picMk id="45" creationId="{34503152-F824-F8F9-B632-B95CF478E79C}"/>
          </ac:picMkLst>
        </pc:picChg>
        <pc:picChg chg="add del mod">
          <ac:chgData name="MYUNG JIN" userId="89f3fa32ababedc4" providerId="LiveId" clId="{61CFDB85-767F-41F6-9EC9-9FE05B202BBC}" dt="2024-04-28T19:25:41.031" v="3193" actId="478"/>
          <ac:picMkLst>
            <pc:docMk/>
            <pc:sldMk cId="3996259717" sldId="310"/>
            <ac:picMk id="47" creationId="{602F913E-8810-713F-0335-E2EF7971B474}"/>
          </ac:picMkLst>
        </pc:picChg>
        <pc:picChg chg="add del mod">
          <ac:chgData name="MYUNG JIN" userId="89f3fa32ababedc4" providerId="LiveId" clId="{61CFDB85-767F-41F6-9EC9-9FE05B202BBC}" dt="2024-04-28T19:26:37.629" v="3200" actId="478"/>
          <ac:picMkLst>
            <pc:docMk/>
            <pc:sldMk cId="3996259717" sldId="310"/>
            <ac:picMk id="49" creationId="{D3DC3547-CF34-AC34-072A-F9A7F49C3582}"/>
          </ac:picMkLst>
        </pc:picChg>
        <pc:picChg chg="add del mod">
          <ac:chgData name="MYUNG JIN" userId="89f3fa32ababedc4" providerId="LiveId" clId="{61CFDB85-767F-41F6-9EC9-9FE05B202BBC}" dt="2024-04-28T19:28:30.142" v="3209" actId="478"/>
          <ac:picMkLst>
            <pc:docMk/>
            <pc:sldMk cId="3996259717" sldId="310"/>
            <ac:picMk id="51" creationId="{370F2593-B075-9761-F6F1-989F26B2DCCF}"/>
          </ac:picMkLst>
        </pc:picChg>
        <pc:picChg chg="add mod">
          <ac:chgData name="MYUNG JIN" userId="89f3fa32ababedc4" providerId="LiveId" clId="{61CFDB85-767F-41F6-9EC9-9FE05B202BBC}" dt="2024-04-29T00:22:18.502" v="4980" actId="1076"/>
          <ac:picMkLst>
            <pc:docMk/>
            <pc:sldMk cId="3996259717" sldId="310"/>
            <ac:picMk id="53" creationId="{08FB8D96-B00A-9C5C-16A7-0D27D7DEDB28}"/>
          </ac:picMkLst>
        </pc:picChg>
        <pc:picChg chg="add mod topLvl modCrop">
          <ac:chgData name="MYUNG JIN" userId="89f3fa32ababedc4" providerId="LiveId" clId="{61CFDB85-767F-41F6-9EC9-9FE05B202BBC}" dt="2024-04-28T19:41:08.826" v="3271" actId="1076"/>
          <ac:picMkLst>
            <pc:docMk/>
            <pc:sldMk cId="3996259717" sldId="310"/>
            <ac:picMk id="56" creationId="{C4F2D298-4AB3-679A-B4A6-7C6998064963}"/>
          </ac:picMkLst>
        </pc:picChg>
        <pc:picChg chg="add del mod">
          <ac:chgData name="MYUNG JIN" userId="89f3fa32ababedc4" providerId="LiveId" clId="{61CFDB85-767F-41F6-9EC9-9FE05B202BBC}" dt="2024-04-29T00:12:52.953" v="4953" actId="478"/>
          <ac:picMkLst>
            <pc:docMk/>
            <pc:sldMk cId="3996259717" sldId="310"/>
            <ac:picMk id="60" creationId="{D49FCC5B-DC3E-E01C-0823-B8AF7CE26703}"/>
          </ac:picMkLst>
        </pc:picChg>
        <pc:picChg chg="add del mod">
          <ac:chgData name="MYUNG JIN" userId="89f3fa32ababedc4" providerId="LiveId" clId="{61CFDB85-767F-41F6-9EC9-9FE05B202BBC}" dt="2024-04-29T00:15:51.815" v="4961" actId="478"/>
          <ac:picMkLst>
            <pc:docMk/>
            <pc:sldMk cId="3996259717" sldId="310"/>
            <ac:picMk id="62" creationId="{DC77FF53-BF22-CFFD-EF12-D72C6FFC858A}"/>
          </ac:picMkLst>
        </pc:picChg>
        <pc:picChg chg="add del mod">
          <ac:chgData name="MYUNG JIN" userId="89f3fa32ababedc4" providerId="LiveId" clId="{61CFDB85-767F-41F6-9EC9-9FE05B202BBC}" dt="2024-04-29T00:17:48.879" v="4977" actId="478"/>
          <ac:picMkLst>
            <pc:docMk/>
            <pc:sldMk cId="3996259717" sldId="310"/>
            <ac:picMk id="64" creationId="{82DCA4B0-207B-283E-5E84-6A291B5BA9A7}"/>
          </ac:picMkLst>
        </pc:picChg>
        <pc:picChg chg="add del mod">
          <ac:chgData name="MYUNG JIN" userId="89f3fa32ababedc4" providerId="LiveId" clId="{61CFDB85-767F-41F6-9EC9-9FE05B202BBC}" dt="2024-04-29T00:26:03.535" v="5285" actId="478"/>
          <ac:picMkLst>
            <pc:docMk/>
            <pc:sldMk cId="3996259717" sldId="310"/>
            <ac:picMk id="67" creationId="{4622B488-A7AC-698C-E5EB-36550E54335A}"/>
          </ac:picMkLst>
        </pc:picChg>
        <pc:picChg chg="add del mod">
          <ac:chgData name="MYUNG JIN" userId="89f3fa32ababedc4" providerId="LiveId" clId="{61CFDB85-767F-41F6-9EC9-9FE05B202BBC}" dt="2024-04-29T00:27:48.965" v="5322" actId="478"/>
          <ac:picMkLst>
            <pc:docMk/>
            <pc:sldMk cId="3996259717" sldId="310"/>
            <ac:picMk id="69" creationId="{D50B478A-E004-D71E-3C5A-8E1D62430EDF}"/>
          </ac:picMkLst>
        </pc:picChg>
        <pc:picChg chg="add del mod">
          <ac:chgData name="MYUNG JIN" userId="89f3fa32ababedc4" providerId="LiveId" clId="{61CFDB85-767F-41F6-9EC9-9FE05B202BBC}" dt="2024-04-29T00:28:57.821" v="5330" actId="478"/>
          <ac:picMkLst>
            <pc:docMk/>
            <pc:sldMk cId="3996259717" sldId="310"/>
            <ac:picMk id="71" creationId="{E30A2576-E2F8-B4B1-5556-8881F8160814}"/>
          </ac:picMkLst>
        </pc:picChg>
      </pc:sldChg>
      <pc:sldChg chg="addSp delSp modSp mod">
        <pc:chgData name="MYUNG JIN" userId="89f3fa32ababedc4" providerId="LiveId" clId="{61CFDB85-767F-41F6-9EC9-9FE05B202BBC}" dt="2024-06-24T06:53:55.967" v="9447"/>
        <pc:sldMkLst>
          <pc:docMk/>
          <pc:sldMk cId="1496575499" sldId="311"/>
        </pc:sldMkLst>
        <pc:spChg chg="mod">
          <ac:chgData name="MYUNG JIN" userId="89f3fa32ababedc4" providerId="LiveId" clId="{61CFDB85-767F-41F6-9EC9-9FE05B202BBC}" dt="2024-04-28T16:11:58.467" v="2616"/>
          <ac:spMkLst>
            <pc:docMk/>
            <pc:sldMk cId="1496575499" sldId="311"/>
            <ac:spMk id="2" creationId="{00000000-0000-0000-0000-000000000000}"/>
          </ac:spMkLst>
        </pc:spChg>
        <pc:spChg chg="add mod">
          <ac:chgData name="MYUNG JIN" userId="89f3fa32ababedc4" providerId="LiveId" clId="{61CFDB85-767F-41F6-9EC9-9FE05B202BBC}" dt="2024-04-29T07:17:52.898" v="6422" actId="14100"/>
          <ac:spMkLst>
            <pc:docMk/>
            <pc:sldMk cId="1496575499" sldId="311"/>
            <ac:spMk id="3" creationId="{A25BAFEB-4FD0-5A1A-EF81-0C0947D80959}"/>
          </ac:spMkLst>
        </pc:spChg>
        <pc:spChg chg="mod">
          <ac:chgData name="MYUNG JIN" userId="89f3fa32ababedc4" providerId="LiveId" clId="{61CFDB85-767F-41F6-9EC9-9FE05B202BBC}" dt="2024-04-29T10:59:23.166" v="8942" actId="20577"/>
          <ac:spMkLst>
            <pc:docMk/>
            <pc:sldMk cId="1496575499" sldId="311"/>
            <ac:spMk id="8" creationId="{00000000-0000-0000-0000-000000000000}"/>
          </ac:spMkLst>
        </pc:spChg>
        <pc:spChg chg="add mod">
          <ac:chgData name="MYUNG JIN" userId="89f3fa32ababedc4" providerId="LiveId" clId="{61CFDB85-767F-41F6-9EC9-9FE05B202BBC}" dt="2024-04-29T01:17:19.312" v="6001" actId="164"/>
          <ac:spMkLst>
            <pc:docMk/>
            <pc:sldMk cId="1496575499" sldId="311"/>
            <ac:spMk id="9" creationId="{50AFE188-C909-7263-C5B2-9628B519662C}"/>
          </ac:spMkLst>
        </pc:spChg>
        <pc:spChg chg="add mod topLvl">
          <ac:chgData name="MYUNG JIN" userId="89f3fa32ababedc4" providerId="LiveId" clId="{61CFDB85-767F-41F6-9EC9-9FE05B202BBC}" dt="2024-04-29T07:00:13.536" v="6235" actId="165"/>
          <ac:spMkLst>
            <pc:docMk/>
            <pc:sldMk cId="1496575499" sldId="311"/>
            <ac:spMk id="13" creationId="{DCFA512A-9CD4-2809-6E38-AED5EEF8549A}"/>
          </ac:spMkLst>
        </pc:spChg>
        <pc:spChg chg="add mod ord topLvl">
          <ac:chgData name="MYUNG JIN" userId="89f3fa32ababedc4" providerId="LiveId" clId="{61CFDB85-767F-41F6-9EC9-9FE05B202BBC}" dt="2024-04-29T07:00:36.500" v="6244" actId="20577"/>
          <ac:spMkLst>
            <pc:docMk/>
            <pc:sldMk cId="1496575499" sldId="311"/>
            <ac:spMk id="17" creationId="{179E99E3-C668-8633-5559-D226EC49FE30}"/>
          </ac:spMkLst>
        </pc:spChg>
        <pc:spChg chg="add mod">
          <ac:chgData name="MYUNG JIN" userId="89f3fa32ababedc4" providerId="LiveId" clId="{61CFDB85-767F-41F6-9EC9-9FE05B202BBC}" dt="2024-04-29T07:03:12.682" v="6253" actId="20577"/>
          <ac:spMkLst>
            <pc:docMk/>
            <pc:sldMk cId="1496575499" sldId="311"/>
            <ac:spMk id="19" creationId="{FD59805E-5A4C-CB48-2C7A-C7F8E2FE63F3}"/>
          </ac:spMkLst>
        </pc:spChg>
        <pc:spChg chg="add mod">
          <ac:chgData name="MYUNG JIN" userId="89f3fa32ababedc4" providerId="LiveId" clId="{61CFDB85-767F-41F6-9EC9-9FE05B202BBC}" dt="2024-04-29T07:10:07.443" v="6340" actId="20577"/>
          <ac:spMkLst>
            <pc:docMk/>
            <pc:sldMk cId="1496575499" sldId="311"/>
            <ac:spMk id="21" creationId="{236E1B2C-95B0-08CE-3F4A-E61B4F2DD283}"/>
          </ac:spMkLst>
        </pc:spChg>
        <pc:spChg chg="add mod">
          <ac:chgData name="MYUNG JIN" userId="89f3fa32ababedc4" providerId="LiveId" clId="{61CFDB85-767F-41F6-9EC9-9FE05B202BBC}" dt="2024-04-29T07:15:17.376" v="6351" actId="20577"/>
          <ac:spMkLst>
            <pc:docMk/>
            <pc:sldMk cId="1496575499" sldId="311"/>
            <ac:spMk id="23" creationId="{DBD7A8E9-A2A4-07D0-946A-2138BCD6D719}"/>
          </ac:spMkLst>
        </pc:spChg>
        <pc:spChg chg="add mod">
          <ac:chgData name="MYUNG JIN" userId="89f3fa32ababedc4" providerId="LiveId" clId="{61CFDB85-767F-41F6-9EC9-9FE05B202BBC}" dt="2024-04-29T07:17:11.926" v="6359" actId="20577"/>
          <ac:spMkLst>
            <pc:docMk/>
            <pc:sldMk cId="1496575499" sldId="311"/>
            <ac:spMk id="25" creationId="{4232AA51-7498-55D3-B7A9-B10FDC122BB0}"/>
          </ac:spMkLst>
        </pc:spChg>
        <pc:spChg chg="add mod">
          <ac:chgData name="MYUNG JIN" userId="89f3fa32ababedc4" providerId="LiveId" clId="{61CFDB85-767F-41F6-9EC9-9FE05B202BBC}" dt="2024-04-29T07:17:58.748" v="6423" actId="1076"/>
          <ac:spMkLst>
            <pc:docMk/>
            <pc:sldMk cId="1496575499" sldId="311"/>
            <ac:spMk id="26" creationId="{21D00FD2-52B8-F75F-ECF7-E46F3B09C0B9}"/>
          </ac:spMkLst>
        </pc:spChg>
        <pc:grpChg chg="add del mod">
          <ac:chgData name="MYUNG JIN" userId="89f3fa32ababedc4" providerId="LiveId" clId="{61CFDB85-767F-41F6-9EC9-9FE05B202BBC}" dt="2024-04-29T06:54:11.206" v="6117" actId="478"/>
          <ac:grpSpMkLst>
            <pc:docMk/>
            <pc:sldMk cId="1496575499" sldId="311"/>
            <ac:grpSpMk id="10" creationId="{58C31830-3B54-19C9-04D4-429120539E3D}"/>
          </ac:grpSpMkLst>
        </pc:grpChg>
        <pc:grpChg chg="add del mod">
          <ac:chgData name="MYUNG JIN" userId="89f3fa32ababedc4" providerId="LiveId" clId="{61CFDB85-767F-41F6-9EC9-9FE05B202BBC}" dt="2024-04-29T06:59:02.466" v="6224" actId="164"/>
          <ac:grpSpMkLst>
            <pc:docMk/>
            <pc:sldMk cId="1496575499" sldId="311"/>
            <ac:grpSpMk id="14" creationId="{03B4BAD9-FFD9-23B1-F4C4-76549456B2B0}"/>
          </ac:grpSpMkLst>
        </pc:grpChg>
        <pc:grpChg chg="add del mod">
          <ac:chgData name="MYUNG JIN" userId="89f3fa32ababedc4" providerId="LiveId" clId="{61CFDB85-767F-41F6-9EC9-9FE05B202BBC}" dt="2024-04-29T07:00:13.536" v="6235" actId="165"/>
          <ac:grpSpMkLst>
            <pc:docMk/>
            <pc:sldMk cId="1496575499" sldId="311"/>
            <ac:grpSpMk id="15" creationId="{371E0115-FF0D-3A0D-E6EE-ED1254BC021C}"/>
          </ac:grpSpMkLst>
        </pc:grpChg>
        <pc:graphicFrameChg chg="add del mod topLvl">
          <ac:chgData name="MYUNG JIN" userId="89f3fa32ababedc4" providerId="LiveId" clId="{61CFDB85-767F-41F6-9EC9-9FE05B202BBC}" dt="2024-06-24T06:53:55.967" v="9447"/>
          <ac:graphicFrameMkLst>
            <pc:docMk/>
            <pc:sldMk cId="1496575499" sldId="311"/>
            <ac:graphicFrameMk id="11" creationId="{024CB2DF-4152-5795-C9D9-E81B96966CC9}"/>
          </ac:graphicFrameMkLst>
        </pc:graphicFrameChg>
        <pc:graphicFrameChg chg="add mod">
          <ac:chgData name="MYUNG JIN" userId="89f3fa32ababedc4" providerId="LiveId" clId="{61CFDB85-767F-41F6-9EC9-9FE05B202BBC}" dt="2024-04-29T07:03:05.653" v="6249" actId="14100"/>
          <ac:graphicFrameMkLst>
            <pc:docMk/>
            <pc:sldMk cId="1496575499" sldId="311"/>
            <ac:graphicFrameMk id="16" creationId="{DA61B0BF-D396-B423-C8AF-55707C379811}"/>
          </ac:graphicFrameMkLst>
        </pc:graphicFrameChg>
        <pc:graphicFrameChg chg="add mod">
          <ac:chgData name="MYUNG JIN" userId="89f3fa32ababedc4" providerId="LiveId" clId="{61CFDB85-767F-41F6-9EC9-9FE05B202BBC}" dt="2024-04-29T07:03:08.555" v="6251" actId="14100"/>
          <ac:graphicFrameMkLst>
            <pc:docMk/>
            <pc:sldMk cId="1496575499" sldId="311"/>
            <ac:graphicFrameMk id="18" creationId="{F0AFD14F-0DAE-E2B0-1E57-A0AB909E71F7}"/>
          </ac:graphicFrameMkLst>
        </pc:graphicFrameChg>
        <pc:graphicFrameChg chg="add mod">
          <ac:chgData name="MYUNG JIN" userId="89f3fa32ababedc4" providerId="LiveId" clId="{61CFDB85-767F-41F6-9EC9-9FE05B202BBC}" dt="2024-04-29T07:10:02.221" v="6337" actId="1076"/>
          <ac:graphicFrameMkLst>
            <pc:docMk/>
            <pc:sldMk cId="1496575499" sldId="311"/>
            <ac:graphicFrameMk id="20" creationId="{EDF44B72-A658-04F6-B799-2FBF8E32595C}"/>
          </ac:graphicFrameMkLst>
        </pc:graphicFrameChg>
        <pc:graphicFrameChg chg="add mod">
          <ac:chgData name="MYUNG JIN" userId="89f3fa32ababedc4" providerId="LiveId" clId="{61CFDB85-767F-41F6-9EC9-9FE05B202BBC}" dt="2024-04-29T07:15:10.985" v="6348" actId="1076"/>
          <ac:graphicFrameMkLst>
            <pc:docMk/>
            <pc:sldMk cId="1496575499" sldId="311"/>
            <ac:graphicFrameMk id="22" creationId="{715E91C0-5912-FD9B-CE41-FBD28F10D0F1}"/>
          </ac:graphicFrameMkLst>
        </pc:graphicFrameChg>
        <pc:graphicFrameChg chg="add mod">
          <ac:chgData name="MYUNG JIN" userId="89f3fa32ababedc4" providerId="LiveId" clId="{61CFDB85-767F-41F6-9EC9-9FE05B202BBC}" dt="2024-04-29T07:17:07.054" v="6356" actId="1076"/>
          <ac:graphicFrameMkLst>
            <pc:docMk/>
            <pc:sldMk cId="1496575499" sldId="311"/>
            <ac:graphicFrameMk id="24" creationId="{C4A0406E-6FA8-1548-4255-4D8C260627D1}"/>
          </ac:graphicFrameMkLst>
        </pc:graphicFrameChg>
        <pc:picChg chg="add mod">
          <ac:chgData name="MYUNG JIN" userId="89f3fa32ababedc4" providerId="LiveId" clId="{61CFDB85-767F-41F6-9EC9-9FE05B202BBC}" dt="2024-04-29T01:17:19.312" v="6001" actId="164"/>
          <ac:picMkLst>
            <pc:docMk/>
            <pc:sldMk cId="1496575499" sldId="311"/>
            <ac:picMk id="4" creationId="{3020DDF6-FDC7-0D4E-F9F7-029A479956F5}"/>
          </ac:picMkLst>
        </pc:picChg>
      </pc:sldChg>
      <pc:sldChg chg="addSp delSp modSp del mod">
        <pc:chgData name="MYUNG JIN" userId="89f3fa32ababedc4" providerId="LiveId" clId="{61CFDB85-767F-41F6-9EC9-9FE05B202BBC}" dt="2024-04-23T07:50:02.685" v="649" actId="47"/>
        <pc:sldMkLst>
          <pc:docMk/>
          <pc:sldMk cId="1679812937" sldId="312"/>
        </pc:sldMkLst>
        <pc:graphicFrameChg chg="add mod">
          <ac:chgData name="MYUNG JIN" userId="89f3fa32ababedc4" providerId="LiveId" clId="{61CFDB85-767F-41F6-9EC9-9FE05B202BBC}" dt="2024-04-12T03:45:22.346" v="511" actId="1076"/>
          <ac:graphicFrameMkLst>
            <pc:docMk/>
            <pc:sldMk cId="1679812937" sldId="312"/>
            <ac:graphicFrameMk id="9" creationId="{613001C5-B0A0-C1D0-F963-1884B3F5CA52}"/>
          </ac:graphicFrameMkLst>
        </pc:graphicFrameChg>
        <pc:picChg chg="add del mod">
          <ac:chgData name="MYUNG JIN" userId="89f3fa32ababedc4" providerId="LiveId" clId="{61CFDB85-767F-41F6-9EC9-9FE05B202BBC}" dt="2024-04-12T01:58:19.809" v="473" actId="478"/>
          <ac:picMkLst>
            <pc:docMk/>
            <pc:sldMk cId="1679812937" sldId="312"/>
            <ac:picMk id="4" creationId="{BC50017D-DB3D-4D58-1FBC-5519960B5FA4}"/>
          </ac:picMkLst>
        </pc:picChg>
        <pc:picChg chg="add mod ord">
          <ac:chgData name="MYUNG JIN" userId="89f3fa32ababedc4" providerId="LiveId" clId="{61CFDB85-767F-41F6-9EC9-9FE05B202BBC}" dt="2024-04-12T01:58:51.606" v="479" actId="167"/>
          <ac:picMkLst>
            <pc:docMk/>
            <pc:sldMk cId="1679812937" sldId="312"/>
            <ac:picMk id="11" creationId="{D10DB20C-B417-0B83-FA29-BAC00517A18A}"/>
          </ac:picMkLst>
        </pc:picChg>
      </pc:sldChg>
      <pc:sldChg chg="addSp delSp modSp mod ord">
        <pc:chgData name="MYUNG JIN" userId="89f3fa32ababedc4" providerId="LiveId" clId="{61CFDB85-767F-41F6-9EC9-9FE05B202BBC}" dt="2024-04-29T11:37:49.731" v="9285"/>
        <pc:sldMkLst>
          <pc:docMk/>
          <pc:sldMk cId="674815858" sldId="313"/>
        </pc:sldMkLst>
        <pc:spChg chg="mod">
          <ac:chgData name="MYUNG JIN" userId="89f3fa32ababedc4" providerId="LiveId" clId="{61CFDB85-767F-41F6-9EC9-9FE05B202BBC}" dt="2024-04-28T06:07:14.269" v="822" actId="20577"/>
          <ac:spMkLst>
            <pc:docMk/>
            <pc:sldMk cId="674815858" sldId="313"/>
            <ac:spMk id="2" creationId="{00000000-0000-0000-0000-000000000000}"/>
          </ac:spMkLst>
        </pc:spChg>
        <pc:spChg chg="add mod">
          <ac:chgData name="MYUNG JIN" userId="89f3fa32ababedc4" providerId="LiveId" clId="{61CFDB85-767F-41F6-9EC9-9FE05B202BBC}" dt="2024-04-28T19:48:13.854" v="3289" actId="20577"/>
          <ac:spMkLst>
            <pc:docMk/>
            <pc:sldMk cId="674815858" sldId="313"/>
            <ac:spMk id="3" creationId="{DAD32A7D-AF51-510C-A578-612A481546CE}"/>
          </ac:spMkLst>
        </pc:spChg>
        <pc:spChg chg="add del mod">
          <ac:chgData name="MYUNG JIN" userId="89f3fa32ababedc4" providerId="LiveId" clId="{61CFDB85-767F-41F6-9EC9-9FE05B202BBC}" dt="2024-04-29T08:55:55.033" v="6701" actId="21"/>
          <ac:spMkLst>
            <pc:docMk/>
            <pc:sldMk cId="674815858" sldId="313"/>
            <ac:spMk id="4" creationId="{AC1296A4-8358-06D9-9D9E-4BD704225A35}"/>
          </ac:spMkLst>
        </pc:spChg>
        <pc:spChg chg="mod">
          <ac:chgData name="MYUNG JIN" userId="89f3fa32ababedc4" providerId="LiveId" clId="{61CFDB85-767F-41F6-9EC9-9FE05B202BBC}" dt="2024-04-29T10:59:27.448" v="8947" actId="20577"/>
          <ac:spMkLst>
            <pc:docMk/>
            <pc:sldMk cId="674815858" sldId="313"/>
            <ac:spMk id="8" creationId="{00000000-0000-0000-0000-000000000000}"/>
          </ac:spMkLst>
        </pc:spChg>
        <pc:spChg chg="add mod">
          <ac:chgData name="MYUNG JIN" userId="89f3fa32ababedc4" providerId="LiveId" clId="{61CFDB85-767F-41F6-9EC9-9FE05B202BBC}" dt="2024-04-29T08:55:47.877" v="6694" actId="1582"/>
          <ac:spMkLst>
            <pc:docMk/>
            <pc:sldMk cId="674815858" sldId="313"/>
            <ac:spMk id="9" creationId="{2559AA51-23DD-D501-EA9C-E9928E960300}"/>
          </ac:spMkLst>
        </pc:spChg>
        <pc:spChg chg="add del mod">
          <ac:chgData name="MYUNG JIN" userId="89f3fa32ababedc4" providerId="LiveId" clId="{61CFDB85-767F-41F6-9EC9-9FE05B202BBC}" dt="2024-04-29T08:55:54.440" v="6700" actId="47"/>
          <ac:spMkLst>
            <pc:docMk/>
            <pc:sldMk cId="674815858" sldId="313"/>
            <ac:spMk id="10" creationId="{B47246E6-029E-25E3-407F-9A581B2690EC}"/>
          </ac:spMkLst>
        </pc:spChg>
        <pc:spChg chg="add mod">
          <ac:chgData name="MYUNG JIN" userId="89f3fa32ababedc4" providerId="LiveId" clId="{61CFDB85-767F-41F6-9EC9-9FE05B202BBC}" dt="2024-04-29T08:56:16.269" v="6736" actId="1076"/>
          <ac:spMkLst>
            <pc:docMk/>
            <pc:sldMk cId="674815858" sldId="313"/>
            <ac:spMk id="11" creationId="{7524DD18-A617-9B0C-726C-3F898CE169F5}"/>
          </ac:spMkLst>
        </pc:spChg>
        <pc:spChg chg="add mod">
          <ac:chgData name="MYUNG JIN" userId="89f3fa32ababedc4" providerId="LiveId" clId="{61CFDB85-767F-41F6-9EC9-9FE05B202BBC}" dt="2024-04-29T11:37:49.731" v="9285"/>
          <ac:spMkLst>
            <pc:docMk/>
            <pc:sldMk cId="674815858" sldId="313"/>
            <ac:spMk id="13" creationId="{30904A41-DC46-701B-4C3B-C3CD40764FCF}"/>
          </ac:spMkLst>
        </pc:spChg>
        <pc:cxnChg chg="add mod">
          <ac:chgData name="MYUNG JIN" userId="89f3fa32ababedc4" providerId="LiveId" clId="{61CFDB85-767F-41F6-9EC9-9FE05B202BBC}" dt="2024-04-29T08:56:30.783" v="6739" actId="1582"/>
          <ac:cxnSpMkLst>
            <pc:docMk/>
            <pc:sldMk cId="674815858" sldId="313"/>
            <ac:cxnSpMk id="14" creationId="{3193D2A0-6B8B-9F6D-25B2-24A4DF6F8C3A}"/>
          </ac:cxnSpMkLst>
        </pc:cxnChg>
      </pc:sldChg>
      <pc:sldChg chg="addSp modSp add">
        <pc:chgData name="MYUNG JIN" userId="89f3fa32ababedc4" providerId="LiveId" clId="{61CFDB85-767F-41F6-9EC9-9FE05B202BBC}" dt="2024-04-09T12:28:50.071" v="321"/>
        <pc:sldMkLst>
          <pc:docMk/>
          <pc:sldMk cId="507047208" sldId="340"/>
        </pc:sldMkLst>
        <pc:spChg chg="add mod">
          <ac:chgData name="MYUNG JIN" userId="89f3fa32ababedc4" providerId="LiveId" clId="{61CFDB85-767F-41F6-9EC9-9FE05B202BBC}" dt="2024-04-09T12:28:50.071" v="321"/>
          <ac:spMkLst>
            <pc:docMk/>
            <pc:sldMk cId="507047208" sldId="340"/>
            <ac:spMk id="19" creationId="{E08C6D82-BA38-EAA5-EA81-849AC8CBF76B}"/>
          </ac:spMkLst>
        </pc:spChg>
      </pc:sldChg>
      <pc:sldChg chg="addSp modSp add mod">
        <pc:chgData name="MYUNG JIN" userId="89f3fa32ababedc4" providerId="LiveId" clId="{61CFDB85-767F-41F6-9EC9-9FE05B202BBC}" dt="2024-04-09T12:28:39.396" v="320" actId="1076"/>
        <pc:sldMkLst>
          <pc:docMk/>
          <pc:sldMk cId="1988742837" sldId="341"/>
        </pc:sldMkLst>
        <pc:spChg chg="add mod">
          <ac:chgData name="MYUNG JIN" userId="89f3fa32ababedc4" providerId="LiveId" clId="{61CFDB85-767F-41F6-9EC9-9FE05B202BBC}" dt="2024-04-09T12:28:39.396" v="320" actId="1076"/>
          <ac:spMkLst>
            <pc:docMk/>
            <pc:sldMk cId="1988742837" sldId="341"/>
            <ac:spMk id="3" creationId="{95FA2142-5EB6-3901-5B9D-AF89A26965F3}"/>
          </ac:spMkLst>
        </pc:spChg>
      </pc:sldChg>
      <pc:sldChg chg="addSp modSp add">
        <pc:chgData name="MYUNG JIN" userId="89f3fa32ababedc4" providerId="LiveId" clId="{61CFDB85-767F-41F6-9EC9-9FE05B202BBC}" dt="2024-04-09T12:28:51.027" v="322"/>
        <pc:sldMkLst>
          <pc:docMk/>
          <pc:sldMk cId="3444908019" sldId="347"/>
        </pc:sldMkLst>
        <pc:spChg chg="add mod">
          <ac:chgData name="MYUNG JIN" userId="89f3fa32ababedc4" providerId="LiveId" clId="{61CFDB85-767F-41F6-9EC9-9FE05B202BBC}" dt="2024-04-09T12:28:51.027" v="322"/>
          <ac:spMkLst>
            <pc:docMk/>
            <pc:sldMk cId="3444908019" sldId="347"/>
            <ac:spMk id="17" creationId="{BFC82DA1-F295-0D69-6872-F2FBEB86FCC5}"/>
          </ac:spMkLst>
        </pc:spChg>
      </pc:sldChg>
      <pc:sldChg chg="addSp modSp add">
        <pc:chgData name="MYUNG JIN" userId="89f3fa32ababedc4" providerId="LiveId" clId="{61CFDB85-767F-41F6-9EC9-9FE05B202BBC}" dt="2024-04-09T12:28:52.321" v="323"/>
        <pc:sldMkLst>
          <pc:docMk/>
          <pc:sldMk cId="2219360768" sldId="349"/>
        </pc:sldMkLst>
        <pc:spChg chg="add mod">
          <ac:chgData name="MYUNG JIN" userId="89f3fa32ababedc4" providerId="LiveId" clId="{61CFDB85-767F-41F6-9EC9-9FE05B202BBC}" dt="2024-04-09T12:28:52.321" v="323"/>
          <ac:spMkLst>
            <pc:docMk/>
            <pc:sldMk cId="2219360768" sldId="349"/>
            <ac:spMk id="3" creationId="{3EA77DD5-4F9F-7A72-5564-38D59C6BD32D}"/>
          </ac:spMkLst>
        </pc:spChg>
      </pc:sldChg>
      <pc:sldChg chg="addSp modSp mod ord">
        <pc:chgData name="MYUNG JIN" userId="89f3fa32ababedc4" providerId="LiveId" clId="{61CFDB85-767F-41F6-9EC9-9FE05B202BBC}" dt="2024-04-29T11:37:27.656" v="9280" actId="20577"/>
        <pc:sldMkLst>
          <pc:docMk/>
          <pc:sldMk cId="3150985815" sldId="350"/>
        </pc:sldMkLst>
        <pc:spChg chg="add mod">
          <ac:chgData name="MYUNG JIN" userId="89f3fa32ababedc4" providerId="LiveId" clId="{61CFDB85-767F-41F6-9EC9-9FE05B202BBC}" dt="2024-04-29T11:37:27.656" v="9280" actId="20577"/>
          <ac:spMkLst>
            <pc:docMk/>
            <pc:sldMk cId="3150985815" sldId="350"/>
            <ac:spMk id="3" creationId="{7278D68A-60AA-B726-A3A9-4A4F576C8682}"/>
          </ac:spMkLst>
        </pc:spChg>
        <pc:spChg chg="mod">
          <ac:chgData name="MYUNG JIN" userId="89f3fa32ababedc4" providerId="LiveId" clId="{61CFDB85-767F-41F6-9EC9-9FE05B202BBC}" dt="2024-04-28T22:00:54.769" v="4715" actId="1076"/>
          <ac:spMkLst>
            <pc:docMk/>
            <pc:sldMk cId="3150985815" sldId="350"/>
            <ac:spMk id="4" creationId="{5A826829-174E-E7B4-20A4-81BE4C51458E}"/>
          </ac:spMkLst>
        </pc:spChg>
        <pc:spChg chg="mod">
          <ac:chgData name="MYUNG JIN" userId="89f3fa32ababedc4" providerId="LiveId" clId="{61CFDB85-767F-41F6-9EC9-9FE05B202BBC}" dt="2024-04-29T10:58:25.713" v="8908" actId="20577"/>
          <ac:spMkLst>
            <pc:docMk/>
            <pc:sldMk cId="3150985815" sldId="350"/>
            <ac:spMk id="8" creationId="{00000000-0000-0000-0000-000000000000}"/>
          </ac:spMkLst>
        </pc:spChg>
        <pc:spChg chg="add mod">
          <ac:chgData name="MYUNG JIN" userId="89f3fa32ababedc4" providerId="LiveId" clId="{61CFDB85-767F-41F6-9EC9-9FE05B202BBC}" dt="2024-04-28T22:00:54.769" v="4715" actId="1076"/>
          <ac:spMkLst>
            <pc:docMk/>
            <pc:sldMk cId="3150985815" sldId="350"/>
            <ac:spMk id="10" creationId="{E292E41E-06B2-D5FD-1DBD-EA4DAE79C441}"/>
          </ac:spMkLst>
        </pc:spChg>
        <pc:spChg chg="add mod">
          <ac:chgData name="MYUNG JIN" userId="89f3fa32ababedc4" providerId="LiveId" clId="{61CFDB85-767F-41F6-9EC9-9FE05B202BBC}" dt="2024-04-28T22:00:44.063" v="4713" actId="1076"/>
          <ac:spMkLst>
            <pc:docMk/>
            <pc:sldMk cId="3150985815" sldId="350"/>
            <ac:spMk id="11" creationId="{9E640C31-2473-EA59-C285-20D03A444BDB}"/>
          </ac:spMkLst>
        </pc:spChg>
        <pc:spChg chg="add mod ord">
          <ac:chgData name="MYUNG JIN" userId="89f3fa32ababedc4" providerId="LiveId" clId="{61CFDB85-767F-41F6-9EC9-9FE05B202BBC}" dt="2024-04-28T22:00:40.652" v="4711" actId="1076"/>
          <ac:spMkLst>
            <pc:docMk/>
            <pc:sldMk cId="3150985815" sldId="350"/>
            <ac:spMk id="18" creationId="{090A0DF5-DF7C-277E-8225-873A69597090}"/>
          </ac:spMkLst>
        </pc:spChg>
        <pc:grpChg chg="add mod">
          <ac:chgData name="MYUNG JIN" userId="89f3fa32ababedc4" providerId="LiveId" clId="{61CFDB85-767F-41F6-9EC9-9FE05B202BBC}" dt="2024-04-28T22:00:54.769" v="4715" actId="1076"/>
          <ac:grpSpMkLst>
            <pc:docMk/>
            <pc:sldMk cId="3150985815" sldId="350"/>
            <ac:grpSpMk id="17" creationId="{476A6443-1A05-1E34-72F2-B527F23B671B}"/>
          </ac:grpSpMkLst>
        </pc:grpChg>
        <pc:grpChg chg="add mod">
          <ac:chgData name="MYUNG JIN" userId="89f3fa32ababedc4" providerId="LiveId" clId="{61CFDB85-767F-41F6-9EC9-9FE05B202BBC}" dt="2024-04-28T22:00:48.517" v="4714" actId="1076"/>
          <ac:grpSpMkLst>
            <pc:docMk/>
            <pc:sldMk cId="3150985815" sldId="350"/>
            <ac:grpSpMk id="19" creationId="{A7A8AEA8-2784-9F80-432F-3D1BE593C48B}"/>
          </ac:grpSpMkLst>
        </pc:grpChg>
        <pc:picChg chg="add mod">
          <ac:chgData name="MYUNG JIN" userId="89f3fa32ababedc4" providerId="LiveId" clId="{61CFDB85-767F-41F6-9EC9-9FE05B202BBC}" dt="2024-04-28T07:39:36.417" v="1192" actId="164"/>
          <ac:picMkLst>
            <pc:docMk/>
            <pc:sldMk cId="3150985815" sldId="350"/>
            <ac:picMk id="9" creationId="{81A197B3-DCF6-BD15-4845-935E0B616121}"/>
          </ac:picMkLst>
        </pc:picChg>
        <pc:cxnChg chg="add mod">
          <ac:chgData name="MYUNG JIN" userId="89f3fa32ababedc4" providerId="LiveId" clId="{61CFDB85-767F-41F6-9EC9-9FE05B202BBC}" dt="2024-04-28T07:39:36.417" v="1192" actId="164"/>
          <ac:cxnSpMkLst>
            <pc:docMk/>
            <pc:sldMk cId="3150985815" sldId="350"/>
            <ac:cxnSpMk id="14" creationId="{5B04B4A5-DCB1-E60C-108C-2D6F8397B46F}"/>
          </ac:cxnSpMkLst>
        </pc:cxnChg>
        <pc:cxnChg chg="add mod">
          <ac:chgData name="MYUNG JIN" userId="89f3fa32ababedc4" providerId="LiveId" clId="{61CFDB85-767F-41F6-9EC9-9FE05B202BBC}" dt="2024-04-28T07:39:36.417" v="1192" actId="164"/>
          <ac:cxnSpMkLst>
            <pc:docMk/>
            <pc:sldMk cId="3150985815" sldId="350"/>
            <ac:cxnSpMk id="15" creationId="{1E457458-5D06-5274-162B-1CD3D9CAAA89}"/>
          </ac:cxnSpMkLst>
        </pc:cxnChg>
      </pc:sldChg>
      <pc:sldChg chg="addSp delSp modSp add del mod">
        <pc:chgData name="MYUNG JIN" userId="89f3fa32ababedc4" providerId="LiveId" clId="{61CFDB85-767F-41F6-9EC9-9FE05B202BBC}" dt="2024-04-29T00:00:58.900" v="4804" actId="47"/>
        <pc:sldMkLst>
          <pc:docMk/>
          <pc:sldMk cId="1942553986" sldId="351"/>
        </pc:sldMkLst>
        <pc:spChg chg="mod">
          <ac:chgData name="MYUNG JIN" userId="89f3fa32ababedc4" providerId="LiveId" clId="{61CFDB85-767F-41F6-9EC9-9FE05B202BBC}" dt="2024-04-29T00:00:54.742" v="4802" actId="20577"/>
          <ac:spMkLst>
            <pc:docMk/>
            <pc:sldMk cId="1942553986" sldId="351"/>
            <ac:spMk id="2" creationId="{00000000-0000-0000-0000-000000000000}"/>
          </ac:spMkLst>
        </pc:spChg>
        <pc:spChg chg="mod">
          <ac:chgData name="MYUNG JIN" userId="89f3fa32ababedc4" providerId="LiveId" clId="{61CFDB85-767F-41F6-9EC9-9FE05B202BBC}" dt="2024-04-29T00:00:28.818" v="4786" actId="20577"/>
          <ac:spMkLst>
            <pc:docMk/>
            <pc:sldMk cId="1942553986" sldId="351"/>
            <ac:spMk id="8" creationId="{00000000-0000-0000-0000-000000000000}"/>
          </ac:spMkLst>
        </pc:spChg>
        <pc:spChg chg="add del">
          <ac:chgData name="MYUNG JIN" userId="89f3fa32ababedc4" providerId="LiveId" clId="{61CFDB85-767F-41F6-9EC9-9FE05B202BBC}" dt="2024-04-28T21:24:06.776" v="3499" actId="478"/>
          <ac:spMkLst>
            <pc:docMk/>
            <pc:sldMk cId="1942553986" sldId="351"/>
            <ac:spMk id="10" creationId="{1BE89668-2EE4-B1A6-DDC9-54B03241A8B0}"/>
          </ac:spMkLst>
        </pc:spChg>
        <pc:spChg chg="add del">
          <ac:chgData name="MYUNG JIN" userId="89f3fa32ababedc4" providerId="LiveId" clId="{61CFDB85-767F-41F6-9EC9-9FE05B202BBC}" dt="2024-04-28T21:24:19.076" v="3501" actId="478"/>
          <ac:spMkLst>
            <pc:docMk/>
            <pc:sldMk cId="1942553986" sldId="351"/>
            <ac:spMk id="11" creationId="{A65DFD1F-4BE3-F4B0-CECC-7C04FC682B18}"/>
          </ac:spMkLst>
        </pc:spChg>
        <pc:spChg chg="add del mod">
          <ac:chgData name="MYUNG JIN" userId="89f3fa32ababedc4" providerId="LiveId" clId="{61CFDB85-767F-41F6-9EC9-9FE05B202BBC}" dt="2024-04-28T21:24:50.408" v="3506" actId="478"/>
          <ac:spMkLst>
            <pc:docMk/>
            <pc:sldMk cId="1942553986" sldId="351"/>
            <ac:spMk id="13" creationId="{BEF23FB8-7E01-A0FE-336E-ED8DFC3498D3}"/>
          </ac:spMkLst>
        </pc:spChg>
        <pc:spChg chg="add mod">
          <ac:chgData name="MYUNG JIN" userId="89f3fa32ababedc4" providerId="LiveId" clId="{61CFDB85-767F-41F6-9EC9-9FE05B202BBC}" dt="2024-04-28T21:25:51.985" v="3513" actId="164"/>
          <ac:spMkLst>
            <pc:docMk/>
            <pc:sldMk cId="1942553986" sldId="351"/>
            <ac:spMk id="14" creationId="{2F537EB0-D7C2-EB81-F11E-6153A1137410}"/>
          </ac:spMkLst>
        </pc:spChg>
        <pc:spChg chg="add mod">
          <ac:chgData name="MYUNG JIN" userId="89f3fa32ababedc4" providerId="LiveId" clId="{61CFDB85-767F-41F6-9EC9-9FE05B202BBC}" dt="2024-04-28T21:27:08.920" v="3529" actId="14100"/>
          <ac:spMkLst>
            <pc:docMk/>
            <pc:sldMk cId="1942553986" sldId="351"/>
            <ac:spMk id="15" creationId="{71136899-B904-00BA-DD51-7F11C1EA7A30}"/>
          </ac:spMkLst>
        </pc:spChg>
        <pc:spChg chg="add mod">
          <ac:chgData name="MYUNG JIN" userId="89f3fa32ababedc4" providerId="LiveId" clId="{61CFDB85-767F-41F6-9EC9-9FE05B202BBC}" dt="2024-04-28T21:26:33.932" v="3523" actId="164"/>
          <ac:spMkLst>
            <pc:docMk/>
            <pc:sldMk cId="1942553986" sldId="351"/>
            <ac:spMk id="17" creationId="{005304D7-642C-151B-31B2-89F591BD368B}"/>
          </ac:spMkLst>
        </pc:spChg>
        <pc:spChg chg="add del mod">
          <ac:chgData name="MYUNG JIN" userId="89f3fa32ababedc4" providerId="LiveId" clId="{61CFDB85-767F-41F6-9EC9-9FE05B202BBC}" dt="2024-04-28T22:05:40.939" v="4734" actId="478"/>
          <ac:spMkLst>
            <pc:docMk/>
            <pc:sldMk cId="1942553986" sldId="351"/>
            <ac:spMk id="31" creationId="{C44EF143-9CF7-522D-3779-2F5B452A4B07}"/>
          </ac:spMkLst>
        </pc:spChg>
        <pc:spChg chg="add del mod">
          <ac:chgData name="MYUNG JIN" userId="89f3fa32ababedc4" providerId="LiveId" clId="{61CFDB85-767F-41F6-9EC9-9FE05B202BBC}" dt="2024-04-28T22:05:40.939" v="4734" actId="478"/>
          <ac:spMkLst>
            <pc:docMk/>
            <pc:sldMk cId="1942553986" sldId="351"/>
            <ac:spMk id="36" creationId="{59179272-1076-0CE5-D070-FEE95066A58F}"/>
          </ac:spMkLst>
        </pc:spChg>
        <pc:spChg chg="add del mod">
          <ac:chgData name="MYUNG JIN" userId="89f3fa32ababedc4" providerId="LiveId" clId="{61CFDB85-767F-41F6-9EC9-9FE05B202BBC}" dt="2024-04-28T22:05:40.939" v="4734" actId="478"/>
          <ac:spMkLst>
            <pc:docMk/>
            <pc:sldMk cId="1942553986" sldId="351"/>
            <ac:spMk id="44" creationId="{0D292F83-9D82-DCAD-13F1-FC1D9E032E29}"/>
          </ac:spMkLst>
        </pc:spChg>
        <pc:spChg chg="add del mod">
          <ac:chgData name="MYUNG JIN" userId="89f3fa32ababedc4" providerId="LiveId" clId="{61CFDB85-767F-41F6-9EC9-9FE05B202BBC}" dt="2024-04-28T22:05:40.939" v="4734" actId="478"/>
          <ac:spMkLst>
            <pc:docMk/>
            <pc:sldMk cId="1942553986" sldId="351"/>
            <ac:spMk id="48" creationId="{6D91E4C4-900B-BAE7-D6D0-5B821E5AD9CE}"/>
          </ac:spMkLst>
        </pc:spChg>
        <pc:spChg chg="mod">
          <ac:chgData name="MYUNG JIN" userId="89f3fa32ababedc4" providerId="LiveId" clId="{61CFDB85-767F-41F6-9EC9-9FE05B202BBC}" dt="2024-04-28T21:39:42.291" v="3896" actId="571"/>
          <ac:spMkLst>
            <pc:docMk/>
            <pc:sldMk cId="1942553986" sldId="351"/>
            <ac:spMk id="56" creationId="{7B03F696-251C-BC65-53D6-31421AA3F18C}"/>
          </ac:spMkLst>
        </pc:spChg>
        <pc:spChg chg="del mod">
          <ac:chgData name="MYUNG JIN" userId="89f3fa32ababedc4" providerId="LiveId" clId="{61CFDB85-767F-41F6-9EC9-9FE05B202BBC}" dt="2024-04-28T21:38:12.813" v="3883" actId="478"/>
          <ac:spMkLst>
            <pc:docMk/>
            <pc:sldMk cId="1942553986" sldId="351"/>
            <ac:spMk id="58" creationId="{64861344-E848-7F61-5DA7-449FDCE267A6}"/>
          </ac:spMkLst>
        </pc:spChg>
        <pc:spChg chg="mod">
          <ac:chgData name="MYUNG JIN" userId="89f3fa32ababedc4" providerId="LiveId" clId="{61CFDB85-767F-41F6-9EC9-9FE05B202BBC}" dt="2024-04-28T21:39:42.291" v="3896" actId="571"/>
          <ac:spMkLst>
            <pc:docMk/>
            <pc:sldMk cId="1942553986" sldId="351"/>
            <ac:spMk id="59" creationId="{148DD96E-989C-B652-D80B-4AD57161AF79}"/>
          </ac:spMkLst>
        </pc:spChg>
        <pc:spChg chg="add mod">
          <ac:chgData name="MYUNG JIN" userId="89f3fa32ababedc4" providerId="LiveId" clId="{61CFDB85-767F-41F6-9EC9-9FE05B202BBC}" dt="2024-04-28T21:39:42.291" v="3896" actId="571"/>
          <ac:spMkLst>
            <pc:docMk/>
            <pc:sldMk cId="1942553986" sldId="351"/>
            <ac:spMk id="61" creationId="{183B6350-015C-EFF0-3E72-6BB447CFE925}"/>
          </ac:spMkLst>
        </pc:spChg>
        <pc:spChg chg="add del mod">
          <ac:chgData name="MYUNG JIN" userId="89f3fa32ababedc4" providerId="LiveId" clId="{61CFDB85-767F-41F6-9EC9-9FE05B202BBC}" dt="2024-04-28T22:05:40.939" v="4734" actId="478"/>
          <ac:spMkLst>
            <pc:docMk/>
            <pc:sldMk cId="1942553986" sldId="351"/>
            <ac:spMk id="70" creationId="{99A6FC56-969C-1483-8E1F-8B9FA606502B}"/>
          </ac:spMkLst>
        </pc:spChg>
        <pc:spChg chg="add del mod">
          <ac:chgData name="MYUNG JIN" userId="89f3fa32ababedc4" providerId="LiveId" clId="{61CFDB85-767F-41F6-9EC9-9FE05B202BBC}" dt="2024-04-28T22:05:40.939" v="4734" actId="478"/>
          <ac:spMkLst>
            <pc:docMk/>
            <pc:sldMk cId="1942553986" sldId="351"/>
            <ac:spMk id="72" creationId="{C350932C-557D-32B7-3D7D-A7A51EC21C34}"/>
          </ac:spMkLst>
        </pc:spChg>
        <pc:spChg chg="add del mod">
          <ac:chgData name="MYUNG JIN" userId="89f3fa32ababedc4" providerId="LiveId" clId="{61CFDB85-767F-41F6-9EC9-9FE05B202BBC}" dt="2024-04-28T22:05:40.939" v="4734" actId="478"/>
          <ac:spMkLst>
            <pc:docMk/>
            <pc:sldMk cId="1942553986" sldId="351"/>
            <ac:spMk id="75" creationId="{E6A2ED5A-0E65-5CEA-753D-9CAF484F6D4F}"/>
          </ac:spMkLst>
        </pc:spChg>
        <pc:spChg chg="add del mod">
          <ac:chgData name="MYUNG JIN" userId="89f3fa32ababedc4" providerId="LiveId" clId="{61CFDB85-767F-41F6-9EC9-9FE05B202BBC}" dt="2024-04-28T22:05:40.939" v="4734" actId="478"/>
          <ac:spMkLst>
            <pc:docMk/>
            <pc:sldMk cId="1942553986" sldId="351"/>
            <ac:spMk id="76" creationId="{2419A7B3-5027-34AF-55F0-B341643067BE}"/>
          </ac:spMkLst>
        </pc:spChg>
        <pc:spChg chg="add del mod">
          <ac:chgData name="MYUNG JIN" userId="89f3fa32ababedc4" providerId="LiveId" clId="{61CFDB85-767F-41F6-9EC9-9FE05B202BBC}" dt="2024-04-28T22:05:40.939" v="4734" actId="478"/>
          <ac:spMkLst>
            <pc:docMk/>
            <pc:sldMk cId="1942553986" sldId="351"/>
            <ac:spMk id="79" creationId="{AE8D5512-B7E3-6C74-115A-4485A41318F6}"/>
          </ac:spMkLst>
        </pc:spChg>
        <pc:spChg chg="add del mod">
          <ac:chgData name="MYUNG JIN" userId="89f3fa32ababedc4" providerId="LiveId" clId="{61CFDB85-767F-41F6-9EC9-9FE05B202BBC}" dt="2024-04-28T22:05:40.939" v="4734" actId="478"/>
          <ac:spMkLst>
            <pc:docMk/>
            <pc:sldMk cId="1942553986" sldId="351"/>
            <ac:spMk id="80" creationId="{B76ECD0E-50BD-92A3-6562-3EBF16EC85EB}"/>
          </ac:spMkLst>
        </pc:spChg>
        <pc:grpChg chg="add mod">
          <ac:chgData name="MYUNG JIN" userId="89f3fa32ababedc4" providerId="LiveId" clId="{61CFDB85-767F-41F6-9EC9-9FE05B202BBC}" dt="2024-04-28T21:26:46.220" v="3525" actId="164"/>
          <ac:grpSpMkLst>
            <pc:docMk/>
            <pc:sldMk cId="1942553986" sldId="351"/>
            <ac:grpSpMk id="16" creationId="{922398DC-5F0E-D644-8EC6-D14DA4A8A2D0}"/>
          </ac:grpSpMkLst>
        </pc:grpChg>
        <pc:grpChg chg="add mod">
          <ac:chgData name="MYUNG JIN" userId="89f3fa32ababedc4" providerId="LiveId" clId="{61CFDB85-767F-41F6-9EC9-9FE05B202BBC}" dt="2024-04-28T21:26:46.220" v="3525" actId="164"/>
          <ac:grpSpMkLst>
            <pc:docMk/>
            <pc:sldMk cId="1942553986" sldId="351"/>
            <ac:grpSpMk id="20" creationId="{00BE292B-236D-E098-4F79-F2EF9A21F596}"/>
          </ac:grpSpMkLst>
        </pc:grpChg>
        <pc:grpChg chg="add mod">
          <ac:chgData name="MYUNG JIN" userId="89f3fa32ababedc4" providerId="LiveId" clId="{61CFDB85-767F-41F6-9EC9-9FE05B202BBC}" dt="2024-04-28T21:29:08.567" v="3552" actId="164"/>
          <ac:grpSpMkLst>
            <pc:docMk/>
            <pc:sldMk cId="1942553986" sldId="351"/>
            <ac:grpSpMk id="21" creationId="{F85669A2-4A53-E612-384F-9809111018D8}"/>
          </ac:grpSpMkLst>
        </pc:grpChg>
        <pc:grpChg chg="add del mod">
          <ac:chgData name="MYUNG JIN" userId="89f3fa32ababedc4" providerId="LiveId" clId="{61CFDB85-767F-41F6-9EC9-9FE05B202BBC}" dt="2024-04-28T22:05:40.939" v="4734" actId="478"/>
          <ac:grpSpMkLst>
            <pc:docMk/>
            <pc:sldMk cId="1942553986" sldId="351"/>
            <ac:grpSpMk id="35" creationId="{C4436EEA-15A0-08C8-077B-D16DE3683275}"/>
          </ac:grpSpMkLst>
        </pc:grpChg>
        <pc:grpChg chg="add mod">
          <ac:chgData name="MYUNG JIN" userId="89f3fa32ababedc4" providerId="LiveId" clId="{61CFDB85-767F-41F6-9EC9-9FE05B202BBC}" dt="2024-04-28T21:39:42.291" v="3896" actId="571"/>
          <ac:grpSpMkLst>
            <pc:docMk/>
            <pc:sldMk cId="1942553986" sldId="351"/>
            <ac:grpSpMk id="49" creationId="{AA8BFD2A-39AB-8254-E303-0E4E00E8B621}"/>
          </ac:grpSpMkLst>
        </pc:grpChg>
        <pc:grpChg chg="mod">
          <ac:chgData name="MYUNG JIN" userId="89f3fa32ababedc4" providerId="LiveId" clId="{61CFDB85-767F-41F6-9EC9-9FE05B202BBC}" dt="2024-04-28T21:39:42.291" v="3896" actId="571"/>
          <ac:grpSpMkLst>
            <pc:docMk/>
            <pc:sldMk cId="1942553986" sldId="351"/>
            <ac:grpSpMk id="50" creationId="{EA92E150-E1D3-4521-AA67-FB1B4BEEF730}"/>
          </ac:grpSpMkLst>
        </pc:grpChg>
        <pc:grpChg chg="del mod">
          <ac:chgData name="MYUNG JIN" userId="89f3fa32ababedc4" providerId="LiveId" clId="{61CFDB85-767F-41F6-9EC9-9FE05B202BBC}" dt="2024-04-28T21:38:12.813" v="3883" actId="478"/>
          <ac:grpSpMkLst>
            <pc:docMk/>
            <pc:sldMk cId="1942553986" sldId="351"/>
            <ac:grpSpMk id="54" creationId="{67FDEF20-05C8-F49F-2AB9-24014AEBD337}"/>
          </ac:grpSpMkLst>
        </pc:grpChg>
        <pc:grpChg chg="mod">
          <ac:chgData name="MYUNG JIN" userId="89f3fa32ababedc4" providerId="LiveId" clId="{61CFDB85-767F-41F6-9EC9-9FE05B202BBC}" dt="2024-04-28T21:39:42.291" v="3896" actId="571"/>
          <ac:grpSpMkLst>
            <pc:docMk/>
            <pc:sldMk cId="1942553986" sldId="351"/>
            <ac:grpSpMk id="55" creationId="{DB12B677-D678-B0A5-4A93-C6CB547B3E32}"/>
          </ac:grpSpMkLst>
        </pc:grpChg>
        <pc:grpChg chg="add del mod">
          <ac:chgData name="MYUNG JIN" userId="89f3fa32ababedc4" providerId="LiveId" clId="{61CFDB85-767F-41F6-9EC9-9FE05B202BBC}" dt="2024-04-28T22:05:42.675" v="4735" actId="478"/>
          <ac:grpSpMkLst>
            <pc:docMk/>
            <pc:sldMk cId="1942553986" sldId="351"/>
            <ac:grpSpMk id="65" creationId="{FDA83113-54E0-ADB8-71F0-CCBAE5DCB083}"/>
          </ac:grpSpMkLst>
        </pc:grpChg>
        <pc:picChg chg="add del mod">
          <ac:chgData name="MYUNG JIN" userId="89f3fa32ababedc4" providerId="LiveId" clId="{61CFDB85-767F-41F6-9EC9-9FE05B202BBC}" dt="2024-04-28T21:23:55.872" v="3497" actId="478"/>
          <ac:picMkLst>
            <pc:docMk/>
            <pc:sldMk cId="1942553986" sldId="351"/>
            <ac:picMk id="9" creationId="{7ADC9086-82B9-E9CC-DEFF-E387E2EC8FD5}"/>
          </ac:picMkLst>
        </pc:picChg>
        <pc:cxnChg chg="add del mod">
          <ac:chgData name="MYUNG JIN" userId="89f3fa32ababedc4" providerId="LiveId" clId="{61CFDB85-767F-41F6-9EC9-9FE05B202BBC}" dt="2024-04-28T22:05:38.182" v="4733" actId="478"/>
          <ac:cxnSpMkLst>
            <pc:docMk/>
            <pc:sldMk cId="1942553986" sldId="351"/>
            <ac:cxnSpMk id="3" creationId="{66592F17-0209-34DB-7AA8-7F4CE2B810BD}"/>
          </ac:cxnSpMkLst>
        </pc:cxnChg>
        <pc:cxnChg chg="del mod">
          <ac:chgData name="MYUNG JIN" userId="89f3fa32ababedc4" providerId="LiveId" clId="{61CFDB85-767F-41F6-9EC9-9FE05B202BBC}" dt="2024-04-28T21:23:02.543" v="3492" actId="478"/>
          <ac:cxnSpMkLst>
            <pc:docMk/>
            <pc:sldMk cId="1942553986" sldId="351"/>
            <ac:cxnSpMk id="12" creationId="{00000000-0000-0000-0000-000000000000}"/>
          </ac:cxnSpMkLst>
        </pc:cxnChg>
        <pc:cxnChg chg="add mod">
          <ac:chgData name="MYUNG JIN" userId="89f3fa32ababedc4" providerId="LiveId" clId="{61CFDB85-767F-41F6-9EC9-9FE05B202BBC}" dt="2024-04-28T21:26:33.932" v="3523" actId="164"/>
          <ac:cxnSpMkLst>
            <pc:docMk/>
            <pc:sldMk cId="1942553986" sldId="351"/>
            <ac:cxnSpMk id="19" creationId="{631EB0A2-199F-5748-0641-E5CCF52395BB}"/>
          </ac:cxnSpMkLst>
        </pc:cxnChg>
        <pc:cxnChg chg="add del mod">
          <ac:chgData name="MYUNG JIN" userId="89f3fa32ababedc4" providerId="LiveId" clId="{61CFDB85-767F-41F6-9EC9-9FE05B202BBC}" dt="2024-04-28T21:29:08.567" v="3552" actId="164"/>
          <ac:cxnSpMkLst>
            <pc:docMk/>
            <pc:sldMk cId="1942553986" sldId="351"/>
            <ac:cxnSpMk id="23" creationId="{C80CB0C7-B954-B9C6-E69E-D40F35F3BA82}"/>
          </ac:cxnSpMkLst>
        </pc:cxnChg>
        <pc:cxnChg chg="add mod">
          <ac:chgData name="MYUNG JIN" userId="89f3fa32ababedc4" providerId="LiveId" clId="{61CFDB85-767F-41F6-9EC9-9FE05B202BBC}" dt="2024-04-28T21:29:08.567" v="3552" actId="164"/>
          <ac:cxnSpMkLst>
            <pc:docMk/>
            <pc:sldMk cId="1942553986" sldId="351"/>
            <ac:cxnSpMk id="28" creationId="{1F2F30D8-EE01-1DF4-1866-784162F14B10}"/>
          </ac:cxnSpMkLst>
        </pc:cxnChg>
        <pc:cxnChg chg="add mod">
          <ac:chgData name="MYUNG JIN" userId="89f3fa32ababedc4" providerId="LiveId" clId="{61CFDB85-767F-41F6-9EC9-9FE05B202BBC}" dt="2024-04-28T21:27:45.123" v="3539" actId="571"/>
          <ac:cxnSpMkLst>
            <pc:docMk/>
            <pc:sldMk cId="1942553986" sldId="351"/>
            <ac:cxnSpMk id="29" creationId="{75B350C3-8391-2174-F76E-73C4D9D707C1}"/>
          </ac:cxnSpMkLst>
        </pc:cxnChg>
        <pc:cxnChg chg="add mod">
          <ac:chgData name="MYUNG JIN" userId="89f3fa32ababedc4" providerId="LiveId" clId="{61CFDB85-767F-41F6-9EC9-9FE05B202BBC}" dt="2024-04-28T21:29:08.567" v="3552" actId="164"/>
          <ac:cxnSpMkLst>
            <pc:docMk/>
            <pc:sldMk cId="1942553986" sldId="351"/>
            <ac:cxnSpMk id="30" creationId="{EBA28C00-09F7-CB6D-45D4-53BDE78A5D09}"/>
          </ac:cxnSpMkLst>
        </pc:cxnChg>
        <pc:cxnChg chg="add del mod">
          <ac:chgData name="MYUNG JIN" userId="89f3fa32ababedc4" providerId="LiveId" clId="{61CFDB85-767F-41F6-9EC9-9FE05B202BBC}" dt="2024-04-28T22:05:40.939" v="4734" actId="478"/>
          <ac:cxnSpMkLst>
            <pc:docMk/>
            <pc:sldMk cId="1942553986" sldId="351"/>
            <ac:cxnSpMk id="33" creationId="{EEA6AA9F-B13F-80F0-F979-631D3E39A77E}"/>
          </ac:cxnSpMkLst>
        </pc:cxnChg>
        <pc:cxnChg chg="add del mod">
          <ac:chgData name="MYUNG JIN" userId="89f3fa32ababedc4" providerId="LiveId" clId="{61CFDB85-767F-41F6-9EC9-9FE05B202BBC}" dt="2024-04-28T22:05:40.939" v="4734" actId="478"/>
          <ac:cxnSpMkLst>
            <pc:docMk/>
            <pc:sldMk cId="1942553986" sldId="351"/>
            <ac:cxnSpMk id="38" creationId="{F6A09F47-ED8A-EAC4-4BCB-1891C666D282}"/>
          </ac:cxnSpMkLst>
        </pc:cxnChg>
        <pc:cxnChg chg="add del mod">
          <ac:chgData name="MYUNG JIN" userId="89f3fa32ababedc4" providerId="LiveId" clId="{61CFDB85-767F-41F6-9EC9-9FE05B202BBC}" dt="2024-04-28T22:05:40.939" v="4734" actId="478"/>
          <ac:cxnSpMkLst>
            <pc:docMk/>
            <pc:sldMk cId="1942553986" sldId="351"/>
            <ac:cxnSpMk id="40" creationId="{EE3D9791-081C-261D-6FB0-BE4B57FE6C25}"/>
          </ac:cxnSpMkLst>
        </pc:cxnChg>
        <pc:cxnChg chg="mod">
          <ac:chgData name="MYUNG JIN" userId="89f3fa32ababedc4" providerId="LiveId" clId="{61CFDB85-767F-41F6-9EC9-9FE05B202BBC}" dt="2024-04-28T21:39:42.291" v="3896" actId="571"/>
          <ac:cxnSpMkLst>
            <pc:docMk/>
            <pc:sldMk cId="1942553986" sldId="351"/>
            <ac:cxnSpMk id="51" creationId="{B59AC7B3-05D6-8C2E-DC73-1EE9AF95579B}"/>
          </ac:cxnSpMkLst>
        </pc:cxnChg>
        <pc:cxnChg chg="mod">
          <ac:chgData name="MYUNG JIN" userId="89f3fa32ababedc4" providerId="LiveId" clId="{61CFDB85-767F-41F6-9EC9-9FE05B202BBC}" dt="2024-04-28T21:39:42.291" v="3896" actId="571"/>
          <ac:cxnSpMkLst>
            <pc:docMk/>
            <pc:sldMk cId="1942553986" sldId="351"/>
            <ac:cxnSpMk id="52" creationId="{908148DD-6A58-17B2-202E-00DFED3D3408}"/>
          </ac:cxnSpMkLst>
        </pc:cxnChg>
        <pc:cxnChg chg="del mod">
          <ac:chgData name="MYUNG JIN" userId="89f3fa32ababedc4" providerId="LiveId" clId="{61CFDB85-767F-41F6-9EC9-9FE05B202BBC}" dt="2024-04-28T21:32:38.734" v="3812" actId="478"/>
          <ac:cxnSpMkLst>
            <pc:docMk/>
            <pc:sldMk cId="1942553986" sldId="351"/>
            <ac:cxnSpMk id="53" creationId="{92E9DE89-2BD5-5A5D-1C25-A989CFB3C0D5}"/>
          </ac:cxnSpMkLst>
        </pc:cxnChg>
        <pc:cxnChg chg="mod">
          <ac:chgData name="MYUNG JIN" userId="89f3fa32ababedc4" providerId="LiveId" clId="{61CFDB85-767F-41F6-9EC9-9FE05B202BBC}" dt="2024-04-28T21:39:42.291" v="3896" actId="571"/>
          <ac:cxnSpMkLst>
            <pc:docMk/>
            <pc:sldMk cId="1942553986" sldId="351"/>
            <ac:cxnSpMk id="57" creationId="{5D2564D7-71D6-7841-C7AE-48F9225595D9}"/>
          </ac:cxnSpMkLst>
        </pc:cxnChg>
        <pc:cxnChg chg="add mod">
          <ac:chgData name="MYUNG JIN" userId="89f3fa32ababedc4" providerId="LiveId" clId="{61CFDB85-767F-41F6-9EC9-9FE05B202BBC}" dt="2024-04-28T22:05:42.675" v="4735" actId="478"/>
          <ac:cxnSpMkLst>
            <pc:docMk/>
            <pc:sldMk cId="1942553986" sldId="351"/>
            <ac:cxnSpMk id="64" creationId="{F3EB3E78-2490-7C3A-8D3D-C67E00466D2C}"/>
          </ac:cxnSpMkLst>
        </pc:cxnChg>
        <pc:cxnChg chg="add mod">
          <ac:chgData name="MYUNG JIN" userId="89f3fa32ababedc4" providerId="LiveId" clId="{61CFDB85-767F-41F6-9EC9-9FE05B202BBC}" dt="2024-04-28T22:05:42.675" v="4735" actId="478"/>
          <ac:cxnSpMkLst>
            <pc:docMk/>
            <pc:sldMk cId="1942553986" sldId="351"/>
            <ac:cxnSpMk id="66" creationId="{01D6DC10-047E-DF44-D8BF-1A0FD548DDA0}"/>
          </ac:cxnSpMkLst>
        </pc:cxnChg>
        <pc:cxnChg chg="add del mod">
          <ac:chgData name="MYUNG JIN" userId="89f3fa32ababedc4" providerId="LiveId" clId="{61CFDB85-767F-41F6-9EC9-9FE05B202BBC}" dt="2024-04-28T22:05:40.939" v="4734" actId="478"/>
          <ac:cxnSpMkLst>
            <pc:docMk/>
            <pc:sldMk cId="1942553986" sldId="351"/>
            <ac:cxnSpMk id="71" creationId="{61D485D2-DF67-BAB1-AC64-8A3BADD5BDBE}"/>
          </ac:cxnSpMkLst>
        </pc:cxnChg>
        <pc:cxnChg chg="add del mod">
          <ac:chgData name="MYUNG JIN" userId="89f3fa32ababedc4" providerId="LiveId" clId="{61CFDB85-767F-41F6-9EC9-9FE05B202BBC}" dt="2024-04-28T22:05:40.939" v="4734" actId="478"/>
          <ac:cxnSpMkLst>
            <pc:docMk/>
            <pc:sldMk cId="1942553986" sldId="351"/>
            <ac:cxnSpMk id="77" creationId="{2D33F2FF-14C1-5F38-8552-0C20BB1D2F12}"/>
          </ac:cxnSpMkLst>
        </pc:cxnChg>
      </pc:sldChg>
      <pc:sldChg chg="addSp delSp modSp add mod">
        <pc:chgData name="MYUNG JIN" userId="89f3fa32ababedc4" providerId="LiveId" clId="{61CFDB85-767F-41F6-9EC9-9FE05B202BBC}" dt="2024-04-29T11:49:33.025" v="9324" actId="115"/>
        <pc:sldMkLst>
          <pc:docMk/>
          <pc:sldMk cId="2976974867" sldId="352"/>
        </pc:sldMkLst>
        <pc:spChg chg="del mod">
          <ac:chgData name="MYUNG JIN" userId="89f3fa32ababedc4" providerId="LiveId" clId="{61CFDB85-767F-41F6-9EC9-9FE05B202BBC}" dt="2024-04-29T01:34:20.190" v="6054" actId="478"/>
          <ac:spMkLst>
            <pc:docMk/>
            <pc:sldMk cId="2976974867" sldId="352"/>
            <ac:spMk id="2" creationId="{00000000-0000-0000-0000-000000000000}"/>
          </ac:spMkLst>
        </pc:spChg>
        <pc:spChg chg="add mod">
          <ac:chgData name="MYUNG JIN" userId="89f3fa32ababedc4" providerId="LiveId" clId="{61CFDB85-767F-41F6-9EC9-9FE05B202BBC}" dt="2024-04-29T01:34:20.404" v="6055"/>
          <ac:spMkLst>
            <pc:docMk/>
            <pc:sldMk cId="2976974867" sldId="352"/>
            <ac:spMk id="3" creationId="{3FC1FB6A-7827-B52C-161D-2D34FF2A7BFD}"/>
          </ac:spMkLst>
        </pc:spChg>
        <pc:spChg chg="mod">
          <ac:chgData name="MYUNG JIN" userId="89f3fa32ababedc4" providerId="LiveId" clId="{61CFDB85-767F-41F6-9EC9-9FE05B202BBC}" dt="2024-04-29T10:59:55.284" v="8987" actId="20577"/>
          <ac:spMkLst>
            <pc:docMk/>
            <pc:sldMk cId="2976974867" sldId="352"/>
            <ac:spMk id="8" creationId="{00000000-0000-0000-0000-000000000000}"/>
          </ac:spMkLst>
        </pc:spChg>
        <pc:spChg chg="add mod">
          <ac:chgData name="MYUNG JIN" userId="89f3fa32ababedc4" providerId="LiveId" clId="{61CFDB85-767F-41F6-9EC9-9FE05B202BBC}" dt="2024-04-28T21:37:07.830" v="3822" actId="1076"/>
          <ac:spMkLst>
            <pc:docMk/>
            <pc:sldMk cId="2976974867" sldId="352"/>
            <ac:spMk id="9" creationId="{5391BC46-A7D1-B840-15EA-0D7E86A8459E}"/>
          </ac:spMkLst>
        </pc:spChg>
        <pc:spChg chg="add mod">
          <ac:chgData name="MYUNG JIN" userId="89f3fa32ababedc4" providerId="LiveId" clId="{61CFDB85-767F-41F6-9EC9-9FE05B202BBC}" dt="2024-04-28T21:37:07.830" v="3822" actId="1076"/>
          <ac:spMkLst>
            <pc:docMk/>
            <pc:sldMk cId="2976974867" sldId="352"/>
            <ac:spMk id="10" creationId="{71626767-7EE2-D5C8-6FB7-96967B3B2858}"/>
          </ac:spMkLst>
        </pc:spChg>
        <pc:spChg chg="add mod">
          <ac:chgData name="MYUNG JIN" userId="89f3fa32ababedc4" providerId="LiveId" clId="{61CFDB85-767F-41F6-9EC9-9FE05B202BBC}" dt="2024-04-28T21:37:07.830" v="3822" actId="1076"/>
          <ac:spMkLst>
            <pc:docMk/>
            <pc:sldMk cId="2976974867" sldId="352"/>
            <ac:spMk id="11" creationId="{D351077A-69A9-D740-C6C6-F1B546AF6ED2}"/>
          </ac:spMkLst>
        </pc:spChg>
        <pc:spChg chg="add mod">
          <ac:chgData name="MYUNG JIN" userId="89f3fa32ababedc4" providerId="LiveId" clId="{61CFDB85-767F-41F6-9EC9-9FE05B202BBC}" dt="2024-04-28T21:37:07.830" v="3822" actId="1076"/>
          <ac:spMkLst>
            <pc:docMk/>
            <pc:sldMk cId="2976974867" sldId="352"/>
            <ac:spMk id="13" creationId="{E969D5BE-23AC-C5C5-585F-0523CF4F3AA6}"/>
          </ac:spMkLst>
        </pc:spChg>
        <pc:spChg chg="add mod">
          <ac:chgData name="MYUNG JIN" userId="89f3fa32ababedc4" providerId="LiveId" clId="{61CFDB85-767F-41F6-9EC9-9FE05B202BBC}" dt="2024-04-29T11:49:20.443" v="9323" actId="13926"/>
          <ac:spMkLst>
            <pc:docMk/>
            <pc:sldMk cId="2976974867" sldId="352"/>
            <ac:spMk id="14" creationId="{C882E087-50DC-4741-2D73-DF91F8C69844}"/>
          </ac:spMkLst>
        </pc:spChg>
        <pc:spChg chg="add mod">
          <ac:chgData name="MYUNG JIN" userId="89f3fa32ababedc4" providerId="LiveId" clId="{61CFDB85-767F-41F6-9EC9-9FE05B202BBC}" dt="2024-04-29T08:47:45.202" v="6559" actId="1076"/>
          <ac:spMkLst>
            <pc:docMk/>
            <pc:sldMk cId="2976974867" sldId="352"/>
            <ac:spMk id="15" creationId="{D3A5E6C6-4DEB-5397-A4D9-57DEAF879BA6}"/>
          </ac:spMkLst>
        </pc:spChg>
        <pc:spChg chg="add mod">
          <ac:chgData name="MYUNG JIN" userId="89f3fa32ababedc4" providerId="LiveId" clId="{61CFDB85-767F-41F6-9EC9-9FE05B202BBC}" dt="2024-04-29T08:47:58.487" v="6563" actId="1076"/>
          <ac:spMkLst>
            <pc:docMk/>
            <pc:sldMk cId="2976974867" sldId="352"/>
            <ac:spMk id="17" creationId="{E2B986B0-961F-448F-CC0C-A6FF87E5D6BB}"/>
          </ac:spMkLst>
        </pc:spChg>
        <pc:spChg chg="add mod">
          <ac:chgData name="MYUNG JIN" userId="89f3fa32ababedc4" providerId="LiveId" clId="{61CFDB85-767F-41F6-9EC9-9FE05B202BBC}" dt="2024-04-28T21:37:10.513" v="3823" actId="1076"/>
          <ac:spMkLst>
            <pc:docMk/>
            <pc:sldMk cId="2976974867" sldId="352"/>
            <ac:spMk id="21" creationId="{21EAAF1E-389D-CB06-13C1-61C84B5286EE}"/>
          </ac:spMkLst>
        </pc:spChg>
        <pc:spChg chg="add mod">
          <ac:chgData name="MYUNG JIN" userId="89f3fa32ababedc4" providerId="LiveId" clId="{61CFDB85-767F-41F6-9EC9-9FE05B202BBC}" dt="2024-04-29T11:20:11.731" v="9273" actId="14100"/>
          <ac:spMkLst>
            <pc:docMk/>
            <pc:sldMk cId="2976974867" sldId="352"/>
            <ac:spMk id="23" creationId="{34888940-D674-1D8F-4800-F8F73FEA2FB7}"/>
          </ac:spMkLst>
        </pc:spChg>
        <pc:spChg chg="add mod">
          <ac:chgData name="MYUNG JIN" userId="89f3fa32ababedc4" providerId="LiveId" clId="{61CFDB85-767F-41F6-9EC9-9FE05B202BBC}" dt="2024-04-29T09:41:49.966" v="7489" actId="164"/>
          <ac:spMkLst>
            <pc:docMk/>
            <pc:sldMk cId="2976974867" sldId="352"/>
            <ac:spMk id="26" creationId="{B76F0298-B4CB-8640-057D-C591293F5404}"/>
          </ac:spMkLst>
        </pc:spChg>
        <pc:spChg chg="add mod">
          <ac:chgData name="MYUNG JIN" userId="89f3fa32ababedc4" providerId="LiveId" clId="{61CFDB85-767F-41F6-9EC9-9FE05B202BBC}" dt="2024-04-28T21:47:53.370" v="4165" actId="571"/>
          <ac:spMkLst>
            <pc:docMk/>
            <pc:sldMk cId="2976974867" sldId="352"/>
            <ac:spMk id="28" creationId="{709D24B1-A743-F5B9-367E-FCB11FD83390}"/>
          </ac:spMkLst>
        </pc:spChg>
        <pc:spChg chg="add mod">
          <ac:chgData name="MYUNG JIN" userId="89f3fa32ababedc4" providerId="LiveId" clId="{61CFDB85-767F-41F6-9EC9-9FE05B202BBC}" dt="2024-04-29T11:49:33.025" v="9324" actId="115"/>
          <ac:spMkLst>
            <pc:docMk/>
            <pc:sldMk cId="2976974867" sldId="352"/>
            <ac:spMk id="30" creationId="{1C68E40D-55E7-7250-9DA4-A70770F2E7F7}"/>
          </ac:spMkLst>
        </pc:spChg>
        <pc:spChg chg="add mod">
          <ac:chgData name="MYUNG JIN" userId="89f3fa32ababedc4" providerId="LiveId" clId="{61CFDB85-767F-41F6-9EC9-9FE05B202BBC}" dt="2024-04-29T09:41:49.966" v="7489" actId="164"/>
          <ac:spMkLst>
            <pc:docMk/>
            <pc:sldMk cId="2976974867" sldId="352"/>
            <ac:spMk id="31" creationId="{EE3CBE01-BB1F-EF89-1231-4914D72823A5}"/>
          </ac:spMkLst>
        </pc:spChg>
        <pc:spChg chg="add mod">
          <ac:chgData name="MYUNG JIN" userId="89f3fa32ababedc4" providerId="LiveId" clId="{61CFDB85-767F-41F6-9EC9-9FE05B202BBC}" dt="2024-04-29T09:41:49.966" v="7489" actId="164"/>
          <ac:spMkLst>
            <pc:docMk/>
            <pc:sldMk cId="2976974867" sldId="352"/>
            <ac:spMk id="34" creationId="{936C0E9D-551E-7D19-EFFE-4B01E931FCF3}"/>
          </ac:spMkLst>
        </pc:spChg>
        <pc:grpChg chg="add mod">
          <ac:chgData name="MYUNG JIN" userId="89f3fa32ababedc4" providerId="LiveId" clId="{61CFDB85-767F-41F6-9EC9-9FE05B202BBC}" dt="2024-04-29T09:41:50.853" v="7490" actId="1076"/>
          <ac:grpSpMkLst>
            <pc:docMk/>
            <pc:sldMk cId="2976974867" sldId="352"/>
            <ac:grpSpMk id="19" creationId="{B4B5B47C-AD4F-4F15-A66A-6376131F07A0}"/>
          </ac:grpSpMkLst>
        </pc:grpChg>
        <pc:picChg chg="add mod">
          <ac:chgData name="MYUNG JIN" userId="89f3fa32ababedc4" providerId="LiveId" clId="{61CFDB85-767F-41F6-9EC9-9FE05B202BBC}" dt="2024-04-28T21:48:51.538" v="4243" actId="1076"/>
          <ac:picMkLst>
            <pc:docMk/>
            <pc:sldMk cId="2976974867" sldId="352"/>
            <ac:picMk id="4" creationId="{55FD7684-842A-8AD8-5B01-F37DE14E6F8F}"/>
          </ac:picMkLst>
        </pc:picChg>
        <pc:picChg chg="add mod">
          <ac:chgData name="MYUNG JIN" userId="89f3fa32ababedc4" providerId="LiveId" clId="{61CFDB85-767F-41F6-9EC9-9FE05B202BBC}" dt="2024-04-29T09:41:49.966" v="7489" actId="164"/>
          <ac:picMkLst>
            <pc:docMk/>
            <pc:sldMk cId="2976974867" sldId="352"/>
            <ac:picMk id="25" creationId="{32DB4F70-E10B-4A3C-6D7E-0A15A826BADD}"/>
          </ac:picMkLst>
        </pc:picChg>
        <pc:picChg chg="add mod">
          <ac:chgData name="MYUNG JIN" userId="89f3fa32ababedc4" providerId="LiveId" clId="{61CFDB85-767F-41F6-9EC9-9FE05B202BBC}" dt="2024-04-28T21:47:53.370" v="4165" actId="571"/>
          <ac:picMkLst>
            <pc:docMk/>
            <pc:sldMk cId="2976974867" sldId="352"/>
            <ac:picMk id="27" creationId="{F6F88184-8F72-807A-7432-3F135972E9EE}"/>
          </ac:picMkLst>
        </pc:picChg>
        <pc:cxnChg chg="del mod">
          <ac:chgData name="MYUNG JIN" userId="89f3fa32ababedc4" providerId="LiveId" clId="{61CFDB85-767F-41F6-9EC9-9FE05B202BBC}" dt="2024-04-28T21:51:00.976" v="4299" actId="478"/>
          <ac:cxnSpMkLst>
            <pc:docMk/>
            <pc:sldMk cId="2976974867" sldId="352"/>
            <ac:cxnSpMk id="12" creationId="{00000000-0000-0000-0000-000000000000}"/>
          </ac:cxnSpMkLst>
        </pc:cxnChg>
        <pc:cxnChg chg="add mod">
          <ac:chgData name="MYUNG JIN" userId="89f3fa32ababedc4" providerId="LiveId" clId="{61CFDB85-767F-41F6-9EC9-9FE05B202BBC}" dt="2024-04-29T01:34:20.404" v="6055"/>
          <ac:cxnSpMkLst>
            <pc:docMk/>
            <pc:sldMk cId="2976974867" sldId="352"/>
            <ac:cxnSpMk id="12" creationId="{0EA3C2FA-3012-873D-A76B-D82C29233B6D}"/>
          </ac:cxnSpMkLst>
        </pc:cxnChg>
        <pc:cxnChg chg="add mod">
          <ac:chgData name="MYUNG JIN" userId="89f3fa32ababedc4" providerId="LiveId" clId="{61CFDB85-767F-41F6-9EC9-9FE05B202BBC}" dt="2024-04-29T11:49:16.685" v="9322" actId="1076"/>
          <ac:cxnSpMkLst>
            <pc:docMk/>
            <pc:sldMk cId="2976974867" sldId="352"/>
            <ac:cxnSpMk id="16" creationId="{C3989BC0-2A4C-EDCE-36D5-0BA3306ED64A}"/>
          </ac:cxnSpMkLst>
        </pc:cxnChg>
        <pc:cxnChg chg="add mod">
          <ac:chgData name="MYUNG JIN" userId="89f3fa32ababedc4" providerId="LiveId" clId="{61CFDB85-767F-41F6-9EC9-9FE05B202BBC}" dt="2024-04-28T21:37:07.830" v="3822" actId="1076"/>
          <ac:cxnSpMkLst>
            <pc:docMk/>
            <pc:sldMk cId="2976974867" sldId="352"/>
            <ac:cxnSpMk id="18" creationId="{0BD1DD76-47D8-BEA4-94F2-51139705986F}"/>
          </ac:cxnSpMkLst>
        </pc:cxnChg>
        <pc:cxnChg chg="add mod">
          <ac:chgData name="MYUNG JIN" userId="89f3fa32ababedc4" providerId="LiveId" clId="{61CFDB85-767F-41F6-9EC9-9FE05B202BBC}" dt="2024-04-29T09:41:49.966" v="7489" actId="164"/>
          <ac:cxnSpMkLst>
            <pc:docMk/>
            <pc:sldMk cId="2976974867" sldId="352"/>
            <ac:cxnSpMk id="33" creationId="{F8F37208-4B31-B9F7-A5C8-3C34C0B60408}"/>
          </ac:cxnSpMkLst>
        </pc:cxnChg>
        <pc:cxnChg chg="add del mod">
          <ac:chgData name="MYUNG JIN" userId="89f3fa32ababedc4" providerId="LiveId" clId="{61CFDB85-767F-41F6-9EC9-9FE05B202BBC}" dt="2024-04-29T01:34:20.190" v="6054" actId="478"/>
          <ac:cxnSpMkLst>
            <pc:docMk/>
            <pc:sldMk cId="2976974867" sldId="352"/>
            <ac:cxnSpMk id="35" creationId="{1D66D047-B58B-2CA2-C108-9D68FAD13827}"/>
          </ac:cxnSpMkLst>
        </pc:cxnChg>
      </pc:sldChg>
      <pc:sldChg chg="addSp delSp modSp add mod">
        <pc:chgData name="MYUNG JIN" userId="89f3fa32ababedc4" providerId="LiveId" clId="{61CFDB85-767F-41F6-9EC9-9FE05B202BBC}" dt="2024-04-29T11:50:41.243" v="9440"/>
        <pc:sldMkLst>
          <pc:docMk/>
          <pc:sldMk cId="2509944515" sldId="353"/>
        </pc:sldMkLst>
        <pc:spChg chg="mod">
          <ac:chgData name="MYUNG JIN" userId="89f3fa32ababedc4" providerId="LiveId" clId="{61CFDB85-767F-41F6-9EC9-9FE05B202BBC}" dt="2024-04-28T21:51:28.710" v="4314" actId="20577"/>
          <ac:spMkLst>
            <pc:docMk/>
            <pc:sldMk cId="2509944515" sldId="353"/>
            <ac:spMk id="2" creationId="{00000000-0000-0000-0000-000000000000}"/>
          </ac:spMkLst>
        </pc:spChg>
        <pc:spChg chg="add mod">
          <ac:chgData name="MYUNG JIN" userId="89f3fa32ababedc4" providerId="LiveId" clId="{61CFDB85-767F-41F6-9EC9-9FE05B202BBC}" dt="2024-04-29T10:10:31.459" v="8453" actId="20577"/>
          <ac:spMkLst>
            <pc:docMk/>
            <pc:sldMk cId="2509944515" sldId="353"/>
            <ac:spMk id="3" creationId="{BBAE80E9-A22F-08CB-8DAC-D1B6803AB8F0}"/>
          </ac:spMkLst>
        </pc:spChg>
        <pc:spChg chg="add mod">
          <ac:chgData name="MYUNG JIN" userId="89f3fa32ababedc4" providerId="LiveId" clId="{61CFDB85-767F-41F6-9EC9-9FE05B202BBC}" dt="2024-04-29T11:50:41.243" v="9440"/>
          <ac:spMkLst>
            <pc:docMk/>
            <pc:sldMk cId="2509944515" sldId="353"/>
            <ac:spMk id="4" creationId="{202D934B-C56C-0A1E-EF6C-3D5680E369C2}"/>
          </ac:spMkLst>
        </pc:spChg>
        <pc:spChg chg="mod">
          <ac:chgData name="MYUNG JIN" userId="89f3fa32ababedc4" providerId="LiveId" clId="{61CFDB85-767F-41F6-9EC9-9FE05B202BBC}" dt="2024-04-29T10:59:57.977" v="8992" actId="20577"/>
          <ac:spMkLst>
            <pc:docMk/>
            <pc:sldMk cId="2509944515" sldId="353"/>
            <ac:spMk id="8" creationId="{00000000-0000-0000-0000-000000000000}"/>
          </ac:spMkLst>
        </pc:spChg>
        <pc:spChg chg="add del mod">
          <ac:chgData name="MYUNG JIN" userId="89f3fa32ababedc4" providerId="LiveId" clId="{61CFDB85-767F-41F6-9EC9-9FE05B202BBC}" dt="2024-04-29T10:12:28.705" v="8689" actId="478"/>
          <ac:spMkLst>
            <pc:docMk/>
            <pc:sldMk cId="2509944515" sldId="353"/>
            <ac:spMk id="9" creationId="{E0F7EB9F-A92F-5B82-4C9A-548911E30577}"/>
          </ac:spMkLst>
        </pc:spChg>
      </pc:sldChg>
      <pc:sldChg chg="add del">
        <pc:chgData name="MYUNG JIN" userId="89f3fa32ababedc4" providerId="LiveId" clId="{61CFDB85-767F-41F6-9EC9-9FE05B202BBC}" dt="2024-04-28T21:51:23.908" v="4302" actId="47"/>
        <pc:sldMkLst>
          <pc:docMk/>
          <pc:sldMk cId="3820499681" sldId="354"/>
        </pc:sldMkLst>
      </pc:sldChg>
      <pc:sldChg chg="addSp delSp modSp add mod ord modAnim">
        <pc:chgData name="MYUNG JIN" userId="89f3fa32ababedc4" providerId="LiveId" clId="{61CFDB85-767F-41F6-9EC9-9FE05B202BBC}" dt="2024-04-29T11:51:23.062" v="9443" actId="20577"/>
        <pc:sldMkLst>
          <pc:docMk/>
          <pc:sldMk cId="158879415" sldId="355"/>
        </pc:sldMkLst>
        <pc:spChg chg="add mod">
          <ac:chgData name="MYUNG JIN" userId="89f3fa32ababedc4" providerId="LiveId" clId="{61CFDB85-767F-41F6-9EC9-9FE05B202BBC}" dt="2024-04-29T07:53:05.193" v="6461" actId="20577"/>
          <ac:spMkLst>
            <pc:docMk/>
            <pc:sldMk cId="158879415" sldId="355"/>
            <ac:spMk id="3" creationId="{74FB315E-CAF5-FB5D-037A-03BAADC67F32}"/>
          </ac:spMkLst>
        </pc:spChg>
        <pc:spChg chg="add mod">
          <ac:chgData name="MYUNG JIN" userId="89f3fa32ababedc4" providerId="LiveId" clId="{61CFDB85-767F-41F6-9EC9-9FE05B202BBC}" dt="2024-04-29T08:53:17.068" v="6594" actId="14100"/>
          <ac:spMkLst>
            <pc:docMk/>
            <pc:sldMk cId="158879415" sldId="355"/>
            <ac:spMk id="4" creationId="{82525789-6125-48EF-ED46-E30EEEC017C2}"/>
          </ac:spMkLst>
        </pc:spChg>
        <pc:spChg chg="mod">
          <ac:chgData name="MYUNG JIN" userId="89f3fa32ababedc4" providerId="LiveId" clId="{61CFDB85-767F-41F6-9EC9-9FE05B202BBC}" dt="2024-04-29T11:51:23.062" v="9443" actId="20577"/>
          <ac:spMkLst>
            <pc:docMk/>
            <pc:sldMk cId="158879415" sldId="355"/>
            <ac:spMk id="8" creationId="{00000000-0000-0000-0000-000000000000}"/>
          </ac:spMkLst>
        </pc:spChg>
        <pc:spChg chg="add mod">
          <ac:chgData name="MYUNG JIN" userId="89f3fa32ababedc4" providerId="LiveId" clId="{61CFDB85-767F-41F6-9EC9-9FE05B202BBC}" dt="2024-04-29T07:58:05.380" v="6472" actId="12"/>
          <ac:spMkLst>
            <pc:docMk/>
            <pc:sldMk cId="158879415" sldId="355"/>
            <ac:spMk id="10" creationId="{F0A2B4B9-0B9F-882E-8E7B-D05E4D5EA5C2}"/>
          </ac:spMkLst>
        </pc:spChg>
        <pc:spChg chg="add mod">
          <ac:chgData name="MYUNG JIN" userId="89f3fa32ababedc4" providerId="LiveId" clId="{61CFDB85-767F-41F6-9EC9-9FE05B202BBC}" dt="2024-04-29T08:05:22.261" v="6529" actId="1076"/>
          <ac:spMkLst>
            <pc:docMk/>
            <pc:sldMk cId="158879415" sldId="355"/>
            <ac:spMk id="11" creationId="{9070E548-9A51-98D0-5EC1-C5C239E9388D}"/>
          </ac:spMkLst>
        </pc:spChg>
        <pc:spChg chg="add mod ord">
          <ac:chgData name="MYUNG JIN" userId="89f3fa32ababedc4" providerId="LiveId" clId="{61CFDB85-767F-41F6-9EC9-9FE05B202BBC}" dt="2024-04-29T08:05:24.255" v="6530" actId="1076"/>
          <ac:spMkLst>
            <pc:docMk/>
            <pc:sldMk cId="158879415" sldId="355"/>
            <ac:spMk id="14" creationId="{92DB20DD-72BA-23B5-06E8-7C5D274D9AF5}"/>
          </ac:spMkLst>
        </pc:spChg>
        <pc:spChg chg="add mod">
          <ac:chgData name="MYUNG JIN" userId="89f3fa32ababedc4" providerId="LiveId" clId="{61CFDB85-767F-41F6-9EC9-9FE05B202BBC}" dt="2024-04-29T08:50:15.359" v="6576" actId="1076"/>
          <ac:spMkLst>
            <pc:docMk/>
            <pc:sldMk cId="158879415" sldId="355"/>
            <ac:spMk id="19" creationId="{D4022270-3119-33BB-7008-E49AD2B4C9CA}"/>
          </ac:spMkLst>
        </pc:spChg>
        <pc:spChg chg="add mod">
          <ac:chgData name="MYUNG JIN" userId="89f3fa32ababedc4" providerId="LiveId" clId="{61CFDB85-767F-41F6-9EC9-9FE05B202BBC}" dt="2024-04-29T08:44:41.079" v="6542" actId="1076"/>
          <ac:spMkLst>
            <pc:docMk/>
            <pc:sldMk cId="158879415" sldId="355"/>
            <ac:spMk id="20" creationId="{E74A0995-D757-9234-AA0B-2B2587F8BC7C}"/>
          </ac:spMkLst>
        </pc:spChg>
        <pc:spChg chg="add mod">
          <ac:chgData name="MYUNG JIN" userId="89f3fa32ababedc4" providerId="LiveId" clId="{61CFDB85-767F-41F6-9EC9-9FE05B202BBC}" dt="2024-04-29T11:15:21.036" v="9059" actId="1076"/>
          <ac:spMkLst>
            <pc:docMk/>
            <pc:sldMk cId="158879415" sldId="355"/>
            <ac:spMk id="22" creationId="{C28D8861-DF8D-8A23-03FA-B3028B38CE4E}"/>
          </ac:spMkLst>
        </pc:spChg>
        <pc:spChg chg="add del">
          <ac:chgData name="MYUNG JIN" userId="89f3fa32ababedc4" providerId="LiveId" clId="{61CFDB85-767F-41F6-9EC9-9FE05B202BBC}" dt="2024-04-29T08:45:34.646" v="6548" actId="22"/>
          <ac:spMkLst>
            <pc:docMk/>
            <pc:sldMk cId="158879415" sldId="355"/>
            <ac:spMk id="24" creationId="{A3DCD004-44E5-7536-FA9D-F49E18CF78C9}"/>
          </ac:spMkLst>
        </pc:spChg>
        <pc:spChg chg="add mod">
          <ac:chgData name="MYUNG JIN" userId="89f3fa32ababedc4" providerId="LiveId" clId="{61CFDB85-767F-41F6-9EC9-9FE05B202BBC}" dt="2024-04-29T11:15:16.981" v="9058" actId="1076"/>
          <ac:spMkLst>
            <pc:docMk/>
            <pc:sldMk cId="158879415" sldId="355"/>
            <ac:spMk id="26" creationId="{14ADB90E-6BF4-1F97-894C-5EBF81BA6EF4}"/>
          </ac:spMkLst>
        </pc:spChg>
        <pc:spChg chg="add mod">
          <ac:chgData name="MYUNG JIN" userId="89f3fa32ababedc4" providerId="LiveId" clId="{61CFDB85-767F-41F6-9EC9-9FE05B202BBC}" dt="2024-04-29T11:15:05.068" v="9056" actId="1076"/>
          <ac:spMkLst>
            <pc:docMk/>
            <pc:sldMk cId="158879415" sldId="355"/>
            <ac:spMk id="28" creationId="{F27AB2D9-543F-F7B9-B9AA-CE7880D2E5BB}"/>
          </ac:spMkLst>
        </pc:spChg>
        <pc:spChg chg="add mod">
          <ac:chgData name="MYUNG JIN" userId="89f3fa32ababedc4" providerId="LiveId" clId="{61CFDB85-767F-41F6-9EC9-9FE05B202BBC}" dt="2024-04-29T11:17:18.651" v="9174" actId="164"/>
          <ac:spMkLst>
            <pc:docMk/>
            <pc:sldMk cId="158879415" sldId="355"/>
            <ac:spMk id="29" creationId="{AD7786D3-3449-270E-28AB-AB1EAB533906}"/>
          </ac:spMkLst>
        </pc:spChg>
        <pc:spChg chg="add mod">
          <ac:chgData name="MYUNG JIN" userId="89f3fa32ababedc4" providerId="LiveId" clId="{61CFDB85-767F-41F6-9EC9-9FE05B202BBC}" dt="2024-04-29T11:17:18.651" v="9174" actId="164"/>
          <ac:spMkLst>
            <pc:docMk/>
            <pc:sldMk cId="158879415" sldId="355"/>
            <ac:spMk id="30" creationId="{7218BC73-2A52-6D65-5DE8-AE2687127B5B}"/>
          </ac:spMkLst>
        </pc:spChg>
        <pc:spChg chg="add mod">
          <ac:chgData name="MYUNG JIN" userId="89f3fa32ababedc4" providerId="LiveId" clId="{61CFDB85-767F-41F6-9EC9-9FE05B202BBC}" dt="2024-04-29T08:52:58.789" v="6589" actId="571"/>
          <ac:spMkLst>
            <pc:docMk/>
            <pc:sldMk cId="158879415" sldId="355"/>
            <ac:spMk id="32" creationId="{B12A05CE-045B-207E-2315-66058DC7DF7E}"/>
          </ac:spMkLst>
        </pc:spChg>
        <pc:spChg chg="add mod">
          <ac:chgData name="MYUNG JIN" userId="89f3fa32ababedc4" providerId="LiveId" clId="{61CFDB85-767F-41F6-9EC9-9FE05B202BBC}" dt="2024-04-29T11:17:18.651" v="9174" actId="164"/>
          <ac:spMkLst>
            <pc:docMk/>
            <pc:sldMk cId="158879415" sldId="355"/>
            <ac:spMk id="35" creationId="{7D30CEB1-04AA-1406-02C1-64BD16379875}"/>
          </ac:spMkLst>
        </pc:spChg>
        <pc:spChg chg="add mod">
          <ac:chgData name="MYUNG JIN" userId="89f3fa32ababedc4" providerId="LiveId" clId="{61CFDB85-767F-41F6-9EC9-9FE05B202BBC}" dt="2024-04-29T11:17:18.651" v="9174" actId="164"/>
          <ac:spMkLst>
            <pc:docMk/>
            <pc:sldMk cId="158879415" sldId="355"/>
            <ac:spMk id="49" creationId="{8E834E35-45C1-E0F8-A537-C293B32FBEC5}"/>
          </ac:spMkLst>
        </pc:spChg>
        <pc:grpChg chg="add mod">
          <ac:chgData name="MYUNG JIN" userId="89f3fa32ababedc4" providerId="LiveId" clId="{61CFDB85-767F-41F6-9EC9-9FE05B202BBC}" dt="2024-04-29T11:17:18.651" v="9174" actId="164"/>
          <ac:grpSpMkLst>
            <pc:docMk/>
            <pc:sldMk cId="158879415" sldId="355"/>
            <ac:grpSpMk id="52" creationId="{E5B47E95-0A22-088F-87B3-443A87FFF160}"/>
          </ac:grpSpMkLst>
        </pc:grpChg>
        <pc:graphicFrameChg chg="add mod">
          <ac:chgData name="MYUNG JIN" userId="89f3fa32ababedc4" providerId="LiveId" clId="{61CFDB85-767F-41F6-9EC9-9FE05B202BBC}" dt="2024-04-29T08:46:27.922" v="6553" actId="14100"/>
          <ac:graphicFrameMkLst>
            <pc:docMk/>
            <pc:sldMk cId="158879415" sldId="355"/>
            <ac:graphicFrameMk id="9" creationId="{000F342B-78C7-C121-411B-5D92372A7E9A}"/>
          </ac:graphicFrameMkLst>
        </pc:graphicFrameChg>
        <pc:graphicFrameChg chg="add del mod">
          <ac:chgData name="MYUNG JIN" userId="89f3fa32ababedc4" providerId="LiveId" clId="{61CFDB85-767F-41F6-9EC9-9FE05B202BBC}" dt="2024-04-29T08:01:38.505" v="6494" actId="478"/>
          <ac:graphicFrameMkLst>
            <pc:docMk/>
            <pc:sldMk cId="158879415" sldId="355"/>
            <ac:graphicFrameMk id="13" creationId="{3DC29DA3-995E-64F8-EE93-8F3017F4DB3F}"/>
          </ac:graphicFrameMkLst>
        </pc:graphicFrameChg>
        <pc:graphicFrameChg chg="add del mod">
          <ac:chgData name="MYUNG JIN" userId="89f3fa32ababedc4" providerId="LiveId" clId="{61CFDB85-767F-41F6-9EC9-9FE05B202BBC}" dt="2024-04-29T08:01:33.461" v="6493" actId="478"/>
          <ac:graphicFrameMkLst>
            <pc:docMk/>
            <pc:sldMk cId="158879415" sldId="355"/>
            <ac:graphicFrameMk id="15" creationId="{BC80DE1C-6894-5577-BADB-2D9400D2B4A3}"/>
          </ac:graphicFrameMkLst>
        </pc:graphicFrameChg>
        <pc:graphicFrameChg chg="add del mod">
          <ac:chgData name="MYUNG JIN" userId="89f3fa32ababedc4" providerId="LiveId" clId="{61CFDB85-767F-41F6-9EC9-9FE05B202BBC}" dt="2024-04-29T08:01:45.161" v="6496" actId="478"/>
          <ac:graphicFrameMkLst>
            <pc:docMk/>
            <pc:sldMk cId="158879415" sldId="355"/>
            <ac:graphicFrameMk id="16" creationId="{2589F97A-E9D3-CD41-D5E0-A9511C82AFBA}"/>
          </ac:graphicFrameMkLst>
        </pc:graphicFrameChg>
        <pc:graphicFrameChg chg="add mod">
          <ac:chgData name="MYUNG JIN" userId="89f3fa32ababedc4" providerId="LiveId" clId="{61CFDB85-767F-41F6-9EC9-9FE05B202BBC}" dt="2024-04-29T08:05:11.779" v="6526" actId="14100"/>
          <ac:graphicFrameMkLst>
            <pc:docMk/>
            <pc:sldMk cId="158879415" sldId="355"/>
            <ac:graphicFrameMk id="17" creationId="{5D804DA8-A417-453D-310E-01DD6D9F222E}"/>
          </ac:graphicFrameMkLst>
        </pc:graphicFrameChg>
        <pc:graphicFrameChg chg="add mod">
          <ac:chgData name="MYUNG JIN" userId="89f3fa32ababedc4" providerId="LiveId" clId="{61CFDB85-767F-41F6-9EC9-9FE05B202BBC}" dt="2024-04-29T08:50:04.766" v="6573" actId="1076"/>
          <ac:graphicFrameMkLst>
            <pc:docMk/>
            <pc:sldMk cId="158879415" sldId="355"/>
            <ac:graphicFrameMk id="18" creationId="{B98285F3-5340-21BC-60F2-07B3EE63DDFD}"/>
          </ac:graphicFrameMkLst>
        </pc:graphicFrameChg>
        <pc:graphicFrameChg chg="add mod">
          <ac:chgData name="MYUNG JIN" userId="89f3fa32ababedc4" providerId="LiveId" clId="{61CFDB85-767F-41F6-9EC9-9FE05B202BBC}" dt="2024-04-29T08:46:25.968" v="6552" actId="14100"/>
          <ac:graphicFrameMkLst>
            <pc:docMk/>
            <pc:sldMk cId="158879415" sldId="355"/>
            <ac:graphicFrameMk id="21" creationId="{3B0D0B7C-674F-5981-B533-FA37CA37D1DC}"/>
          </ac:graphicFrameMkLst>
        </pc:graphicFrameChg>
        <pc:graphicFrameChg chg="add mod">
          <ac:chgData name="MYUNG JIN" userId="89f3fa32ababedc4" providerId="LiveId" clId="{61CFDB85-767F-41F6-9EC9-9FE05B202BBC}" dt="2024-04-29T11:16:55.777" v="9170" actId="1076"/>
          <ac:graphicFrameMkLst>
            <pc:docMk/>
            <pc:sldMk cId="158879415" sldId="355"/>
            <ac:graphicFrameMk id="25" creationId="{15547A7E-6220-1A68-384E-B964BCDE8FEE}"/>
          </ac:graphicFrameMkLst>
        </pc:graphicFrameChg>
        <pc:graphicFrameChg chg="add mod">
          <ac:chgData name="MYUNG JIN" userId="89f3fa32ababedc4" providerId="LiveId" clId="{61CFDB85-767F-41F6-9EC9-9FE05B202BBC}" dt="2024-04-29T08:53:02.053" v="6591" actId="1076"/>
          <ac:graphicFrameMkLst>
            <pc:docMk/>
            <pc:sldMk cId="158879415" sldId="355"/>
            <ac:graphicFrameMk id="27" creationId="{AB24268D-0342-BEB9-6BA5-1A48A676CE7D}"/>
          </ac:graphicFrameMkLst>
        </pc:graphicFrameChg>
        <pc:graphicFrameChg chg="add mod">
          <ac:chgData name="MYUNG JIN" userId="89f3fa32ababedc4" providerId="LiveId" clId="{61CFDB85-767F-41F6-9EC9-9FE05B202BBC}" dt="2024-04-29T08:52:58.789" v="6589" actId="571"/>
          <ac:graphicFrameMkLst>
            <pc:docMk/>
            <pc:sldMk cId="158879415" sldId="355"/>
            <ac:graphicFrameMk id="31" creationId="{09F1983E-5495-E423-3C4E-242729328F36}"/>
          </ac:graphicFrameMkLst>
        </pc:graphicFrameChg>
        <pc:cxnChg chg="add mod">
          <ac:chgData name="MYUNG JIN" userId="89f3fa32ababedc4" providerId="LiveId" clId="{61CFDB85-767F-41F6-9EC9-9FE05B202BBC}" dt="2024-04-29T11:17:18.651" v="9174" actId="164"/>
          <ac:cxnSpMkLst>
            <pc:docMk/>
            <pc:sldMk cId="158879415" sldId="355"/>
            <ac:cxnSpMk id="34" creationId="{3CE61FFB-CDD5-A3F8-5455-8E64452D0394}"/>
          </ac:cxnSpMkLst>
        </pc:cxnChg>
        <pc:cxnChg chg="add del mod">
          <ac:chgData name="MYUNG JIN" userId="89f3fa32ababedc4" providerId="LiveId" clId="{61CFDB85-767F-41F6-9EC9-9FE05B202BBC}" dt="2024-04-29T08:54:33.947" v="6685" actId="478"/>
          <ac:cxnSpMkLst>
            <pc:docMk/>
            <pc:sldMk cId="158879415" sldId="355"/>
            <ac:cxnSpMk id="38" creationId="{2B53546A-BFC5-AA43-79F9-066B0E269910}"/>
          </ac:cxnSpMkLst>
        </pc:cxnChg>
        <pc:cxnChg chg="add mod">
          <ac:chgData name="MYUNG JIN" userId="89f3fa32ababedc4" providerId="LiveId" clId="{61CFDB85-767F-41F6-9EC9-9FE05B202BBC}" dt="2024-04-29T11:17:18.651" v="9174" actId="164"/>
          <ac:cxnSpMkLst>
            <pc:docMk/>
            <pc:sldMk cId="158879415" sldId="355"/>
            <ac:cxnSpMk id="41" creationId="{2CC1A643-2476-8289-C8B4-73BF933B97AF}"/>
          </ac:cxnSpMkLst>
        </pc:cxnChg>
        <pc:cxnChg chg="add mod">
          <ac:chgData name="MYUNG JIN" userId="89f3fa32ababedc4" providerId="LiveId" clId="{61CFDB85-767F-41F6-9EC9-9FE05B202BBC}" dt="2024-04-29T11:17:18.651" v="9174" actId="164"/>
          <ac:cxnSpMkLst>
            <pc:docMk/>
            <pc:sldMk cId="158879415" sldId="355"/>
            <ac:cxnSpMk id="44" creationId="{0A88390E-8B0A-9A60-5574-591EC5A0364E}"/>
          </ac:cxnSpMkLst>
        </pc:cxnChg>
      </pc:sldChg>
      <pc:sldChg chg="addSp delSp modSp add mod">
        <pc:chgData name="MYUNG JIN" userId="89f3fa32ababedc4" providerId="LiveId" clId="{61CFDB85-767F-41F6-9EC9-9FE05B202BBC}" dt="2024-04-29T11:47:38.928" v="9321" actId="14100"/>
        <pc:sldMkLst>
          <pc:docMk/>
          <pc:sldMk cId="1214262277" sldId="356"/>
        </pc:sldMkLst>
        <pc:spChg chg="mod">
          <ac:chgData name="MYUNG JIN" userId="89f3fa32ababedc4" providerId="LiveId" clId="{61CFDB85-767F-41F6-9EC9-9FE05B202BBC}" dt="2024-04-28T07:45:18.561" v="1262" actId="20577"/>
          <ac:spMkLst>
            <pc:docMk/>
            <pc:sldMk cId="1214262277" sldId="356"/>
            <ac:spMk id="2" creationId="{00000000-0000-0000-0000-000000000000}"/>
          </ac:spMkLst>
        </pc:spChg>
        <pc:spChg chg="del">
          <ac:chgData name="MYUNG JIN" userId="89f3fa32ababedc4" providerId="LiveId" clId="{61CFDB85-767F-41F6-9EC9-9FE05B202BBC}" dt="2024-04-28T07:47:23.590" v="1263" actId="478"/>
          <ac:spMkLst>
            <pc:docMk/>
            <pc:sldMk cId="1214262277" sldId="356"/>
            <ac:spMk id="4" creationId="{5A826829-174E-E7B4-20A4-81BE4C51458E}"/>
          </ac:spMkLst>
        </pc:spChg>
        <pc:spChg chg="add mod">
          <ac:chgData name="MYUNG JIN" userId="89f3fa32ababedc4" providerId="LiveId" clId="{61CFDB85-767F-41F6-9EC9-9FE05B202BBC}" dt="2024-04-29T11:37:33.910" v="9281"/>
          <ac:spMkLst>
            <pc:docMk/>
            <pc:sldMk cId="1214262277" sldId="356"/>
            <ac:spMk id="4" creationId="{EE5A94B9-50B2-BACE-840C-FD4B54765A24}"/>
          </ac:spMkLst>
        </pc:spChg>
        <pc:spChg chg="mod">
          <ac:chgData name="MYUNG JIN" userId="89f3fa32ababedc4" providerId="LiveId" clId="{61CFDB85-767F-41F6-9EC9-9FE05B202BBC}" dt="2024-04-29T10:58:28.427" v="8912" actId="20577"/>
          <ac:spMkLst>
            <pc:docMk/>
            <pc:sldMk cId="1214262277" sldId="356"/>
            <ac:spMk id="8" creationId="{00000000-0000-0000-0000-000000000000}"/>
          </ac:spMkLst>
        </pc:spChg>
        <pc:spChg chg="add mod">
          <ac:chgData name="MYUNG JIN" userId="89f3fa32ababedc4" providerId="LiveId" clId="{61CFDB85-767F-41F6-9EC9-9FE05B202BBC}" dt="2024-04-29T11:47:34.869" v="9320" actId="14100"/>
          <ac:spMkLst>
            <pc:docMk/>
            <pc:sldMk cId="1214262277" sldId="356"/>
            <ac:spMk id="10" creationId="{2FFCFB74-F557-0C0E-4BA3-BAFF0F0A6433}"/>
          </ac:spMkLst>
        </pc:spChg>
        <pc:spChg chg="add mod">
          <ac:chgData name="MYUNG JIN" userId="89f3fa32ababedc4" providerId="LiveId" clId="{61CFDB85-767F-41F6-9EC9-9FE05B202BBC}" dt="2024-04-28T07:55:48.451" v="1312" actId="1076"/>
          <ac:spMkLst>
            <pc:docMk/>
            <pc:sldMk cId="1214262277" sldId="356"/>
            <ac:spMk id="13" creationId="{DAACBC9E-F84D-41F4-1993-23775ED218C8}"/>
          </ac:spMkLst>
        </pc:spChg>
        <pc:spChg chg="add mod">
          <ac:chgData name="MYUNG JIN" userId="89f3fa32ababedc4" providerId="LiveId" clId="{61CFDB85-767F-41F6-9EC9-9FE05B202BBC}" dt="2024-04-28T21:58:17.670" v="4690" actId="20577"/>
          <ac:spMkLst>
            <pc:docMk/>
            <pc:sldMk cId="1214262277" sldId="356"/>
            <ac:spMk id="14" creationId="{9A02C858-94AB-4927-C4C7-B0AE7A66E223}"/>
          </ac:spMkLst>
        </pc:spChg>
        <pc:spChg chg="add mod">
          <ac:chgData name="MYUNG JIN" userId="89f3fa32ababedc4" providerId="LiveId" clId="{61CFDB85-767F-41F6-9EC9-9FE05B202BBC}" dt="2024-04-28T21:59:21.737" v="4695" actId="1076"/>
          <ac:spMkLst>
            <pc:docMk/>
            <pc:sldMk cId="1214262277" sldId="356"/>
            <ac:spMk id="16" creationId="{44A1EF4B-10CE-3F98-F61E-1C1AE3DDEFFC}"/>
          </ac:spMkLst>
        </pc:spChg>
        <pc:spChg chg="add mod">
          <ac:chgData name="MYUNG JIN" userId="89f3fa32ababedc4" providerId="LiveId" clId="{61CFDB85-767F-41F6-9EC9-9FE05B202BBC}" dt="2024-04-28T07:58:12.231" v="1363" actId="1076"/>
          <ac:spMkLst>
            <pc:docMk/>
            <pc:sldMk cId="1214262277" sldId="356"/>
            <ac:spMk id="29" creationId="{C516EA41-1519-8AEE-563A-DE9BF688FFBC}"/>
          </ac:spMkLst>
        </pc:spChg>
        <pc:spChg chg="add mod">
          <ac:chgData name="MYUNG JIN" userId="89f3fa32ababedc4" providerId="LiveId" clId="{61CFDB85-767F-41F6-9EC9-9FE05B202BBC}" dt="2024-04-28T07:58:15.675" v="1365" actId="20577"/>
          <ac:spMkLst>
            <pc:docMk/>
            <pc:sldMk cId="1214262277" sldId="356"/>
            <ac:spMk id="30" creationId="{739CD395-5140-20DB-0A3F-7284B624960A}"/>
          </ac:spMkLst>
        </pc:spChg>
        <pc:picChg chg="add mod">
          <ac:chgData name="MYUNG JIN" userId="89f3fa32ababedc4" providerId="LiveId" clId="{61CFDB85-767F-41F6-9EC9-9FE05B202BBC}" dt="2024-04-28T07:48:13.175" v="1266" actId="1076"/>
          <ac:picMkLst>
            <pc:docMk/>
            <pc:sldMk cId="1214262277" sldId="356"/>
            <ac:picMk id="9" creationId="{4A6E073E-19B1-D6EC-337F-3B6CB6647A6B}"/>
          </ac:picMkLst>
        </pc:picChg>
        <pc:picChg chg="add mod">
          <ac:chgData name="MYUNG JIN" userId="89f3fa32ababedc4" providerId="LiveId" clId="{61CFDB85-767F-41F6-9EC9-9FE05B202BBC}" dt="2024-04-28T07:49:21.733" v="1269" actId="1076"/>
          <ac:picMkLst>
            <pc:docMk/>
            <pc:sldMk cId="1214262277" sldId="356"/>
            <ac:picMk id="11" creationId="{D07970B8-4CDD-C2B3-33F4-B5602D7DBEC5}"/>
          </ac:picMkLst>
        </pc:picChg>
        <pc:picChg chg="add mod modCrop">
          <ac:chgData name="MYUNG JIN" userId="89f3fa32ababedc4" providerId="LiveId" clId="{61CFDB85-767F-41F6-9EC9-9FE05B202BBC}" dt="2024-04-28T07:56:06.189" v="1317" actId="1076"/>
          <ac:picMkLst>
            <pc:docMk/>
            <pc:sldMk cId="1214262277" sldId="356"/>
            <ac:picMk id="19" creationId="{87133C7F-00B3-5A5E-93BB-4A07D9CA16BB}"/>
          </ac:picMkLst>
        </pc:picChg>
        <pc:picChg chg="add mod">
          <ac:chgData name="MYUNG JIN" userId="89f3fa32ababedc4" providerId="LiveId" clId="{61CFDB85-767F-41F6-9EC9-9FE05B202BBC}" dt="2024-04-28T07:57:28.266" v="1327" actId="1076"/>
          <ac:picMkLst>
            <pc:docMk/>
            <pc:sldMk cId="1214262277" sldId="356"/>
            <ac:picMk id="22" creationId="{2436C4FF-54A4-73A4-14C7-E9E024830AC9}"/>
          </ac:picMkLst>
        </pc:picChg>
        <pc:cxnChg chg="add mod">
          <ac:chgData name="MYUNG JIN" userId="89f3fa32ababedc4" providerId="LiveId" clId="{61CFDB85-767F-41F6-9EC9-9FE05B202BBC}" dt="2024-04-29T11:47:38.928" v="9321" actId="14100"/>
          <ac:cxnSpMkLst>
            <pc:docMk/>
            <pc:sldMk cId="1214262277" sldId="356"/>
            <ac:cxnSpMk id="3" creationId="{4AA60017-5F0E-F74C-C2AF-85C5B3E1E075}"/>
          </ac:cxnSpMkLst>
        </pc:cxnChg>
        <pc:cxnChg chg="add mod">
          <ac:chgData name="MYUNG JIN" userId="89f3fa32ababedc4" providerId="LiveId" clId="{61CFDB85-767F-41F6-9EC9-9FE05B202BBC}" dt="2024-04-28T07:55:50.372" v="1313" actId="14100"/>
          <ac:cxnSpMkLst>
            <pc:docMk/>
            <pc:sldMk cId="1214262277" sldId="356"/>
            <ac:cxnSpMk id="15" creationId="{08EC6237-A82B-05BC-61EF-E766B8FF45B1}"/>
          </ac:cxnSpMkLst>
        </pc:cxnChg>
        <pc:cxnChg chg="add mod">
          <ac:chgData name="MYUNG JIN" userId="89f3fa32ababedc4" providerId="LiveId" clId="{61CFDB85-767F-41F6-9EC9-9FE05B202BBC}" dt="2024-04-28T21:59:39.121" v="4698" actId="208"/>
          <ac:cxnSpMkLst>
            <pc:docMk/>
            <pc:sldMk cId="1214262277" sldId="356"/>
            <ac:cxnSpMk id="18" creationId="{29077F44-E802-0AD9-151A-3AA6FBF5D2A9}"/>
          </ac:cxnSpMkLst>
        </pc:cxnChg>
        <pc:cxnChg chg="add mod">
          <ac:chgData name="MYUNG JIN" userId="89f3fa32ababedc4" providerId="LiveId" clId="{61CFDB85-767F-41F6-9EC9-9FE05B202BBC}" dt="2024-04-28T07:57:36.645" v="1330" actId="14100"/>
          <ac:cxnSpMkLst>
            <pc:docMk/>
            <pc:sldMk cId="1214262277" sldId="356"/>
            <ac:cxnSpMk id="23" creationId="{82CAB87B-6DD3-F59D-1D32-B1C0E39AD080}"/>
          </ac:cxnSpMkLst>
        </pc:cxnChg>
        <pc:cxnChg chg="add mod">
          <ac:chgData name="MYUNG JIN" userId="89f3fa32ababedc4" providerId="LiveId" clId="{61CFDB85-767F-41F6-9EC9-9FE05B202BBC}" dt="2024-04-28T07:57:43.191" v="1333" actId="14100"/>
          <ac:cxnSpMkLst>
            <pc:docMk/>
            <pc:sldMk cId="1214262277" sldId="356"/>
            <ac:cxnSpMk id="26" creationId="{5472EC34-5381-31BE-4621-0DDD538E51B0}"/>
          </ac:cxnSpMkLst>
        </pc:cxnChg>
      </pc:sldChg>
      <pc:sldChg chg="addSp delSp modSp add mod">
        <pc:chgData name="MYUNG JIN" userId="89f3fa32ababedc4" providerId="LiveId" clId="{61CFDB85-767F-41F6-9EC9-9FE05B202BBC}" dt="2024-04-29T11:37:40.010" v="9282"/>
        <pc:sldMkLst>
          <pc:docMk/>
          <pc:sldMk cId="192353971" sldId="357"/>
        </pc:sldMkLst>
        <pc:spChg chg="add mod">
          <ac:chgData name="MYUNG JIN" userId="89f3fa32ababedc4" providerId="LiveId" clId="{61CFDB85-767F-41F6-9EC9-9FE05B202BBC}" dt="2024-04-28T17:58:57.456" v="2883" actId="1076"/>
          <ac:spMkLst>
            <pc:docMk/>
            <pc:sldMk cId="192353971" sldId="357"/>
            <ac:spMk id="3" creationId="{DC322B89-9686-7260-12E2-91D36848EA54}"/>
          </ac:spMkLst>
        </pc:spChg>
        <pc:spChg chg="add mod">
          <ac:chgData name="MYUNG JIN" userId="89f3fa32ababedc4" providerId="LiveId" clId="{61CFDB85-767F-41F6-9EC9-9FE05B202BBC}" dt="2024-04-29T11:37:40.010" v="9282"/>
          <ac:spMkLst>
            <pc:docMk/>
            <pc:sldMk cId="192353971" sldId="357"/>
            <ac:spMk id="4" creationId="{8E6139E6-AC86-B4DF-0C10-B4AE127F817D}"/>
          </ac:spMkLst>
        </pc:spChg>
        <pc:spChg chg="mod">
          <ac:chgData name="MYUNG JIN" userId="89f3fa32ababedc4" providerId="LiveId" clId="{61CFDB85-767F-41F6-9EC9-9FE05B202BBC}" dt="2024-04-29T10:58:31.416" v="8916" actId="20577"/>
          <ac:spMkLst>
            <pc:docMk/>
            <pc:sldMk cId="192353971" sldId="357"/>
            <ac:spMk id="8" creationId="{00000000-0000-0000-0000-000000000000}"/>
          </ac:spMkLst>
        </pc:spChg>
        <pc:spChg chg="del">
          <ac:chgData name="MYUNG JIN" userId="89f3fa32ababedc4" providerId="LiveId" clId="{61CFDB85-767F-41F6-9EC9-9FE05B202BBC}" dt="2024-04-28T07:56:21.321" v="1321" actId="478"/>
          <ac:spMkLst>
            <pc:docMk/>
            <pc:sldMk cId="192353971" sldId="357"/>
            <ac:spMk id="13" creationId="{DAACBC9E-F84D-41F4-1993-23775ED218C8}"/>
          </ac:spMkLst>
        </pc:spChg>
        <pc:spChg chg="add mod">
          <ac:chgData name="MYUNG JIN" userId="89f3fa32ababedc4" providerId="LiveId" clId="{61CFDB85-767F-41F6-9EC9-9FE05B202BBC}" dt="2024-04-28T17:52:00.991" v="2782" actId="164"/>
          <ac:spMkLst>
            <pc:docMk/>
            <pc:sldMk cId="192353971" sldId="357"/>
            <ac:spMk id="16" creationId="{0C84829F-1A25-E7FB-282A-826D2A0A77B9}"/>
          </ac:spMkLst>
        </pc:spChg>
        <pc:spChg chg="add mod">
          <ac:chgData name="MYUNG JIN" userId="89f3fa32ababedc4" providerId="LiveId" clId="{61CFDB85-767F-41F6-9EC9-9FE05B202BBC}" dt="2024-04-28T17:52:00.991" v="2782" actId="164"/>
          <ac:spMkLst>
            <pc:docMk/>
            <pc:sldMk cId="192353971" sldId="357"/>
            <ac:spMk id="22" creationId="{ED65A7A0-8B15-402E-FE64-ECB10777A7CF}"/>
          </ac:spMkLst>
        </pc:spChg>
        <pc:spChg chg="add mod">
          <ac:chgData name="MYUNG JIN" userId="89f3fa32ababedc4" providerId="LiveId" clId="{61CFDB85-767F-41F6-9EC9-9FE05B202BBC}" dt="2024-04-28T17:52:00.991" v="2782" actId="164"/>
          <ac:spMkLst>
            <pc:docMk/>
            <pc:sldMk cId="192353971" sldId="357"/>
            <ac:spMk id="23" creationId="{136FDB49-42EF-D435-5308-B3631D9331E5}"/>
          </ac:spMkLst>
        </pc:spChg>
        <pc:spChg chg="add mod">
          <ac:chgData name="MYUNG JIN" userId="89f3fa32ababedc4" providerId="LiveId" clId="{61CFDB85-767F-41F6-9EC9-9FE05B202BBC}" dt="2024-04-28T17:52:00.991" v="2782" actId="164"/>
          <ac:spMkLst>
            <pc:docMk/>
            <pc:sldMk cId="192353971" sldId="357"/>
            <ac:spMk id="30" creationId="{563F6055-F577-412E-3925-6F915FBCD9DA}"/>
          </ac:spMkLst>
        </pc:spChg>
        <pc:spChg chg="add mod">
          <ac:chgData name="MYUNG JIN" userId="89f3fa32ababedc4" providerId="LiveId" clId="{61CFDB85-767F-41F6-9EC9-9FE05B202BBC}" dt="2024-04-28T17:52:00.991" v="2782" actId="164"/>
          <ac:spMkLst>
            <pc:docMk/>
            <pc:sldMk cId="192353971" sldId="357"/>
            <ac:spMk id="31" creationId="{7DA62B85-1DC9-43D8-08CB-F3CCD88A3D1F}"/>
          </ac:spMkLst>
        </pc:spChg>
        <pc:spChg chg="add mod">
          <ac:chgData name="MYUNG JIN" userId="89f3fa32ababedc4" providerId="LiveId" clId="{61CFDB85-767F-41F6-9EC9-9FE05B202BBC}" dt="2024-04-28T17:52:00.991" v="2782" actId="164"/>
          <ac:spMkLst>
            <pc:docMk/>
            <pc:sldMk cId="192353971" sldId="357"/>
            <ac:spMk id="32" creationId="{D5124D6F-1B5E-B240-1577-5BDF605DE6D6}"/>
          </ac:spMkLst>
        </pc:spChg>
        <pc:spChg chg="add del mod">
          <ac:chgData name="MYUNG JIN" userId="89f3fa32ababedc4" providerId="LiveId" clId="{61CFDB85-767F-41F6-9EC9-9FE05B202BBC}" dt="2024-04-28T17:51:06.123" v="2755" actId="478"/>
          <ac:spMkLst>
            <pc:docMk/>
            <pc:sldMk cId="192353971" sldId="357"/>
            <ac:spMk id="34" creationId="{B0897E28-D120-376C-DF27-E1D165F423C0}"/>
          </ac:spMkLst>
        </pc:spChg>
        <pc:spChg chg="add mod">
          <ac:chgData name="MYUNG JIN" userId="89f3fa32ababedc4" providerId="LiveId" clId="{61CFDB85-767F-41F6-9EC9-9FE05B202BBC}" dt="2024-04-28T17:52:00.991" v="2782" actId="164"/>
          <ac:spMkLst>
            <pc:docMk/>
            <pc:sldMk cId="192353971" sldId="357"/>
            <ac:spMk id="36" creationId="{12F48A84-4A31-E1E8-19A2-6602CA7DA082}"/>
          </ac:spMkLst>
        </pc:spChg>
        <pc:spChg chg="add mod">
          <ac:chgData name="MYUNG JIN" userId="89f3fa32ababedc4" providerId="LiveId" clId="{61CFDB85-767F-41F6-9EC9-9FE05B202BBC}" dt="2024-04-28T18:01:01.264" v="2934" actId="14100"/>
          <ac:spMkLst>
            <pc:docMk/>
            <pc:sldMk cId="192353971" sldId="357"/>
            <ac:spMk id="42" creationId="{D1F540A3-5FE9-989A-FA85-6BD0A37A9E0C}"/>
          </ac:spMkLst>
        </pc:spChg>
        <pc:spChg chg="add mod">
          <ac:chgData name="MYUNG JIN" userId="89f3fa32ababedc4" providerId="LiveId" clId="{61CFDB85-767F-41F6-9EC9-9FE05B202BBC}" dt="2024-04-28T17:59:46.301" v="2903" actId="1076"/>
          <ac:spMkLst>
            <pc:docMk/>
            <pc:sldMk cId="192353971" sldId="357"/>
            <ac:spMk id="43" creationId="{D2DF9612-6F2D-50B7-730D-53A8F0D2C876}"/>
          </ac:spMkLst>
        </pc:spChg>
        <pc:spChg chg="add mod">
          <ac:chgData name="MYUNG JIN" userId="89f3fa32ababedc4" providerId="LiveId" clId="{61CFDB85-767F-41F6-9EC9-9FE05B202BBC}" dt="2024-04-28T17:59:58.631" v="2907" actId="14100"/>
          <ac:spMkLst>
            <pc:docMk/>
            <pc:sldMk cId="192353971" sldId="357"/>
            <ac:spMk id="44" creationId="{22311225-92ED-463B-D552-87145F0E94A2}"/>
          </ac:spMkLst>
        </pc:spChg>
        <pc:spChg chg="add mod">
          <ac:chgData name="MYUNG JIN" userId="89f3fa32ababedc4" providerId="LiveId" clId="{61CFDB85-767F-41F6-9EC9-9FE05B202BBC}" dt="2024-04-28T18:00:38.029" v="2920" actId="208"/>
          <ac:spMkLst>
            <pc:docMk/>
            <pc:sldMk cId="192353971" sldId="357"/>
            <ac:spMk id="45" creationId="{8C62AE2B-D0F7-8367-C5D4-3F3F41B38777}"/>
          </ac:spMkLst>
        </pc:spChg>
        <pc:grpChg chg="add mod">
          <ac:chgData name="MYUNG JIN" userId="89f3fa32ababedc4" providerId="LiveId" clId="{61CFDB85-767F-41F6-9EC9-9FE05B202BBC}" dt="2024-04-28T17:58:57.456" v="2883" actId="1076"/>
          <ac:grpSpMkLst>
            <pc:docMk/>
            <pc:sldMk cId="192353971" sldId="357"/>
            <ac:grpSpMk id="37" creationId="{19E027CB-739C-89E4-FCCC-63AFB2FD9E69}"/>
          </ac:grpSpMkLst>
        </pc:grpChg>
        <pc:grpChg chg="add mod">
          <ac:chgData name="MYUNG JIN" userId="89f3fa32ababedc4" providerId="LiveId" clId="{61CFDB85-767F-41F6-9EC9-9FE05B202BBC}" dt="2024-04-28T17:58:57.456" v="2883" actId="1076"/>
          <ac:grpSpMkLst>
            <pc:docMk/>
            <pc:sldMk cId="192353971" sldId="357"/>
            <ac:grpSpMk id="41" creationId="{9C44C151-2E02-4E03-AC33-6748B66D9505}"/>
          </ac:grpSpMkLst>
        </pc:grpChg>
        <pc:picChg chg="add mod modCrop">
          <ac:chgData name="MYUNG JIN" userId="89f3fa32ababedc4" providerId="LiveId" clId="{61CFDB85-767F-41F6-9EC9-9FE05B202BBC}" dt="2024-04-28T17:52:48.592" v="2792" actId="164"/>
          <ac:picMkLst>
            <pc:docMk/>
            <pc:sldMk cId="192353971" sldId="357"/>
            <ac:picMk id="9" creationId="{14027771-C3D0-4602-3088-DB1CEF9729A1}"/>
          </ac:picMkLst>
        </pc:picChg>
        <pc:picChg chg="del">
          <ac:chgData name="MYUNG JIN" userId="89f3fa32ababedc4" providerId="LiveId" clId="{61CFDB85-767F-41F6-9EC9-9FE05B202BBC}" dt="2024-04-28T07:56:16.067" v="1319" actId="478"/>
          <ac:picMkLst>
            <pc:docMk/>
            <pc:sldMk cId="192353971" sldId="357"/>
            <ac:picMk id="9" creationId="{4A6E073E-19B1-D6EC-337F-3B6CB6647A6B}"/>
          </ac:picMkLst>
        </pc:picChg>
        <pc:picChg chg="add mod">
          <ac:chgData name="MYUNG JIN" userId="89f3fa32ababedc4" providerId="LiveId" clId="{61CFDB85-767F-41F6-9EC9-9FE05B202BBC}" dt="2024-04-28T17:58:32.571" v="2879" actId="1076"/>
          <ac:picMkLst>
            <pc:docMk/>
            <pc:sldMk cId="192353971" sldId="357"/>
            <ac:picMk id="11" creationId="{0C11B615-136E-DB4B-0CDB-55427AC2D804}"/>
          </ac:picMkLst>
        </pc:picChg>
        <pc:picChg chg="del">
          <ac:chgData name="MYUNG JIN" userId="89f3fa32ababedc4" providerId="LiveId" clId="{61CFDB85-767F-41F6-9EC9-9FE05B202BBC}" dt="2024-04-28T07:56:21.681" v="1322" actId="478"/>
          <ac:picMkLst>
            <pc:docMk/>
            <pc:sldMk cId="192353971" sldId="357"/>
            <ac:picMk id="11" creationId="{D07970B8-4CDD-C2B3-33F4-B5602D7DBEC5}"/>
          </ac:picMkLst>
        </pc:picChg>
        <pc:picChg chg="del">
          <ac:chgData name="MYUNG JIN" userId="89f3fa32ababedc4" providerId="LiveId" clId="{61CFDB85-767F-41F6-9EC9-9FE05B202BBC}" dt="2024-04-28T07:56:20.471" v="1320" actId="478"/>
          <ac:picMkLst>
            <pc:docMk/>
            <pc:sldMk cId="192353971" sldId="357"/>
            <ac:picMk id="19" creationId="{87133C7F-00B3-5A5E-93BB-4A07D9CA16BB}"/>
          </ac:picMkLst>
        </pc:picChg>
        <pc:picChg chg="add mod">
          <ac:chgData name="MYUNG JIN" userId="89f3fa32ababedc4" providerId="LiveId" clId="{61CFDB85-767F-41F6-9EC9-9FE05B202BBC}" dt="2024-04-28T18:00:20.197" v="2915" actId="1076"/>
          <ac:picMkLst>
            <pc:docMk/>
            <pc:sldMk cId="192353971" sldId="357"/>
            <ac:picMk id="39" creationId="{A131A60A-C7FC-669C-6536-A119DCC7414D}"/>
          </ac:picMkLst>
        </pc:picChg>
        <pc:cxnChg chg="add mod">
          <ac:chgData name="MYUNG JIN" userId="89f3fa32ababedc4" providerId="LiveId" clId="{61CFDB85-767F-41F6-9EC9-9FE05B202BBC}" dt="2024-04-28T17:52:48.592" v="2792" actId="164"/>
          <ac:cxnSpMkLst>
            <pc:docMk/>
            <pc:sldMk cId="192353971" sldId="357"/>
            <ac:cxnSpMk id="14" creationId="{B7888C28-26D2-2177-3222-E2AC0EE1CCCF}"/>
          </ac:cxnSpMkLst>
        </pc:cxnChg>
        <pc:cxnChg chg="del mod">
          <ac:chgData name="MYUNG JIN" userId="89f3fa32ababedc4" providerId="LiveId" clId="{61CFDB85-767F-41F6-9EC9-9FE05B202BBC}" dt="2024-04-28T07:56:20.471" v="1320" actId="478"/>
          <ac:cxnSpMkLst>
            <pc:docMk/>
            <pc:sldMk cId="192353971" sldId="357"/>
            <ac:cxnSpMk id="15" creationId="{08EC6237-A82B-05BC-61EF-E766B8FF45B1}"/>
          </ac:cxnSpMkLst>
        </pc:cxnChg>
        <pc:cxnChg chg="add mod">
          <ac:chgData name="MYUNG JIN" userId="89f3fa32ababedc4" providerId="LiveId" clId="{61CFDB85-767F-41F6-9EC9-9FE05B202BBC}" dt="2024-04-28T17:52:00.991" v="2782" actId="164"/>
          <ac:cxnSpMkLst>
            <pc:docMk/>
            <pc:sldMk cId="192353971" sldId="357"/>
            <ac:cxnSpMk id="19" creationId="{A244602E-7335-56C4-049C-1805FB646683}"/>
          </ac:cxnSpMkLst>
        </pc:cxnChg>
        <pc:cxnChg chg="add mod">
          <ac:chgData name="MYUNG JIN" userId="89f3fa32ababedc4" providerId="LiveId" clId="{61CFDB85-767F-41F6-9EC9-9FE05B202BBC}" dt="2024-04-28T17:52:00.991" v="2782" actId="164"/>
          <ac:cxnSpMkLst>
            <pc:docMk/>
            <pc:sldMk cId="192353971" sldId="357"/>
            <ac:cxnSpMk id="20" creationId="{C20E4665-05ED-63AC-38A7-4BB5532A4138}"/>
          </ac:cxnSpMkLst>
        </pc:cxnChg>
        <pc:cxnChg chg="add mod">
          <ac:chgData name="MYUNG JIN" userId="89f3fa32ababedc4" providerId="LiveId" clId="{61CFDB85-767F-41F6-9EC9-9FE05B202BBC}" dt="2024-04-28T17:52:00.991" v="2782" actId="164"/>
          <ac:cxnSpMkLst>
            <pc:docMk/>
            <pc:sldMk cId="192353971" sldId="357"/>
            <ac:cxnSpMk id="25" creationId="{882F69C3-0526-76E5-6A17-2869E556EE48}"/>
          </ac:cxnSpMkLst>
        </pc:cxnChg>
        <pc:cxnChg chg="add mod">
          <ac:chgData name="MYUNG JIN" userId="89f3fa32ababedc4" providerId="LiveId" clId="{61CFDB85-767F-41F6-9EC9-9FE05B202BBC}" dt="2024-04-28T17:52:00.991" v="2782" actId="164"/>
          <ac:cxnSpMkLst>
            <pc:docMk/>
            <pc:sldMk cId="192353971" sldId="357"/>
            <ac:cxnSpMk id="26" creationId="{728F0139-682B-6435-81D4-C5253AFC6EAB}"/>
          </ac:cxnSpMkLst>
        </pc:cxnChg>
        <pc:cxnChg chg="add del mod">
          <ac:chgData name="MYUNG JIN" userId="89f3fa32ababedc4" providerId="LiveId" clId="{61CFDB85-767F-41F6-9EC9-9FE05B202BBC}" dt="2024-04-28T17:51:41.314" v="2779" actId="478"/>
          <ac:cxnSpMkLst>
            <pc:docMk/>
            <pc:sldMk cId="192353971" sldId="357"/>
            <ac:cxnSpMk id="33" creationId="{EAB6A53C-5873-F07F-2178-F05B8E364ECE}"/>
          </ac:cxnSpMkLst>
        </pc:cxnChg>
      </pc:sldChg>
      <pc:sldChg chg="addSp delSp modSp add mod">
        <pc:chgData name="MYUNG JIN" userId="89f3fa32ababedc4" providerId="LiveId" clId="{61CFDB85-767F-41F6-9EC9-9FE05B202BBC}" dt="2024-04-29T10:59:18.757" v="8938" actId="20577"/>
        <pc:sldMkLst>
          <pc:docMk/>
          <pc:sldMk cId="3171752146" sldId="358"/>
        </pc:sldMkLst>
        <pc:spChg chg="mod">
          <ac:chgData name="MYUNG JIN" userId="89f3fa32ababedc4" providerId="LiveId" clId="{61CFDB85-767F-41F6-9EC9-9FE05B202BBC}" dt="2024-04-28T16:11:47.044" v="2615" actId="20577"/>
          <ac:spMkLst>
            <pc:docMk/>
            <pc:sldMk cId="3171752146" sldId="358"/>
            <ac:spMk id="2" creationId="{00000000-0000-0000-0000-000000000000}"/>
          </ac:spMkLst>
        </pc:spChg>
        <pc:spChg chg="add mod">
          <ac:chgData name="MYUNG JIN" userId="89f3fa32ababedc4" providerId="LiveId" clId="{61CFDB85-767F-41F6-9EC9-9FE05B202BBC}" dt="2024-04-28T12:40:07.301" v="1998" actId="20577"/>
          <ac:spMkLst>
            <pc:docMk/>
            <pc:sldMk cId="3171752146" sldId="358"/>
            <ac:spMk id="3" creationId="{858B8869-B810-4C06-55C0-1089F86A81C1}"/>
          </ac:spMkLst>
        </pc:spChg>
        <pc:spChg chg="add del mod">
          <ac:chgData name="MYUNG JIN" userId="89f3fa32ababedc4" providerId="LiveId" clId="{61CFDB85-767F-41F6-9EC9-9FE05B202BBC}" dt="2024-04-28T19:49:13.681" v="3297" actId="478"/>
          <ac:spMkLst>
            <pc:docMk/>
            <pc:sldMk cId="3171752146" sldId="358"/>
            <ac:spMk id="4" creationId="{313F44D5-4107-55A4-129E-402C3C6BC55E}"/>
          </ac:spMkLst>
        </pc:spChg>
        <pc:spChg chg="mod">
          <ac:chgData name="MYUNG JIN" userId="89f3fa32ababedc4" providerId="LiveId" clId="{61CFDB85-767F-41F6-9EC9-9FE05B202BBC}" dt="2024-04-29T10:59:18.757" v="8938" actId="20577"/>
          <ac:spMkLst>
            <pc:docMk/>
            <pc:sldMk cId="3171752146" sldId="358"/>
            <ac:spMk id="8" creationId="{00000000-0000-0000-0000-000000000000}"/>
          </ac:spMkLst>
        </pc:spChg>
        <pc:spChg chg="add mod">
          <ac:chgData name="MYUNG JIN" userId="89f3fa32ababedc4" providerId="LiveId" clId="{61CFDB85-767F-41F6-9EC9-9FE05B202BBC}" dt="2024-04-28T19:49:09.084" v="3295" actId="403"/>
          <ac:spMkLst>
            <pc:docMk/>
            <pc:sldMk cId="3171752146" sldId="358"/>
            <ac:spMk id="10" creationId="{D7CA64C1-80C2-9E89-A537-D7D780D17F68}"/>
          </ac:spMkLst>
        </pc:spChg>
      </pc:sldChg>
      <pc:sldChg chg="addSp delSp modSp add mod ord modAnim">
        <pc:chgData name="MYUNG JIN" userId="89f3fa32ababedc4" providerId="LiveId" clId="{61CFDB85-767F-41F6-9EC9-9FE05B202BBC}" dt="2024-04-29T11:37:41.873" v="9283"/>
        <pc:sldMkLst>
          <pc:docMk/>
          <pc:sldMk cId="8785279" sldId="359"/>
        </pc:sldMkLst>
        <pc:spChg chg="mod">
          <ac:chgData name="MYUNG JIN" userId="89f3fa32ababedc4" providerId="LiveId" clId="{61CFDB85-767F-41F6-9EC9-9FE05B202BBC}" dt="2024-04-28T12:40:22.664" v="1999" actId="255"/>
          <ac:spMkLst>
            <pc:docMk/>
            <pc:sldMk cId="8785279" sldId="359"/>
            <ac:spMk id="2" creationId="{00000000-0000-0000-0000-000000000000}"/>
          </ac:spMkLst>
        </pc:spChg>
        <pc:spChg chg="add mod">
          <ac:chgData name="MYUNG JIN" userId="89f3fa32ababedc4" providerId="LiveId" clId="{61CFDB85-767F-41F6-9EC9-9FE05B202BBC}" dt="2024-04-29T11:37:41.873" v="9283"/>
          <ac:spMkLst>
            <pc:docMk/>
            <pc:sldMk cId="8785279" sldId="359"/>
            <ac:spMk id="3" creationId="{B253F640-989E-53DF-7F83-074A37D83B7E}"/>
          </ac:spMkLst>
        </pc:spChg>
        <pc:spChg chg="mod">
          <ac:chgData name="MYUNG JIN" userId="89f3fa32ababedc4" providerId="LiveId" clId="{61CFDB85-767F-41F6-9EC9-9FE05B202BBC}" dt="2024-04-29T10:58:36.758" v="8918" actId="6549"/>
          <ac:spMkLst>
            <pc:docMk/>
            <pc:sldMk cId="8785279" sldId="359"/>
            <ac:spMk id="8" creationId="{00000000-0000-0000-0000-000000000000}"/>
          </ac:spMkLst>
        </pc:spChg>
        <pc:spChg chg="del mod">
          <ac:chgData name="MYUNG JIN" userId="89f3fa32ababedc4" providerId="LiveId" clId="{61CFDB85-767F-41F6-9EC9-9FE05B202BBC}" dt="2024-04-28T08:28:08.744" v="1534" actId="21"/>
          <ac:spMkLst>
            <pc:docMk/>
            <pc:sldMk cId="8785279" sldId="359"/>
            <ac:spMk id="9" creationId="{B46B4C42-953D-8E8F-FDD0-FD61A1BA0BA1}"/>
          </ac:spMkLst>
        </pc:spChg>
        <pc:spChg chg="add mod">
          <ac:chgData name="MYUNG JIN" userId="89f3fa32ababedc4" providerId="LiveId" clId="{61CFDB85-767F-41F6-9EC9-9FE05B202BBC}" dt="2024-04-28T14:13:09.838" v="2540" actId="1076"/>
          <ac:spMkLst>
            <pc:docMk/>
            <pc:sldMk cId="8785279" sldId="359"/>
            <ac:spMk id="11" creationId="{9FEC6DF9-216D-20BC-1C7A-3283CCB0CBF6}"/>
          </ac:spMkLst>
        </pc:spChg>
        <pc:spChg chg="add mod">
          <ac:chgData name="MYUNG JIN" userId="89f3fa32ababedc4" providerId="LiveId" clId="{61CFDB85-767F-41F6-9EC9-9FE05B202BBC}" dt="2024-04-28T14:15:28.451" v="2579" actId="164"/>
          <ac:spMkLst>
            <pc:docMk/>
            <pc:sldMk cId="8785279" sldId="359"/>
            <ac:spMk id="33" creationId="{756FEB60-ADFD-F5C9-58C5-F5B7598D4D56}"/>
          </ac:spMkLst>
        </pc:spChg>
        <pc:spChg chg="add mod">
          <ac:chgData name="MYUNG JIN" userId="89f3fa32ababedc4" providerId="LiveId" clId="{61CFDB85-767F-41F6-9EC9-9FE05B202BBC}" dt="2024-04-28T13:52:39.803" v="2392" actId="1076"/>
          <ac:spMkLst>
            <pc:docMk/>
            <pc:sldMk cId="8785279" sldId="359"/>
            <ac:spMk id="35" creationId="{B9420B54-AD0C-07F5-B571-21FD38291F77}"/>
          </ac:spMkLst>
        </pc:spChg>
        <pc:spChg chg="add del mod">
          <ac:chgData name="MYUNG JIN" userId="89f3fa32ababedc4" providerId="LiveId" clId="{61CFDB85-767F-41F6-9EC9-9FE05B202BBC}" dt="2024-04-28T14:13:19.867" v="2541" actId="478"/>
          <ac:spMkLst>
            <pc:docMk/>
            <pc:sldMk cId="8785279" sldId="359"/>
            <ac:spMk id="36" creationId="{31182BA2-B749-3CDA-8F35-830F0F19FCB4}"/>
          </ac:spMkLst>
        </pc:spChg>
        <pc:spChg chg="add mod">
          <ac:chgData name="MYUNG JIN" userId="89f3fa32ababedc4" providerId="LiveId" clId="{61CFDB85-767F-41F6-9EC9-9FE05B202BBC}" dt="2024-04-28T14:12:32.159" v="2434" actId="208"/>
          <ac:spMkLst>
            <pc:docMk/>
            <pc:sldMk cId="8785279" sldId="359"/>
            <ac:spMk id="37" creationId="{BB8E51EC-C460-EF53-D07D-9E54E59FE17D}"/>
          </ac:spMkLst>
        </pc:spChg>
        <pc:spChg chg="add mod">
          <ac:chgData name="MYUNG JIN" userId="89f3fa32ababedc4" providerId="LiveId" clId="{61CFDB85-767F-41F6-9EC9-9FE05B202BBC}" dt="2024-04-28T17:27:41.460" v="2671" actId="20577"/>
          <ac:spMkLst>
            <pc:docMk/>
            <pc:sldMk cId="8785279" sldId="359"/>
            <ac:spMk id="38" creationId="{D0D9DD43-7907-4F5D-8077-88C19A6F482F}"/>
          </ac:spMkLst>
        </pc:spChg>
        <pc:spChg chg="add mod">
          <ac:chgData name="MYUNG JIN" userId="89f3fa32ababedc4" providerId="LiveId" clId="{61CFDB85-767F-41F6-9EC9-9FE05B202BBC}" dt="2024-04-28T14:15:28.451" v="2579" actId="164"/>
          <ac:spMkLst>
            <pc:docMk/>
            <pc:sldMk cId="8785279" sldId="359"/>
            <ac:spMk id="41" creationId="{68AB721C-944C-A6CD-8C39-3CDC9F3FEE63}"/>
          </ac:spMkLst>
        </pc:spChg>
        <pc:spChg chg="add mod">
          <ac:chgData name="MYUNG JIN" userId="89f3fa32ababedc4" providerId="LiveId" clId="{61CFDB85-767F-41F6-9EC9-9FE05B202BBC}" dt="2024-04-28T14:15:41.363" v="2584" actId="1076"/>
          <ac:spMkLst>
            <pc:docMk/>
            <pc:sldMk cId="8785279" sldId="359"/>
            <ac:spMk id="45" creationId="{036E8D57-F51B-5C93-5A72-B41B189B4A70}"/>
          </ac:spMkLst>
        </pc:spChg>
        <pc:grpChg chg="add mod ord">
          <ac:chgData name="MYUNG JIN" userId="89f3fa32ababedc4" providerId="LiveId" clId="{61CFDB85-767F-41F6-9EC9-9FE05B202BBC}" dt="2024-04-28T14:15:55.075" v="2588" actId="166"/>
          <ac:grpSpMkLst>
            <pc:docMk/>
            <pc:sldMk cId="8785279" sldId="359"/>
            <ac:grpSpMk id="44" creationId="{1861BD78-420A-CF24-11C1-6212B3D3674D}"/>
          </ac:grpSpMkLst>
        </pc:grpChg>
        <pc:picChg chg="add del mod">
          <ac:chgData name="MYUNG JIN" userId="89f3fa32ababedc4" providerId="LiveId" clId="{61CFDB85-767F-41F6-9EC9-9FE05B202BBC}" dt="2024-04-28T12:00:36.468" v="1831" actId="478"/>
          <ac:picMkLst>
            <pc:docMk/>
            <pc:sldMk cId="8785279" sldId="359"/>
            <ac:picMk id="4" creationId="{34618D44-F75F-F192-DD9B-491C1D2B6606}"/>
          </ac:picMkLst>
        </pc:picChg>
        <pc:picChg chg="del">
          <ac:chgData name="MYUNG JIN" userId="89f3fa32ababedc4" providerId="LiveId" clId="{61CFDB85-767F-41F6-9EC9-9FE05B202BBC}" dt="2024-04-28T08:26:00.579" v="1522" actId="478"/>
          <ac:picMkLst>
            <pc:docMk/>
            <pc:sldMk cId="8785279" sldId="359"/>
            <ac:picMk id="4" creationId="{77751B99-53A8-6FF7-D373-614167B83A64}"/>
          </ac:picMkLst>
        </pc:picChg>
        <pc:picChg chg="add del mod">
          <ac:chgData name="MYUNG JIN" userId="89f3fa32ababedc4" providerId="LiveId" clId="{61CFDB85-767F-41F6-9EC9-9FE05B202BBC}" dt="2024-04-28T12:16:27.578" v="1852" actId="478"/>
          <ac:picMkLst>
            <pc:docMk/>
            <pc:sldMk cId="8785279" sldId="359"/>
            <ac:picMk id="10" creationId="{272C7927-17E9-79F4-2769-E4E4C74AA0E7}"/>
          </ac:picMkLst>
        </pc:picChg>
        <pc:picChg chg="add del mod">
          <ac:chgData name="MYUNG JIN" userId="89f3fa32ababedc4" providerId="LiveId" clId="{61CFDB85-767F-41F6-9EC9-9FE05B202BBC}" dt="2024-04-28T08:28:08.744" v="1534" actId="21"/>
          <ac:picMkLst>
            <pc:docMk/>
            <pc:sldMk cId="8785279" sldId="359"/>
            <ac:picMk id="10" creationId="{5F8129AC-44D0-62F4-0A81-5B8ACC670693}"/>
          </ac:picMkLst>
        </pc:picChg>
        <pc:picChg chg="add mod">
          <ac:chgData name="MYUNG JIN" userId="89f3fa32ababedc4" providerId="LiveId" clId="{61CFDB85-767F-41F6-9EC9-9FE05B202BBC}" dt="2024-04-28T13:51:26.300" v="2375" actId="1076"/>
          <ac:picMkLst>
            <pc:docMk/>
            <pc:sldMk cId="8785279" sldId="359"/>
            <ac:picMk id="14" creationId="{9F0B89C3-E7A2-27F6-A840-F884112BEFF4}"/>
          </ac:picMkLst>
        </pc:picChg>
        <pc:picChg chg="add del mod">
          <ac:chgData name="MYUNG JIN" userId="89f3fa32ababedc4" providerId="LiveId" clId="{61CFDB85-767F-41F6-9EC9-9FE05B202BBC}" dt="2024-04-28T12:07:24.710" v="1844" actId="478"/>
          <ac:picMkLst>
            <pc:docMk/>
            <pc:sldMk cId="8785279" sldId="359"/>
            <ac:picMk id="15" creationId="{136F85E2-3514-315A-48D1-8D8BD9B3D74E}"/>
          </ac:picMkLst>
        </pc:picChg>
        <pc:picChg chg="add del mod">
          <ac:chgData name="MYUNG JIN" userId="89f3fa32ababedc4" providerId="LiveId" clId="{61CFDB85-767F-41F6-9EC9-9FE05B202BBC}" dt="2024-04-28T08:31:12.278" v="1624" actId="478"/>
          <ac:picMkLst>
            <pc:docMk/>
            <pc:sldMk cId="8785279" sldId="359"/>
            <ac:picMk id="16" creationId="{D8327614-47ED-F624-8699-B4712746AE7D}"/>
          </ac:picMkLst>
        </pc:picChg>
        <pc:picChg chg="add del mod">
          <ac:chgData name="MYUNG JIN" userId="89f3fa32ababedc4" providerId="LiveId" clId="{61CFDB85-767F-41F6-9EC9-9FE05B202BBC}" dt="2024-04-28T12:22:30.906" v="1863" actId="478"/>
          <ac:picMkLst>
            <pc:docMk/>
            <pc:sldMk cId="8785279" sldId="359"/>
            <ac:picMk id="16" creationId="{EE846225-BFC3-D605-976C-F0694B2B2CD6}"/>
          </ac:picMkLst>
        </pc:picChg>
        <pc:picChg chg="add del mod">
          <ac:chgData name="MYUNG JIN" userId="89f3fa32ababedc4" providerId="LiveId" clId="{61CFDB85-767F-41F6-9EC9-9FE05B202BBC}" dt="2024-04-28T12:58:40.684" v="2183" actId="478"/>
          <ac:picMkLst>
            <pc:docMk/>
            <pc:sldMk cId="8785279" sldId="359"/>
            <ac:picMk id="18" creationId="{A2BC48FD-D9C7-5B65-7736-947DBFB9D68C}"/>
          </ac:picMkLst>
        </pc:picChg>
        <pc:picChg chg="add del mod">
          <ac:chgData name="MYUNG JIN" userId="89f3fa32ababedc4" providerId="LiveId" clId="{61CFDB85-767F-41F6-9EC9-9FE05B202BBC}" dt="2024-04-28T08:49:29.519" v="1664" actId="478"/>
          <ac:picMkLst>
            <pc:docMk/>
            <pc:sldMk cId="8785279" sldId="359"/>
            <ac:picMk id="18" creationId="{E43BBFF0-A513-1AE1-2B61-3D819F6D5487}"/>
          </ac:picMkLst>
        </pc:picChg>
        <pc:picChg chg="add del mod">
          <ac:chgData name="MYUNG JIN" userId="89f3fa32ababedc4" providerId="LiveId" clId="{61CFDB85-767F-41F6-9EC9-9FE05B202BBC}" dt="2024-04-28T12:59:54.450" v="2192" actId="478"/>
          <ac:picMkLst>
            <pc:docMk/>
            <pc:sldMk cId="8785279" sldId="359"/>
            <ac:picMk id="20" creationId="{3E3277DF-5213-6B2D-3C6D-7531A9ABBDEB}"/>
          </ac:picMkLst>
        </pc:picChg>
        <pc:picChg chg="add del mod">
          <ac:chgData name="MYUNG JIN" userId="89f3fa32ababedc4" providerId="LiveId" clId="{61CFDB85-767F-41F6-9EC9-9FE05B202BBC}" dt="2024-04-28T08:50:23.641" v="1708" actId="478"/>
          <ac:picMkLst>
            <pc:docMk/>
            <pc:sldMk cId="8785279" sldId="359"/>
            <ac:picMk id="20" creationId="{BD8558F4-48BF-0C76-D88D-8D74088215A3}"/>
          </ac:picMkLst>
        </pc:picChg>
        <pc:picChg chg="add del mod">
          <ac:chgData name="MYUNG JIN" userId="89f3fa32ababedc4" providerId="LiveId" clId="{61CFDB85-767F-41F6-9EC9-9FE05B202BBC}" dt="2024-04-28T13:00:18.698" v="2200" actId="478"/>
          <ac:picMkLst>
            <pc:docMk/>
            <pc:sldMk cId="8785279" sldId="359"/>
            <ac:picMk id="22" creationId="{60311B07-4846-8BAB-EEC5-61DABE0F9467}"/>
          </ac:picMkLst>
        </pc:picChg>
        <pc:picChg chg="add del mod">
          <ac:chgData name="MYUNG JIN" userId="89f3fa32ababedc4" providerId="LiveId" clId="{61CFDB85-767F-41F6-9EC9-9FE05B202BBC}" dt="2024-04-28T09:00:02.341" v="1717" actId="478"/>
          <ac:picMkLst>
            <pc:docMk/>
            <pc:sldMk cId="8785279" sldId="359"/>
            <ac:picMk id="22" creationId="{B28A9399-E817-BF86-3D64-667233F65E59}"/>
          </ac:picMkLst>
        </pc:picChg>
        <pc:picChg chg="add del mod">
          <ac:chgData name="MYUNG JIN" userId="89f3fa32ababedc4" providerId="LiveId" clId="{61CFDB85-767F-41F6-9EC9-9FE05B202BBC}" dt="2024-04-28T13:03:09.073" v="2208" actId="478"/>
          <ac:picMkLst>
            <pc:docMk/>
            <pc:sldMk cId="8785279" sldId="359"/>
            <ac:picMk id="24" creationId="{97103CF0-C55F-A705-D8AA-D7815C7B75B0}"/>
          </ac:picMkLst>
        </pc:picChg>
        <pc:picChg chg="add del mod">
          <ac:chgData name="MYUNG JIN" userId="89f3fa32ababedc4" providerId="LiveId" clId="{61CFDB85-767F-41F6-9EC9-9FE05B202BBC}" dt="2024-04-28T11:11:21.721" v="1770" actId="478"/>
          <ac:picMkLst>
            <pc:docMk/>
            <pc:sldMk cId="8785279" sldId="359"/>
            <ac:picMk id="24" creationId="{A711BD4C-6FE2-A49B-03E7-BEFA9A23D8E9}"/>
          </ac:picMkLst>
        </pc:picChg>
        <pc:picChg chg="add del mod">
          <ac:chgData name="MYUNG JIN" userId="89f3fa32ababedc4" providerId="LiveId" clId="{61CFDB85-767F-41F6-9EC9-9FE05B202BBC}" dt="2024-04-28T13:06:49.716" v="2216" actId="478"/>
          <ac:picMkLst>
            <pc:docMk/>
            <pc:sldMk cId="8785279" sldId="359"/>
            <ac:picMk id="26" creationId="{2ED7B4B4-C7D2-BDB1-3450-B4B3DDE1974A}"/>
          </ac:picMkLst>
        </pc:picChg>
        <pc:picChg chg="add del mod">
          <ac:chgData name="MYUNG JIN" userId="89f3fa32ababedc4" providerId="LiveId" clId="{61CFDB85-767F-41F6-9EC9-9FE05B202BBC}" dt="2024-04-28T11:11:43.958" v="1779" actId="478"/>
          <ac:picMkLst>
            <pc:docMk/>
            <pc:sldMk cId="8785279" sldId="359"/>
            <ac:picMk id="26" creationId="{8B8FFD1A-F9B7-5072-9B1C-3E840E3D21EA}"/>
          </ac:picMkLst>
        </pc:picChg>
        <pc:picChg chg="add del mod">
          <ac:chgData name="MYUNG JIN" userId="89f3fa32ababedc4" providerId="LiveId" clId="{61CFDB85-767F-41F6-9EC9-9FE05B202BBC}" dt="2024-04-28T11:13:36.930" v="1787" actId="478"/>
          <ac:picMkLst>
            <pc:docMk/>
            <pc:sldMk cId="8785279" sldId="359"/>
            <ac:picMk id="28" creationId="{000B164C-D0A6-BFA8-37E6-FE3E17AE0C63}"/>
          </ac:picMkLst>
        </pc:picChg>
        <pc:picChg chg="add del mod">
          <ac:chgData name="MYUNG JIN" userId="89f3fa32ababedc4" providerId="LiveId" clId="{61CFDB85-767F-41F6-9EC9-9FE05B202BBC}" dt="2024-04-28T14:16:09.707" v="2608" actId="29295"/>
          <ac:picMkLst>
            <pc:docMk/>
            <pc:sldMk cId="8785279" sldId="359"/>
            <ac:picMk id="28" creationId="{98E1C230-1896-CB53-219D-B7D419931D26}"/>
          </ac:picMkLst>
        </pc:picChg>
        <pc:picChg chg="add del mod">
          <ac:chgData name="MYUNG JIN" userId="89f3fa32ababedc4" providerId="LiveId" clId="{61CFDB85-767F-41F6-9EC9-9FE05B202BBC}" dt="2024-04-28T11:14:51.697" v="1794" actId="478"/>
          <ac:picMkLst>
            <pc:docMk/>
            <pc:sldMk cId="8785279" sldId="359"/>
            <ac:picMk id="30" creationId="{50A2E86A-7B71-7106-F682-25C30EF8715E}"/>
          </ac:picMkLst>
        </pc:picChg>
        <pc:picChg chg="add mod">
          <ac:chgData name="MYUNG JIN" userId="89f3fa32ababedc4" providerId="LiveId" clId="{61CFDB85-767F-41F6-9EC9-9FE05B202BBC}" dt="2024-04-28T13:51:15.128" v="2373" actId="14100"/>
          <ac:picMkLst>
            <pc:docMk/>
            <pc:sldMk cId="8785279" sldId="359"/>
            <ac:picMk id="30" creationId="{54C8076E-C123-DD4A-738D-900B31A7100C}"/>
          </ac:picMkLst>
        </pc:picChg>
        <pc:picChg chg="add mod">
          <ac:chgData name="MYUNG JIN" userId="89f3fa32ababedc4" providerId="LiveId" clId="{61CFDB85-767F-41F6-9EC9-9FE05B202BBC}" dt="2024-04-28T13:51:12.285" v="2372" actId="1076"/>
          <ac:picMkLst>
            <pc:docMk/>
            <pc:sldMk cId="8785279" sldId="359"/>
            <ac:picMk id="31" creationId="{AC323E5A-D01E-AD61-26BD-8CBFCEF9B7C7}"/>
          </ac:picMkLst>
        </pc:picChg>
        <pc:picChg chg="add mod">
          <ac:chgData name="MYUNG JIN" userId="89f3fa32ababedc4" providerId="LiveId" clId="{61CFDB85-767F-41F6-9EC9-9FE05B202BBC}" dt="2024-04-28T13:51:44.406" v="2381" actId="571"/>
          <ac:picMkLst>
            <pc:docMk/>
            <pc:sldMk cId="8785279" sldId="359"/>
            <ac:picMk id="32" creationId="{2C6BA925-124F-0C74-E68A-12BBA68B7957}"/>
          </ac:picMkLst>
        </pc:picChg>
        <pc:picChg chg="add del mod">
          <ac:chgData name="MYUNG JIN" userId="89f3fa32ababedc4" providerId="LiveId" clId="{61CFDB85-767F-41F6-9EC9-9FE05B202BBC}" dt="2024-04-28T11:15:48.560" v="1802" actId="478"/>
          <ac:picMkLst>
            <pc:docMk/>
            <pc:sldMk cId="8785279" sldId="359"/>
            <ac:picMk id="32" creationId="{BFA1D1BD-306F-4F79-0279-84E14F681916}"/>
          </ac:picMkLst>
        </pc:picChg>
        <pc:picChg chg="add del mod">
          <ac:chgData name="MYUNG JIN" userId="89f3fa32ababedc4" providerId="LiveId" clId="{61CFDB85-767F-41F6-9EC9-9FE05B202BBC}" dt="2024-04-28T12:00:10.777" v="1822" actId="478"/>
          <ac:picMkLst>
            <pc:docMk/>
            <pc:sldMk cId="8785279" sldId="359"/>
            <ac:picMk id="34" creationId="{0E8304B5-E8CF-614E-5486-8B62545BA386}"/>
          </ac:picMkLst>
        </pc:picChg>
        <pc:cxnChg chg="add mod">
          <ac:chgData name="MYUNG JIN" userId="89f3fa32ababedc4" providerId="LiveId" clId="{61CFDB85-767F-41F6-9EC9-9FE05B202BBC}" dt="2024-04-28T14:13:46.429" v="2546" actId="208"/>
          <ac:cxnSpMkLst>
            <pc:docMk/>
            <pc:sldMk cId="8785279" sldId="359"/>
            <ac:cxnSpMk id="40" creationId="{11C88C17-FAA0-E1DC-B911-AB1B385126DC}"/>
          </ac:cxnSpMkLst>
        </pc:cxnChg>
        <pc:cxnChg chg="add del mod">
          <ac:chgData name="MYUNG JIN" userId="89f3fa32ababedc4" providerId="LiveId" clId="{61CFDB85-767F-41F6-9EC9-9FE05B202BBC}" dt="2024-04-28T14:15:24.147" v="2578" actId="478"/>
          <ac:cxnSpMkLst>
            <pc:docMk/>
            <pc:sldMk cId="8785279" sldId="359"/>
            <ac:cxnSpMk id="43" creationId="{EBAFD924-7529-DC50-E16F-43497FF323DB}"/>
          </ac:cxnSpMkLst>
        </pc:cxnChg>
        <pc:cxnChg chg="add mod">
          <ac:chgData name="MYUNG JIN" userId="89f3fa32ababedc4" providerId="LiveId" clId="{61CFDB85-767F-41F6-9EC9-9FE05B202BBC}" dt="2024-04-28T14:15:49.412" v="2587" actId="14100"/>
          <ac:cxnSpMkLst>
            <pc:docMk/>
            <pc:sldMk cId="8785279" sldId="359"/>
            <ac:cxnSpMk id="46" creationId="{EA5F2666-4A14-5AA8-191E-2CBC8176F236}"/>
          </ac:cxnSpMkLst>
        </pc:cxnChg>
      </pc:sldChg>
      <pc:sldChg chg="modSp add del mod">
        <pc:chgData name="MYUNG JIN" userId="89f3fa32ababedc4" providerId="LiveId" clId="{61CFDB85-767F-41F6-9EC9-9FE05B202BBC}" dt="2024-04-28T21:44:36.874" v="4157" actId="47"/>
        <pc:sldMkLst>
          <pc:docMk/>
          <pc:sldMk cId="1344186744" sldId="360"/>
        </pc:sldMkLst>
        <pc:spChg chg="mod">
          <ac:chgData name="MYUNG JIN" userId="89f3fa32ababedc4" providerId="LiveId" clId="{61CFDB85-767F-41F6-9EC9-9FE05B202BBC}" dt="2024-04-28T12:47:56.878" v="2175" actId="20577"/>
          <ac:spMkLst>
            <pc:docMk/>
            <pc:sldMk cId="1344186744" sldId="360"/>
            <ac:spMk id="2" creationId="{00000000-0000-0000-0000-000000000000}"/>
          </ac:spMkLst>
        </pc:spChg>
      </pc:sldChg>
      <pc:sldChg chg="addSp delSp modSp add mod">
        <pc:chgData name="MYUNG JIN" userId="89f3fa32ababedc4" providerId="LiveId" clId="{61CFDB85-767F-41F6-9EC9-9FE05B202BBC}" dt="2024-04-29T10:59:52.526" v="8982" actId="20577"/>
        <pc:sldMkLst>
          <pc:docMk/>
          <pc:sldMk cId="2839118988" sldId="360"/>
        </pc:sldMkLst>
        <pc:spChg chg="del">
          <ac:chgData name="MYUNG JIN" userId="89f3fa32ababedc4" providerId="LiveId" clId="{61CFDB85-767F-41F6-9EC9-9FE05B202BBC}" dt="2024-04-29T01:34:13.056" v="6052" actId="478"/>
          <ac:spMkLst>
            <pc:docMk/>
            <pc:sldMk cId="2839118988" sldId="360"/>
            <ac:spMk id="2" creationId="{00000000-0000-0000-0000-000000000000}"/>
          </ac:spMkLst>
        </pc:spChg>
        <pc:spChg chg="add mod">
          <ac:chgData name="MYUNG JIN" userId="89f3fa32ababedc4" providerId="LiveId" clId="{61CFDB85-767F-41F6-9EC9-9FE05B202BBC}" dt="2024-04-29T01:34:13.361" v="6053"/>
          <ac:spMkLst>
            <pc:docMk/>
            <pc:sldMk cId="2839118988" sldId="360"/>
            <ac:spMk id="4" creationId="{1D07914B-D7CD-8607-1DBB-C23AA224E9F5}"/>
          </ac:spMkLst>
        </pc:spChg>
        <pc:spChg chg="mod">
          <ac:chgData name="MYUNG JIN" userId="89f3fa32ababedc4" providerId="LiveId" clId="{61CFDB85-767F-41F6-9EC9-9FE05B202BBC}" dt="2024-04-29T10:59:52.526" v="8982" actId="20577"/>
          <ac:spMkLst>
            <pc:docMk/>
            <pc:sldMk cId="2839118988" sldId="360"/>
            <ac:spMk id="8" creationId="{00000000-0000-0000-0000-000000000000}"/>
          </ac:spMkLst>
        </pc:spChg>
        <pc:spChg chg="add mod">
          <ac:chgData name="MYUNG JIN" userId="89f3fa32ababedc4" providerId="LiveId" clId="{61CFDB85-767F-41F6-9EC9-9FE05B202BBC}" dt="2024-04-29T10:14:37.572" v="8829" actId="1076"/>
          <ac:spMkLst>
            <pc:docMk/>
            <pc:sldMk cId="2839118988" sldId="360"/>
            <ac:spMk id="11" creationId="{5207567A-05FA-3877-4301-16B4DEB7CEA4}"/>
          </ac:spMkLst>
        </pc:spChg>
        <pc:spChg chg="mod">
          <ac:chgData name="MYUNG JIN" userId="89f3fa32ababedc4" providerId="LiveId" clId="{61CFDB85-767F-41F6-9EC9-9FE05B202BBC}" dt="2024-04-29T10:13:51.121" v="8779" actId="20577"/>
          <ac:spMkLst>
            <pc:docMk/>
            <pc:sldMk cId="2839118988" sldId="360"/>
            <ac:spMk id="72" creationId="{C350932C-557D-32B7-3D7D-A7A51EC21C34}"/>
          </ac:spMkLst>
        </pc:spChg>
        <pc:cxnChg chg="del">
          <ac:chgData name="MYUNG JIN" userId="89f3fa32ababedc4" providerId="LiveId" clId="{61CFDB85-767F-41F6-9EC9-9FE05B202BBC}" dt="2024-04-29T01:34:13.056" v="6052" actId="478"/>
          <ac:cxnSpMkLst>
            <pc:docMk/>
            <pc:sldMk cId="2839118988" sldId="360"/>
            <ac:cxnSpMk id="3" creationId="{66592F17-0209-34DB-7AA8-7F4CE2B810BD}"/>
          </ac:cxnSpMkLst>
        </pc:cxnChg>
        <pc:cxnChg chg="add mod">
          <ac:chgData name="MYUNG JIN" userId="89f3fa32ababedc4" providerId="LiveId" clId="{61CFDB85-767F-41F6-9EC9-9FE05B202BBC}" dt="2024-04-29T01:34:13.361" v="6053"/>
          <ac:cxnSpMkLst>
            <pc:docMk/>
            <pc:sldMk cId="2839118988" sldId="360"/>
            <ac:cxnSpMk id="9" creationId="{B4EC46C0-CAB3-F0E4-8222-DF753049F703}"/>
          </ac:cxnSpMkLst>
        </pc:cxnChg>
        <pc:cxnChg chg="mod">
          <ac:chgData name="MYUNG JIN" userId="89f3fa32ababedc4" providerId="LiveId" clId="{61CFDB85-767F-41F6-9EC9-9FE05B202BBC}" dt="2024-04-29T10:13:27.041" v="8768" actId="14100"/>
          <ac:cxnSpMkLst>
            <pc:docMk/>
            <pc:sldMk cId="2839118988" sldId="360"/>
            <ac:cxnSpMk id="71" creationId="{61D485D2-DF67-BAB1-AC64-8A3BADD5BDBE}"/>
          </ac:cxnSpMkLst>
        </pc:cxnChg>
      </pc:sldChg>
      <pc:sldChg chg="addSp delSp modSp add mod">
        <pc:chgData name="MYUNG JIN" userId="89f3fa32ababedc4" providerId="LiveId" clId="{61CFDB85-767F-41F6-9EC9-9FE05B202BBC}" dt="2024-04-29T11:36:44.738" v="9275" actId="13926"/>
        <pc:sldMkLst>
          <pc:docMk/>
          <pc:sldMk cId="490946267" sldId="361"/>
        </pc:sldMkLst>
        <pc:spChg chg="mod">
          <ac:chgData name="MYUNG JIN" userId="89f3fa32ababedc4" providerId="LiveId" clId="{61CFDB85-767F-41F6-9EC9-9FE05B202BBC}" dt="2024-04-29T01:34:00.327" v="6051" actId="20577"/>
          <ac:spMkLst>
            <pc:docMk/>
            <pc:sldMk cId="490946267" sldId="361"/>
            <ac:spMk id="2" creationId="{00000000-0000-0000-0000-000000000000}"/>
          </ac:spMkLst>
        </pc:spChg>
        <pc:spChg chg="add mod">
          <ac:chgData name="MYUNG JIN" userId="89f3fa32ababedc4" providerId="LiveId" clId="{61CFDB85-767F-41F6-9EC9-9FE05B202BBC}" dt="2024-04-29T09:02:00.119" v="6768" actId="20577"/>
          <ac:spMkLst>
            <pc:docMk/>
            <pc:sldMk cId="490946267" sldId="361"/>
            <ac:spMk id="3" creationId="{54BCC48C-F790-1AA2-986E-E255B934B64E}"/>
          </ac:spMkLst>
        </pc:spChg>
        <pc:spChg chg="add mod">
          <ac:chgData name="MYUNG JIN" userId="89f3fa32ababedc4" providerId="LiveId" clId="{61CFDB85-767F-41F6-9EC9-9FE05B202BBC}" dt="2024-04-29T09:02:06.362" v="6769" actId="1076"/>
          <ac:spMkLst>
            <pc:docMk/>
            <pc:sldMk cId="490946267" sldId="361"/>
            <ac:spMk id="4" creationId="{3190A1EF-5507-B863-4443-0359571934FB}"/>
          </ac:spMkLst>
        </pc:spChg>
        <pc:spChg chg="mod">
          <ac:chgData name="MYUNG JIN" userId="89f3fa32ababedc4" providerId="LiveId" clId="{61CFDB85-767F-41F6-9EC9-9FE05B202BBC}" dt="2024-04-29T10:59:49.325" v="8977" actId="20577"/>
          <ac:spMkLst>
            <pc:docMk/>
            <pc:sldMk cId="490946267" sldId="361"/>
            <ac:spMk id="8" creationId="{00000000-0000-0000-0000-000000000000}"/>
          </ac:spMkLst>
        </pc:spChg>
        <pc:spChg chg="add del mod">
          <ac:chgData name="MYUNG JIN" userId="89f3fa32ababedc4" providerId="LiveId" clId="{61CFDB85-767F-41F6-9EC9-9FE05B202BBC}" dt="2024-04-29T09:01:54.150" v="6766" actId="478"/>
          <ac:spMkLst>
            <pc:docMk/>
            <pc:sldMk cId="490946267" sldId="361"/>
            <ac:spMk id="9" creationId="{755ED3D0-22C9-939B-1886-439F859F5B01}"/>
          </ac:spMkLst>
        </pc:spChg>
        <pc:spChg chg="add mod">
          <ac:chgData name="MYUNG JIN" userId="89f3fa32ababedc4" providerId="LiveId" clId="{61CFDB85-767F-41F6-9EC9-9FE05B202BBC}" dt="2024-04-29T01:34:45.591" v="6115" actId="20577"/>
          <ac:spMkLst>
            <pc:docMk/>
            <pc:sldMk cId="490946267" sldId="361"/>
            <ac:spMk id="10" creationId="{1F66AC40-B54E-A673-8A8C-295CFAF69B46}"/>
          </ac:spMkLst>
        </pc:spChg>
        <pc:spChg chg="add del mod">
          <ac:chgData name="MYUNG JIN" userId="89f3fa32ababedc4" providerId="LiveId" clId="{61CFDB85-767F-41F6-9EC9-9FE05B202BBC}" dt="2024-04-29T00:38:04.654" v="5602" actId="478"/>
          <ac:spMkLst>
            <pc:docMk/>
            <pc:sldMk cId="490946267" sldId="361"/>
            <ac:spMk id="10" creationId="{F5B2A6EE-3CBE-B9A2-2C42-137A1ED29E09}"/>
          </ac:spMkLst>
        </pc:spChg>
        <pc:spChg chg="add mod">
          <ac:chgData name="MYUNG JIN" userId="89f3fa32ababedc4" providerId="LiveId" clId="{61CFDB85-767F-41F6-9EC9-9FE05B202BBC}" dt="2024-04-29T09:19:33.382" v="6922" actId="1076"/>
          <ac:spMkLst>
            <pc:docMk/>
            <pc:sldMk cId="490946267" sldId="361"/>
            <ac:spMk id="11" creationId="{06D29649-51BE-9F16-5FFA-0276379A775E}"/>
          </ac:spMkLst>
        </pc:spChg>
        <pc:spChg chg="add mod">
          <ac:chgData name="MYUNG JIN" userId="89f3fa32ababedc4" providerId="LiveId" clId="{61CFDB85-767F-41F6-9EC9-9FE05B202BBC}" dt="2024-04-29T11:36:44.738" v="9275" actId="13926"/>
          <ac:spMkLst>
            <pc:docMk/>
            <pc:sldMk cId="490946267" sldId="361"/>
            <ac:spMk id="13" creationId="{1EBDFEB8-0FD2-3847-DB37-0B623DDFDA6E}"/>
          </ac:spMkLst>
        </pc:spChg>
      </pc:sldChg>
      <pc:sldChg chg="addSp delSp modSp add mod">
        <pc:chgData name="MYUNG JIN" userId="89f3fa32ababedc4" providerId="LiveId" clId="{61CFDB85-767F-41F6-9EC9-9FE05B202BBC}" dt="2024-04-29T11:19:28.809" v="9256" actId="20577"/>
        <pc:sldMkLst>
          <pc:docMk/>
          <pc:sldMk cId="1471832175" sldId="362"/>
        </pc:sldMkLst>
        <pc:spChg chg="mod">
          <ac:chgData name="MYUNG JIN" userId="89f3fa32ababedc4" providerId="LiveId" clId="{61CFDB85-767F-41F6-9EC9-9FE05B202BBC}" dt="2024-04-29T07:04:53.877" v="6332" actId="20577"/>
          <ac:spMkLst>
            <pc:docMk/>
            <pc:sldMk cId="1471832175" sldId="362"/>
            <ac:spMk id="2" creationId="{00000000-0000-0000-0000-000000000000}"/>
          </ac:spMkLst>
        </pc:spChg>
        <pc:spChg chg="add mod">
          <ac:chgData name="MYUNG JIN" userId="89f3fa32ababedc4" providerId="LiveId" clId="{61CFDB85-767F-41F6-9EC9-9FE05B202BBC}" dt="2024-04-29T09:46:49.067" v="7792" actId="1076"/>
          <ac:spMkLst>
            <pc:docMk/>
            <pc:sldMk cId="1471832175" sldId="362"/>
            <ac:spMk id="3" creationId="{96504BAC-819A-6375-1968-909202BD4386}"/>
          </ac:spMkLst>
        </pc:spChg>
        <pc:spChg chg="add del mod">
          <ac:chgData name="MYUNG JIN" userId="89f3fa32ababedc4" providerId="LiveId" clId="{61CFDB85-767F-41F6-9EC9-9FE05B202BBC}" dt="2024-04-29T09:46:06.307" v="7778" actId="478"/>
          <ac:spMkLst>
            <pc:docMk/>
            <pc:sldMk cId="1471832175" sldId="362"/>
            <ac:spMk id="4" creationId="{3CF30983-0CBE-BE25-8E73-3F061C585670}"/>
          </ac:spMkLst>
        </pc:spChg>
        <pc:spChg chg="mod">
          <ac:chgData name="MYUNG JIN" userId="89f3fa32ababedc4" providerId="LiveId" clId="{61CFDB85-767F-41F6-9EC9-9FE05B202BBC}" dt="2024-04-29T10:59:46.036" v="8970" actId="20577"/>
          <ac:spMkLst>
            <pc:docMk/>
            <pc:sldMk cId="1471832175" sldId="362"/>
            <ac:spMk id="8" creationId="{00000000-0000-0000-0000-000000000000}"/>
          </ac:spMkLst>
        </pc:spChg>
        <pc:spChg chg="add del mod">
          <ac:chgData name="MYUNG JIN" userId="89f3fa32ababedc4" providerId="LiveId" clId="{61CFDB85-767F-41F6-9EC9-9FE05B202BBC}" dt="2024-04-29T09:46:29.959" v="7787" actId="478"/>
          <ac:spMkLst>
            <pc:docMk/>
            <pc:sldMk cId="1471832175" sldId="362"/>
            <ac:spMk id="9" creationId="{3E43BA9F-6400-3157-9A00-6CF106BD589C}"/>
          </ac:spMkLst>
        </pc:spChg>
        <pc:spChg chg="add mod">
          <ac:chgData name="MYUNG JIN" userId="89f3fa32ababedc4" providerId="LiveId" clId="{61CFDB85-767F-41F6-9EC9-9FE05B202BBC}" dt="2024-04-29T10:04:06.064" v="8061" actId="20577"/>
          <ac:spMkLst>
            <pc:docMk/>
            <pc:sldMk cId="1471832175" sldId="362"/>
            <ac:spMk id="10" creationId="{1C1CA780-5DCE-A6F0-565F-70A12D904E9C}"/>
          </ac:spMkLst>
        </pc:spChg>
        <pc:spChg chg="add mod">
          <ac:chgData name="MYUNG JIN" userId="89f3fa32ababedc4" providerId="LiveId" clId="{61CFDB85-767F-41F6-9EC9-9FE05B202BBC}" dt="2024-04-29T10:05:24.656" v="8201" actId="20577"/>
          <ac:spMkLst>
            <pc:docMk/>
            <pc:sldMk cId="1471832175" sldId="362"/>
            <ac:spMk id="11" creationId="{6847A9AE-0804-2C55-95A3-9995A53BE6CB}"/>
          </ac:spMkLst>
        </pc:spChg>
        <pc:spChg chg="add mod">
          <ac:chgData name="MYUNG JIN" userId="89f3fa32ababedc4" providerId="LiveId" clId="{61CFDB85-767F-41F6-9EC9-9FE05B202BBC}" dt="2024-04-29T09:47:00.394" v="7800" actId="1076"/>
          <ac:spMkLst>
            <pc:docMk/>
            <pc:sldMk cId="1471832175" sldId="362"/>
            <ac:spMk id="13" creationId="{7DCE0101-51DA-9829-2ABB-F1C0DB263BB2}"/>
          </ac:spMkLst>
        </pc:spChg>
        <pc:spChg chg="add del mod">
          <ac:chgData name="MYUNG JIN" userId="89f3fa32ababedc4" providerId="LiveId" clId="{61CFDB85-767F-41F6-9EC9-9FE05B202BBC}" dt="2024-04-29T10:07:11.259" v="8207" actId="20577"/>
          <ac:spMkLst>
            <pc:docMk/>
            <pc:sldMk cId="1471832175" sldId="362"/>
            <ac:spMk id="14" creationId="{E971B84D-87D8-3745-2CF6-4FC85EFFF122}"/>
          </ac:spMkLst>
        </pc:spChg>
        <pc:spChg chg="add mod">
          <ac:chgData name="MYUNG JIN" userId="89f3fa32ababedc4" providerId="LiveId" clId="{61CFDB85-767F-41F6-9EC9-9FE05B202BBC}" dt="2024-04-29T09:50:46.594" v="8001" actId="20577"/>
          <ac:spMkLst>
            <pc:docMk/>
            <pc:sldMk cId="1471832175" sldId="362"/>
            <ac:spMk id="15" creationId="{7E3F79E4-613C-E5BE-C6FB-C17D0055D3F4}"/>
          </ac:spMkLst>
        </pc:spChg>
        <pc:spChg chg="add mod">
          <ac:chgData name="MYUNG JIN" userId="89f3fa32ababedc4" providerId="LiveId" clId="{61CFDB85-767F-41F6-9EC9-9FE05B202BBC}" dt="2024-04-29T09:48:33.098" v="7896" actId="5793"/>
          <ac:spMkLst>
            <pc:docMk/>
            <pc:sldMk cId="1471832175" sldId="362"/>
            <ac:spMk id="16" creationId="{9AAD26DF-2590-EB2A-7BFF-3E38A171D46A}"/>
          </ac:spMkLst>
        </pc:spChg>
        <pc:spChg chg="add mod">
          <ac:chgData name="MYUNG JIN" userId="89f3fa32ababedc4" providerId="LiveId" clId="{61CFDB85-767F-41F6-9EC9-9FE05B202BBC}" dt="2024-04-29T09:49:15.913" v="7926" actId="571"/>
          <ac:spMkLst>
            <pc:docMk/>
            <pc:sldMk cId="1471832175" sldId="362"/>
            <ac:spMk id="17" creationId="{FD69D255-08FA-2B86-3833-4FE0CF221CD3}"/>
          </ac:spMkLst>
        </pc:spChg>
        <pc:spChg chg="add mod">
          <ac:chgData name="MYUNG JIN" userId="89f3fa32ababedc4" providerId="LiveId" clId="{61CFDB85-767F-41F6-9EC9-9FE05B202BBC}" dt="2024-04-29T11:19:28.809" v="9256" actId="20577"/>
          <ac:spMkLst>
            <pc:docMk/>
            <pc:sldMk cId="1471832175" sldId="362"/>
            <ac:spMk id="18" creationId="{BE95CEEB-8389-452A-B7F0-20EF73F9D828}"/>
          </ac:spMkLst>
        </pc:spChg>
      </pc:sldChg>
      <pc:sldChg chg="addSp delSp modSp add del mod">
        <pc:chgData name="MYUNG JIN" userId="89f3fa32ababedc4" providerId="LiveId" clId="{61CFDB85-767F-41F6-9EC9-9FE05B202BBC}" dt="2024-04-29T10:09:19.278" v="8328" actId="47"/>
        <pc:sldMkLst>
          <pc:docMk/>
          <pc:sldMk cId="225936962" sldId="363"/>
        </pc:sldMkLst>
        <pc:spChg chg="add mod">
          <ac:chgData name="MYUNG JIN" userId="89f3fa32ababedc4" providerId="LiveId" clId="{61CFDB85-767F-41F6-9EC9-9FE05B202BBC}" dt="2024-04-29T09:41:23.716" v="7486" actId="20577"/>
          <ac:spMkLst>
            <pc:docMk/>
            <pc:sldMk cId="225936962" sldId="363"/>
            <ac:spMk id="2" creationId="{12E3D444-B5C7-ED71-038F-1CCC40C7E466}"/>
          </ac:spMkLst>
        </pc:spChg>
        <pc:spChg chg="del">
          <ac:chgData name="MYUNG JIN" userId="89f3fa32ababedc4" providerId="LiveId" clId="{61CFDB85-767F-41F6-9EC9-9FE05B202BBC}" dt="2024-04-29T08:48:43.188" v="6565" actId="478"/>
          <ac:spMkLst>
            <pc:docMk/>
            <pc:sldMk cId="225936962" sldId="363"/>
            <ac:spMk id="9" creationId="{5391BC46-A7D1-B840-15EA-0D7E86A8459E}"/>
          </ac:spMkLst>
        </pc:spChg>
        <pc:spChg chg="del">
          <ac:chgData name="MYUNG JIN" userId="89f3fa32ababedc4" providerId="LiveId" clId="{61CFDB85-767F-41F6-9EC9-9FE05B202BBC}" dt="2024-04-29T08:48:43.188" v="6565" actId="478"/>
          <ac:spMkLst>
            <pc:docMk/>
            <pc:sldMk cId="225936962" sldId="363"/>
            <ac:spMk id="10" creationId="{71626767-7EE2-D5C8-6FB7-96967B3B2858}"/>
          </ac:spMkLst>
        </pc:spChg>
        <pc:spChg chg="del">
          <ac:chgData name="MYUNG JIN" userId="89f3fa32ababedc4" providerId="LiveId" clId="{61CFDB85-767F-41F6-9EC9-9FE05B202BBC}" dt="2024-04-29T08:48:43.188" v="6565" actId="478"/>
          <ac:spMkLst>
            <pc:docMk/>
            <pc:sldMk cId="225936962" sldId="363"/>
            <ac:spMk id="11" creationId="{D351077A-69A9-D740-C6C6-F1B546AF6ED2}"/>
          </ac:spMkLst>
        </pc:spChg>
        <pc:spChg chg="del">
          <ac:chgData name="MYUNG JIN" userId="89f3fa32ababedc4" providerId="LiveId" clId="{61CFDB85-767F-41F6-9EC9-9FE05B202BBC}" dt="2024-04-29T08:48:43.188" v="6565" actId="478"/>
          <ac:spMkLst>
            <pc:docMk/>
            <pc:sldMk cId="225936962" sldId="363"/>
            <ac:spMk id="13" creationId="{E969D5BE-23AC-C5C5-585F-0523CF4F3AA6}"/>
          </ac:spMkLst>
        </pc:spChg>
        <pc:spChg chg="del">
          <ac:chgData name="MYUNG JIN" userId="89f3fa32ababedc4" providerId="LiveId" clId="{61CFDB85-767F-41F6-9EC9-9FE05B202BBC}" dt="2024-04-29T08:48:46.495" v="6566" actId="478"/>
          <ac:spMkLst>
            <pc:docMk/>
            <pc:sldMk cId="225936962" sldId="363"/>
            <ac:spMk id="14" creationId="{C882E087-50DC-4741-2D73-DF91F8C69844}"/>
          </ac:spMkLst>
        </pc:spChg>
        <pc:spChg chg="del">
          <ac:chgData name="MYUNG JIN" userId="89f3fa32ababedc4" providerId="LiveId" clId="{61CFDB85-767F-41F6-9EC9-9FE05B202BBC}" dt="2024-04-29T08:48:43.188" v="6565" actId="478"/>
          <ac:spMkLst>
            <pc:docMk/>
            <pc:sldMk cId="225936962" sldId="363"/>
            <ac:spMk id="15" creationId="{D3A5E6C6-4DEB-5397-A4D9-57DEAF879BA6}"/>
          </ac:spMkLst>
        </pc:spChg>
        <pc:spChg chg="del">
          <ac:chgData name="MYUNG JIN" userId="89f3fa32ababedc4" providerId="LiveId" clId="{61CFDB85-767F-41F6-9EC9-9FE05B202BBC}" dt="2024-04-29T08:48:43.188" v="6565" actId="478"/>
          <ac:spMkLst>
            <pc:docMk/>
            <pc:sldMk cId="225936962" sldId="363"/>
            <ac:spMk id="17" creationId="{E2B986B0-961F-448F-CC0C-A6FF87E5D6BB}"/>
          </ac:spMkLst>
        </pc:spChg>
        <pc:spChg chg="del">
          <ac:chgData name="MYUNG JIN" userId="89f3fa32ababedc4" providerId="LiveId" clId="{61CFDB85-767F-41F6-9EC9-9FE05B202BBC}" dt="2024-04-29T08:48:46.495" v="6566" actId="478"/>
          <ac:spMkLst>
            <pc:docMk/>
            <pc:sldMk cId="225936962" sldId="363"/>
            <ac:spMk id="21" creationId="{21EAAF1E-389D-CB06-13C1-61C84B5286EE}"/>
          </ac:spMkLst>
        </pc:spChg>
        <pc:spChg chg="del">
          <ac:chgData name="MYUNG JIN" userId="89f3fa32ababedc4" providerId="LiveId" clId="{61CFDB85-767F-41F6-9EC9-9FE05B202BBC}" dt="2024-04-29T08:48:43.188" v="6565" actId="478"/>
          <ac:spMkLst>
            <pc:docMk/>
            <pc:sldMk cId="225936962" sldId="363"/>
            <ac:spMk id="23" creationId="{34888940-D674-1D8F-4800-F8F73FEA2FB7}"/>
          </ac:spMkLst>
        </pc:spChg>
        <pc:spChg chg="del">
          <ac:chgData name="MYUNG JIN" userId="89f3fa32ababedc4" providerId="LiveId" clId="{61CFDB85-767F-41F6-9EC9-9FE05B202BBC}" dt="2024-04-29T08:48:43.188" v="6565" actId="478"/>
          <ac:spMkLst>
            <pc:docMk/>
            <pc:sldMk cId="225936962" sldId="363"/>
            <ac:spMk id="26" creationId="{B76F0298-B4CB-8640-057D-C591293F5404}"/>
          </ac:spMkLst>
        </pc:spChg>
        <pc:spChg chg="del">
          <ac:chgData name="MYUNG JIN" userId="89f3fa32ababedc4" providerId="LiveId" clId="{61CFDB85-767F-41F6-9EC9-9FE05B202BBC}" dt="2024-04-29T08:48:43.188" v="6565" actId="478"/>
          <ac:spMkLst>
            <pc:docMk/>
            <pc:sldMk cId="225936962" sldId="363"/>
            <ac:spMk id="30" creationId="{1C68E40D-55E7-7250-9DA4-A70770F2E7F7}"/>
          </ac:spMkLst>
        </pc:spChg>
        <pc:spChg chg="del">
          <ac:chgData name="MYUNG JIN" userId="89f3fa32ababedc4" providerId="LiveId" clId="{61CFDB85-767F-41F6-9EC9-9FE05B202BBC}" dt="2024-04-29T08:48:43.188" v="6565" actId="478"/>
          <ac:spMkLst>
            <pc:docMk/>
            <pc:sldMk cId="225936962" sldId="363"/>
            <ac:spMk id="31" creationId="{EE3CBE01-BB1F-EF89-1231-4914D72823A5}"/>
          </ac:spMkLst>
        </pc:spChg>
        <pc:spChg chg="del">
          <ac:chgData name="MYUNG JIN" userId="89f3fa32ababedc4" providerId="LiveId" clId="{61CFDB85-767F-41F6-9EC9-9FE05B202BBC}" dt="2024-04-29T08:48:43.188" v="6565" actId="478"/>
          <ac:spMkLst>
            <pc:docMk/>
            <pc:sldMk cId="225936962" sldId="363"/>
            <ac:spMk id="34" creationId="{936C0E9D-551E-7D19-EFFE-4B01E931FCF3}"/>
          </ac:spMkLst>
        </pc:spChg>
        <pc:picChg chg="del">
          <ac:chgData name="MYUNG JIN" userId="89f3fa32ababedc4" providerId="LiveId" clId="{61CFDB85-767F-41F6-9EC9-9FE05B202BBC}" dt="2024-04-29T08:48:43.188" v="6565" actId="478"/>
          <ac:picMkLst>
            <pc:docMk/>
            <pc:sldMk cId="225936962" sldId="363"/>
            <ac:picMk id="4" creationId="{55FD7684-842A-8AD8-5B01-F37DE14E6F8F}"/>
          </ac:picMkLst>
        </pc:picChg>
        <pc:picChg chg="del">
          <ac:chgData name="MYUNG JIN" userId="89f3fa32ababedc4" providerId="LiveId" clId="{61CFDB85-767F-41F6-9EC9-9FE05B202BBC}" dt="2024-04-29T08:48:43.188" v="6565" actId="478"/>
          <ac:picMkLst>
            <pc:docMk/>
            <pc:sldMk cId="225936962" sldId="363"/>
            <ac:picMk id="25" creationId="{32DB4F70-E10B-4A3C-6D7E-0A15A826BADD}"/>
          </ac:picMkLst>
        </pc:picChg>
        <pc:cxnChg chg="del mod">
          <ac:chgData name="MYUNG JIN" userId="89f3fa32ababedc4" providerId="LiveId" clId="{61CFDB85-767F-41F6-9EC9-9FE05B202BBC}" dt="2024-04-29T08:48:43.188" v="6565" actId="478"/>
          <ac:cxnSpMkLst>
            <pc:docMk/>
            <pc:sldMk cId="225936962" sldId="363"/>
            <ac:cxnSpMk id="16" creationId="{C3989BC0-2A4C-EDCE-36D5-0BA3306ED64A}"/>
          </ac:cxnSpMkLst>
        </pc:cxnChg>
        <pc:cxnChg chg="del">
          <ac:chgData name="MYUNG JIN" userId="89f3fa32ababedc4" providerId="LiveId" clId="{61CFDB85-767F-41F6-9EC9-9FE05B202BBC}" dt="2024-04-29T08:48:43.188" v="6565" actId="478"/>
          <ac:cxnSpMkLst>
            <pc:docMk/>
            <pc:sldMk cId="225936962" sldId="363"/>
            <ac:cxnSpMk id="18" creationId="{0BD1DD76-47D8-BEA4-94F2-51139705986F}"/>
          </ac:cxnSpMkLst>
        </pc:cxnChg>
        <pc:cxnChg chg="del">
          <ac:chgData name="MYUNG JIN" userId="89f3fa32ababedc4" providerId="LiveId" clId="{61CFDB85-767F-41F6-9EC9-9FE05B202BBC}" dt="2024-04-29T08:48:43.188" v="6565" actId="478"/>
          <ac:cxnSpMkLst>
            <pc:docMk/>
            <pc:sldMk cId="225936962" sldId="363"/>
            <ac:cxnSpMk id="33" creationId="{F8F37208-4B31-B9F7-A5C8-3C34C0B60408}"/>
          </ac:cxnSpMkLst>
        </pc:cxnChg>
      </pc:sldChg>
    </pc:docChg>
  </pc:docChgLst>
  <pc:docChgLst>
    <pc:chgData name="MYUNG JIN" userId="89f3fa32ababedc4" providerId="LiveId" clId="{2064FFF0-9098-4989-BB02-01CC49AFBD41}"/>
    <pc:docChg chg="custSel addSld delSld modSld">
      <pc:chgData name="MYUNG JIN" userId="89f3fa32ababedc4" providerId="LiveId" clId="{2064FFF0-9098-4989-BB02-01CC49AFBD41}" dt="2024-04-20T14:09:13.655" v="855" actId="14100"/>
      <pc:docMkLst>
        <pc:docMk/>
      </pc:docMkLst>
      <pc:sldChg chg="modSp mod">
        <pc:chgData name="MYUNG JIN" userId="89f3fa32ababedc4" providerId="LiveId" clId="{2064FFF0-9098-4989-BB02-01CC49AFBD41}" dt="2024-04-20T13:12:37.687" v="70" actId="20577"/>
        <pc:sldMkLst>
          <pc:docMk/>
          <pc:sldMk cId="1552810297" sldId="308"/>
        </pc:sldMkLst>
        <pc:spChg chg="mod">
          <ac:chgData name="MYUNG JIN" userId="89f3fa32ababedc4" providerId="LiveId" clId="{2064FFF0-9098-4989-BB02-01CC49AFBD41}" dt="2024-04-20T13:12:07.255" v="13" actId="20577"/>
          <ac:spMkLst>
            <pc:docMk/>
            <pc:sldMk cId="1552810297" sldId="308"/>
            <ac:spMk id="2" creationId="{00000000-0000-0000-0000-000000000000}"/>
          </ac:spMkLst>
        </pc:spChg>
        <pc:spChg chg="mod">
          <ac:chgData name="MYUNG JIN" userId="89f3fa32ababedc4" providerId="LiveId" clId="{2064FFF0-9098-4989-BB02-01CC49AFBD41}" dt="2024-04-20T13:12:37.687" v="70" actId="20577"/>
          <ac:spMkLst>
            <pc:docMk/>
            <pc:sldMk cId="1552810297" sldId="308"/>
            <ac:spMk id="4" creationId="{5A826829-174E-E7B4-20A4-81BE4C51458E}"/>
          </ac:spMkLst>
        </pc:spChg>
      </pc:sldChg>
      <pc:sldChg chg="delSp modSp mod">
        <pc:chgData name="MYUNG JIN" userId="89f3fa32ababedc4" providerId="LiveId" clId="{2064FFF0-9098-4989-BB02-01CC49AFBD41}" dt="2024-04-20T13:22:04.947" v="680" actId="478"/>
        <pc:sldMkLst>
          <pc:docMk/>
          <pc:sldMk cId="1679812937" sldId="312"/>
        </pc:sldMkLst>
        <pc:graphicFrameChg chg="del mod">
          <ac:chgData name="MYUNG JIN" userId="89f3fa32ababedc4" providerId="LiveId" clId="{2064FFF0-9098-4989-BB02-01CC49AFBD41}" dt="2024-04-20T13:22:04.947" v="680" actId="478"/>
          <ac:graphicFrameMkLst>
            <pc:docMk/>
            <pc:sldMk cId="1679812937" sldId="312"/>
            <ac:graphicFrameMk id="9" creationId="{613001C5-B0A0-C1D0-F963-1884B3F5CA52}"/>
          </ac:graphicFrameMkLst>
        </pc:graphicFrameChg>
      </pc:sldChg>
      <pc:sldChg chg="del">
        <pc:chgData name="MYUNG JIN" userId="89f3fa32ababedc4" providerId="LiveId" clId="{2064FFF0-9098-4989-BB02-01CC49AFBD41}" dt="2024-04-20T13:12:43.172" v="72" actId="47"/>
        <pc:sldMkLst>
          <pc:docMk/>
          <pc:sldMk cId="507047208" sldId="340"/>
        </pc:sldMkLst>
      </pc:sldChg>
      <pc:sldChg chg="del">
        <pc:chgData name="MYUNG JIN" userId="89f3fa32ababedc4" providerId="LiveId" clId="{2064FFF0-9098-4989-BB02-01CC49AFBD41}" dt="2024-04-20T13:12:42.293" v="71" actId="47"/>
        <pc:sldMkLst>
          <pc:docMk/>
          <pc:sldMk cId="1988742837" sldId="341"/>
        </pc:sldMkLst>
      </pc:sldChg>
      <pc:sldChg chg="del">
        <pc:chgData name="MYUNG JIN" userId="89f3fa32ababedc4" providerId="LiveId" clId="{2064FFF0-9098-4989-BB02-01CC49AFBD41}" dt="2024-04-20T13:12:44.596" v="73" actId="47"/>
        <pc:sldMkLst>
          <pc:docMk/>
          <pc:sldMk cId="3444908019" sldId="347"/>
        </pc:sldMkLst>
      </pc:sldChg>
      <pc:sldChg chg="del">
        <pc:chgData name="MYUNG JIN" userId="89f3fa32ababedc4" providerId="LiveId" clId="{2064FFF0-9098-4989-BB02-01CC49AFBD41}" dt="2024-04-20T13:12:45.366" v="74" actId="47"/>
        <pc:sldMkLst>
          <pc:docMk/>
          <pc:sldMk cId="2219360768" sldId="349"/>
        </pc:sldMkLst>
      </pc:sldChg>
      <pc:sldChg chg="modSp add mod">
        <pc:chgData name="MYUNG JIN" userId="89f3fa32ababedc4" providerId="LiveId" clId="{2064FFF0-9098-4989-BB02-01CC49AFBD41}" dt="2024-04-20T14:09:13.655" v="855" actId="14100"/>
        <pc:sldMkLst>
          <pc:docMk/>
          <pc:sldMk cId="3150985815" sldId="350"/>
        </pc:sldMkLst>
        <pc:spChg chg="mod">
          <ac:chgData name="MYUNG JIN" userId="89f3fa32ababedc4" providerId="LiveId" clId="{2064FFF0-9098-4989-BB02-01CC49AFBD41}" dt="2024-04-20T14:09:13.655" v="855" actId="14100"/>
          <ac:spMkLst>
            <pc:docMk/>
            <pc:sldMk cId="3150985815" sldId="350"/>
            <ac:spMk id="4" creationId="{5A826829-174E-E7B4-20A4-81BE4C51458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8180F2F1-247D-439A-AE1A-1AD18BF0EBC5}" type="datetime1">
              <a:rPr lang="ko-KR" altLang="en-US"/>
              <a:pPr lvl="0">
                <a:defRPr/>
              </a:pPr>
              <a:t>2024-06-24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969D8441-CF3E-4C34-A420-65ADD8A7BB05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69D8441-CF3E-4C34-A420-65ADD8A7BB05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93E4E-B595-4996-A493-F707DD66EAFA}" type="datetimeFigureOut">
              <a:rPr lang="ko-KR" altLang="en-US" smtClean="0"/>
              <a:t>2024-06-24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327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93E4E-B595-4996-A493-F707DD66EAFA}" type="datetimeFigureOut">
              <a:rPr lang="ko-KR" altLang="en-US" smtClean="0"/>
              <a:t>2024-06-24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7371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93E4E-B595-4996-A493-F707DD66EAFA}" type="datetimeFigureOut">
              <a:rPr lang="ko-KR" altLang="en-US" smtClean="0"/>
              <a:t>2024-06-24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00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93E4E-B595-4996-A493-F707DD66EAFA}" type="datetimeFigureOut">
              <a:rPr lang="ko-KR" altLang="en-US" smtClean="0"/>
              <a:t>2024-06-24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779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93E4E-B595-4996-A493-F707DD66EAFA}" type="datetimeFigureOut">
              <a:rPr lang="ko-KR" altLang="en-US" smtClean="0"/>
              <a:t>2024-06-24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63163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93E4E-B595-4996-A493-F707DD66EAFA}" type="datetimeFigureOut">
              <a:rPr lang="ko-KR" altLang="en-US" smtClean="0"/>
              <a:t>2024-06-24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5328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93E4E-B595-4996-A493-F707DD66EAFA}" type="datetimeFigureOut">
              <a:rPr lang="ko-KR" altLang="en-US" smtClean="0"/>
              <a:t>2024-06-24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4692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93E4E-B595-4996-A493-F707DD66EAFA}" type="datetimeFigureOut">
              <a:rPr lang="ko-KR" altLang="en-US" smtClean="0"/>
              <a:t>2024-06-24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1618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93E4E-B595-4996-A493-F707DD66EAFA}" type="datetimeFigureOut">
              <a:rPr lang="ko-KR" altLang="en-US" smtClean="0"/>
              <a:t>2024-06-24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3934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93E4E-B595-4996-A493-F707DD66EAFA}" type="datetimeFigureOut">
              <a:rPr lang="ko-KR" altLang="en-US" smtClean="0"/>
              <a:t>2024-06-24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1259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93E4E-B595-4996-A493-F707DD66EAFA}" type="datetimeFigureOut">
              <a:rPr lang="ko-KR" altLang="en-US" smtClean="0"/>
              <a:t>2024-06-24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8792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E93E4E-B595-4996-A493-F707DD66EAFA}" type="datetimeFigureOut">
              <a:rPr lang="ko-KR" altLang="en-US" smtClean="0"/>
              <a:t>2024-06-24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822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28.emf"/><Relationship Id="rId3" Type="http://schemas.openxmlformats.org/officeDocument/2006/relationships/image" Target="../media/image25.png"/><Relationship Id="rId7" Type="http://schemas.openxmlformats.org/officeDocument/2006/relationships/image" Target="../media/image25.emf"/><Relationship Id="rId12" Type="http://schemas.openxmlformats.org/officeDocument/2006/relationships/oleObject" Target="../embeddings/oleObject5.bin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27.emf"/><Relationship Id="rId5" Type="http://schemas.openxmlformats.org/officeDocument/2006/relationships/image" Target="../media/image24.emf"/><Relationship Id="rId15" Type="http://schemas.openxmlformats.org/officeDocument/2006/relationships/image" Target="../media/image29.e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26.emf"/><Relationship Id="rId14" Type="http://schemas.openxmlformats.org/officeDocument/2006/relationships/oleObject" Target="../embeddings/oleObject6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13" Type="http://schemas.openxmlformats.org/officeDocument/2006/relationships/image" Target="../media/image34.emf"/><Relationship Id="rId3" Type="http://schemas.openxmlformats.org/officeDocument/2006/relationships/image" Target="../media/image33.png"/><Relationship Id="rId7" Type="http://schemas.openxmlformats.org/officeDocument/2006/relationships/image" Target="../media/image31.emf"/><Relationship Id="rId12" Type="http://schemas.openxmlformats.org/officeDocument/2006/relationships/oleObject" Target="../embeddings/oleObject11.bin"/><Relationship Id="rId2" Type="http://schemas.openxmlformats.org/officeDocument/2006/relationships/image" Target="../media/image2.png"/><Relationship Id="rId16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33.emf"/><Relationship Id="rId5" Type="http://schemas.openxmlformats.org/officeDocument/2006/relationships/image" Target="../media/image30.emf"/><Relationship Id="rId15" Type="http://schemas.openxmlformats.org/officeDocument/2006/relationships/image" Target="../media/image35.emf"/><Relationship Id="rId10" Type="http://schemas.openxmlformats.org/officeDocument/2006/relationships/oleObject" Target="../embeddings/oleObject10.bin"/><Relationship Id="rId4" Type="http://schemas.openxmlformats.org/officeDocument/2006/relationships/oleObject" Target="../embeddings/oleObject7.bin"/><Relationship Id="rId9" Type="http://schemas.openxmlformats.org/officeDocument/2006/relationships/image" Target="../media/image32.emf"/><Relationship Id="rId14" Type="http://schemas.openxmlformats.org/officeDocument/2006/relationships/oleObject" Target="../embeddings/oleObject12.bin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0.png"/><Relationship Id="rId3" Type="http://schemas.openxmlformats.org/officeDocument/2006/relationships/image" Target="../media/image28.png"/><Relationship Id="rId7" Type="http://schemas.openxmlformats.org/officeDocument/2006/relationships/image" Target="../media/image3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9" Type="http://schemas.openxmlformats.org/officeDocument/2006/relationships/image" Target="../media/image4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7.png"/><Relationship Id="rId4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w="med" len="med"/>
            <a:tailEnd w="med" len="med"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</a:bodyPr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1600" b="0" i="0" u="none" strike="noStrike" cap="none" normalizeH="0">
              <a:solidFill>
                <a:schemeClr val="tx1"/>
              </a:solidFill>
              <a:effectLst/>
              <a:latin typeface="Times New Roman"/>
              <a:ea typeface="맑은 고딕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>
                <a:solidFill>
                  <a:schemeClr val="bg1">
                    <a:lumMod val="75000"/>
                  </a:schemeClr>
                </a:solidFill>
                <a:latin typeface="Times New Roman"/>
                <a:ea typeface="맑은 고딕"/>
                <a:cs typeface="Times New Roman"/>
              </a:rPr>
              <a:t>School of Electrical Engineering, Seoul National University</a:t>
            </a:r>
            <a:endParaRPr lang="en-US" altLang="ko-KR" sz="1100" b="1" kern="0">
              <a:solidFill>
                <a:schemeClr val="bg1">
                  <a:lumMod val="75000"/>
                </a:schemeClr>
              </a:solidFill>
              <a:latin typeface="Times New Roman"/>
              <a:ea typeface="맑은 고딕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  <p:cxnSp>
        <p:nvCxnSpPr>
          <p:cNvPr id="12" name="직선 연결선 11"/>
          <p:cNvCxnSpPr/>
          <p:nvPr/>
        </p:nvCxnSpPr>
        <p:spPr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w="med" len="me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4069080" y="6496407"/>
            <a:ext cx="1005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dirty="0">
                <a:solidFill>
                  <a:srgbClr val="FFFFFF"/>
                </a:solidFill>
              </a:rPr>
              <a:t>1/16</a:t>
            </a:r>
            <a:endParaRPr lang="ko-KR" altLang="en-US" dirty="0">
              <a:solidFill>
                <a:srgbClr val="FFFFFF"/>
              </a:solidFill>
            </a:endParaRPr>
          </a:p>
        </p:txBody>
      </p:sp>
      <p:sp>
        <p:nvSpPr>
          <p:cNvPr id="15" name="제목 1"/>
          <p:cNvSpPr txBox="1"/>
          <p:nvPr/>
        </p:nvSpPr>
        <p:spPr>
          <a:xfrm>
            <a:off x="251520" y="2672916"/>
            <a:ext cx="8712968" cy="1512168"/>
          </a:xfrm>
          <a:prstGeom prst="rect">
            <a:avLst/>
          </a:prstGeom>
          <a:noFill/>
          <a:ln w="9525">
            <a:noFill/>
            <a:miter/>
          </a:ln>
        </p:spPr>
        <p:txBody>
          <a:bodyPr lIns="91438" tIns="45719" rIns="91438" bIns="45719" anchor="ctr"/>
          <a:lstStyle>
            <a:lvl1pPr eaLnBrk="0" hangingPunct="0">
              <a:defRPr>
                <a:solidFill>
                  <a:schemeClr val="tx1"/>
                </a:solidFill>
                <a:latin typeface="Arial"/>
                <a:ea typeface="MS PGothic"/>
                <a:cs typeface="MS PGothic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/>
                <a:ea typeface="MS PGothic"/>
                <a:cs typeface="MS PGothic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/>
                <a:ea typeface="MS PGothic"/>
                <a:cs typeface="MS PGothic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/>
                <a:ea typeface="MS PGothic"/>
                <a:cs typeface="MS PGothic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/>
                <a:ea typeface="MS PGothic"/>
                <a:cs typeface="MS PGothic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MS PGothic"/>
                <a:cs typeface="MS PGothic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MS PGothic"/>
                <a:cs typeface="MS PGothic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MS PGothic"/>
                <a:cs typeface="MS PGothic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MS PGothic"/>
                <a:cs typeface="MS PGothic"/>
              </a:defRPr>
            </a:lvl9pPr>
          </a:lstStyle>
          <a:p>
            <a:pPr lvl="0" algn="ctr" latinLnBrk="1">
              <a:defRPr/>
            </a:pPr>
            <a:r>
              <a:rPr kumimoji="1" lang="en-US" altLang="ko-KR" sz="3200" b="1" dirty="0">
                <a:solidFill>
                  <a:srgbClr val="0000FF"/>
                </a:solidFill>
                <a:latin typeface="Calibri"/>
                <a:ea typeface="굴림"/>
                <a:cs typeface="굴림"/>
              </a:rPr>
              <a:t>Progress of Reviewing Fast-</a:t>
            </a:r>
            <a:r>
              <a:rPr kumimoji="1" lang="en-US" altLang="ko-KR" sz="3200" b="1" dirty="0" err="1">
                <a:solidFill>
                  <a:srgbClr val="0000FF"/>
                </a:solidFill>
                <a:latin typeface="Calibri"/>
                <a:ea typeface="굴림"/>
                <a:cs typeface="굴림"/>
              </a:rPr>
              <a:t>Detrapping</a:t>
            </a:r>
            <a:r>
              <a:rPr kumimoji="1" lang="en-US" altLang="ko-KR" sz="3200" b="1" dirty="0">
                <a:solidFill>
                  <a:srgbClr val="0000FF"/>
                </a:solidFill>
                <a:latin typeface="Calibri"/>
                <a:ea typeface="굴림"/>
                <a:cs typeface="굴림"/>
              </a:rPr>
              <a:t> Retention</a:t>
            </a:r>
          </a:p>
          <a:p>
            <a:pPr lvl="0" algn="ctr" latinLnBrk="1">
              <a:defRPr/>
            </a:pPr>
            <a:endParaRPr kumimoji="1" lang="en-US" altLang="ko-KR" sz="3200" b="1" dirty="0">
              <a:solidFill>
                <a:srgbClr val="0000FF"/>
              </a:solidFill>
              <a:latin typeface="Calibri"/>
              <a:ea typeface="굴림"/>
              <a:cs typeface="굴림"/>
            </a:endParaRPr>
          </a:p>
          <a:p>
            <a:pPr lvl="0" algn="ctr" latinLnBrk="1">
              <a:defRPr/>
            </a:pPr>
            <a:r>
              <a:rPr kumimoji="1" lang="en-US" altLang="ko-KR" sz="3200" b="1" dirty="0">
                <a:solidFill>
                  <a:srgbClr val="0000FF"/>
                </a:solidFill>
                <a:latin typeface="Calibri"/>
                <a:ea typeface="굴림"/>
                <a:cs typeface="굴림"/>
              </a:rPr>
              <a:t>20240430</a:t>
            </a:r>
          </a:p>
          <a:p>
            <a:pPr lvl="0" algn="ctr" latinLnBrk="1">
              <a:defRPr/>
            </a:pPr>
            <a:r>
              <a:rPr kumimoji="1" lang="ko-KR" altLang="en-US" sz="3200" b="1" dirty="0">
                <a:solidFill>
                  <a:srgbClr val="0000FF"/>
                </a:solidFill>
                <a:effectLst/>
                <a:latin typeface="Calibri"/>
                <a:ea typeface="굴림"/>
                <a:cs typeface="굴림"/>
              </a:rPr>
              <a:t>진명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 bwMode="auto"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School of Electrical Engineering, Seoul National University</a:t>
            </a:r>
            <a:endParaRPr lang="en-US" altLang="ko-KR" sz="1100" b="1" kern="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33072" y="189833"/>
            <a:ext cx="8649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Content</a:t>
            </a:r>
            <a:endParaRPr lang="ko-KR" altLang="en-US" sz="3600" dirty="0">
              <a:ln>
                <a:solidFill>
                  <a:srgbClr val="00397F">
                    <a:alpha val="30000"/>
                  </a:srgbClr>
                </a:solidFill>
              </a:ln>
              <a:solidFill>
                <a:srgbClr val="00397F"/>
              </a:solidFill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  <p:cxnSp>
        <p:nvCxnSpPr>
          <p:cNvPr id="12" name="직선 연결선 11"/>
          <p:cNvCxnSpPr/>
          <p:nvPr/>
        </p:nvCxnSpPr>
        <p:spPr bwMode="auto"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4069080" y="6496407"/>
            <a:ext cx="100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FFFF"/>
                </a:solidFill>
              </a:rPr>
              <a:t>2/16</a:t>
            </a:r>
            <a:endParaRPr lang="ko-KR" altLang="en-US" dirty="0">
              <a:solidFill>
                <a:srgbClr val="FFFF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826829-174E-E7B4-20A4-81BE4C51458E}"/>
              </a:ext>
            </a:extLst>
          </p:cNvPr>
          <p:cNvSpPr txBox="1"/>
          <p:nvPr/>
        </p:nvSpPr>
        <p:spPr>
          <a:xfrm>
            <a:off x="456817" y="1228803"/>
            <a:ext cx="8203605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Correction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TCAD &amp; Model Structure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Model Comparison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Calibration Method with Constructed TCAD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Direct tunneling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 to band tunneling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Discussion about Barrier Lowering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Proposal for the Poole-Frenkel emission under thin layer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Evidences found in TCAD</a:t>
            </a:r>
          </a:p>
        </p:txBody>
      </p:sp>
    </p:spTree>
    <p:extLst>
      <p:ext uri="{BB962C8B-B14F-4D97-AF65-F5344CB8AC3E}">
        <p14:creationId xmlns:p14="http://schemas.microsoft.com/office/powerpoint/2010/main" val="1552810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 bwMode="auto"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School of Electrical Engineering, Seoul National University</a:t>
            </a:r>
            <a:endParaRPr lang="en-US" altLang="ko-KR" sz="1100" b="1" kern="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33072" y="189833"/>
            <a:ext cx="8649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Correction</a:t>
            </a:r>
            <a:endParaRPr lang="ko-KR" altLang="en-US" sz="3600" dirty="0">
              <a:ln>
                <a:solidFill>
                  <a:srgbClr val="00397F">
                    <a:alpha val="30000"/>
                  </a:srgbClr>
                </a:solidFill>
              </a:ln>
              <a:solidFill>
                <a:srgbClr val="00397F"/>
              </a:solidFill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  <p:cxnSp>
        <p:nvCxnSpPr>
          <p:cNvPr id="12" name="직선 연결선 11"/>
          <p:cNvCxnSpPr/>
          <p:nvPr/>
        </p:nvCxnSpPr>
        <p:spPr bwMode="auto"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4069080" y="6496407"/>
            <a:ext cx="100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FFFF"/>
                </a:solidFill>
              </a:rPr>
              <a:t>3/16</a:t>
            </a:r>
            <a:endParaRPr lang="ko-KR" altLang="en-US" dirty="0">
              <a:solidFill>
                <a:srgbClr val="FFFF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826829-174E-E7B4-20A4-81BE4C51458E}"/>
              </a:ext>
            </a:extLst>
          </p:cNvPr>
          <p:cNvSpPr txBox="1"/>
          <p:nvPr/>
        </p:nvSpPr>
        <p:spPr>
          <a:xfrm>
            <a:off x="1854233" y="1619963"/>
            <a:ext cx="48894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Nctn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dependency =&gt; Vt = 1V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수준의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nctn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92E41E-06B2-D5FD-1DBD-EA4DAE79C441}"/>
              </a:ext>
            </a:extLst>
          </p:cNvPr>
          <p:cNvSpPr txBox="1"/>
          <p:nvPr/>
        </p:nvSpPr>
        <p:spPr>
          <a:xfrm>
            <a:off x="5429032" y="3532263"/>
            <a:ext cx="30027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(Page</a:t>
            </a:r>
            <a:r>
              <a:rPr lang="ko-KR" altLang="en-US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3</a:t>
            </a:r>
            <a:r>
              <a:rPr lang="ko-KR" altLang="en-US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ko-KR" altLang="en-US" sz="16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우측단</a:t>
            </a:r>
            <a:r>
              <a:rPr lang="ko-KR" altLang="en-US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중반 중에서 </a:t>
            </a:r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[1])</a:t>
            </a: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A7A8AEA8-2784-9F80-432F-3D1BE593C48B}"/>
              </a:ext>
            </a:extLst>
          </p:cNvPr>
          <p:cNvGrpSpPr/>
          <p:nvPr/>
        </p:nvGrpSpPr>
        <p:grpSpPr>
          <a:xfrm>
            <a:off x="566546" y="4760335"/>
            <a:ext cx="7799892" cy="830997"/>
            <a:chOff x="1012580" y="4833510"/>
            <a:chExt cx="7352600" cy="830997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090A0DF5-DF7C-277E-8225-873A69597090}"/>
                </a:ext>
              </a:extLst>
            </p:cNvPr>
            <p:cNvSpPr/>
            <p:nvPr/>
          </p:nvSpPr>
          <p:spPr>
            <a:xfrm>
              <a:off x="2731949" y="4856415"/>
              <a:ext cx="2980563" cy="476535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9E640C31-2473-EA59-C285-20D03A444BDB}"/>
                    </a:ext>
                  </a:extLst>
                </p:cNvPr>
                <p:cNvSpPr txBox="1"/>
                <p:nvPr/>
              </p:nvSpPr>
              <p:spPr>
                <a:xfrm>
                  <a:off x="1012580" y="4833510"/>
                  <a:ext cx="7352600" cy="830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24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Model</a:t>
                  </a:r>
                  <a:r>
                    <a:rPr lang="ko-KR" altLang="en-US" sz="24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 기준 </a:t>
                  </a:r>
                  <a:r>
                    <a:rPr lang="en-US" altLang="ko-KR" sz="24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: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24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24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𝑛</m:t>
                          </m:r>
                        </m:e>
                        <m:sub>
                          <m:r>
                            <a:rPr lang="en-US" altLang="ko-KR" sz="24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𝑡</m:t>
                          </m:r>
                        </m:sub>
                      </m:sSub>
                      <m:r>
                        <a:rPr lang="en-US" altLang="ko-KR" sz="24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=4.3×</m:t>
                      </m:r>
                      <m:sSup>
                        <m:sSupPr>
                          <m:ctrlPr>
                            <a:rPr lang="en-US" altLang="ko-KR" sz="24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pPr>
                        <m:e>
                          <m:r>
                            <a:rPr lang="en-US" altLang="ko-KR" sz="24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10</m:t>
                          </m:r>
                        </m:e>
                        <m:sup>
                          <m:r>
                            <a:rPr lang="en-US" altLang="ko-KR" sz="24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18</m:t>
                          </m:r>
                        </m:sup>
                      </m:sSup>
                      <m:r>
                        <a:rPr lang="en-US" altLang="ko-KR" sz="24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sz="24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dPr>
                        <m:e>
                          <m:r>
                            <a:rPr lang="en-US" altLang="ko-KR" sz="24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𝑐</m:t>
                          </m:r>
                          <m:sSup>
                            <m:sSupPr>
                              <m:ctrlPr>
                                <a:rPr lang="en-US" altLang="ko-KR" sz="24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sSupPr>
                            <m:e>
                              <m:r>
                                <a:rPr lang="en-US" altLang="ko-KR" sz="24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US" altLang="ko-KR" sz="24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−3</m:t>
                              </m:r>
                            </m:sup>
                          </m:sSup>
                        </m:e>
                      </m:d>
                    </m:oMath>
                  </a14:m>
                  <a:r>
                    <a:rPr lang="en-US" altLang="ko-KR" sz="24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 </a:t>
                  </a:r>
                  <a:r>
                    <a:rPr lang="ko-KR" altLang="en-US" sz="24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에서 </a:t>
                  </a:r>
                  <a:r>
                    <a:rPr lang="en-US" altLang="ko-KR" sz="24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Vt </a:t>
                  </a:r>
                  <a:r>
                    <a:rPr lang="ko-KR" altLang="en-US" sz="24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가 </a:t>
                  </a:r>
                  <a:r>
                    <a:rPr lang="en-US" altLang="ko-KR" sz="24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1V </a:t>
                  </a:r>
                  <a:r>
                    <a:rPr lang="ko-KR" altLang="en-US" sz="24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증가</a:t>
                  </a:r>
                  <a:r>
                    <a:rPr lang="en-US" altLang="ko-KR" sz="24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.</a:t>
                  </a: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9E640C31-2473-EA59-C285-20D03A444B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2580" y="4833510"/>
                  <a:ext cx="7352600" cy="83099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476A6443-1A05-1E34-72F2-B527F23B671B}"/>
              </a:ext>
            </a:extLst>
          </p:cNvPr>
          <p:cNvGrpSpPr/>
          <p:nvPr/>
        </p:nvGrpSpPr>
        <p:grpSpPr>
          <a:xfrm>
            <a:off x="1094172" y="2377758"/>
            <a:ext cx="6744641" cy="943107"/>
            <a:chOff x="1094172" y="1832031"/>
            <a:chExt cx="6744641" cy="943107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81A197B3-DCF6-BD15-4845-935E0B61612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94172" y="1832031"/>
              <a:ext cx="6744641" cy="943107"/>
            </a:xfrm>
            <a:prstGeom prst="rect">
              <a:avLst/>
            </a:prstGeom>
          </p:spPr>
        </p:pic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5B04B4A5-DCB1-E60C-108C-2D6F8397B46F}"/>
                </a:ext>
              </a:extLst>
            </p:cNvPr>
            <p:cNvCxnSpPr/>
            <p:nvPr/>
          </p:nvCxnSpPr>
          <p:spPr>
            <a:xfrm>
              <a:off x="4659923" y="2092569"/>
              <a:ext cx="317889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1E457458-5D06-5274-162B-1CD3D9CAAA89}"/>
                </a:ext>
              </a:extLst>
            </p:cNvPr>
            <p:cNvCxnSpPr>
              <a:cxnSpLocks/>
            </p:cNvCxnSpPr>
            <p:nvPr/>
          </p:nvCxnSpPr>
          <p:spPr>
            <a:xfrm>
              <a:off x="1160585" y="2409092"/>
              <a:ext cx="2505807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278D68A-60AA-B726-A3A9-4A4F576C8682}"/>
              </a:ext>
            </a:extLst>
          </p:cNvPr>
          <p:cNvSpPr txBox="1"/>
          <p:nvPr/>
        </p:nvSpPr>
        <p:spPr>
          <a:xfrm>
            <a:off x="6732760" y="5876510"/>
            <a:ext cx="2420118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Times New Roman"/>
                <a:ea typeface="맑은 고딕"/>
                <a:cs typeface="Times New Roman"/>
              </a:rPr>
              <a:t>[1] Kim, Minsoo, and </a:t>
            </a:r>
            <a:r>
              <a:rPr lang="en-US" altLang="ko-KR" sz="1050" b="1" i="1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Times New Roman"/>
                <a:ea typeface="맑은 고딕"/>
                <a:cs typeface="Times New Roman"/>
              </a:rPr>
              <a:t>Hyungcheol</a:t>
            </a:r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Times New Roman"/>
                <a:ea typeface="맑은 고딕"/>
                <a:cs typeface="Times New Roman"/>
              </a:rPr>
              <a:t> Shin. IEEE Transactions on Electron Devices 68.7 (2021): 3339-3345.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7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509858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 bwMode="auto"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School of Electrical Engineering, Seoul National University</a:t>
            </a:r>
            <a:endParaRPr lang="en-US" altLang="ko-KR" sz="1100" b="1" kern="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33072" y="189833"/>
            <a:ext cx="8649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TCAD &amp; Model Structure for the review</a:t>
            </a:r>
            <a:endParaRPr lang="ko-KR" altLang="en-US" sz="3600" dirty="0">
              <a:ln>
                <a:solidFill>
                  <a:srgbClr val="00397F">
                    <a:alpha val="30000"/>
                  </a:srgbClr>
                </a:solidFill>
              </a:ln>
              <a:solidFill>
                <a:srgbClr val="00397F"/>
              </a:solidFill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  <p:cxnSp>
        <p:nvCxnSpPr>
          <p:cNvPr id="12" name="직선 연결선 11"/>
          <p:cNvCxnSpPr/>
          <p:nvPr/>
        </p:nvCxnSpPr>
        <p:spPr bwMode="auto"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4069080" y="6496407"/>
            <a:ext cx="100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FFFF"/>
                </a:solidFill>
              </a:rPr>
              <a:t>4/16</a:t>
            </a:r>
            <a:endParaRPr lang="ko-KR" altLang="en-US" dirty="0">
              <a:solidFill>
                <a:srgbClr val="FFFFFF"/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A6E073E-19B1-D6EC-337F-3B6CB6647A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696" y="1836880"/>
            <a:ext cx="3760865" cy="309975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07970B8-4CDD-C2B3-33F4-B5602D7DBE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9547" y="1080869"/>
            <a:ext cx="1097277" cy="519262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AACBC9E-F84D-41F4-1993-23775ED218C8}"/>
              </a:ext>
            </a:extLst>
          </p:cNvPr>
          <p:cNvSpPr txBox="1"/>
          <p:nvPr/>
        </p:nvSpPr>
        <p:spPr>
          <a:xfrm>
            <a:off x="6743700" y="1090461"/>
            <a:ext cx="20310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Oxide envelope</a:t>
            </a:r>
          </a:p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(prevent LM)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08EC6237-A82B-05BC-61EF-E766B8FF45B1}"/>
              </a:ext>
            </a:extLst>
          </p:cNvPr>
          <p:cNvCxnSpPr>
            <a:cxnSpLocks/>
            <a:endCxn id="13" idx="1"/>
          </p:cNvCxnSpPr>
          <p:nvPr/>
        </p:nvCxnSpPr>
        <p:spPr>
          <a:xfrm flipV="1">
            <a:off x="5723792" y="1444404"/>
            <a:ext cx="1019908" cy="19234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그림 18">
            <a:extLst>
              <a:ext uri="{FF2B5EF4-FFF2-40B4-BE49-F238E27FC236}">
                <a16:creationId xmlns:a16="http://schemas.microsoft.com/office/drawing/2014/main" id="{87133C7F-00B3-5A5E-93BB-4A07D9CA16B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54354"/>
          <a:stretch/>
        </p:blipFill>
        <p:spPr>
          <a:xfrm>
            <a:off x="7064810" y="2278524"/>
            <a:ext cx="1084826" cy="951922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2436C4FF-54A4-73A4-14C7-E9E024830A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2360" y="4815617"/>
            <a:ext cx="1127276" cy="951922"/>
          </a:xfrm>
          <a:prstGeom prst="rect">
            <a:avLst/>
          </a:prstGeom>
        </p:spPr>
      </p:pic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82CAB87B-6DD3-F59D-1D32-B1C0E39AD080}"/>
              </a:ext>
            </a:extLst>
          </p:cNvPr>
          <p:cNvCxnSpPr>
            <a:cxnSpLocks/>
          </p:cNvCxnSpPr>
          <p:nvPr/>
        </p:nvCxnSpPr>
        <p:spPr>
          <a:xfrm flipV="1">
            <a:off x="7199553" y="3230446"/>
            <a:ext cx="8392" cy="26889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5472EC34-5381-31BE-4621-0DDD538E51B0}"/>
              </a:ext>
            </a:extLst>
          </p:cNvPr>
          <p:cNvCxnSpPr>
            <a:cxnSpLocks/>
          </p:cNvCxnSpPr>
          <p:nvPr/>
        </p:nvCxnSpPr>
        <p:spPr>
          <a:xfrm>
            <a:off x="7199553" y="4404946"/>
            <a:ext cx="0" cy="41067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516EA41-1519-8AEE-563A-DE9BF688FFBC}"/>
                  </a:ext>
                </a:extLst>
              </p:cNvPr>
              <p:cNvSpPr txBox="1"/>
              <p:nvPr/>
            </p:nvSpPr>
            <p:spPr>
              <a:xfrm>
                <a:off x="6701599" y="3499338"/>
                <a:ext cx="140593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</m:e>
                      <m:sub>
                        <m: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𝑡𝑜𝑥</m:t>
                        </m:r>
                        <m: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r>
                      <a:rPr lang="en-US" altLang="ko-KR" sz="14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=2 [</m:t>
                    </m:r>
                    <m:r>
                      <a:rPr lang="en-US" altLang="ko-KR" sz="14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𝑛𝑚</m:t>
                    </m:r>
                    <m:r>
                      <a:rPr lang="en-US" altLang="ko-KR" sz="14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]</m:t>
                    </m:r>
                  </m:oMath>
                </a14:m>
                <a:r>
                  <a:rPr lang="ko-KR" altLang="en-US" sz="14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516EA41-1519-8AEE-563A-DE9BF688FF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1599" y="3499338"/>
                <a:ext cx="1405935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39CD395-5140-20DB-0A3F-7284B624960A}"/>
                  </a:ext>
                </a:extLst>
              </p:cNvPr>
              <p:cNvSpPr txBox="1"/>
              <p:nvPr/>
            </p:nvSpPr>
            <p:spPr>
              <a:xfrm>
                <a:off x="6701599" y="4042478"/>
                <a:ext cx="140593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</m:e>
                      <m:sub>
                        <m: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𝑡𝑜𝑥</m:t>
                        </m:r>
                        <m: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r>
                      <a:rPr lang="en-US" altLang="ko-KR" sz="14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=3 [</m:t>
                    </m:r>
                    <m:r>
                      <a:rPr lang="en-US" altLang="ko-KR" sz="14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𝑛𝑚</m:t>
                    </m:r>
                    <m:r>
                      <a:rPr lang="en-US" altLang="ko-KR" sz="14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]</m:t>
                    </m:r>
                  </m:oMath>
                </a14:m>
                <a:r>
                  <a:rPr lang="ko-KR" altLang="en-US" sz="14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39CD395-5140-20DB-0A3F-7284B62496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1599" y="4042478"/>
                <a:ext cx="1405935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4AA60017-5F0E-F74C-C2AF-85C5B3E1E075}"/>
              </a:ext>
            </a:extLst>
          </p:cNvPr>
          <p:cNvCxnSpPr>
            <a:cxnSpLocks/>
          </p:cNvCxnSpPr>
          <p:nvPr/>
        </p:nvCxnSpPr>
        <p:spPr>
          <a:xfrm flipH="1">
            <a:off x="4069080" y="3716185"/>
            <a:ext cx="1654712" cy="169741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FFCFB74-F557-0C0E-4BA3-BAFF0F0A6433}"/>
              </a:ext>
            </a:extLst>
          </p:cNvPr>
          <p:cNvSpPr txBox="1"/>
          <p:nvPr/>
        </p:nvSpPr>
        <p:spPr>
          <a:xfrm>
            <a:off x="1151792" y="5218175"/>
            <a:ext cx="39528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 :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fixedCharge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code </a:t>
            </a: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 { (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Fixedcharge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conc=-4.3e18) }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02C858-94AB-4927-C4C7-B0AE7A66E223}"/>
              </a:ext>
            </a:extLst>
          </p:cNvPr>
          <p:cNvSpPr txBox="1"/>
          <p:nvPr/>
        </p:nvSpPr>
        <p:spPr>
          <a:xfrm>
            <a:off x="757235" y="1155233"/>
            <a:ext cx="44100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Filler oxide = 17nm, Silicon = 8nm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44A1EF4B-10CE-3F98-F61E-1C1AE3DDEFFC}"/>
              </a:ext>
            </a:extLst>
          </p:cNvPr>
          <p:cNvSpPr/>
          <p:nvPr/>
        </p:nvSpPr>
        <p:spPr>
          <a:xfrm>
            <a:off x="3487382" y="2523508"/>
            <a:ext cx="581698" cy="21475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29077F44-E802-0AD9-151A-3AA6FBF5D2A9}"/>
              </a:ext>
            </a:extLst>
          </p:cNvPr>
          <p:cNvCxnSpPr>
            <a:stCxn id="16" idx="0"/>
            <a:endCxn id="14" idx="2"/>
          </p:cNvCxnSpPr>
          <p:nvPr/>
        </p:nvCxnSpPr>
        <p:spPr>
          <a:xfrm flipH="1" flipV="1">
            <a:off x="2962269" y="1555343"/>
            <a:ext cx="815962" cy="968165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E5A94B9-50B2-BACE-840C-FD4B54765A24}"/>
              </a:ext>
            </a:extLst>
          </p:cNvPr>
          <p:cNvSpPr txBox="1"/>
          <p:nvPr/>
        </p:nvSpPr>
        <p:spPr>
          <a:xfrm>
            <a:off x="6732760" y="5876510"/>
            <a:ext cx="2420118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Times New Roman"/>
                <a:ea typeface="맑은 고딕"/>
                <a:cs typeface="Times New Roman"/>
              </a:rPr>
              <a:t>[1] Kim, Minsoo, and </a:t>
            </a:r>
            <a:r>
              <a:rPr lang="en-US" altLang="ko-KR" sz="1050" b="1" i="1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Times New Roman"/>
                <a:ea typeface="맑은 고딕"/>
                <a:cs typeface="Times New Roman"/>
              </a:rPr>
              <a:t>Hyungcheol</a:t>
            </a:r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Times New Roman"/>
                <a:ea typeface="맑은 고딕"/>
                <a:cs typeface="Times New Roman"/>
              </a:rPr>
              <a:t> Shin. IEEE Transactions on Electron Devices 68.7 (2021): 3339-3345.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7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14262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 bwMode="auto"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School of Electrical Engineering, Seoul National University</a:t>
            </a:r>
            <a:endParaRPr lang="en-US" altLang="ko-KR" sz="1100" b="1" kern="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33072" y="189833"/>
            <a:ext cx="8649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TCAD &amp; Model Structure for the review</a:t>
            </a:r>
            <a:endParaRPr lang="ko-KR" altLang="en-US" sz="3600" dirty="0">
              <a:ln>
                <a:solidFill>
                  <a:srgbClr val="00397F">
                    <a:alpha val="30000"/>
                  </a:srgbClr>
                </a:solidFill>
              </a:ln>
              <a:solidFill>
                <a:srgbClr val="00397F"/>
              </a:solidFill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  <p:cxnSp>
        <p:nvCxnSpPr>
          <p:cNvPr id="12" name="직선 연결선 11"/>
          <p:cNvCxnSpPr/>
          <p:nvPr/>
        </p:nvCxnSpPr>
        <p:spPr bwMode="auto"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4069080" y="6496407"/>
            <a:ext cx="100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FFFF"/>
                </a:solidFill>
              </a:rPr>
              <a:t>5/16</a:t>
            </a:r>
            <a:endParaRPr lang="ko-KR" altLang="en-US" dirty="0">
              <a:solidFill>
                <a:srgbClr val="FFFF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C322B89-9686-7260-12E2-91D36848EA54}"/>
                  </a:ext>
                </a:extLst>
              </p:cNvPr>
              <p:cNvSpPr txBox="1"/>
              <p:nvPr/>
            </p:nvSpPr>
            <p:spPr>
              <a:xfrm>
                <a:off x="0" y="919307"/>
                <a:ext cx="889237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𝑡𝑜𝑥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=1 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𝑛𝑚</m:t>
                    </m:r>
                  </m:oMath>
                </a14:m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, </a:t>
                </a:r>
                <a:r>
                  <a:rPr lang="en-US" altLang="ko-KR" sz="2000" dirty="0" err="1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BENitride</a:t>
                </a:r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cannot be fully charged by program operation</a:t>
                </a:r>
                <a:endParaRPr lang="ko-KR" altLang="en-US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C322B89-9686-7260-12E2-91D36848EA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919307"/>
                <a:ext cx="8892375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1" name="그룹 40">
            <a:extLst>
              <a:ext uri="{FF2B5EF4-FFF2-40B4-BE49-F238E27FC236}">
                <a16:creationId xmlns:a16="http://schemas.microsoft.com/office/drawing/2014/main" id="{9C44C151-2E02-4E03-AC33-6748B66D9505}"/>
              </a:ext>
            </a:extLst>
          </p:cNvPr>
          <p:cNvGrpSpPr/>
          <p:nvPr/>
        </p:nvGrpSpPr>
        <p:grpSpPr>
          <a:xfrm>
            <a:off x="404727" y="1589567"/>
            <a:ext cx="2242039" cy="2647723"/>
            <a:chOff x="87923" y="1405254"/>
            <a:chExt cx="2242039" cy="2647723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14027771-C3D0-4602-3088-DB1CEF9729A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8606" r="10196"/>
            <a:stretch/>
          </p:blipFill>
          <p:spPr>
            <a:xfrm>
              <a:off x="418783" y="1405254"/>
              <a:ext cx="1656069" cy="2647723"/>
            </a:xfrm>
            <a:prstGeom prst="rect">
              <a:avLst/>
            </a:prstGeom>
          </p:spPr>
        </p:pic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B7888C28-26D2-2177-3222-E2AC0EE1CCCF}"/>
                </a:ext>
              </a:extLst>
            </p:cNvPr>
            <p:cNvCxnSpPr>
              <a:cxnSpLocks/>
            </p:cNvCxnSpPr>
            <p:nvPr/>
          </p:nvCxnSpPr>
          <p:spPr>
            <a:xfrm>
              <a:off x="87923" y="2800176"/>
              <a:ext cx="2242039" cy="0"/>
            </a:xfrm>
            <a:prstGeom prst="line">
              <a:avLst/>
            </a:prstGeom>
            <a:ln w="38100">
              <a:solidFill>
                <a:srgbClr val="C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19E027CB-739C-89E4-FCCC-63AFB2FD9E69}"/>
              </a:ext>
            </a:extLst>
          </p:cNvPr>
          <p:cNvGrpSpPr/>
          <p:nvPr/>
        </p:nvGrpSpPr>
        <p:grpSpPr>
          <a:xfrm>
            <a:off x="2951931" y="1304061"/>
            <a:ext cx="5930533" cy="4155016"/>
            <a:chOff x="2870688" y="1971349"/>
            <a:chExt cx="5930533" cy="4155016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0C11B615-136E-DB4B-0CDB-55427AC2D80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681071" y="1971349"/>
              <a:ext cx="5120150" cy="3638142"/>
            </a:xfrm>
            <a:prstGeom prst="rect">
              <a:avLst/>
            </a:prstGeom>
          </p:spPr>
        </p:pic>
        <p:sp>
          <p:nvSpPr>
            <p:cNvPr id="16" name="화살표: 오른쪽 15">
              <a:extLst>
                <a:ext uri="{FF2B5EF4-FFF2-40B4-BE49-F238E27FC236}">
                  <a16:creationId xmlns:a16="http://schemas.microsoft.com/office/drawing/2014/main" id="{0C84829F-1A25-E7FB-282A-826D2A0A77B9}"/>
                </a:ext>
              </a:extLst>
            </p:cNvPr>
            <p:cNvSpPr/>
            <p:nvPr/>
          </p:nvSpPr>
          <p:spPr>
            <a:xfrm>
              <a:off x="2870688" y="3366247"/>
              <a:ext cx="656517" cy="580293"/>
            </a:xfrm>
            <a:prstGeom prst="rightArrow">
              <a:avLst/>
            </a:prstGeom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9" name="직선 화살표 연결선 18">
              <a:extLst>
                <a:ext uri="{FF2B5EF4-FFF2-40B4-BE49-F238E27FC236}">
                  <a16:creationId xmlns:a16="http://schemas.microsoft.com/office/drawing/2014/main" id="{A244602E-7335-56C4-049C-1805FB646683}"/>
                </a:ext>
              </a:extLst>
            </p:cNvPr>
            <p:cNvCxnSpPr/>
            <p:nvPr/>
          </p:nvCxnSpPr>
          <p:spPr>
            <a:xfrm>
              <a:off x="5074920" y="2839916"/>
              <a:ext cx="1243386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C20E4665-05ED-63AC-38A7-4BB5532A41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54980" y="2323042"/>
              <a:ext cx="0" cy="1791489"/>
            </a:xfrm>
            <a:prstGeom prst="line">
              <a:avLst/>
            </a:prstGeom>
            <a:ln w="38100">
              <a:solidFill>
                <a:srgbClr val="C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ED65A7A0-8B15-402E-FE64-ECB10777A7CF}"/>
                </a:ext>
              </a:extLst>
            </p:cNvPr>
            <p:cNvSpPr/>
            <p:nvPr/>
          </p:nvSpPr>
          <p:spPr>
            <a:xfrm>
              <a:off x="5557774" y="3053342"/>
              <a:ext cx="218772" cy="1791479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136FDB49-42EF-D435-5308-B3631D9331E5}"/>
                </a:ext>
              </a:extLst>
            </p:cNvPr>
            <p:cNvSpPr/>
            <p:nvPr/>
          </p:nvSpPr>
          <p:spPr>
            <a:xfrm>
              <a:off x="5333415" y="3053342"/>
              <a:ext cx="218772" cy="1791479"/>
            </a:xfrm>
            <a:prstGeom prst="rect">
              <a:avLst/>
            </a:prstGeom>
            <a:noFill/>
            <a:ln w="28575">
              <a:solidFill>
                <a:srgbClr val="002060"/>
              </a:solidFill>
              <a:prstDash val="sysDot"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5" name="직선 화살표 연결선 24">
              <a:extLst>
                <a:ext uri="{FF2B5EF4-FFF2-40B4-BE49-F238E27FC236}">
                  <a16:creationId xmlns:a16="http://schemas.microsoft.com/office/drawing/2014/main" id="{882F69C3-0526-76E5-6A17-2869E556EE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57767" y="4325815"/>
              <a:ext cx="885034" cy="1354625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id="{728F0139-682B-6435-81D4-C5253AFC6EAB}"/>
                </a:ext>
              </a:extLst>
            </p:cNvPr>
            <p:cNvCxnSpPr>
              <a:cxnSpLocks/>
            </p:cNvCxnSpPr>
            <p:nvPr/>
          </p:nvCxnSpPr>
          <p:spPr>
            <a:xfrm>
              <a:off x="5717312" y="4339828"/>
              <a:ext cx="666449" cy="1372128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63F6055-F577-412E-3925-6F915FBCD9DA}"/>
                </a:ext>
              </a:extLst>
            </p:cNvPr>
            <p:cNvSpPr txBox="1"/>
            <p:nvPr/>
          </p:nvSpPr>
          <p:spPr>
            <a:xfrm>
              <a:off x="3814817" y="5673195"/>
              <a:ext cx="1485900" cy="4053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Not</a:t>
              </a:r>
              <a:r>
                <a:rPr lang="ko-KR" altLang="en-US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 </a:t>
              </a:r>
              <a:r>
                <a:rPr lang="en-US" altLang="ko-KR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Trapped</a:t>
              </a:r>
              <a:endPara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DA62B85-1DC9-43D8-08CB-F3CCD88A3D1F}"/>
                </a:ext>
              </a:extLst>
            </p:cNvPr>
            <p:cNvSpPr txBox="1"/>
            <p:nvPr/>
          </p:nvSpPr>
          <p:spPr>
            <a:xfrm>
              <a:off x="5887483" y="5721027"/>
              <a:ext cx="1170501" cy="4053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Trapped</a:t>
              </a:r>
              <a:endPara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D5124D6F-1B5E-B240-1577-5BDF605DE6D6}"/>
                </a:ext>
              </a:extLst>
            </p:cNvPr>
            <p:cNvSpPr/>
            <p:nvPr/>
          </p:nvSpPr>
          <p:spPr>
            <a:xfrm>
              <a:off x="5926358" y="3728369"/>
              <a:ext cx="1035610" cy="522395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2F48A84-4A31-E1E8-19A2-6602CA7DA082}"/>
                </a:ext>
              </a:extLst>
            </p:cNvPr>
            <p:cNvSpPr txBox="1"/>
            <p:nvPr/>
          </p:nvSpPr>
          <p:spPr>
            <a:xfrm>
              <a:off x="5940292" y="3802085"/>
              <a:ext cx="102167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CTN Trap</a:t>
              </a:r>
              <a:endParaRPr lang="ko-KR" altLang="en-US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</p:grpSp>
      <p:pic>
        <p:nvPicPr>
          <p:cNvPr id="39" name="그림 38">
            <a:extLst>
              <a:ext uri="{FF2B5EF4-FFF2-40B4-BE49-F238E27FC236}">
                <a16:creationId xmlns:a16="http://schemas.microsoft.com/office/drawing/2014/main" id="{A131A60A-C7FC-669C-6536-A119DCC741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21" y="4475825"/>
            <a:ext cx="2763288" cy="1964175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D1F540A3-5FE9-989A-FA85-6BD0A37A9E0C}"/>
              </a:ext>
            </a:extLst>
          </p:cNvPr>
          <p:cNvSpPr txBox="1"/>
          <p:nvPr/>
        </p:nvSpPr>
        <p:spPr>
          <a:xfrm>
            <a:off x="2735286" y="5919197"/>
            <a:ext cx="23226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=&gt; figure 4(a) [1]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D2DF9612-6F2D-50B7-730D-53A8F0D2C876}"/>
              </a:ext>
            </a:extLst>
          </p:cNvPr>
          <p:cNvSpPr/>
          <p:nvPr/>
        </p:nvSpPr>
        <p:spPr>
          <a:xfrm>
            <a:off x="816800" y="5523923"/>
            <a:ext cx="387748" cy="654595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22311225-92ED-463B-D552-87145F0E94A2}"/>
              </a:ext>
            </a:extLst>
          </p:cNvPr>
          <p:cNvSpPr/>
          <p:nvPr/>
        </p:nvSpPr>
        <p:spPr>
          <a:xfrm>
            <a:off x="5331240" y="2321109"/>
            <a:ext cx="609399" cy="2032176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같음 기호 44">
            <a:extLst>
              <a:ext uri="{FF2B5EF4-FFF2-40B4-BE49-F238E27FC236}">
                <a16:creationId xmlns:a16="http://schemas.microsoft.com/office/drawing/2014/main" id="{8C62AE2B-D0F7-8367-C5D4-3F3F41B38777}"/>
              </a:ext>
            </a:extLst>
          </p:cNvPr>
          <p:cNvSpPr/>
          <p:nvPr/>
        </p:nvSpPr>
        <p:spPr>
          <a:xfrm rot="19950644">
            <a:off x="2203345" y="4007557"/>
            <a:ext cx="2231334" cy="743710"/>
          </a:xfrm>
          <a:prstGeom prst="mathEqual">
            <a:avLst>
              <a:gd name="adj1" fmla="val 14062"/>
              <a:gd name="adj2" fmla="val 23582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6139E6-AC86-B4DF-0C10-B4AE127F817D}"/>
              </a:ext>
            </a:extLst>
          </p:cNvPr>
          <p:cNvSpPr txBox="1"/>
          <p:nvPr/>
        </p:nvSpPr>
        <p:spPr>
          <a:xfrm>
            <a:off x="6732760" y="5876510"/>
            <a:ext cx="2420118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Times New Roman"/>
                <a:ea typeface="맑은 고딕"/>
                <a:cs typeface="Times New Roman"/>
              </a:rPr>
              <a:t>[1] Kim, Minsoo, and </a:t>
            </a:r>
            <a:r>
              <a:rPr lang="en-US" altLang="ko-KR" sz="1050" b="1" i="1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Times New Roman"/>
                <a:ea typeface="맑은 고딕"/>
                <a:cs typeface="Times New Roman"/>
              </a:rPr>
              <a:t>Hyungcheol</a:t>
            </a:r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Times New Roman"/>
                <a:ea typeface="맑은 고딕"/>
                <a:cs typeface="Times New Roman"/>
              </a:rPr>
              <a:t> Shin. IEEE Transactions on Electron Devices 68.7 (2021): 3339-3345.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7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2353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 bwMode="auto"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School of Electrical Engineering, Seoul National University</a:t>
            </a:r>
            <a:endParaRPr lang="en-US" altLang="ko-KR" sz="1100" b="1" kern="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33072" y="189833"/>
            <a:ext cx="8649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Model Comparison for the Review</a:t>
            </a:r>
            <a:endParaRPr lang="ko-KR" altLang="en-US" sz="3600" dirty="0">
              <a:ln>
                <a:solidFill>
                  <a:srgbClr val="00397F">
                    <a:alpha val="30000"/>
                  </a:srgbClr>
                </a:solidFill>
              </a:ln>
              <a:solidFill>
                <a:srgbClr val="00397F"/>
              </a:solidFill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  <p:cxnSp>
        <p:nvCxnSpPr>
          <p:cNvPr id="12" name="직선 연결선 11"/>
          <p:cNvCxnSpPr/>
          <p:nvPr/>
        </p:nvCxnSpPr>
        <p:spPr bwMode="auto"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4069080" y="6496407"/>
            <a:ext cx="100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FFFF"/>
                </a:solidFill>
              </a:rPr>
              <a:t>6/16</a:t>
            </a:r>
            <a:endParaRPr lang="ko-KR" altLang="en-US" dirty="0">
              <a:solidFill>
                <a:srgbClr val="FFFFFF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EC6DF9-216D-20BC-1C7A-3283CCB0CBF6}"/>
              </a:ext>
            </a:extLst>
          </p:cNvPr>
          <p:cNvSpPr txBox="1"/>
          <p:nvPr/>
        </p:nvSpPr>
        <p:spPr>
          <a:xfrm>
            <a:off x="278983" y="969410"/>
            <a:ext cx="31304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Final Model Comparison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9F0B89C3-E7A2-27F6-A840-F884112BEF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5357" y="1967012"/>
            <a:ext cx="4807082" cy="3732306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54C8076E-C123-DD4A-738D-900B31A710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731" y="1526495"/>
            <a:ext cx="2989645" cy="2165614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AC323E5A-D01E-AD61-26BD-8CBFCEF9B7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33" y="3833165"/>
            <a:ext cx="2989646" cy="2321215"/>
          </a:xfrm>
          <a:prstGeom prst="rect">
            <a:avLst/>
          </a:prstGeom>
        </p:spPr>
      </p:pic>
      <p:sp>
        <p:nvSpPr>
          <p:cNvPr id="35" name="오른쪽 중괄호 34">
            <a:extLst>
              <a:ext uri="{FF2B5EF4-FFF2-40B4-BE49-F238E27FC236}">
                <a16:creationId xmlns:a16="http://schemas.microsoft.com/office/drawing/2014/main" id="{B9420B54-AD0C-07F5-B571-21FD38291F77}"/>
              </a:ext>
            </a:extLst>
          </p:cNvPr>
          <p:cNvSpPr/>
          <p:nvPr/>
        </p:nvSpPr>
        <p:spPr>
          <a:xfrm>
            <a:off x="3090466" y="2676278"/>
            <a:ext cx="460886" cy="2165614"/>
          </a:xfrm>
          <a:prstGeom prst="rightBrace">
            <a:avLst>
              <a:gd name="adj1" fmla="val 48395"/>
              <a:gd name="adj2" fmla="val 50000"/>
            </a:avLst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BB8E51EC-C460-EF53-D07D-9E54E59FE17D}"/>
              </a:ext>
            </a:extLst>
          </p:cNvPr>
          <p:cNvSpPr/>
          <p:nvPr/>
        </p:nvSpPr>
        <p:spPr>
          <a:xfrm>
            <a:off x="861646" y="1749669"/>
            <a:ext cx="744204" cy="80878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0D9DD43-7907-4F5D-8077-88C19A6F482F}"/>
              </a:ext>
            </a:extLst>
          </p:cNvPr>
          <p:cNvSpPr txBox="1"/>
          <p:nvPr/>
        </p:nvSpPr>
        <p:spPr>
          <a:xfrm>
            <a:off x="3661438" y="1076159"/>
            <a:ext cx="54825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Temperature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variation,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특정된 온도는 없음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        &gt;&gt;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온도는 임의로 상정하여 경향성만 확인</a:t>
            </a:r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11C88C17-FAA0-E1DC-B911-AB1B385126DC}"/>
              </a:ext>
            </a:extLst>
          </p:cNvPr>
          <p:cNvCxnSpPr/>
          <p:nvPr/>
        </p:nvCxnSpPr>
        <p:spPr>
          <a:xfrm flipV="1">
            <a:off x="1605850" y="1465022"/>
            <a:ext cx="2418477" cy="517446"/>
          </a:xfrm>
          <a:prstGeom prst="straightConnector1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타원 44">
            <a:extLst>
              <a:ext uri="{FF2B5EF4-FFF2-40B4-BE49-F238E27FC236}">
                <a16:creationId xmlns:a16="http://schemas.microsoft.com/office/drawing/2014/main" id="{036E8D57-F51B-5C93-5A72-B41B189B4A70}"/>
              </a:ext>
            </a:extLst>
          </p:cNvPr>
          <p:cNvSpPr/>
          <p:nvPr/>
        </p:nvSpPr>
        <p:spPr>
          <a:xfrm>
            <a:off x="5109286" y="3392458"/>
            <a:ext cx="1055608" cy="44070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EA5F2666-4A14-5AA8-191E-2CBC8176F236}"/>
              </a:ext>
            </a:extLst>
          </p:cNvPr>
          <p:cNvCxnSpPr>
            <a:cxnSpLocks/>
            <a:stCxn id="45" idx="0"/>
          </p:cNvCxnSpPr>
          <p:nvPr/>
        </p:nvCxnSpPr>
        <p:spPr>
          <a:xfrm flipH="1" flipV="1">
            <a:off x="5577017" y="1776855"/>
            <a:ext cx="60073" cy="1615603"/>
          </a:xfrm>
          <a:prstGeom prst="straightConnector1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1861BD78-420A-CF24-11C1-6212B3D3674D}"/>
              </a:ext>
            </a:extLst>
          </p:cNvPr>
          <p:cNvGrpSpPr/>
          <p:nvPr/>
        </p:nvGrpSpPr>
        <p:grpSpPr>
          <a:xfrm>
            <a:off x="2988452" y="1925734"/>
            <a:ext cx="4098148" cy="3068038"/>
            <a:chOff x="2988452" y="1925734"/>
            <a:chExt cx="4098148" cy="3068038"/>
          </a:xfrm>
        </p:grpSpPr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98E1C230-1896-CB53-219D-B7D419931D2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 amt="92000"/>
            </a:blip>
            <a:stretch>
              <a:fillRect/>
            </a:stretch>
          </p:blipFill>
          <p:spPr>
            <a:xfrm>
              <a:off x="5880637" y="2136531"/>
              <a:ext cx="1205963" cy="2857241"/>
            </a:xfrm>
            <a:prstGeom prst="rect">
              <a:avLst/>
            </a:prstGeom>
          </p:spPr>
        </p:pic>
        <p:sp>
          <p:nvSpPr>
            <p:cNvPr id="33" name="화살표: 오른쪽 32">
              <a:extLst>
                <a:ext uri="{FF2B5EF4-FFF2-40B4-BE49-F238E27FC236}">
                  <a16:creationId xmlns:a16="http://schemas.microsoft.com/office/drawing/2014/main" id="{756FEB60-ADFD-F5C9-58C5-F5B7598D4D56}"/>
                </a:ext>
              </a:extLst>
            </p:cNvPr>
            <p:cNvSpPr/>
            <p:nvPr/>
          </p:nvSpPr>
          <p:spPr>
            <a:xfrm rot="942993">
              <a:off x="3040899" y="2524321"/>
              <a:ext cx="3227614" cy="310828"/>
            </a:xfrm>
            <a:prstGeom prst="rightArrow">
              <a:avLst/>
            </a:prstGeom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8AB721C-944C-A6CD-8C39-3CDC9F3FEE63}"/>
                </a:ext>
              </a:extLst>
            </p:cNvPr>
            <p:cNvSpPr txBox="1"/>
            <p:nvPr/>
          </p:nvSpPr>
          <p:spPr>
            <a:xfrm rot="897615">
              <a:off x="2988452" y="1925734"/>
              <a:ext cx="120596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b="1" u="sng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highlight>
                    <a:srgbClr val="FFFF00"/>
                  </a:highlight>
                  <a:latin typeface="Times New Roman"/>
                  <a:ea typeface="맑은 고딕"/>
                  <a:cs typeface="Times New Roman"/>
                </a:rPr>
                <a:t>Matched!</a:t>
              </a:r>
              <a:endParaRPr lang="ko-KR" altLang="en-US" sz="2000" b="1" u="sng" dirty="0">
                <a:ln w="9525">
                  <a:solidFill>
                    <a:schemeClr val="tx1">
                      <a:alpha val="29000"/>
                    </a:schemeClr>
                  </a:solidFill>
                </a:ln>
                <a:highlight>
                  <a:srgbClr val="FFFF00"/>
                </a:highlight>
                <a:latin typeface="Times New Roman"/>
                <a:ea typeface="맑은 고딕"/>
                <a:cs typeface="Times New Roman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B253F640-989E-53DF-7F83-074A37D83B7E}"/>
              </a:ext>
            </a:extLst>
          </p:cNvPr>
          <p:cNvSpPr txBox="1"/>
          <p:nvPr/>
        </p:nvSpPr>
        <p:spPr>
          <a:xfrm>
            <a:off x="6732760" y="5876510"/>
            <a:ext cx="2420118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Times New Roman"/>
                <a:ea typeface="맑은 고딕"/>
                <a:cs typeface="Times New Roman"/>
              </a:rPr>
              <a:t>[1] Kim, Minsoo, and </a:t>
            </a:r>
            <a:r>
              <a:rPr lang="en-US" altLang="ko-KR" sz="1050" b="1" i="1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Times New Roman"/>
                <a:ea typeface="맑은 고딕"/>
                <a:cs typeface="Times New Roman"/>
              </a:rPr>
              <a:t>Hyungcheol</a:t>
            </a:r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Times New Roman"/>
                <a:ea typeface="맑은 고딕"/>
                <a:cs typeface="Times New Roman"/>
              </a:rPr>
              <a:t> Shin. IEEE Transactions on Electron Devices 68.7 (2021): 3339-3345.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7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7852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 bwMode="auto"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School of Electrical Engineering, Seoul National University</a:t>
            </a:r>
            <a:endParaRPr lang="en-US" altLang="ko-KR" sz="1100" b="1" kern="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33072" y="189833"/>
            <a:ext cx="8649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Model Comparison for the Review</a:t>
            </a:r>
            <a:endParaRPr lang="ko-KR" altLang="en-US" sz="3600" dirty="0">
              <a:ln>
                <a:solidFill>
                  <a:srgbClr val="00397F">
                    <a:alpha val="30000"/>
                  </a:srgbClr>
                </a:solidFill>
              </a:ln>
              <a:solidFill>
                <a:srgbClr val="00397F"/>
              </a:solidFill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  <p:cxnSp>
        <p:nvCxnSpPr>
          <p:cNvPr id="12" name="직선 연결선 11"/>
          <p:cNvCxnSpPr/>
          <p:nvPr/>
        </p:nvCxnSpPr>
        <p:spPr bwMode="auto"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4069080" y="6496407"/>
            <a:ext cx="100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FFFF"/>
                </a:solidFill>
              </a:rPr>
              <a:t>7/16</a:t>
            </a:r>
            <a:endParaRPr lang="ko-KR" altLang="en-US" dirty="0">
              <a:solidFill>
                <a:srgbClr val="FFFFFF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6B4C42-953D-8E8F-FDD0-FD61A1BA0BA1}"/>
              </a:ext>
            </a:extLst>
          </p:cNvPr>
          <p:cNvSpPr txBox="1"/>
          <p:nvPr/>
        </p:nvSpPr>
        <p:spPr>
          <a:xfrm>
            <a:off x="456818" y="1033757"/>
            <a:ext cx="67700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TBT, DT, TE model matching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18257E8E-646C-4BEE-421E-AB898E4BD9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847" y="1479016"/>
            <a:ext cx="1901124" cy="1396869"/>
          </a:xfrm>
          <a:prstGeom prst="rect">
            <a:avLst/>
          </a:prstGeom>
        </p:spPr>
      </p:pic>
      <p:sp>
        <p:nvSpPr>
          <p:cNvPr id="34" name="화살표: 오른쪽 33">
            <a:extLst>
              <a:ext uri="{FF2B5EF4-FFF2-40B4-BE49-F238E27FC236}">
                <a16:creationId xmlns:a16="http://schemas.microsoft.com/office/drawing/2014/main" id="{1891D043-DD76-5952-6551-B07475D0E1DB}"/>
              </a:ext>
            </a:extLst>
          </p:cNvPr>
          <p:cNvSpPr/>
          <p:nvPr/>
        </p:nvSpPr>
        <p:spPr>
          <a:xfrm>
            <a:off x="2603136" y="2706894"/>
            <a:ext cx="516759" cy="201128"/>
          </a:xfrm>
          <a:prstGeom prst="rightArrow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3" name="그림 52">
            <a:extLst>
              <a:ext uri="{FF2B5EF4-FFF2-40B4-BE49-F238E27FC236}">
                <a16:creationId xmlns:a16="http://schemas.microsoft.com/office/drawing/2014/main" id="{08FB8D96-B00A-9C5C-16A7-0D27D7DEDB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375" y="2877831"/>
            <a:ext cx="1977982" cy="14095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E92BD8AB-7682-6B3E-4932-92CCCDBF402E}"/>
                  </a:ext>
                </a:extLst>
              </p:cNvPr>
              <p:cNvSpPr txBox="1"/>
              <p:nvPr/>
            </p:nvSpPr>
            <p:spPr>
              <a:xfrm>
                <a:off x="790696" y="1604324"/>
                <a:ext cx="118030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</m:e>
                      <m:sub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𝑜</m:t>
                        </m:r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r>
                      <a:rPr lang="en-US" altLang="ko-KR" sz="16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=2</m:t>
                    </m:r>
                    <m:r>
                      <a:rPr lang="en-US" altLang="ko-KR" sz="16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𝑛𝑚</m:t>
                    </m:r>
                  </m:oMath>
                </a14:m>
                <a:r>
                  <a:rPr lang="ko-KR" altLang="en-US" sz="16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 </a:t>
                </a: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E92BD8AB-7682-6B3E-4932-92CCCDBF40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696" y="1604324"/>
                <a:ext cx="1180309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09961667-1109-F64C-0BCF-8153ED80D979}"/>
                  </a:ext>
                </a:extLst>
              </p:cNvPr>
              <p:cNvSpPr txBox="1"/>
              <p:nvPr/>
            </p:nvSpPr>
            <p:spPr>
              <a:xfrm>
                <a:off x="790696" y="2983264"/>
                <a:ext cx="118030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</m:e>
                      <m:sub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𝑜</m:t>
                        </m:r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r>
                      <a:rPr lang="en-US" altLang="ko-KR" sz="16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=3</m:t>
                    </m:r>
                    <m:r>
                      <a:rPr lang="en-US" altLang="ko-KR" sz="16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𝑛𝑚</m:t>
                    </m:r>
                  </m:oMath>
                </a14:m>
                <a:r>
                  <a:rPr lang="ko-KR" altLang="en-US" sz="16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 </a:t>
                </a: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09961667-1109-F64C-0BCF-8153ED80D9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696" y="2983264"/>
                <a:ext cx="1180309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그림 10">
            <a:extLst>
              <a:ext uri="{FF2B5EF4-FFF2-40B4-BE49-F238E27FC236}">
                <a16:creationId xmlns:a16="http://schemas.microsoft.com/office/drawing/2014/main" id="{5F8129AC-44D0-62F4-0A81-5B8ACC6706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73745" y="1790148"/>
            <a:ext cx="5500723" cy="2171474"/>
          </a:xfrm>
          <a:prstGeom prst="rect">
            <a:avLst/>
          </a:prstGeom>
        </p:spPr>
      </p:pic>
      <p:grpSp>
        <p:nvGrpSpPr>
          <p:cNvPr id="58" name="그룹 57">
            <a:extLst>
              <a:ext uri="{FF2B5EF4-FFF2-40B4-BE49-F238E27FC236}">
                <a16:creationId xmlns:a16="http://schemas.microsoft.com/office/drawing/2014/main" id="{FC037CAC-2FD9-81F0-58F3-DDDC7E3AC5F5}"/>
              </a:ext>
            </a:extLst>
          </p:cNvPr>
          <p:cNvGrpSpPr/>
          <p:nvPr/>
        </p:nvGrpSpPr>
        <p:grpSpPr>
          <a:xfrm>
            <a:off x="3843185" y="1854422"/>
            <a:ext cx="2109207" cy="1687805"/>
            <a:chOff x="4288314" y="3206021"/>
            <a:chExt cx="1914447" cy="1543593"/>
          </a:xfrm>
        </p:grpSpPr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102C4254-2340-0324-B3EF-848E87C248F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alphaModFix amt="70000"/>
            </a:blip>
            <a:stretch>
              <a:fillRect/>
            </a:stretch>
          </p:blipFill>
          <p:spPr>
            <a:xfrm>
              <a:off x="4296178" y="3218300"/>
              <a:ext cx="1906583" cy="1531314"/>
            </a:xfrm>
            <a:prstGeom prst="rect">
              <a:avLst/>
            </a:prstGeom>
          </p:spPr>
        </p:pic>
        <p:pic>
          <p:nvPicPr>
            <p:cNvPr id="56" name="그림 55">
              <a:extLst>
                <a:ext uri="{FF2B5EF4-FFF2-40B4-BE49-F238E27FC236}">
                  <a16:creationId xmlns:a16="http://schemas.microsoft.com/office/drawing/2014/main" id="{C4F2D298-4AB3-679A-B4A6-7C699806496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alphaModFix amt="50000"/>
            </a:blip>
            <a:srcRect l="17391" t="5309" r="6989" b="16636"/>
            <a:stretch/>
          </p:blipFill>
          <p:spPr>
            <a:xfrm>
              <a:off x="4288314" y="3206021"/>
              <a:ext cx="1906583" cy="1531314"/>
            </a:xfrm>
            <a:prstGeom prst="rect">
              <a:avLst/>
            </a:prstGeom>
          </p:spPr>
        </p:pic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5E8CF9BD-D047-8242-AF62-5A6108FF8B39}"/>
              </a:ext>
            </a:extLst>
          </p:cNvPr>
          <p:cNvSpPr txBox="1"/>
          <p:nvPr/>
        </p:nvSpPr>
        <p:spPr>
          <a:xfrm>
            <a:off x="790696" y="5157074"/>
            <a:ext cx="79048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다음장부터는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, DT/PF , TBT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순서로 관련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parameter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들을 이번에 설계한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oxide enveloped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구조를 통해서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calibration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할 것이다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.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27CCCEA-D47A-59B5-D4DC-8F12229DA0C1}"/>
              </a:ext>
            </a:extLst>
          </p:cNvPr>
          <p:cNvSpPr txBox="1"/>
          <p:nvPr/>
        </p:nvSpPr>
        <p:spPr>
          <a:xfrm>
            <a:off x="3560885" y="3981976"/>
            <a:ext cx="28662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(figure 6(a) [1] matched)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EED2CB-E7DD-50F4-CD0F-B7D3F4AD7B89}"/>
              </a:ext>
            </a:extLst>
          </p:cNvPr>
          <p:cNvSpPr txBox="1"/>
          <p:nvPr/>
        </p:nvSpPr>
        <p:spPr>
          <a:xfrm>
            <a:off x="6732760" y="5876510"/>
            <a:ext cx="2420118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Times New Roman"/>
                <a:ea typeface="맑은 고딕"/>
                <a:cs typeface="Times New Roman"/>
              </a:rPr>
              <a:t>[1] Kim, Minsoo, and </a:t>
            </a:r>
            <a:r>
              <a:rPr lang="en-US" altLang="ko-KR" sz="1050" b="1" i="1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Times New Roman"/>
                <a:ea typeface="맑은 고딕"/>
                <a:cs typeface="Times New Roman"/>
              </a:rPr>
              <a:t>Hyungcheol</a:t>
            </a:r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Times New Roman"/>
                <a:ea typeface="맑은 고딕"/>
                <a:cs typeface="Times New Roman"/>
              </a:rPr>
              <a:t> Shin. IEEE Transactions on Electron Devices 68.7 (2021): 3339-3345.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7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96259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 bwMode="auto"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School of Electrical Engineering, Seoul National University</a:t>
            </a:r>
            <a:endParaRPr lang="en-US" altLang="ko-KR" sz="1100" b="1" kern="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33072" y="189833"/>
            <a:ext cx="8649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Direct Tunneling Calibration Method</a:t>
            </a:r>
            <a:endParaRPr lang="ko-KR" altLang="en-US" sz="3600" dirty="0">
              <a:ln>
                <a:solidFill>
                  <a:srgbClr val="00397F">
                    <a:alpha val="30000"/>
                  </a:srgbClr>
                </a:solidFill>
              </a:ln>
              <a:solidFill>
                <a:srgbClr val="00397F"/>
              </a:solidFill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  <p:cxnSp>
        <p:nvCxnSpPr>
          <p:cNvPr id="12" name="직선 연결선 11"/>
          <p:cNvCxnSpPr/>
          <p:nvPr/>
        </p:nvCxnSpPr>
        <p:spPr bwMode="auto"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4069080" y="6496407"/>
            <a:ext cx="100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FFFF"/>
                </a:solidFill>
              </a:rPr>
              <a:t>8/16</a:t>
            </a:r>
            <a:endParaRPr lang="ko-KR" altLang="en-US" dirty="0">
              <a:solidFill>
                <a:srgbClr val="FFFFF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8B8869-B810-4C06-55C0-1089F86A81C1}"/>
              </a:ext>
            </a:extLst>
          </p:cNvPr>
          <p:cNvSpPr txBox="1"/>
          <p:nvPr/>
        </p:nvSpPr>
        <p:spPr>
          <a:xfrm>
            <a:off x="800100" y="1186962"/>
            <a:ext cx="67437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Main Concept in TCAD Simulation</a:t>
            </a:r>
          </a:p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	-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eBarrierTunneling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off </a:t>
            </a:r>
          </a:p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	-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GateCurrent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DirectTunneling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) on</a:t>
            </a:r>
          </a:p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	-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PooleFenkel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on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7CA64C1-80C2-9E89-A537-D7D780D17F68}"/>
                  </a:ext>
                </a:extLst>
              </p:cNvPr>
              <p:cNvSpPr txBox="1"/>
              <p:nvPr/>
            </p:nvSpPr>
            <p:spPr>
              <a:xfrm>
                <a:off x="721635" y="2735352"/>
                <a:ext cx="7698841" cy="2191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𝑒</m:t>
                        </m:r>
                      </m:e>
                      <m:sub>
                        <m: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𝑃𝐹</m:t>
                        </m:r>
                      </m:sub>
                    </m:sSub>
                    <m:r>
                      <a:rPr lang="en-US" altLang="ko-KR" sz="18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=2</m:t>
                    </m:r>
                    <m:sSub>
                      <m:sSubPr>
                        <m:ctrlP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𝜎</m:t>
                        </m:r>
                      </m:e>
                      <m:sub>
                        <m: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𝑛</m:t>
                        </m:r>
                      </m:sub>
                    </m:sSub>
                    <m:r>
                      <a:rPr lang="en-US" altLang="ko-KR" sz="18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ad>
                      <m:radPr>
                        <m:degHide m:val="on"/>
                        <m:ctrlP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</m:t>
                            </m:r>
                            <m:sSub>
                              <m:sSubPr>
                                <m:ctrlP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𝐵</m:t>
                                </m:r>
                              </m:sub>
                            </m:sSub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𝑇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</m:e>
                    </m:rad>
                    <m:r>
                      <a:rPr lang="en-US" altLang="ko-KR" sz="18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sSup>
                      <m:sSupPr>
                        <m:ctrlP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  <m: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𝜋</m:t>
                                </m:r>
                                <m:sSub>
                                  <m:sSubPr>
                                    <m:ctrlPr>
                                      <a:rPr lang="en-US" altLang="ko-KR" sz="18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altLang="ko-KR" sz="18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𝑛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ko-KR" sz="18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ko-KR" sz="18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𝐵</m:t>
                                    </m:r>
                                  </m:sub>
                                </m:sSub>
                                <m: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𝑇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US" altLang="ko-KR" sz="18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8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h</m:t>
                                    </m:r>
                                  </m:e>
                                  <m:sup>
                                    <m:r>
                                      <a:rPr lang="en-US" altLang="ko-KR" sz="18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f>
                          <m:fPr>
                            <m:ctrlP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den>
                        </m:f>
                      </m:sup>
                    </m:sSup>
                    <m:func>
                      <m:funcPr>
                        <m:ctrlP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8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sz="18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altLang="ko-KR" sz="18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ko-KR" sz="18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altLang="ko-KR" sz="18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𝑛</m:t>
                                    </m:r>
                                  </m:sub>
                                </m:sSub>
                                <m:rad>
                                  <m:radPr>
                                    <m:degHide m:val="on"/>
                                    <m:ctrlPr>
                                      <a:rPr lang="en-US" altLang="ko-KR" sz="18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radPr>
                                  <m:deg/>
                                  <m:e>
                                    <m:sSub>
                                      <m:sSubPr>
                                        <m:ctrlPr>
                                          <a:rPr lang="en-US" altLang="ko-KR" sz="18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r>
                                          <a:rPr lang="en-US" altLang="ko-KR" sz="18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rad>
                              </m:num>
                              <m:den>
                                <m:sSub>
                                  <m:sSubPr>
                                    <m:ctrlPr>
                                      <a:rPr lang="en-US" altLang="ko-KR" sz="18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ko-KR" sz="18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𝐵</m:t>
                                    </m:r>
                                  </m:sub>
                                </m:sSub>
                                <m: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𝑇</m:t>
                                </m:r>
                              </m:den>
                            </m:f>
                          </m:e>
                        </m:d>
                      </m:e>
                    </m:func>
                    <m:r>
                      <a:rPr lang="en-US" altLang="ko-KR" sz="18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   ⇒</m:t>
                    </m:r>
                  </m:oMath>
                </a14:m>
                <a:r>
                  <a:rPr lang="en-US" altLang="ko-KR" sz="18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 </a:t>
                </a:r>
                <a:r>
                  <a:rPr lang="en-US" altLang="ko-KR" sz="18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highlight>
                      <a:srgbClr val="FFFF00"/>
                    </a:highlight>
                    <a:latin typeface="Times New Roman"/>
                    <a:ea typeface="맑은 고딕"/>
                    <a:cs typeface="Times New Roman"/>
                  </a:rPr>
                  <a:t>Every constants are given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𝑒</m:t>
                        </m:r>
                      </m:e>
                      <m:sub>
                        <m: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𝐷𝑇</m:t>
                        </m:r>
                      </m:sub>
                    </m:sSub>
                    <m:r>
                      <a:rPr lang="en-US" altLang="ko-KR" sz="18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𝜈</m:t>
                        </m:r>
                      </m:e>
                      <m:sub>
                        <m: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𝐷𝑇</m:t>
                        </m:r>
                      </m:sub>
                    </m:sSub>
                    <m:func>
                      <m:funcPr>
                        <m:ctrlP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8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𝑜𝑥</m:t>
                                </m:r>
                                <m: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,</m:t>
                                </m:r>
                                <m: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𝐶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𝑂</m:t>
                                </m:r>
                                <m: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altLang="ko-KR" sz="18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d>
                      <m:dPr>
                        <m:ctrlP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𝑜𝑥</m:t>
                            </m:r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𝐶</m:t>
                            </m:r>
                          </m:sub>
                        </m:sSub>
                        <m: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=</m:t>
                        </m:r>
                        <m:sSubSup>
                          <m:sSubSupPr>
                            <m:ctrlP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𝐷𝑇</m:t>
                            </m:r>
                          </m:sub>
                          <m:sup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′</m:t>
                            </m:r>
                          </m:sup>
                        </m:sSubSup>
                        <m:f>
                          <m:fPr>
                            <m:ctrlPr>
                              <a:rPr lang="en-US" altLang="ko-KR" sz="18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8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4 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ko-KR" sz="18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ko-KR" sz="18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en-US" altLang="ko-KR" sz="18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altLang="ko-KR" sz="18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𝑜𝑥</m:t>
                                    </m:r>
                                  </m:sub>
                                </m:sSub>
                              </m:e>
                            </m:rad>
                          </m:num>
                          <m:den>
                            <m:r>
                              <a:rPr lang="en-US" altLang="ko-KR" sz="18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 ℏ</m:t>
                            </m:r>
                            <m:r>
                              <a:rPr lang="en-US" altLang="ko-KR" sz="18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𝑞</m:t>
                            </m:r>
                          </m:den>
                        </m:f>
                        <m:r>
                          <a:rPr lang="en-US" altLang="ko-KR" sz="18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  <m:sSup>
                          <m:sSupPr>
                            <m:ctrlPr>
                              <a:rPr lang="en-US" altLang="ko-KR" sz="18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sz="18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Δ</m:t>
                                </m:r>
                                <m:sSub>
                                  <m:sSubPr>
                                    <m:ctrlPr>
                                      <a:rPr lang="en-US" altLang="ko-KR" sz="18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altLang="ko-KR" sz="18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𝐶</m:t>
                                    </m:r>
                                  </m:sub>
                                </m:sSub>
                                <m:r>
                                  <a:rPr lang="en-US" altLang="ko-KR" sz="18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sz="18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altLang="ko-KR" sz="18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𝑜𝑥</m:t>
                                    </m:r>
                                  </m:sub>
                                </m:sSub>
                                <m:rad>
                                  <m:radPr>
                                    <m:degHide m:val="on"/>
                                    <m:ctrlPr>
                                      <a:rPr lang="en-US" altLang="ko-KR" sz="18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radPr>
                                  <m:deg/>
                                  <m:e>
                                    <m:sSub>
                                      <m:sSubPr>
                                        <m:ctrlPr>
                                          <a:rPr lang="en-US" altLang="ko-KR" sz="18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r>
                                          <a:rPr lang="en-US" altLang="ko-KR" sz="18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𝑜𝑥</m:t>
                                        </m:r>
                                      </m:sub>
                                    </m:sSub>
                                  </m:e>
                                </m:rad>
                              </m:e>
                            </m:d>
                          </m:e>
                          <m:sup>
                            <m:f>
                              <m:fPr>
                                <m:ctrlPr>
                                  <a:rPr lang="en-US" altLang="ko-KR" sz="18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r>
                                  <a:rPr lang="en-US" altLang="ko-KR" sz="18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US" altLang="ko-KR" sz="18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</m:e>
                    </m:d>
                  </m:oMath>
                </a14:m>
                <a:r>
                  <a:rPr lang="en-US" altLang="ko-KR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  <a:p>
                <a:endParaRPr lang="en-US" altLang="ko-KR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:endParaRPr lang="en-US" altLang="ko-KR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:r>
                  <a:rPr lang="en-US" altLang="ko-KR" sz="2000" b="1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Calibration</a:t>
                </a:r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𝜈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𝐷𝑇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−1</m:t>
                            </m:r>
                          </m:sup>
                        </m:sSup>
                      </m:e>
                    </m:d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,   </m:t>
                    </m:r>
                    <m:sSubSup>
                      <m:sSubSup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Sup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𝛼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𝐷𝑇</m:t>
                        </m:r>
                      </m:sub>
                      <m:sup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′</m:t>
                        </m:r>
                      </m:sup>
                    </m:sSubSup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𝑉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−1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ko-KR" sz="2000" dirty="0"/>
                  <a:t>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7CA64C1-80C2-9E89-A537-D7D780D17F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635" y="2735352"/>
                <a:ext cx="7698841" cy="219143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17521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 bwMode="auto"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School of Electrical Engineering, Seoul National University</a:t>
            </a:r>
            <a:endParaRPr lang="en-US" altLang="ko-KR" sz="1100" b="1" kern="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33072" y="189833"/>
            <a:ext cx="8649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Direct Tunneling Calibration Method</a:t>
            </a:r>
            <a:endParaRPr lang="ko-KR" altLang="en-US" sz="3600" dirty="0">
              <a:ln>
                <a:solidFill>
                  <a:srgbClr val="00397F">
                    <a:alpha val="30000"/>
                  </a:srgbClr>
                </a:solidFill>
              </a:ln>
              <a:solidFill>
                <a:srgbClr val="00397F"/>
              </a:solidFill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  <p:cxnSp>
        <p:nvCxnSpPr>
          <p:cNvPr id="12" name="직선 연결선 11"/>
          <p:cNvCxnSpPr/>
          <p:nvPr/>
        </p:nvCxnSpPr>
        <p:spPr bwMode="auto"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4069080" y="6496407"/>
            <a:ext cx="100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FFFF"/>
                </a:solidFill>
              </a:rPr>
              <a:t>9/16</a:t>
            </a:r>
            <a:endParaRPr lang="ko-KR" altLang="en-US" dirty="0">
              <a:solidFill>
                <a:srgbClr val="FFFF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25BAFEB-4FD0-5A1A-EF81-0C0947D80959}"/>
                  </a:ext>
                </a:extLst>
              </p:cNvPr>
              <p:cNvSpPr txBox="1"/>
              <p:nvPr/>
            </p:nvSpPr>
            <p:spPr>
              <a:xfrm>
                <a:off x="456818" y="1024408"/>
                <a:ext cx="59000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𝜈</m:t>
                        </m:r>
                      </m:e>
                      <m:sub>
                        <m:r>
                          <a:rPr lang="en-US" altLang="ko-KR" sz="2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𝐷𝑇</m:t>
                        </m:r>
                      </m:sub>
                    </m:sSub>
                    <m:r>
                      <a:rPr lang="en-US" altLang="ko-KR" sz="24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=550 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2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24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altLang="ko-KR" sz="24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24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−1</m:t>
                            </m:r>
                          </m:sup>
                        </m:sSup>
                      </m:e>
                    </m:d>
                    <m:r>
                      <a:rPr lang="en-US" altLang="ko-KR" sz="24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   , </m:t>
                    </m:r>
                    <m:sSubSup>
                      <m:sSubSupPr>
                        <m:ctrlPr>
                          <a:rPr lang="en-US" altLang="ko-KR" sz="2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SupPr>
                      <m:e>
                        <m:r>
                          <a:rPr lang="en-US" altLang="ko-KR" sz="2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𝛼</m:t>
                        </m:r>
                      </m:e>
                      <m:sub>
                        <m:r>
                          <a:rPr lang="en-US" altLang="ko-KR" sz="2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𝐷𝑇</m:t>
                        </m:r>
                      </m:sub>
                      <m:sup>
                        <m:r>
                          <a:rPr lang="en-US" altLang="ko-KR" sz="2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′</m:t>
                        </m:r>
                      </m:sup>
                    </m:sSubSup>
                    <m:r>
                      <a:rPr lang="en-US" altLang="ko-KR" sz="24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=0.45 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2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24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altLang="ko-KR" sz="24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𝑉</m:t>
                            </m:r>
                          </m:e>
                          <m:sup>
                            <m:r>
                              <a:rPr lang="en-US" altLang="ko-KR" sz="24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−1</m:t>
                            </m:r>
                          </m:sup>
                        </m:sSup>
                      </m:e>
                    </m:d>
                  </m:oMath>
                </a14:m>
                <a:r>
                  <a:rPr lang="ko-KR" altLang="en-US" sz="24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25BAFEB-4FD0-5A1A-EF81-0C0947D809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818" y="1024408"/>
                <a:ext cx="590002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개체 10">
            <a:extLst>
              <a:ext uri="{FF2B5EF4-FFF2-40B4-BE49-F238E27FC236}">
                <a16:creationId xmlns:a16="http://schemas.microsoft.com/office/drawing/2014/main" id="{024CB2DF-4152-5795-C9D9-E81B96966C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6570900"/>
              </p:ext>
            </p:extLst>
          </p:nvPr>
        </p:nvGraphicFramePr>
        <p:xfrm>
          <a:off x="386480" y="2044247"/>
          <a:ext cx="2747718" cy="19205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4" imgW="3965500" imgH="2771641" progId="Origin50.Graph">
                  <p:embed/>
                </p:oleObj>
              </mc:Choice>
              <mc:Fallback>
                <p:oleObj name="Graph" r:id="rId4" imgW="3965500" imgH="2771641" progId="Origin50.Graph">
                  <p:embed/>
                  <p:pic>
                    <p:nvPicPr>
                      <p:cNvPr id="11" name="개체 10">
                        <a:extLst>
                          <a:ext uri="{FF2B5EF4-FFF2-40B4-BE49-F238E27FC236}">
                            <a16:creationId xmlns:a16="http://schemas.microsoft.com/office/drawing/2014/main" id="{024CB2DF-4152-5795-C9D9-E81B96966C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86480" y="2044247"/>
                        <a:ext cx="2747718" cy="19205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DCFA512A-9CD4-2809-6E38-AED5EEF8549A}"/>
              </a:ext>
            </a:extLst>
          </p:cNvPr>
          <p:cNvSpPr txBox="1"/>
          <p:nvPr/>
        </p:nvSpPr>
        <p:spPr>
          <a:xfrm>
            <a:off x="1073810" y="2604409"/>
            <a:ext cx="9572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298K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graphicFrame>
        <p:nvGraphicFramePr>
          <p:cNvPr id="16" name="개체 15">
            <a:extLst>
              <a:ext uri="{FF2B5EF4-FFF2-40B4-BE49-F238E27FC236}">
                <a16:creationId xmlns:a16="http://schemas.microsoft.com/office/drawing/2014/main" id="{DA61B0BF-D396-B423-C8AF-55707C3798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1264263"/>
              </p:ext>
            </p:extLst>
          </p:nvPr>
        </p:nvGraphicFramePr>
        <p:xfrm>
          <a:off x="2973250" y="2038860"/>
          <a:ext cx="2747717" cy="19205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6" imgW="3965500" imgH="2771641" progId="Origin50.Graph">
                  <p:embed/>
                </p:oleObj>
              </mc:Choice>
              <mc:Fallback>
                <p:oleObj name="Graph" r:id="rId6" imgW="3965500" imgH="2771641" progId="Origin50.Graph">
                  <p:embed/>
                  <p:pic>
                    <p:nvPicPr>
                      <p:cNvPr id="16" name="개체 15">
                        <a:extLst>
                          <a:ext uri="{FF2B5EF4-FFF2-40B4-BE49-F238E27FC236}">
                            <a16:creationId xmlns:a16="http://schemas.microsoft.com/office/drawing/2014/main" id="{DA61B0BF-D396-B423-C8AF-55707C3798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973250" y="2038860"/>
                        <a:ext cx="2747717" cy="19205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179E99E3-C668-8633-5559-D226EC49FE30}"/>
              </a:ext>
            </a:extLst>
          </p:cNvPr>
          <p:cNvSpPr txBox="1"/>
          <p:nvPr/>
        </p:nvSpPr>
        <p:spPr>
          <a:xfrm>
            <a:off x="3590473" y="2571792"/>
            <a:ext cx="9572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318K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graphicFrame>
        <p:nvGraphicFramePr>
          <p:cNvPr id="18" name="개체 17">
            <a:extLst>
              <a:ext uri="{FF2B5EF4-FFF2-40B4-BE49-F238E27FC236}">
                <a16:creationId xmlns:a16="http://schemas.microsoft.com/office/drawing/2014/main" id="{F0AFD14F-0DAE-E2B0-1E57-A0AB909E71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6510617"/>
              </p:ext>
            </p:extLst>
          </p:nvPr>
        </p:nvGraphicFramePr>
        <p:xfrm>
          <a:off x="5792290" y="2038860"/>
          <a:ext cx="2747717" cy="19205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8" imgW="3965500" imgH="2771641" progId="Origin50.Graph">
                  <p:embed/>
                </p:oleObj>
              </mc:Choice>
              <mc:Fallback>
                <p:oleObj name="Graph" r:id="rId8" imgW="3965500" imgH="2771641" progId="Origin50.Graph">
                  <p:embed/>
                  <p:pic>
                    <p:nvPicPr>
                      <p:cNvPr id="18" name="개체 17">
                        <a:extLst>
                          <a:ext uri="{FF2B5EF4-FFF2-40B4-BE49-F238E27FC236}">
                            <a16:creationId xmlns:a16="http://schemas.microsoft.com/office/drawing/2014/main" id="{F0AFD14F-0DAE-E2B0-1E57-A0AB909E71F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792290" y="2038860"/>
                        <a:ext cx="2747717" cy="19205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FD59805E-5A4C-CB48-2C7A-C7F8E2FE63F3}"/>
              </a:ext>
            </a:extLst>
          </p:cNvPr>
          <p:cNvSpPr txBox="1"/>
          <p:nvPr/>
        </p:nvSpPr>
        <p:spPr>
          <a:xfrm>
            <a:off x="6439181" y="2571792"/>
            <a:ext cx="9572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338K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graphicFrame>
        <p:nvGraphicFramePr>
          <p:cNvPr id="20" name="개체 19">
            <a:extLst>
              <a:ext uri="{FF2B5EF4-FFF2-40B4-BE49-F238E27FC236}">
                <a16:creationId xmlns:a16="http://schemas.microsoft.com/office/drawing/2014/main" id="{EDF44B72-A658-04F6-B799-2FBF8E3259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0430816"/>
              </p:ext>
            </p:extLst>
          </p:nvPr>
        </p:nvGraphicFramePr>
        <p:xfrm>
          <a:off x="386480" y="4181629"/>
          <a:ext cx="2586770" cy="18080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10" imgW="3965500" imgH="2771641" progId="Origin50.Graph">
                  <p:embed/>
                </p:oleObj>
              </mc:Choice>
              <mc:Fallback>
                <p:oleObj name="Graph" r:id="rId10" imgW="3965500" imgH="2771641" progId="Origin50.Graph">
                  <p:embed/>
                  <p:pic>
                    <p:nvPicPr>
                      <p:cNvPr id="20" name="개체 19">
                        <a:extLst>
                          <a:ext uri="{FF2B5EF4-FFF2-40B4-BE49-F238E27FC236}">
                            <a16:creationId xmlns:a16="http://schemas.microsoft.com/office/drawing/2014/main" id="{EDF44B72-A658-04F6-B799-2FBF8E32595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86480" y="4181629"/>
                        <a:ext cx="2586770" cy="18080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236E1B2C-95B0-08CE-3F4A-E61B4F2DD283}"/>
              </a:ext>
            </a:extLst>
          </p:cNvPr>
          <p:cNvSpPr txBox="1"/>
          <p:nvPr/>
        </p:nvSpPr>
        <p:spPr>
          <a:xfrm>
            <a:off x="1073810" y="4617849"/>
            <a:ext cx="9572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358K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graphicFrame>
        <p:nvGraphicFramePr>
          <p:cNvPr id="22" name="개체 21">
            <a:extLst>
              <a:ext uri="{FF2B5EF4-FFF2-40B4-BE49-F238E27FC236}">
                <a16:creationId xmlns:a16="http://schemas.microsoft.com/office/drawing/2014/main" id="{715E91C0-5912-FD9B-CE41-FBD28F10D0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6548011"/>
              </p:ext>
            </p:extLst>
          </p:nvPr>
        </p:nvGraphicFramePr>
        <p:xfrm>
          <a:off x="3053722" y="4185485"/>
          <a:ext cx="2586771" cy="18080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12" imgW="3965500" imgH="2771641" progId="Origin50.Graph">
                  <p:embed/>
                </p:oleObj>
              </mc:Choice>
              <mc:Fallback>
                <p:oleObj name="Graph" r:id="rId12" imgW="3965500" imgH="2771641" progId="Origin50.Graph">
                  <p:embed/>
                  <p:pic>
                    <p:nvPicPr>
                      <p:cNvPr id="22" name="개체 21">
                        <a:extLst>
                          <a:ext uri="{FF2B5EF4-FFF2-40B4-BE49-F238E27FC236}">
                            <a16:creationId xmlns:a16="http://schemas.microsoft.com/office/drawing/2014/main" id="{715E91C0-5912-FD9B-CE41-FBD28F10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053722" y="4185485"/>
                        <a:ext cx="2586771" cy="18080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DBD7A8E9-A2A4-07D0-946A-2138BCD6D719}"/>
              </a:ext>
            </a:extLst>
          </p:cNvPr>
          <p:cNvSpPr txBox="1"/>
          <p:nvPr/>
        </p:nvSpPr>
        <p:spPr>
          <a:xfrm>
            <a:off x="3660580" y="4617849"/>
            <a:ext cx="9572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378K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graphicFrame>
        <p:nvGraphicFramePr>
          <p:cNvPr id="24" name="개체 23">
            <a:extLst>
              <a:ext uri="{FF2B5EF4-FFF2-40B4-BE49-F238E27FC236}">
                <a16:creationId xmlns:a16="http://schemas.microsoft.com/office/drawing/2014/main" id="{C4A0406E-6FA8-1548-4255-4D8C260627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7037319"/>
              </p:ext>
            </p:extLst>
          </p:nvPr>
        </p:nvGraphicFramePr>
        <p:xfrm>
          <a:off x="5792290" y="4179910"/>
          <a:ext cx="2586770" cy="18080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14" imgW="3965500" imgH="2771641" progId="Origin50.Graph">
                  <p:embed/>
                </p:oleObj>
              </mc:Choice>
              <mc:Fallback>
                <p:oleObj name="Graph" r:id="rId14" imgW="3965500" imgH="2771641" progId="Origin50.Graph">
                  <p:embed/>
                  <p:pic>
                    <p:nvPicPr>
                      <p:cNvPr id="24" name="개체 23">
                        <a:extLst>
                          <a:ext uri="{FF2B5EF4-FFF2-40B4-BE49-F238E27FC236}">
                            <a16:creationId xmlns:a16="http://schemas.microsoft.com/office/drawing/2014/main" id="{C4A0406E-6FA8-1548-4255-4D8C260627D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792290" y="4179910"/>
                        <a:ext cx="2586770" cy="18080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4232AA51-7498-55D3-B7A9-B10FDC122BB0}"/>
              </a:ext>
            </a:extLst>
          </p:cNvPr>
          <p:cNvSpPr txBox="1"/>
          <p:nvPr/>
        </p:nvSpPr>
        <p:spPr>
          <a:xfrm>
            <a:off x="6439181" y="4617849"/>
            <a:ext cx="9572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398K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1D00FD2-52B8-F75F-ECF7-E46F3B09C0B9}"/>
              </a:ext>
            </a:extLst>
          </p:cNvPr>
          <p:cNvSpPr txBox="1"/>
          <p:nvPr/>
        </p:nvSpPr>
        <p:spPr>
          <a:xfrm>
            <a:off x="1916341" y="1690147"/>
            <a:ext cx="5574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Symbol = TCAD (PF, DT on)   /    line = model</a:t>
            </a:r>
            <a:endParaRPr lang="ko-KR" altLang="en-US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965754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 bwMode="auto"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School of Electrical Engineering, Seoul National University</a:t>
            </a:r>
            <a:endParaRPr lang="en-US" altLang="ko-KR" sz="1100" b="1" kern="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33072" y="189833"/>
            <a:ext cx="8649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Trap to Band Tunneling Calibration</a:t>
            </a:r>
            <a:endParaRPr lang="ko-KR" altLang="en-US" sz="3600" dirty="0">
              <a:ln>
                <a:solidFill>
                  <a:srgbClr val="00397F">
                    <a:alpha val="30000"/>
                  </a:srgbClr>
                </a:solidFill>
              </a:ln>
              <a:solidFill>
                <a:srgbClr val="00397F"/>
              </a:solidFill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  <p:cxnSp>
        <p:nvCxnSpPr>
          <p:cNvPr id="12" name="직선 연결선 11"/>
          <p:cNvCxnSpPr/>
          <p:nvPr/>
        </p:nvCxnSpPr>
        <p:spPr bwMode="auto"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4069080" y="6496407"/>
            <a:ext cx="100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FFFF"/>
                </a:solidFill>
              </a:rPr>
              <a:t>10/16</a:t>
            </a:r>
            <a:endParaRPr lang="ko-KR" altLang="en-US" dirty="0">
              <a:solidFill>
                <a:srgbClr val="FFFFF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D32A7D-AF51-510C-A578-612A481546CE}"/>
              </a:ext>
            </a:extLst>
          </p:cNvPr>
          <p:cNvSpPr txBox="1"/>
          <p:nvPr/>
        </p:nvSpPr>
        <p:spPr>
          <a:xfrm>
            <a:off x="800100" y="1186962"/>
            <a:ext cx="67437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Main Concept in TCAD Simulation</a:t>
            </a:r>
          </a:p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	-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eBarrierTunneling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on</a:t>
            </a:r>
          </a:p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	-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PooleFenkel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on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C1296A4-8358-06D9-9D9E-4BD704225A35}"/>
                  </a:ext>
                </a:extLst>
              </p:cNvPr>
              <p:cNvSpPr txBox="1"/>
              <p:nvPr/>
            </p:nvSpPr>
            <p:spPr>
              <a:xfrm>
                <a:off x="708347" y="2700181"/>
                <a:ext cx="7698841" cy="33782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𝑒</m:t>
                        </m:r>
                      </m:e>
                      <m:sub>
                        <m: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𝑃𝐹</m:t>
                        </m:r>
                      </m:sub>
                    </m:sSub>
                    <m:r>
                      <a:rPr lang="en-US" altLang="ko-KR" sz="18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=2</m:t>
                    </m:r>
                    <m:sSub>
                      <m:sSubPr>
                        <m:ctrlP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𝜎</m:t>
                        </m:r>
                      </m:e>
                      <m:sub>
                        <m: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𝑛</m:t>
                        </m:r>
                      </m:sub>
                    </m:sSub>
                    <m:r>
                      <a:rPr lang="en-US" altLang="ko-KR" sz="18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ad>
                      <m:radPr>
                        <m:degHide m:val="on"/>
                        <m:ctrlP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</m:t>
                            </m:r>
                            <m:sSub>
                              <m:sSubPr>
                                <m:ctrlP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𝐵</m:t>
                                </m:r>
                              </m:sub>
                            </m:sSub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𝑇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</m:e>
                    </m:rad>
                    <m:r>
                      <a:rPr lang="en-US" altLang="ko-KR" sz="18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sSup>
                      <m:sSupPr>
                        <m:ctrlP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  <m: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𝜋</m:t>
                                </m:r>
                                <m:sSub>
                                  <m:sSubPr>
                                    <m:ctrlPr>
                                      <a:rPr lang="en-US" altLang="ko-KR" sz="18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altLang="ko-KR" sz="18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𝑛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ko-KR" sz="18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ko-KR" sz="18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𝐵</m:t>
                                    </m:r>
                                  </m:sub>
                                </m:sSub>
                                <m: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𝑇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US" altLang="ko-KR" sz="18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8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h</m:t>
                                    </m:r>
                                  </m:e>
                                  <m:sup>
                                    <m:r>
                                      <a:rPr lang="en-US" altLang="ko-KR" sz="18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f>
                          <m:fPr>
                            <m:ctrlP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den>
                        </m:f>
                      </m:sup>
                    </m:sSup>
                    <m:func>
                      <m:funcPr>
                        <m:ctrlP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8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sz="18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altLang="ko-KR" sz="18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ko-KR" sz="18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altLang="ko-KR" sz="18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𝑛</m:t>
                                    </m:r>
                                  </m:sub>
                                </m:sSub>
                                <m:rad>
                                  <m:radPr>
                                    <m:degHide m:val="on"/>
                                    <m:ctrlPr>
                                      <a:rPr lang="en-US" altLang="ko-KR" sz="18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radPr>
                                  <m:deg/>
                                  <m:e>
                                    <m:sSub>
                                      <m:sSubPr>
                                        <m:ctrlPr>
                                          <a:rPr lang="en-US" altLang="ko-KR" sz="18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r>
                                          <a:rPr lang="en-US" altLang="ko-KR" sz="18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rad>
                              </m:num>
                              <m:den>
                                <m:sSub>
                                  <m:sSubPr>
                                    <m:ctrlPr>
                                      <a:rPr lang="en-US" altLang="ko-KR" sz="18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ko-KR" sz="18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𝐵</m:t>
                                    </m:r>
                                  </m:sub>
                                </m:sSub>
                                <m: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𝑇</m:t>
                                </m:r>
                              </m:den>
                            </m:f>
                          </m:e>
                        </m:d>
                      </m:e>
                    </m:func>
                    <m:r>
                      <a:rPr lang="en-US" altLang="ko-KR" sz="18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   ⇒</m:t>
                    </m:r>
                  </m:oMath>
                </a14:m>
                <a:r>
                  <a:rPr lang="en-US" altLang="ko-KR" sz="18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 Every constants are given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𝑒</m:t>
                        </m:r>
                      </m:e>
                      <m:sub>
                        <m: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𝐷𝑇</m:t>
                        </m:r>
                      </m:sub>
                    </m:sSub>
                    <m:r>
                      <a:rPr lang="en-US" altLang="ko-KR" sz="18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𝜈</m:t>
                        </m:r>
                      </m:e>
                      <m:sub>
                        <m: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𝐷𝑇</m:t>
                        </m:r>
                      </m:sub>
                    </m:sSub>
                    <m:func>
                      <m:funcPr>
                        <m:ctrlP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8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𝑜𝑥</m:t>
                                </m:r>
                                <m: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,</m:t>
                                </m:r>
                                <m: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𝐶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𝑂</m:t>
                                </m:r>
                                <m: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altLang="ko-KR" sz="18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d>
                      <m:dPr>
                        <m:ctrlP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𝑜𝑥</m:t>
                            </m:r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𝐶</m:t>
                            </m:r>
                          </m:sub>
                        </m:sSub>
                        <m: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=</m:t>
                        </m:r>
                        <m:sSubSup>
                          <m:sSubSupPr>
                            <m:ctrlP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𝐷𝑇</m:t>
                            </m:r>
                          </m:sub>
                          <m:sup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′</m:t>
                            </m:r>
                          </m:sup>
                        </m:sSubSup>
                        <m:f>
                          <m:fPr>
                            <m:ctrlPr>
                              <a:rPr lang="en-US" altLang="ko-KR" sz="18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8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4 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ko-KR" sz="18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ko-KR" sz="18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en-US" altLang="ko-KR" sz="18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altLang="ko-KR" sz="18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𝑜𝑥</m:t>
                                    </m:r>
                                  </m:sub>
                                </m:sSub>
                              </m:e>
                            </m:rad>
                          </m:num>
                          <m:den>
                            <m:r>
                              <a:rPr lang="en-US" altLang="ko-KR" sz="18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 ℏ</m:t>
                            </m:r>
                            <m:r>
                              <a:rPr lang="en-US" altLang="ko-KR" sz="18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𝑞</m:t>
                            </m:r>
                          </m:den>
                        </m:f>
                        <m:r>
                          <a:rPr lang="en-US" altLang="ko-KR" sz="18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  <m:sSup>
                          <m:sSupPr>
                            <m:ctrlPr>
                              <a:rPr lang="en-US" altLang="ko-KR" sz="18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sz="18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Δ</m:t>
                                </m:r>
                                <m:sSub>
                                  <m:sSubPr>
                                    <m:ctrlPr>
                                      <a:rPr lang="en-US" altLang="ko-KR" sz="18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altLang="ko-KR" sz="18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𝐶</m:t>
                                    </m:r>
                                  </m:sub>
                                </m:sSub>
                                <m:r>
                                  <a:rPr lang="en-US" altLang="ko-KR" sz="18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sz="18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altLang="ko-KR" sz="18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𝑜𝑥</m:t>
                                    </m:r>
                                  </m:sub>
                                </m:sSub>
                                <m:rad>
                                  <m:radPr>
                                    <m:degHide m:val="on"/>
                                    <m:ctrlPr>
                                      <a:rPr lang="en-US" altLang="ko-KR" sz="18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radPr>
                                  <m:deg/>
                                  <m:e>
                                    <m:sSub>
                                      <m:sSubPr>
                                        <m:ctrlPr>
                                          <a:rPr lang="en-US" altLang="ko-KR" sz="18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r>
                                          <a:rPr lang="en-US" altLang="ko-KR" sz="18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𝑜𝑥</m:t>
                                        </m:r>
                                      </m:sub>
                                    </m:sSub>
                                  </m:e>
                                </m:rad>
                              </m:e>
                            </m:d>
                          </m:e>
                          <m:sup>
                            <m:f>
                              <m:fPr>
                                <m:ctrlPr>
                                  <a:rPr lang="en-US" altLang="ko-KR" sz="18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r>
                                  <a:rPr lang="en-US" altLang="ko-KR" sz="18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US" altLang="ko-KR" sz="18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</m:e>
                    </m:d>
                  </m:oMath>
                </a14:m>
                <a:r>
                  <a:rPr lang="en-US" altLang="ko-KR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  <a:p>
                <a:endParaRPr lang="en-US" altLang="ko-KR" sz="1800" b="0" i="1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Cambria Math" panose="02040503050406030204" pitchFamily="18" charset="0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𝑒</m:t>
                        </m:r>
                      </m:e>
                      <m:sub>
                        <m: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𝑇𝐵𝑇</m:t>
                        </m:r>
                      </m:sub>
                    </m:sSub>
                    <m:r>
                      <a:rPr lang="en-US" altLang="ko-KR" sz="18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=</m:t>
                    </m:r>
                    <m:sSub>
                      <m:sSubPr>
                        <m:ctrlP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𝜈</m:t>
                        </m:r>
                      </m:e>
                      <m:sub>
                        <m: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𝑇𝐵𝑇</m:t>
                        </m:r>
                      </m:sub>
                    </m:sSub>
                    <m:func>
                      <m:funcPr>
                        <m:ctrlP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8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𝑜𝑥</m:t>
                                </m:r>
                                <m: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,</m:t>
                                </m:r>
                                <m: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𝑇</m:t>
                                </m:r>
                              </m:sub>
                            </m:sSub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𝑂</m:t>
                                </m:r>
                                <m: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altLang="ko-KR" sz="18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∙</m:t>
                    </m:r>
                    <m:f>
                      <m:fPr>
                        <m:ctrlP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1−</m:t>
                        </m:r>
                        <m:func>
                          <m:funcPr>
                            <m:ctrlP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18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sz="18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ko-KR" sz="18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𝑛</m:t>
                                    </m:r>
                                    <m:r>
                                      <a:rPr lang="en-US" altLang="ko-KR" sz="18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,</m:t>
                                    </m:r>
                                    <m:r>
                                      <a:rPr lang="en-US" altLang="ko-KR" sz="18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𝑇</m:t>
                                    </m:r>
                                  </m:sub>
                                </m:sSub>
                                <m: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altLang="ko-KR" sz="18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ko-KR" sz="18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𝑁</m:t>
                                    </m:r>
                                    <m:r>
                                      <a:rPr lang="en-US" altLang="ko-KR" sz="18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</m:num>
                      <m:den>
                        <m:sSub>
                          <m:sSubPr>
                            <m:ctrlP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𝑇</m:t>
                            </m:r>
                          </m:sub>
                        </m:sSub>
                        <m: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  <m:sSub>
                          <m:sSubPr>
                            <m:ctrlP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𝑁</m:t>
                            </m:r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ko-KR" sz="18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  <a:p>
                <a:r>
                  <a:rPr lang="en-US" altLang="ko-KR" sz="1600" b="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ea typeface="맑은 고딕"/>
                    <a:cs typeface="Times New Roman"/>
                  </a:rPr>
                  <a:t>	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𝑜𝑥</m:t>
                            </m:r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𝑇</m:t>
                            </m:r>
                          </m:sub>
                        </m:sSub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=</m:t>
                        </m:r>
                        <m:f>
                          <m:f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4 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ko-KR" sz="12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ko-KR" sz="12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𝑜𝑥</m:t>
                                    </m:r>
                                  </m:sub>
                                </m:sSub>
                              </m:e>
                            </m:rad>
                          </m:num>
                          <m:den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 ℏ</m:t>
                            </m:r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𝑞</m:t>
                            </m:r>
                          </m:den>
                        </m:f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  <m:sSup>
                          <m:sSup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sz="12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2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Δ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𝐶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𝑜𝑥</m:t>
                                    </m:r>
                                  </m:sub>
                                </m:sSub>
                                <m:rad>
                                  <m:radPr>
                                    <m:degHide m:val="on"/>
                                    <m:ctrlPr>
                                      <a:rPr lang="en-US" altLang="ko-KR" sz="12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radPr>
                                  <m:deg/>
                                  <m:e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𝑜𝑥</m:t>
                                        </m:r>
                                      </m:sub>
                                    </m:sSub>
                                  </m:e>
                                </m:rad>
                              </m:e>
                            </m:d>
                          </m:e>
                          <m:sup>
                            <m:f>
                              <m:fPr>
                                <m:ctrlPr>
                                  <a:rPr lang="en-US" altLang="ko-KR" sz="12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r>
                                  <a:rPr lang="en-US" altLang="ko-KR" sz="12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US" altLang="ko-KR" sz="12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  <m:sSubSup>
                          <m:sSubSup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𝑇𝐵𝑇</m:t>
                            </m:r>
                          </m:sub>
                          <m:sup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′</m:t>
                            </m:r>
                          </m:sup>
                        </m:sSubSup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,    </m:t>
                        </m:r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 </m:t>
                            </m:r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𝑇</m:t>
                            </m:r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 </m:t>
                            </m:r>
                          </m:sub>
                        </m:sSub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=</m:t>
                        </m:r>
                        <m:f>
                          <m:f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ko-KR" sz="12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ko-KR" sz="12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𝑛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rad>
                          </m:num>
                          <m:den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ℏ</m:t>
                            </m:r>
                          </m:den>
                        </m:f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</m:e>
                    </m:d>
                  </m:oMath>
                </a14:m>
                <a:endParaRPr lang="en-US" altLang="ko-KR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:endParaRPr lang="en-US" altLang="ko-KR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:endParaRPr lang="en-US" altLang="ko-KR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:r>
                  <a:rPr lang="en-US" altLang="ko-KR" sz="2000" b="1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Calibration</a:t>
                </a:r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𝜈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𝑇𝐵𝑇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−1</m:t>
                            </m:r>
                          </m:sup>
                        </m:sSup>
                      </m:e>
                    </m:d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,   </m:t>
                    </m:r>
                    <m:sSubSup>
                      <m:sSubSup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Sup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𝛼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𝑇𝐵𝑇</m:t>
                        </m:r>
                      </m:sub>
                      <m:sup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′</m:t>
                        </m:r>
                      </m:sup>
                    </m:sSubSup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𝑉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−1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ko-KR" sz="2000" dirty="0"/>
                  <a:t>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C1296A4-8358-06D9-9D9E-4BD704225A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347" y="2700181"/>
                <a:ext cx="7698841" cy="33782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직사각형 8">
            <a:extLst>
              <a:ext uri="{FF2B5EF4-FFF2-40B4-BE49-F238E27FC236}">
                <a16:creationId xmlns:a16="http://schemas.microsoft.com/office/drawing/2014/main" id="{2559AA51-23DD-D501-EA9C-E9928E960300}"/>
              </a:ext>
            </a:extLst>
          </p:cNvPr>
          <p:cNvSpPr/>
          <p:nvPr/>
        </p:nvSpPr>
        <p:spPr>
          <a:xfrm>
            <a:off x="3807069" y="4273062"/>
            <a:ext cx="1529862" cy="518746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7246E6-029E-25E3-407F-9A581B2690EC}"/>
              </a:ext>
            </a:extLst>
          </p:cNvPr>
          <p:cNvSpPr txBox="1"/>
          <p:nvPr/>
        </p:nvSpPr>
        <p:spPr>
          <a:xfrm>
            <a:off x="6304085" y="4431323"/>
            <a:ext cx="2321169" cy="87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24DD18-A617-9B0C-726C-3F898CE169F5}"/>
              </a:ext>
            </a:extLst>
          </p:cNvPr>
          <p:cNvSpPr txBox="1"/>
          <p:nvPr/>
        </p:nvSpPr>
        <p:spPr>
          <a:xfrm>
            <a:off x="6840415" y="4178492"/>
            <a:ext cx="22156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Tunneling amount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highlight>
                  <a:srgbClr val="FFFF00"/>
                </a:highlight>
                <a:latin typeface="Times New Roman"/>
                <a:ea typeface="맑은 고딕"/>
                <a:cs typeface="Times New Roman"/>
              </a:rPr>
              <a:t>average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highlight>
                <a:srgbClr val="FFFF00"/>
              </a:highlight>
              <a:latin typeface="Times New Roman"/>
              <a:ea typeface="맑은 고딕"/>
              <a:cs typeface="Times New Roman"/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3193D2A0-6B8B-9F6D-25B2-24A4DF6F8C3A}"/>
              </a:ext>
            </a:extLst>
          </p:cNvPr>
          <p:cNvCxnSpPr>
            <a:endCxn id="11" idx="1"/>
          </p:cNvCxnSpPr>
          <p:nvPr/>
        </p:nvCxnSpPr>
        <p:spPr>
          <a:xfrm>
            <a:off x="5336931" y="4532435"/>
            <a:ext cx="1503484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0904A41-DC46-701B-4C3B-C3CD40764FCF}"/>
              </a:ext>
            </a:extLst>
          </p:cNvPr>
          <p:cNvSpPr txBox="1"/>
          <p:nvPr/>
        </p:nvSpPr>
        <p:spPr>
          <a:xfrm>
            <a:off x="6732760" y="5876510"/>
            <a:ext cx="2420118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Times New Roman"/>
                <a:ea typeface="맑은 고딕"/>
                <a:cs typeface="Times New Roman"/>
              </a:rPr>
              <a:t>[1] Kim, Minsoo, and </a:t>
            </a:r>
            <a:r>
              <a:rPr lang="en-US" altLang="ko-KR" sz="1050" b="1" i="1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Times New Roman"/>
                <a:ea typeface="맑은 고딕"/>
                <a:cs typeface="Times New Roman"/>
              </a:rPr>
              <a:t>Hyungcheol</a:t>
            </a:r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Times New Roman"/>
                <a:ea typeface="맑은 고딕"/>
                <a:cs typeface="Times New Roman"/>
              </a:rPr>
              <a:t> Shin. IEEE Transactions on Electron Devices 68.7 (2021): 3339-3345.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7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748158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 bwMode="auto"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School of Electrical Engineering, Seoul National University</a:t>
            </a:r>
            <a:endParaRPr lang="en-US" altLang="ko-KR" sz="1100" b="1" kern="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33072" y="189833"/>
            <a:ext cx="8649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Trap to Band Tunneling Calibration</a:t>
            </a:r>
            <a:endParaRPr lang="ko-KR" altLang="en-US" sz="3600" dirty="0">
              <a:ln>
                <a:solidFill>
                  <a:srgbClr val="00397F">
                    <a:alpha val="30000"/>
                  </a:srgbClr>
                </a:solidFill>
              </a:ln>
              <a:solidFill>
                <a:srgbClr val="00397F"/>
              </a:solidFill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  <p:cxnSp>
        <p:nvCxnSpPr>
          <p:cNvPr id="12" name="직선 연결선 11"/>
          <p:cNvCxnSpPr/>
          <p:nvPr/>
        </p:nvCxnSpPr>
        <p:spPr bwMode="auto"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4069080" y="6496407"/>
            <a:ext cx="100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FFFF"/>
                </a:solidFill>
              </a:rPr>
              <a:t>11/16</a:t>
            </a:r>
            <a:endParaRPr lang="ko-KR" altLang="en-US" dirty="0">
              <a:solidFill>
                <a:srgbClr val="FFFF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4FB315E-CAF5-FB5D-037A-03BAADC67F32}"/>
                  </a:ext>
                </a:extLst>
              </p:cNvPr>
              <p:cNvSpPr txBox="1"/>
              <p:nvPr/>
            </p:nvSpPr>
            <p:spPr>
              <a:xfrm>
                <a:off x="456818" y="1024408"/>
                <a:ext cx="65858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𝜈</m:t>
                        </m:r>
                      </m:e>
                      <m:sub>
                        <m:r>
                          <a:rPr lang="en-US" altLang="ko-KR" sz="2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𝑇𝐵𝑇</m:t>
                        </m:r>
                      </m:sub>
                    </m:sSub>
                    <m:r>
                      <a:rPr lang="en-US" altLang="ko-KR" sz="24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=2.5×</m:t>
                    </m:r>
                    <m:sSup>
                      <m:sSupPr>
                        <m:ctrlPr>
                          <a:rPr lang="en-US" altLang="ko-KR" sz="2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pPr>
                      <m:e>
                        <m:r>
                          <a:rPr lang="en-US" altLang="ko-KR" sz="2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10</m:t>
                        </m:r>
                      </m:e>
                      <m:sup>
                        <m:r>
                          <a:rPr lang="en-US" altLang="ko-KR" sz="2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7</m:t>
                        </m:r>
                      </m:sup>
                    </m:sSup>
                    <m:r>
                      <a:rPr lang="en-US" altLang="ko-KR" sz="24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2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24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altLang="ko-KR" sz="24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24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−1</m:t>
                            </m:r>
                          </m:sup>
                        </m:sSup>
                      </m:e>
                    </m:d>
                    <m:r>
                      <a:rPr lang="en-US" altLang="ko-KR" sz="24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   , </m:t>
                    </m:r>
                    <m:sSubSup>
                      <m:sSubSupPr>
                        <m:ctrlPr>
                          <a:rPr lang="en-US" altLang="ko-KR" sz="2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SupPr>
                      <m:e>
                        <m:r>
                          <a:rPr lang="en-US" altLang="ko-KR" sz="2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𝛼</m:t>
                        </m:r>
                      </m:e>
                      <m:sub>
                        <m:r>
                          <a:rPr lang="en-US" altLang="ko-KR" sz="2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𝑇𝐵𝑇</m:t>
                        </m:r>
                      </m:sub>
                      <m:sup>
                        <m:r>
                          <a:rPr lang="en-US" altLang="ko-KR" sz="2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′</m:t>
                        </m:r>
                      </m:sup>
                    </m:sSubSup>
                    <m:r>
                      <a:rPr lang="en-US" altLang="ko-KR" sz="24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=1    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2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24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altLang="ko-KR" sz="24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𝑉</m:t>
                            </m:r>
                          </m:e>
                          <m:sup>
                            <m:r>
                              <a:rPr lang="en-US" altLang="ko-KR" sz="24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−1</m:t>
                            </m:r>
                          </m:sup>
                        </m:sSup>
                      </m:e>
                    </m:d>
                  </m:oMath>
                </a14:m>
                <a:r>
                  <a:rPr lang="ko-KR" altLang="en-US" sz="24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4FB315E-CAF5-FB5D-037A-03BAADC67F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818" y="1024408"/>
                <a:ext cx="658582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82525789-6125-48EF-ED46-E30EEEC017C2}"/>
              </a:ext>
            </a:extLst>
          </p:cNvPr>
          <p:cNvSpPr txBox="1"/>
          <p:nvPr/>
        </p:nvSpPr>
        <p:spPr>
          <a:xfrm>
            <a:off x="1916342" y="1690147"/>
            <a:ext cx="4318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Symbol = TCAD (TBT on)   /    line = model</a:t>
            </a:r>
            <a:endParaRPr lang="ko-KR" altLang="en-US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graphicFrame>
        <p:nvGraphicFramePr>
          <p:cNvPr id="9" name="개체 8">
            <a:extLst>
              <a:ext uri="{FF2B5EF4-FFF2-40B4-BE49-F238E27FC236}">
                <a16:creationId xmlns:a16="http://schemas.microsoft.com/office/drawing/2014/main" id="{000F342B-78C7-C121-411B-5D92372A7E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5495837"/>
              </p:ext>
            </p:extLst>
          </p:nvPr>
        </p:nvGraphicFramePr>
        <p:xfrm>
          <a:off x="349739" y="2304739"/>
          <a:ext cx="2701192" cy="18880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4" imgW="3965500" imgH="2771641" progId="Origin50.Graph">
                  <p:embed/>
                </p:oleObj>
              </mc:Choice>
              <mc:Fallback>
                <p:oleObj name="Graph" r:id="rId4" imgW="3965500" imgH="2771641" progId="Origin50.Graph">
                  <p:embed/>
                  <p:pic>
                    <p:nvPicPr>
                      <p:cNvPr id="9" name="개체 8">
                        <a:extLst>
                          <a:ext uri="{FF2B5EF4-FFF2-40B4-BE49-F238E27FC236}">
                            <a16:creationId xmlns:a16="http://schemas.microsoft.com/office/drawing/2014/main" id="{000F342B-78C7-C121-411B-5D92372A7E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49739" y="2304739"/>
                        <a:ext cx="2701192" cy="18880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F0A2B4B9-0B9F-882E-8E7B-D05E4D5EA5C2}"/>
              </a:ext>
            </a:extLst>
          </p:cNvPr>
          <p:cNvSpPr txBox="1"/>
          <p:nvPr/>
        </p:nvSpPr>
        <p:spPr>
          <a:xfrm>
            <a:off x="233072" y="2040953"/>
            <a:ext cx="17496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2nm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70E548-9A51-98D0-5EC1-C5C239E9388D}"/>
              </a:ext>
            </a:extLst>
          </p:cNvPr>
          <p:cNvSpPr txBox="1"/>
          <p:nvPr/>
        </p:nvSpPr>
        <p:spPr>
          <a:xfrm>
            <a:off x="1666128" y="3230516"/>
            <a:ext cx="904719" cy="415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298K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graphicFrame>
        <p:nvGraphicFramePr>
          <p:cNvPr id="17" name="개체 16">
            <a:extLst>
              <a:ext uri="{FF2B5EF4-FFF2-40B4-BE49-F238E27FC236}">
                <a16:creationId xmlns:a16="http://schemas.microsoft.com/office/drawing/2014/main" id="{5D804DA8-A417-453D-310E-01DD6D9F22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4206271"/>
              </p:ext>
            </p:extLst>
          </p:nvPr>
        </p:nvGraphicFramePr>
        <p:xfrm>
          <a:off x="3309477" y="2351891"/>
          <a:ext cx="2710401" cy="18944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6" imgW="3965500" imgH="2771641" progId="Origin50.Graph">
                  <p:embed/>
                </p:oleObj>
              </mc:Choice>
              <mc:Fallback>
                <p:oleObj name="Graph" r:id="rId6" imgW="3965500" imgH="2771641" progId="Origin50.Graph">
                  <p:embed/>
                  <p:pic>
                    <p:nvPicPr>
                      <p:cNvPr id="17" name="개체 16">
                        <a:extLst>
                          <a:ext uri="{FF2B5EF4-FFF2-40B4-BE49-F238E27FC236}">
                            <a16:creationId xmlns:a16="http://schemas.microsoft.com/office/drawing/2014/main" id="{5D804DA8-A417-453D-310E-01DD6D9F22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309477" y="2351891"/>
                        <a:ext cx="2710401" cy="18944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92DB20DD-72BA-23B5-06E8-7C5D274D9AF5}"/>
              </a:ext>
            </a:extLst>
          </p:cNvPr>
          <p:cNvSpPr txBox="1"/>
          <p:nvPr/>
        </p:nvSpPr>
        <p:spPr>
          <a:xfrm>
            <a:off x="4800409" y="3220192"/>
            <a:ext cx="8886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338K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graphicFrame>
        <p:nvGraphicFramePr>
          <p:cNvPr id="18" name="개체 17">
            <a:extLst>
              <a:ext uri="{FF2B5EF4-FFF2-40B4-BE49-F238E27FC236}">
                <a16:creationId xmlns:a16="http://schemas.microsoft.com/office/drawing/2014/main" id="{B98285F3-5340-21BC-60F2-07B3EE63DD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7470949"/>
              </p:ext>
            </p:extLst>
          </p:nvPr>
        </p:nvGraphicFramePr>
        <p:xfrm>
          <a:off x="6187188" y="2342446"/>
          <a:ext cx="2647243" cy="18503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8" imgW="3965500" imgH="2771641" progId="Origin50.Graph">
                  <p:embed/>
                </p:oleObj>
              </mc:Choice>
              <mc:Fallback>
                <p:oleObj name="Graph" r:id="rId8" imgW="3965500" imgH="2771641" progId="Origin50.Graph">
                  <p:embed/>
                  <p:pic>
                    <p:nvPicPr>
                      <p:cNvPr id="18" name="개체 17">
                        <a:extLst>
                          <a:ext uri="{FF2B5EF4-FFF2-40B4-BE49-F238E27FC236}">
                            <a16:creationId xmlns:a16="http://schemas.microsoft.com/office/drawing/2014/main" id="{B98285F3-5340-21BC-60F2-07B3EE63DD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187188" y="2342446"/>
                        <a:ext cx="2647243" cy="18503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4022270-3119-33BB-7008-E49AD2B4C9CA}"/>
              </a:ext>
            </a:extLst>
          </p:cNvPr>
          <p:cNvSpPr txBox="1"/>
          <p:nvPr/>
        </p:nvSpPr>
        <p:spPr>
          <a:xfrm>
            <a:off x="7633849" y="3220192"/>
            <a:ext cx="8886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378K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74A0995-D757-9234-AA0B-2B2587F8BC7C}"/>
              </a:ext>
            </a:extLst>
          </p:cNvPr>
          <p:cNvSpPr txBox="1"/>
          <p:nvPr/>
        </p:nvSpPr>
        <p:spPr>
          <a:xfrm>
            <a:off x="233072" y="4203179"/>
            <a:ext cx="17496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3nm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graphicFrame>
        <p:nvGraphicFramePr>
          <p:cNvPr id="21" name="개체 20">
            <a:extLst>
              <a:ext uri="{FF2B5EF4-FFF2-40B4-BE49-F238E27FC236}">
                <a16:creationId xmlns:a16="http://schemas.microsoft.com/office/drawing/2014/main" id="{3B0D0B7C-674F-5981-B533-FA37CA37D1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319550"/>
              </p:ext>
            </p:extLst>
          </p:nvPr>
        </p:nvGraphicFramePr>
        <p:xfrm>
          <a:off x="349739" y="4477383"/>
          <a:ext cx="2701192" cy="18880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10" imgW="3965500" imgH="2771641" progId="Origin50.Graph">
                  <p:embed/>
                </p:oleObj>
              </mc:Choice>
              <mc:Fallback>
                <p:oleObj name="Graph" r:id="rId10" imgW="3965500" imgH="2771641" progId="Origin50.Graph">
                  <p:embed/>
                  <p:pic>
                    <p:nvPicPr>
                      <p:cNvPr id="21" name="개체 20">
                        <a:extLst>
                          <a:ext uri="{FF2B5EF4-FFF2-40B4-BE49-F238E27FC236}">
                            <a16:creationId xmlns:a16="http://schemas.microsoft.com/office/drawing/2014/main" id="{3B0D0B7C-674F-5981-B533-FA37CA37D1D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49739" y="4477383"/>
                        <a:ext cx="2701192" cy="18880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C28D8861-DF8D-8A23-03FA-B3028B38CE4E}"/>
              </a:ext>
            </a:extLst>
          </p:cNvPr>
          <p:cNvSpPr txBox="1"/>
          <p:nvPr/>
        </p:nvSpPr>
        <p:spPr>
          <a:xfrm>
            <a:off x="945158" y="4774637"/>
            <a:ext cx="904719" cy="415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298K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graphicFrame>
        <p:nvGraphicFramePr>
          <p:cNvPr id="25" name="개체 24">
            <a:extLst>
              <a:ext uri="{FF2B5EF4-FFF2-40B4-BE49-F238E27FC236}">
                <a16:creationId xmlns:a16="http://schemas.microsoft.com/office/drawing/2014/main" id="{15547A7E-6220-1A68-384E-B964BCDE8F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7451482"/>
              </p:ext>
            </p:extLst>
          </p:nvPr>
        </p:nvGraphicFramePr>
        <p:xfrm>
          <a:off x="3245783" y="4452485"/>
          <a:ext cx="2774095" cy="19389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12" imgW="3965500" imgH="2771641" progId="Origin50.Graph">
                  <p:embed/>
                </p:oleObj>
              </mc:Choice>
              <mc:Fallback>
                <p:oleObj name="Graph" r:id="rId12" imgW="3965500" imgH="2771641" progId="Origin50.Graph">
                  <p:embed/>
                  <p:pic>
                    <p:nvPicPr>
                      <p:cNvPr id="25" name="개체 24">
                        <a:extLst>
                          <a:ext uri="{FF2B5EF4-FFF2-40B4-BE49-F238E27FC236}">
                            <a16:creationId xmlns:a16="http://schemas.microsoft.com/office/drawing/2014/main" id="{15547A7E-6220-1A68-384E-B964BCDE8F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245783" y="4452485"/>
                        <a:ext cx="2774095" cy="19389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14ADB90E-6BF4-1F97-894C-5EBF81BA6EF4}"/>
              </a:ext>
            </a:extLst>
          </p:cNvPr>
          <p:cNvSpPr txBox="1"/>
          <p:nvPr/>
        </p:nvSpPr>
        <p:spPr>
          <a:xfrm>
            <a:off x="3895690" y="4774637"/>
            <a:ext cx="904719" cy="415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338K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graphicFrame>
        <p:nvGraphicFramePr>
          <p:cNvPr id="27" name="개체 26">
            <a:extLst>
              <a:ext uri="{FF2B5EF4-FFF2-40B4-BE49-F238E27FC236}">
                <a16:creationId xmlns:a16="http://schemas.microsoft.com/office/drawing/2014/main" id="{AB24268D-0342-BEB9-6BA5-1A48A676CE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1000376"/>
              </p:ext>
            </p:extLst>
          </p:nvPr>
        </p:nvGraphicFramePr>
        <p:xfrm>
          <a:off x="6235221" y="4515091"/>
          <a:ext cx="2647243" cy="18503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14" imgW="3965500" imgH="2771641" progId="Origin50.Graph">
                  <p:embed/>
                </p:oleObj>
              </mc:Choice>
              <mc:Fallback>
                <p:oleObj name="Graph" r:id="rId14" imgW="3965500" imgH="2771641" progId="Origin50.Graph">
                  <p:embed/>
                  <p:pic>
                    <p:nvPicPr>
                      <p:cNvPr id="27" name="개체 26">
                        <a:extLst>
                          <a:ext uri="{FF2B5EF4-FFF2-40B4-BE49-F238E27FC236}">
                            <a16:creationId xmlns:a16="http://schemas.microsoft.com/office/drawing/2014/main" id="{AB24268D-0342-BEB9-6BA5-1A48A676CE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6235221" y="4515091"/>
                        <a:ext cx="2647243" cy="18503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F27AB2D9-543F-F7B9-B9AA-CE7880D2E5BB}"/>
              </a:ext>
            </a:extLst>
          </p:cNvPr>
          <p:cNvSpPr txBox="1"/>
          <p:nvPr/>
        </p:nvSpPr>
        <p:spPr>
          <a:xfrm>
            <a:off x="6930844" y="4774637"/>
            <a:ext cx="904719" cy="415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378K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E5B47E95-0A22-088F-87B3-443A87FFF160}"/>
              </a:ext>
            </a:extLst>
          </p:cNvPr>
          <p:cNvGrpSpPr/>
          <p:nvPr/>
        </p:nvGrpSpPr>
        <p:grpSpPr>
          <a:xfrm>
            <a:off x="6428190" y="1046115"/>
            <a:ext cx="2316949" cy="4954099"/>
            <a:chOff x="6428190" y="1046115"/>
            <a:chExt cx="2316949" cy="4954099"/>
          </a:xfrm>
        </p:grpSpPr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AD7786D3-3449-270E-28AB-AB1EAB533906}"/>
                </a:ext>
              </a:extLst>
            </p:cNvPr>
            <p:cNvSpPr/>
            <p:nvPr/>
          </p:nvSpPr>
          <p:spPr>
            <a:xfrm>
              <a:off x="6981092" y="3220192"/>
              <a:ext cx="496780" cy="549746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7218BC73-2A52-6D65-5DE8-AE2687127B5B}"/>
                </a:ext>
              </a:extLst>
            </p:cNvPr>
            <p:cNvSpPr/>
            <p:nvPr/>
          </p:nvSpPr>
          <p:spPr>
            <a:xfrm>
              <a:off x="7310452" y="5450468"/>
              <a:ext cx="496780" cy="549746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4" name="직선 화살표 연결선 33">
              <a:extLst>
                <a:ext uri="{FF2B5EF4-FFF2-40B4-BE49-F238E27FC236}">
                  <a16:creationId xmlns:a16="http://schemas.microsoft.com/office/drawing/2014/main" id="{3CE61FFB-CDD5-A3F8-5455-8E64452D0394}"/>
                </a:ext>
              </a:extLst>
            </p:cNvPr>
            <p:cNvCxnSpPr>
              <a:cxnSpLocks/>
              <a:stCxn id="29" idx="0"/>
            </p:cNvCxnSpPr>
            <p:nvPr/>
          </p:nvCxnSpPr>
          <p:spPr>
            <a:xfrm flipH="1" flipV="1">
              <a:off x="7227658" y="2000222"/>
              <a:ext cx="1824" cy="121997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D30CEB1-04AA-1406-02C1-64BD16379875}"/>
                </a:ext>
              </a:extLst>
            </p:cNvPr>
            <p:cNvSpPr txBox="1"/>
            <p:nvPr/>
          </p:nvSpPr>
          <p:spPr>
            <a:xfrm>
              <a:off x="6522559" y="1046115"/>
              <a:ext cx="222258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High temperature error is due to TBT modeling </a:t>
              </a:r>
              <a:r>
                <a:rPr lang="en-US" altLang="ko-KR" sz="14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highlight>
                    <a:srgbClr val="FFFF00"/>
                  </a:highlight>
                  <a:latin typeface="Times New Roman"/>
                  <a:ea typeface="맑은 고딕"/>
                  <a:cs typeface="Times New Roman"/>
                </a:rPr>
                <a:t>assumption of making average + barrier lowering</a:t>
              </a:r>
              <a:endParaRPr lang="ko-KR" altLang="en-US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highlight>
                  <a:srgbClr val="FFFF00"/>
                </a:highlight>
                <a:latin typeface="Times New Roman"/>
                <a:ea typeface="맑은 고딕"/>
                <a:cs typeface="Times New Roman"/>
              </a:endParaRPr>
            </a:p>
          </p:txBody>
        </p:sp>
        <p:cxnSp>
          <p:nvCxnSpPr>
            <p:cNvPr id="41" name="직선 화살표 연결선 40">
              <a:extLst>
                <a:ext uri="{FF2B5EF4-FFF2-40B4-BE49-F238E27FC236}">
                  <a16:creationId xmlns:a16="http://schemas.microsoft.com/office/drawing/2014/main" id="{2CC1A643-2476-8289-C8B4-73BF933B97AF}"/>
                </a:ext>
              </a:extLst>
            </p:cNvPr>
            <p:cNvCxnSpPr>
              <a:cxnSpLocks/>
              <a:stCxn id="29" idx="3"/>
            </p:cNvCxnSpPr>
            <p:nvPr/>
          </p:nvCxnSpPr>
          <p:spPr>
            <a:xfrm flipH="1">
              <a:off x="6930844" y="3689430"/>
              <a:ext cx="123000" cy="45612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직선 화살표 연결선 43">
              <a:extLst>
                <a:ext uri="{FF2B5EF4-FFF2-40B4-BE49-F238E27FC236}">
                  <a16:creationId xmlns:a16="http://schemas.microsoft.com/office/drawing/2014/main" id="{0A88390E-8B0A-9A60-5574-591EC5A0364E}"/>
                </a:ext>
              </a:extLst>
            </p:cNvPr>
            <p:cNvCxnSpPr>
              <a:cxnSpLocks/>
              <a:stCxn id="30" idx="1"/>
            </p:cNvCxnSpPr>
            <p:nvPr/>
          </p:nvCxnSpPr>
          <p:spPr>
            <a:xfrm flipH="1" flipV="1">
              <a:off x="6930844" y="4698370"/>
              <a:ext cx="452360" cy="83260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8E834E35-45C1-E0F8-A537-C293B32FBEC5}"/>
                    </a:ext>
                  </a:extLst>
                </p:cNvPr>
                <p:cNvSpPr txBox="1"/>
                <p:nvPr/>
              </p:nvSpPr>
              <p:spPr>
                <a:xfrm>
                  <a:off x="6428190" y="4168333"/>
                  <a:ext cx="164273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ko-KR" sz="14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𝛽</m:t>
                      </m:r>
                      <m:r>
                        <a:rPr lang="en-US" altLang="ko-KR" sz="14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 ↑ :</m:t>
                      </m:r>
                    </m:oMath>
                  </a14:m>
                  <a:r>
                    <a:rPr lang="ko-KR" altLang="en-US" sz="14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 </a:t>
                  </a:r>
                  <a:r>
                    <a:rPr lang="en-US" altLang="ko-KR" sz="14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temperature affecting TBT</a:t>
                  </a:r>
                  <a:endParaRPr lang="ko-KR" altLang="en-US" sz="14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endParaRPr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8E834E35-45C1-E0F8-A537-C293B32FBE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28190" y="4168333"/>
                  <a:ext cx="1642730" cy="52322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58879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 bwMode="auto"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School of Electrical Engineering, Seoul National University</a:t>
            </a:r>
            <a:endParaRPr lang="en-US" altLang="ko-KR" sz="1100" b="1" kern="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33072" y="189833"/>
            <a:ext cx="8649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Discussion about the Result Difference</a:t>
            </a:r>
            <a:endParaRPr lang="ko-KR" altLang="en-US" sz="3600" dirty="0">
              <a:ln>
                <a:solidFill>
                  <a:srgbClr val="00397F">
                    <a:alpha val="30000"/>
                  </a:srgbClr>
                </a:solidFill>
              </a:ln>
              <a:solidFill>
                <a:srgbClr val="00397F"/>
              </a:solidFill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  <p:cxnSp>
        <p:nvCxnSpPr>
          <p:cNvPr id="12" name="직선 연결선 11"/>
          <p:cNvCxnSpPr/>
          <p:nvPr/>
        </p:nvCxnSpPr>
        <p:spPr bwMode="auto"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4069080" y="6496407"/>
            <a:ext cx="100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FFFF"/>
                </a:solidFill>
              </a:rPr>
              <a:t>12/16</a:t>
            </a:r>
            <a:endParaRPr lang="ko-KR" altLang="en-US" dirty="0">
              <a:solidFill>
                <a:srgbClr val="FFFFF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504BAC-819A-6375-1968-909202BD4386}"/>
              </a:ext>
            </a:extLst>
          </p:cNvPr>
          <p:cNvSpPr txBox="1"/>
          <p:nvPr/>
        </p:nvSpPr>
        <p:spPr>
          <a:xfrm>
            <a:off x="456818" y="1028700"/>
            <a:ext cx="75613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Band diagram difference over retention at TCAD / Model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C1CA780-5DCE-A6F0-565F-70A12D904E9C}"/>
              </a:ext>
            </a:extLst>
          </p:cNvPr>
          <p:cNvSpPr/>
          <p:nvPr/>
        </p:nvSpPr>
        <p:spPr>
          <a:xfrm>
            <a:off x="562670" y="1728500"/>
            <a:ext cx="3042139" cy="1186218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tx1"/>
                </a:solidFill>
                <a:latin typeface="Times New Roman"/>
                <a:ea typeface="맑은 고딕"/>
                <a:cs typeface="Times New Roman"/>
              </a:rPr>
              <a:t>Model:</a:t>
            </a:r>
          </a:p>
          <a:p>
            <a:pPr algn="ctr"/>
            <a:r>
              <a:rPr lang="en-US" altLang="ko-KR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tx1"/>
                </a:solidFill>
                <a:latin typeface="Times New Roman"/>
                <a:ea typeface="맑은 고딕"/>
                <a:cs typeface="Times New Roman"/>
              </a:rPr>
              <a:t> </a:t>
            </a:r>
          </a:p>
          <a:p>
            <a:pPr algn="ctr"/>
            <a:r>
              <a:rPr lang="en-US" altLang="ko-KR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tx1"/>
                </a:solidFill>
                <a:latin typeface="Times New Roman"/>
                <a:ea typeface="맑은 고딕"/>
                <a:cs typeface="Times New Roman"/>
              </a:rPr>
              <a:t>Assumes conduction band in 0V at retention state</a:t>
            </a:r>
            <a:endParaRPr lang="ko-KR" altLang="en-US" sz="1800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tx1"/>
              </a:solidFill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847A9AE-0804-2C55-95A3-9995A53BE6CB}"/>
              </a:ext>
            </a:extLst>
          </p:cNvPr>
          <p:cNvSpPr/>
          <p:nvPr/>
        </p:nvSpPr>
        <p:spPr>
          <a:xfrm>
            <a:off x="4976064" y="1728500"/>
            <a:ext cx="3042139" cy="1186218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tx1"/>
                </a:solidFill>
                <a:latin typeface="Times New Roman"/>
                <a:ea typeface="맑은 고딕"/>
                <a:cs typeface="Times New Roman"/>
              </a:rPr>
              <a:t>TCAD: </a:t>
            </a:r>
          </a:p>
          <a:p>
            <a:pPr algn="ctr"/>
            <a:r>
              <a:rPr lang="en-US" altLang="ko-KR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tx1"/>
                </a:solidFill>
                <a:latin typeface="Times New Roman"/>
                <a:ea typeface="맑은 고딕"/>
                <a:cs typeface="Times New Roman"/>
              </a:rPr>
              <a:t>(-) </a:t>
            </a: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tx1"/>
                </a:solidFill>
                <a:latin typeface="Times New Roman"/>
                <a:ea typeface="맑은 고딕"/>
                <a:cs typeface="Times New Roman"/>
              </a:rPr>
              <a:t>V</a:t>
            </a:r>
            <a:r>
              <a:rPr lang="en-US" altLang="ko-KR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tx1"/>
                </a:solidFill>
                <a:latin typeface="Times New Roman"/>
                <a:ea typeface="맑은 고딕"/>
                <a:cs typeface="Times New Roman"/>
              </a:rPr>
              <a:t>oltage is given at Silicon surface, inversion hole occurs at channel along retention</a:t>
            </a:r>
            <a:endParaRPr lang="ko-KR" altLang="en-US" sz="1800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tx1"/>
              </a:solidFill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CE0101-51DA-9829-2ABB-F1C0DB263BB2}"/>
              </a:ext>
            </a:extLst>
          </p:cNvPr>
          <p:cNvSpPr txBox="1"/>
          <p:nvPr/>
        </p:nvSpPr>
        <p:spPr>
          <a:xfrm>
            <a:off x="4021821" y="2121554"/>
            <a:ext cx="5187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vs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971B84D-87D8-3745-2CF6-4FC85EFFF122}"/>
              </a:ext>
            </a:extLst>
          </p:cNvPr>
          <p:cNvSpPr/>
          <p:nvPr/>
        </p:nvSpPr>
        <p:spPr>
          <a:xfrm>
            <a:off x="562670" y="3947612"/>
            <a:ext cx="3042139" cy="118621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tx1"/>
                </a:solidFill>
                <a:latin typeface="Times New Roman"/>
                <a:ea typeface="맑은 고딕"/>
                <a:cs typeface="Times New Roman"/>
              </a:rPr>
              <a:t>Tunsgten</a:t>
            </a:r>
            <a:endParaRPr lang="en-US" altLang="ko-KR" sz="1800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tx1"/>
              </a:solidFill>
              <a:latin typeface="Times New Roman"/>
              <a:ea typeface="맑은 고딕"/>
              <a:cs typeface="Times New Roman"/>
            </a:endParaRPr>
          </a:p>
          <a:p>
            <a:pPr algn="ctr"/>
            <a:endParaRPr lang="en-US" altLang="ko-KR" sz="1800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tx1"/>
              </a:solidFill>
              <a:latin typeface="Times New Roman"/>
              <a:ea typeface="맑은 고딕"/>
              <a:cs typeface="Times New Roman"/>
            </a:endParaRPr>
          </a:p>
          <a:p>
            <a:pPr algn="ctr"/>
            <a:r>
              <a:rPr lang="en-US" altLang="ko-KR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tx1"/>
                </a:solidFill>
                <a:latin typeface="Times New Roman"/>
                <a:ea typeface="맑은 고딕"/>
                <a:cs typeface="Times New Roman"/>
              </a:rPr>
              <a:t>Work Function = 4.25eV</a:t>
            </a:r>
            <a:endParaRPr lang="ko-KR" altLang="en-US" sz="1800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tx1"/>
              </a:solidFill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E3F79E4-613C-E5BE-C6FB-C17D0055D3F4}"/>
              </a:ext>
            </a:extLst>
          </p:cNvPr>
          <p:cNvSpPr/>
          <p:nvPr/>
        </p:nvSpPr>
        <p:spPr>
          <a:xfrm>
            <a:off x="4976064" y="3947612"/>
            <a:ext cx="3042139" cy="118621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tx1"/>
                </a:solidFill>
                <a:latin typeface="Times New Roman"/>
                <a:ea typeface="맑은 고딕"/>
                <a:cs typeface="Times New Roman"/>
              </a:rPr>
              <a:t>TiNitride</a:t>
            </a:r>
            <a:endParaRPr lang="en-US" altLang="ko-KR" sz="1800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tx1"/>
              </a:solidFill>
              <a:latin typeface="Times New Roman"/>
              <a:ea typeface="맑은 고딕"/>
              <a:cs typeface="Times New Roman"/>
            </a:endParaRPr>
          </a:p>
          <a:p>
            <a:pPr algn="ctr"/>
            <a:endParaRPr lang="en-US" altLang="ko-KR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tx1"/>
              </a:solidFill>
              <a:latin typeface="Times New Roman"/>
              <a:ea typeface="맑은 고딕"/>
              <a:cs typeface="Times New Roman"/>
            </a:endParaRPr>
          </a:p>
          <a:p>
            <a:pPr algn="ctr"/>
            <a:r>
              <a:rPr lang="en-US" altLang="ko-KR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tx1"/>
                </a:solidFill>
                <a:latin typeface="Times New Roman"/>
                <a:ea typeface="맑은 고딕"/>
                <a:cs typeface="Times New Roman"/>
              </a:rPr>
              <a:t>Work Function = 4.66eV</a:t>
            </a:r>
            <a:endParaRPr lang="ko-KR" altLang="en-US" sz="1800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tx1"/>
              </a:solidFill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AAD26DF-2590-EB2A-7BFF-3E38A171D46A}"/>
              </a:ext>
            </a:extLst>
          </p:cNvPr>
          <p:cNvSpPr txBox="1"/>
          <p:nvPr/>
        </p:nvSpPr>
        <p:spPr>
          <a:xfrm>
            <a:off x="456818" y="3235499"/>
            <a:ext cx="75613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Difference of metal used for gate contact =&gt; Tungsten /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TiNitride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…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D69D255-08FA-2B86-3833-4FE0CF221CD3}"/>
              </a:ext>
            </a:extLst>
          </p:cNvPr>
          <p:cNvSpPr txBox="1"/>
          <p:nvPr/>
        </p:nvSpPr>
        <p:spPr>
          <a:xfrm>
            <a:off x="4021821" y="4328353"/>
            <a:ext cx="5187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vs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E95CEEB-8389-452A-B7F0-20EF73F9D828}"/>
              </a:ext>
            </a:extLst>
          </p:cNvPr>
          <p:cNvSpPr txBox="1"/>
          <p:nvPr/>
        </p:nvSpPr>
        <p:spPr>
          <a:xfrm>
            <a:off x="456818" y="5525442"/>
            <a:ext cx="75613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=&gt; At retention state, the difference of work function of gate metals may cause some electric field intensity difference</a:t>
            </a:r>
          </a:p>
        </p:txBody>
      </p:sp>
    </p:spTree>
    <p:extLst>
      <p:ext uri="{BB962C8B-B14F-4D97-AF65-F5344CB8AC3E}">
        <p14:creationId xmlns:p14="http://schemas.microsoft.com/office/powerpoint/2010/main" val="14718321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 bwMode="auto"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School of Electrical Engineering, Seoul National University</a:t>
            </a:r>
            <a:endParaRPr lang="en-US" altLang="ko-KR" sz="1100" b="1" kern="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33072" y="189833"/>
            <a:ext cx="8649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Discussion</a:t>
            </a:r>
            <a:r>
              <a:rPr lang="ko-KR" altLang="en-US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 </a:t>
            </a:r>
            <a:r>
              <a:rPr lang="en-US" altLang="ko-KR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about Barrier Lowering</a:t>
            </a:r>
            <a:endParaRPr lang="ko-KR" altLang="en-US" sz="3600" dirty="0">
              <a:ln>
                <a:solidFill>
                  <a:srgbClr val="00397F">
                    <a:alpha val="30000"/>
                  </a:srgbClr>
                </a:solidFill>
              </a:ln>
              <a:solidFill>
                <a:srgbClr val="00397F"/>
              </a:solidFill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  <p:cxnSp>
        <p:nvCxnSpPr>
          <p:cNvPr id="12" name="직선 연결선 11"/>
          <p:cNvCxnSpPr/>
          <p:nvPr/>
        </p:nvCxnSpPr>
        <p:spPr bwMode="auto"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4069080" y="6496407"/>
            <a:ext cx="100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FFFF"/>
                </a:solidFill>
              </a:rPr>
              <a:t>13/16</a:t>
            </a:r>
            <a:endParaRPr lang="ko-KR" altLang="en-US" dirty="0">
              <a:solidFill>
                <a:srgbClr val="FFFF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4BCC48C-F790-1AA2-986E-E255B934B64E}"/>
                  </a:ext>
                </a:extLst>
              </p:cNvPr>
              <p:cNvSpPr txBox="1"/>
              <p:nvPr/>
            </p:nvSpPr>
            <p:spPr>
              <a:xfrm>
                <a:off x="721635" y="1470533"/>
                <a:ext cx="7698841" cy="7146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𝑒</m:t>
                        </m:r>
                      </m:e>
                      <m:sub>
                        <m: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𝐷𝑇</m:t>
                        </m:r>
                      </m:sub>
                    </m:sSub>
                    <m:r>
                      <a:rPr lang="en-US" altLang="ko-KR" sz="18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𝜈</m:t>
                        </m:r>
                      </m:e>
                      <m:sub>
                        <m: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𝐷𝑇</m:t>
                        </m:r>
                      </m:sub>
                    </m:sSub>
                    <m:func>
                      <m:funcPr>
                        <m:ctrlP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8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𝑜𝑥</m:t>
                                </m:r>
                                <m: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,</m:t>
                                </m:r>
                                <m: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𝐶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𝑂</m:t>
                                </m:r>
                                <m: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altLang="ko-KR" sz="18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d>
                      <m:dPr>
                        <m:ctrlP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𝑜𝑥</m:t>
                            </m:r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𝐶</m:t>
                            </m:r>
                          </m:sub>
                        </m:sSub>
                        <m: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=</m:t>
                        </m:r>
                        <m:sSubSup>
                          <m:sSubSupPr>
                            <m:ctrlP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𝐷𝑇</m:t>
                            </m:r>
                          </m:sub>
                          <m:sup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′</m:t>
                            </m:r>
                          </m:sup>
                        </m:sSubSup>
                        <m:f>
                          <m:fPr>
                            <m:ctrlPr>
                              <a:rPr lang="en-US" altLang="ko-KR" sz="18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8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4 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ko-KR" sz="18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ko-KR" sz="18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en-US" altLang="ko-KR" sz="18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altLang="ko-KR" sz="18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𝑜𝑥</m:t>
                                    </m:r>
                                  </m:sub>
                                </m:sSub>
                              </m:e>
                            </m:rad>
                          </m:num>
                          <m:den>
                            <m:r>
                              <a:rPr lang="en-US" altLang="ko-KR" sz="18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 ℏ</m:t>
                            </m:r>
                            <m:r>
                              <a:rPr lang="en-US" altLang="ko-KR" sz="18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𝑞</m:t>
                            </m:r>
                          </m:den>
                        </m:f>
                        <m:r>
                          <a:rPr lang="en-US" altLang="ko-KR" sz="18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  <m:sSup>
                          <m:sSupPr>
                            <m:ctrlPr>
                              <a:rPr lang="en-US" altLang="ko-KR" sz="18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sz="18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Δ</m:t>
                                </m:r>
                                <m:sSub>
                                  <m:sSubPr>
                                    <m:ctrlPr>
                                      <a:rPr lang="en-US" altLang="ko-KR" sz="18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altLang="ko-KR" sz="18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𝐶</m:t>
                                    </m:r>
                                  </m:sub>
                                </m:sSub>
                                <m:r>
                                  <a:rPr lang="en-US" altLang="ko-KR" sz="18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sz="18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altLang="ko-KR" sz="18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𝑜𝑥</m:t>
                                    </m:r>
                                  </m:sub>
                                </m:sSub>
                                <m:rad>
                                  <m:radPr>
                                    <m:degHide m:val="on"/>
                                    <m:ctrlPr>
                                      <a:rPr lang="en-US" altLang="ko-KR" sz="18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radPr>
                                  <m:deg/>
                                  <m:e>
                                    <m:sSub>
                                      <m:sSubPr>
                                        <m:ctrlPr>
                                          <a:rPr lang="en-US" altLang="ko-KR" sz="18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r>
                                          <a:rPr lang="en-US" altLang="ko-KR" sz="18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𝑜𝑥</m:t>
                                        </m:r>
                                      </m:sub>
                                    </m:sSub>
                                  </m:e>
                                </m:rad>
                              </m:e>
                            </m:d>
                          </m:e>
                          <m:sup>
                            <m:f>
                              <m:fPr>
                                <m:ctrlPr>
                                  <a:rPr lang="en-US" altLang="ko-KR" sz="18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r>
                                  <a:rPr lang="en-US" altLang="ko-KR" sz="18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US" altLang="ko-KR" sz="18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</m:e>
                    </m:d>
                  </m:oMath>
                </a14:m>
                <a:r>
                  <a:rPr lang="en-US" altLang="ko-KR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4BCC48C-F790-1AA2-986E-E255B934B6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635" y="1470533"/>
                <a:ext cx="7698841" cy="7146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직사각형 3">
            <a:extLst>
              <a:ext uri="{FF2B5EF4-FFF2-40B4-BE49-F238E27FC236}">
                <a16:creationId xmlns:a16="http://schemas.microsoft.com/office/drawing/2014/main" id="{3190A1EF-5507-B863-4443-0359571934FB}"/>
              </a:ext>
            </a:extLst>
          </p:cNvPr>
          <p:cNvSpPr/>
          <p:nvPr/>
        </p:nvSpPr>
        <p:spPr>
          <a:xfrm>
            <a:off x="5512777" y="1505014"/>
            <a:ext cx="1846385" cy="61546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66AC40-B54E-A673-8A8C-295CFAF69B46}"/>
              </a:ext>
            </a:extLst>
          </p:cNvPr>
          <p:cNvSpPr txBox="1"/>
          <p:nvPr/>
        </p:nvSpPr>
        <p:spPr>
          <a:xfrm>
            <a:off x="278983" y="999474"/>
            <a:ext cx="72844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Barrier lowering at Direct Tunneling Mechanism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6D29649-51BE-9F16-5FFA-0276379A775E}"/>
                  </a:ext>
                </a:extLst>
              </p:cNvPr>
              <p:cNvSpPr txBox="1"/>
              <p:nvPr/>
            </p:nvSpPr>
            <p:spPr>
              <a:xfrm>
                <a:off x="426866" y="2862769"/>
                <a:ext cx="8189596" cy="7728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Δ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gets large enough,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00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Δ</m:t>
                    </m:r>
                    <m:sSub>
                      <m:sSubPr>
                        <m:ctrlP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𝐸</m:t>
                        </m:r>
                      </m:e>
                      <m:sub>
                        <m: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𝐶</m:t>
                        </m:r>
                      </m:sub>
                    </m:sSub>
                    <m:r>
                      <a:rPr lang="en-US" altLang="ko-KR" sz="2000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−</m:t>
                    </m:r>
                    <m:sSub>
                      <m:sSubPr>
                        <m:ctrlP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𝛽</m:t>
                        </m:r>
                      </m:e>
                      <m:sub>
                        <m: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𝑜𝑥</m:t>
                        </m:r>
                      </m:sub>
                    </m:sSub>
                    <m:rad>
                      <m:radPr>
                        <m:degHide m:val="on"/>
                        <m:ctrlP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𝑜𝑥</m:t>
                            </m:r>
                          </m:sub>
                        </m:sSub>
                      </m:e>
                    </m:rad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&lt;0</m:t>
                    </m:r>
                  </m:oMath>
                </a14:m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may occur, making emission or tunneling amount exceed capture amount.</a:t>
                </a:r>
                <a:endParaRPr lang="ko-KR" altLang="en-US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6D29649-51BE-9F16-5FFA-0276379A77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866" y="2862769"/>
                <a:ext cx="8189596" cy="77284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1EBDFEB8-0FD2-3847-DB37-0B623DDFDA6E}"/>
              </a:ext>
            </a:extLst>
          </p:cNvPr>
          <p:cNvSpPr txBox="1"/>
          <p:nvPr/>
        </p:nvSpPr>
        <p:spPr>
          <a:xfrm>
            <a:off x="426866" y="4498139"/>
            <a:ext cx="81895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Plus, </a:t>
            </a:r>
            <a:r>
              <a:rPr lang="en-US" altLang="ko-KR" sz="2000" u="sng" dirty="0">
                <a:ln w="9525">
                  <a:solidFill>
                    <a:schemeClr val="tx1">
                      <a:alpha val="29000"/>
                    </a:schemeClr>
                  </a:solidFill>
                </a:ln>
                <a:highlight>
                  <a:srgbClr val="FFFF00"/>
                </a:highlight>
                <a:latin typeface="Times New Roman"/>
                <a:ea typeface="맑은 고딕"/>
                <a:cs typeface="Times New Roman"/>
              </a:rPr>
              <a:t>thermal relation </a:t>
            </a:r>
            <a:r>
              <a:rPr lang="en-US" altLang="ko-KR" sz="2000" u="sng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is observed in DT parameter calibration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=&gt; this is due to Poole-Frenkel emission is dominant when TBT &lt;&lt; DT + PF (PF &lt; DT)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909462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 bwMode="auto"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School of Electrical Engineering, Seoul National University</a:t>
            </a:r>
            <a:endParaRPr lang="en-US" altLang="ko-KR" sz="1100" b="1" kern="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069080" y="6496407"/>
            <a:ext cx="100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FFFF"/>
                </a:solidFill>
              </a:rPr>
              <a:t>14/16</a:t>
            </a:r>
            <a:endParaRPr lang="ko-KR" altLang="en-US" dirty="0">
              <a:solidFill>
                <a:srgbClr val="FFFFFF"/>
              </a:solidFill>
            </a:endParaRP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C4436EEA-15A0-08C8-077B-D16DE3683275}"/>
              </a:ext>
            </a:extLst>
          </p:cNvPr>
          <p:cNvGrpSpPr/>
          <p:nvPr/>
        </p:nvGrpSpPr>
        <p:grpSpPr>
          <a:xfrm>
            <a:off x="395654" y="1523631"/>
            <a:ext cx="2470639" cy="2022748"/>
            <a:chOff x="395654" y="1605482"/>
            <a:chExt cx="2470639" cy="2022748"/>
          </a:xfrm>
        </p:grpSpPr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F85669A2-4A53-E612-384F-9809111018D8}"/>
                </a:ext>
              </a:extLst>
            </p:cNvPr>
            <p:cNvGrpSpPr/>
            <p:nvPr/>
          </p:nvGrpSpPr>
          <p:grpSpPr>
            <a:xfrm>
              <a:off x="395654" y="1945389"/>
              <a:ext cx="2470639" cy="1483611"/>
              <a:chOff x="395654" y="1945389"/>
              <a:chExt cx="2470639" cy="1483611"/>
            </a:xfrm>
          </p:grpSpPr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id="{922398DC-5F0E-D644-8EC6-D14DA4A8A2D0}"/>
                  </a:ext>
                </a:extLst>
              </p:cNvPr>
              <p:cNvGrpSpPr/>
              <p:nvPr/>
            </p:nvGrpSpPr>
            <p:grpSpPr>
              <a:xfrm>
                <a:off x="395654" y="1945389"/>
                <a:ext cx="2470639" cy="1342934"/>
                <a:chOff x="395654" y="1945389"/>
                <a:chExt cx="2470639" cy="1342934"/>
              </a:xfrm>
            </p:grpSpPr>
            <p:sp>
              <p:nvSpPr>
                <p:cNvPr id="14" name="자유형: 도형 13">
                  <a:extLst>
                    <a:ext uri="{FF2B5EF4-FFF2-40B4-BE49-F238E27FC236}">
                      <a16:creationId xmlns:a16="http://schemas.microsoft.com/office/drawing/2014/main" id="{2F537EB0-D7C2-EB81-F11E-6153A1137410}"/>
                    </a:ext>
                  </a:extLst>
                </p:cNvPr>
                <p:cNvSpPr/>
                <p:nvPr/>
              </p:nvSpPr>
              <p:spPr>
                <a:xfrm>
                  <a:off x="395654" y="2477296"/>
                  <a:ext cx="1732084" cy="811027"/>
                </a:xfrm>
                <a:custGeom>
                  <a:avLst/>
                  <a:gdLst>
                    <a:gd name="connsiteX0" fmla="*/ 0 w 1732084"/>
                    <a:gd name="connsiteY0" fmla="*/ 415373 h 811027"/>
                    <a:gd name="connsiteX1" fmla="*/ 975946 w 1732084"/>
                    <a:gd name="connsiteY1" fmla="*/ 28512 h 811027"/>
                    <a:gd name="connsiteX2" fmla="*/ 1529861 w 1732084"/>
                    <a:gd name="connsiteY2" fmla="*/ 116435 h 811027"/>
                    <a:gd name="connsiteX3" fmla="*/ 1732084 w 1732084"/>
                    <a:gd name="connsiteY3" fmla="*/ 811027 h 8110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732084" h="811027">
                      <a:moveTo>
                        <a:pt x="0" y="415373"/>
                      </a:moveTo>
                      <a:cubicBezTo>
                        <a:pt x="360484" y="246854"/>
                        <a:pt x="720969" y="78335"/>
                        <a:pt x="975946" y="28512"/>
                      </a:cubicBezTo>
                      <a:cubicBezTo>
                        <a:pt x="1230923" y="-21311"/>
                        <a:pt x="1403838" y="-13984"/>
                        <a:pt x="1529861" y="116435"/>
                      </a:cubicBezTo>
                      <a:cubicBezTo>
                        <a:pt x="1655884" y="246854"/>
                        <a:pt x="1693984" y="528940"/>
                        <a:pt x="1732084" y="811027"/>
                      </a:cubicBezTo>
                    </a:path>
                  </a:pathLst>
                </a:custGeom>
                <a:noFill/>
                <a:ln w="28575"/>
              </p:spPr>
              <p:style>
                <a:lnRef idx="2">
                  <a:schemeClr val="accent1">
                    <a:shade val="2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5" name="자유형: 도형 14">
                  <a:extLst>
                    <a:ext uri="{FF2B5EF4-FFF2-40B4-BE49-F238E27FC236}">
                      <a16:creationId xmlns:a16="http://schemas.microsoft.com/office/drawing/2014/main" id="{71136899-B904-00BA-DD51-7F11C1EA7A30}"/>
                    </a:ext>
                  </a:extLst>
                </p:cNvPr>
                <p:cNvSpPr/>
                <p:nvPr/>
              </p:nvSpPr>
              <p:spPr>
                <a:xfrm>
                  <a:off x="2294793" y="1945389"/>
                  <a:ext cx="571500" cy="1342934"/>
                </a:xfrm>
                <a:custGeom>
                  <a:avLst/>
                  <a:gdLst>
                    <a:gd name="connsiteX0" fmla="*/ 0 w 571500"/>
                    <a:gd name="connsiteY0" fmla="*/ 1151792 h 1151792"/>
                    <a:gd name="connsiteX1" fmla="*/ 35169 w 571500"/>
                    <a:gd name="connsiteY1" fmla="*/ 342900 h 1151792"/>
                    <a:gd name="connsiteX2" fmla="*/ 158261 w 571500"/>
                    <a:gd name="connsiteY2" fmla="*/ 131885 h 1151792"/>
                    <a:gd name="connsiteX3" fmla="*/ 307731 w 571500"/>
                    <a:gd name="connsiteY3" fmla="*/ 70339 h 1151792"/>
                    <a:gd name="connsiteX4" fmla="*/ 571500 w 571500"/>
                    <a:gd name="connsiteY4" fmla="*/ 0 h 11517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71500" h="1151792">
                      <a:moveTo>
                        <a:pt x="0" y="1151792"/>
                      </a:moveTo>
                      <a:cubicBezTo>
                        <a:pt x="4396" y="832338"/>
                        <a:pt x="8792" y="512884"/>
                        <a:pt x="35169" y="342900"/>
                      </a:cubicBezTo>
                      <a:cubicBezTo>
                        <a:pt x="61546" y="172915"/>
                        <a:pt x="112834" y="177312"/>
                        <a:pt x="158261" y="131885"/>
                      </a:cubicBezTo>
                      <a:cubicBezTo>
                        <a:pt x="203688" y="86458"/>
                        <a:pt x="238858" y="92320"/>
                        <a:pt x="307731" y="70339"/>
                      </a:cubicBezTo>
                      <a:cubicBezTo>
                        <a:pt x="376604" y="48358"/>
                        <a:pt x="474052" y="24179"/>
                        <a:pt x="571500" y="0"/>
                      </a:cubicBezTo>
                    </a:path>
                  </a:pathLst>
                </a:custGeom>
                <a:noFill/>
                <a:ln w="28575"/>
              </p:spPr>
              <p:style>
                <a:lnRef idx="2">
                  <a:schemeClr val="accent1">
                    <a:shade val="2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</p:grpSp>
          <p:grpSp>
            <p:nvGrpSpPr>
              <p:cNvPr id="20" name="그룹 19">
                <a:extLst>
                  <a:ext uri="{FF2B5EF4-FFF2-40B4-BE49-F238E27FC236}">
                    <a16:creationId xmlns:a16="http://schemas.microsoft.com/office/drawing/2014/main" id="{00BE292B-236D-E098-4F79-F2EF9A21F596}"/>
                  </a:ext>
                </a:extLst>
              </p:cNvPr>
              <p:cNvGrpSpPr/>
              <p:nvPr/>
            </p:nvGrpSpPr>
            <p:grpSpPr>
              <a:xfrm>
                <a:off x="2110155" y="3244362"/>
                <a:ext cx="184638" cy="184638"/>
                <a:chOff x="2312377" y="4185138"/>
                <a:chExt cx="184638" cy="184638"/>
              </a:xfrm>
            </p:grpSpPr>
            <p:sp>
              <p:nvSpPr>
                <p:cNvPr id="17" name="타원 16">
                  <a:extLst>
                    <a:ext uri="{FF2B5EF4-FFF2-40B4-BE49-F238E27FC236}">
                      <a16:creationId xmlns:a16="http://schemas.microsoft.com/office/drawing/2014/main" id="{005304D7-642C-151B-31B2-89F591BD368B}"/>
                    </a:ext>
                  </a:extLst>
                </p:cNvPr>
                <p:cNvSpPr/>
                <p:nvPr/>
              </p:nvSpPr>
              <p:spPr>
                <a:xfrm>
                  <a:off x="2312377" y="4185138"/>
                  <a:ext cx="184638" cy="184638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2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19" name="직선 연결선 18">
                  <a:extLst>
                    <a:ext uri="{FF2B5EF4-FFF2-40B4-BE49-F238E27FC236}">
                      <a16:creationId xmlns:a16="http://schemas.microsoft.com/office/drawing/2014/main" id="{631EB0A2-199F-5748-0641-E5CCF52395BB}"/>
                    </a:ext>
                  </a:extLst>
                </p:cNvPr>
                <p:cNvCxnSpPr/>
                <p:nvPr/>
              </p:nvCxnSpPr>
              <p:spPr>
                <a:xfrm>
                  <a:off x="2356339" y="4285515"/>
                  <a:ext cx="87924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80CB0C7-B954-B9C6-E69E-D40F35F3BA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5654" y="1687606"/>
              <a:ext cx="2470639" cy="1000034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1F2F30D8-EE01-1DF4-1866-784162F14B10}"/>
                </a:ext>
              </a:extLst>
            </p:cNvPr>
            <p:cNvCxnSpPr/>
            <p:nvPr/>
          </p:nvCxnSpPr>
          <p:spPr>
            <a:xfrm flipV="1">
              <a:off x="2198079" y="1605482"/>
              <a:ext cx="0" cy="2022748"/>
            </a:xfrm>
            <a:prstGeom prst="line">
              <a:avLst/>
            </a:prstGeom>
            <a:ln w="28575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EBA28C00-09F7-CB6D-45D4-53BDE78A5D09}"/>
                </a:ext>
              </a:extLst>
            </p:cNvPr>
            <p:cNvCxnSpPr/>
            <p:nvPr/>
          </p:nvCxnSpPr>
          <p:spPr>
            <a:xfrm flipV="1">
              <a:off x="1630973" y="1605482"/>
              <a:ext cx="0" cy="2022748"/>
            </a:xfrm>
            <a:prstGeom prst="line">
              <a:avLst/>
            </a:prstGeom>
            <a:ln w="28575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오른쪽 중괄호 30">
            <a:extLst>
              <a:ext uri="{FF2B5EF4-FFF2-40B4-BE49-F238E27FC236}">
                <a16:creationId xmlns:a16="http://schemas.microsoft.com/office/drawing/2014/main" id="{C44EF143-9CF7-522D-3779-2F5B452A4B07}"/>
              </a:ext>
            </a:extLst>
          </p:cNvPr>
          <p:cNvSpPr/>
          <p:nvPr/>
        </p:nvSpPr>
        <p:spPr>
          <a:xfrm>
            <a:off x="1630973" y="2105772"/>
            <a:ext cx="166076" cy="289673"/>
          </a:xfrm>
          <a:prstGeom prst="rightBrace">
            <a:avLst>
              <a:gd name="adj1" fmla="val 24805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EEA6AA9F-B13F-80F0-F979-631D3E39A77E}"/>
              </a:ext>
            </a:extLst>
          </p:cNvPr>
          <p:cNvCxnSpPr>
            <a:cxnSpLocks/>
            <a:stCxn id="31" idx="1"/>
            <a:endCxn id="36" idx="1"/>
          </p:cNvCxnSpPr>
          <p:nvPr/>
        </p:nvCxnSpPr>
        <p:spPr>
          <a:xfrm flipV="1">
            <a:off x="1797049" y="1926358"/>
            <a:ext cx="1614365" cy="3242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9179272-1076-0CE5-D070-FEE95066A58F}"/>
                  </a:ext>
                </a:extLst>
              </p:cNvPr>
              <p:cNvSpPr txBox="1"/>
              <p:nvPr/>
            </p:nvSpPr>
            <p:spPr>
              <a:xfrm>
                <a:off x="3411414" y="1711780"/>
                <a:ext cx="4101613" cy="4291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Barrier Lowering  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Δ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𝐸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𝐵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=−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𝛽</m:t>
                    </m:r>
                    <m:rad>
                      <m:radPr>
                        <m:degHide m:val="on"/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radPr>
                      <m:deg/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𝐹</m:t>
                        </m:r>
                      </m:e>
                    </m:rad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9179272-1076-0CE5-D070-FEE95066A5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1414" y="1711780"/>
                <a:ext cx="4101613" cy="42915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F6A09F47-ED8A-EAC4-4BCB-1891C666D282}"/>
              </a:ext>
            </a:extLst>
          </p:cNvPr>
          <p:cNvCxnSpPr/>
          <p:nvPr/>
        </p:nvCxnSpPr>
        <p:spPr>
          <a:xfrm>
            <a:off x="1630973" y="3417487"/>
            <a:ext cx="61106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EE3D9791-081C-261D-6FB0-BE4B57FE6C25}"/>
              </a:ext>
            </a:extLst>
          </p:cNvPr>
          <p:cNvCxnSpPr>
            <a:cxnSpLocks/>
            <a:endCxn id="44" idx="1"/>
          </p:cNvCxnSpPr>
          <p:nvPr/>
        </p:nvCxnSpPr>
        <p:spPr>
          <a:xfrm flipV="1">
            <a:off x="2242041" y="2813360"/>
            <a:ext cx="1169373" cy="62257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D292F83-9D82-DCAD-13F1-FC1D9E032E29}"/>
                  </a:ext>
                </a:extLst>
              </p:cNvPr>
              <p:cNvSpPr txBox="1"/>
              <p:nvPr/>
            </p:nvSpPr>
            <p:spPr>
              <a:xfrm>
                <a:off x="3411414" y="2454031"/>
                <a:ext cx="4642340" cy="7186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Emission Length  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r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0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𝑞</m:t>
                            </m:r>
                          </m:num>
                          <m:den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4</m:t>
                            </m:r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𝜋𝜀</m:t>
                            </m:r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𝐹</m:t>
                            </m:r>
                          </m:den>
                        </m:f>
                      </m:e>
                    </m:rad>
                  </m:oMath>
                </a14:m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ko-KR" altLang="en-US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D292F83-9D82-DCAD-13F1-FC1D9E032E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1414" y="2454031"/>
                <a:ext cx="4642340" cy="71865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D91E4C4-900B-BAE7-D6D0-5B821E5AD9CE}"/>
                  </a:ext>
                </a:extLst>
              </p:cNvPr>
              <p:cNvSpPr txBox="1"/>
              <p:nvPr/>
            </p:nvSpPr>
            <p:spPr>
              <a:xfrm>
                <a:off x="3912577" y="3321555"/>
                <a:ext cx="470388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~ </a:t>
                </a:r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현재 </a:t>
                </a:r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scale</a:t>
                </a:r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으로는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0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≈2.5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𝑛𝑚</m:t>
                        </m:r>
                      </m:e>
                    </m:d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&gt;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 </a:t>
                </a: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D91E4C4-900B-BAE7-D6D0-5B821E5AD9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2577" y="3321555"/>
                <a:ext cx="4703885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5" name="그룹 64">
            <a:extLst>
              <a:ext uri="{FF2B5EF4-FFF2-40B4-BE49-F238E27FC236}">
                <a16:creationId xmlns:a16="http://schemas.microsoft.com/office/drawing/2014/main" id="{FDA83113-54E0-ADB8-71F0-CCBAE5DCB083}"/>
              </a:ext>
            </a:extLst>
          </p:cNvPr>
          <p:cNvGrpSpPr/>
          <p:nvPr/>
        </p:nvGrpSpPr>
        <p:grpSpPr>
          <a:xfrm>
            <a:off x="421542" y="4400235"/>
            <a:ext cx="1239333" cy="2022748"/>
            <a:chOff x="1679331" y="4113971"/>
            <a:chExt cx="1239333" cy="2022748"/>
          </a:xfrm>
        </p:grpSpPr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AA8BFD2A-39AB-8254-E303-0E4E00E8B621}"/>
                </a:ext>
              </a:extLst>
            </p:cNvPr>
            <p:cNvGrpSpPr/>
            <p:nvPr/>
          </p:nvGrpSpPr>
          <p:grpSpPr>
            <a:xfrm>
              <a:off x="1679331" y="4113971"/>
              <a:ext cx="1239333" cy="2022748"/>
              <a:chOff x="1626960" y="1605482"/>
              <a:chExt cx="1239333" cy="2022748"/>
            </a:xfrm>
          </p:grpSpPr>
          <p:grpSp>
            <p:nvGrpSpPr>
              <p:cNvPr id="50" name="그룹 49">
                <a:extLst>
                  <a:ext uri="{FF2B5EF4-FFF2-40B4-BE49-F238E27FC236}">
                    <a16:creationId xmlns:a16="http://schemas.microsoft.com/office/drawing/2014/main" id="{EA92E150-E1D3-4521-AA67-FB1B4BEEF730}"/>
                  </a:ext>
                </a:extLst>
              </p:cNvPr>
              <p:cNvGrpSpPr/>
              <p:nvPr/>
            </p:nvGrpSpPr>
            <p:grpSpPr>
              <a:xfrm>
                <a:off x="2110155" y="1945389"/>
                <a:ext cx="756138" cy="1483611"/>
                <a:chOff x="2110155" y="1945389"/>
                <a:chExt cx="756138" cy="1483611"/>
              </a:xfrm>
            </p:grpSpPr>
            <p:sp>
              <p:nvSpPr>
                <p:cNvPr id="59" name="자유형: 도형 58">
                  <a:extLst>
                    <a:ext uri="{FF2B5EF4-FFF2-40B4-BE49-F238E27FC236}">
                      <a16:creationId xmlns:a16="http://schemas.microsoft.com/office/drawing/2014/main" id="{148DD96E-989C-B652-D80B-4AD57161AF79}"/>
                    </a:ext>
                  </a:extLst>
                </p:cNvPr>
                <p:cNvSpPr/>
                <p:nvPr/>
              </p:nvSpPr>
              <p:spPr>
                <a:xfrm>
                  <a:off x="2294793" y="1945389"/>
                  <a:ext cx="571500" cy="1342934"/>
                </a:xfrm>
                <a:custGeom>
                  <a:avLst/>
                  <a:gdLst>
                    <a:gd name="connsiteX0" fmla="*/ 0 w 571500"/>
                    <a:gd name="connsiteY0" fmla="*/ 1151792 h 1151792"/>
                    <a:gd name="connsiteX1" fmla="*/ 35169 w 571500"/>
                    <a:gd name="connsiteY1" fmla="*/ 342900 h 1151792"/>
                    <a:gd name="connsiteX2" fmla="*/ 158261 w 571500"/>
                    <a:gd name="connsiteY2" fmla="*/ 131885 h 1151792"/>
                    <a:gd name="connsiteX3" fmla="*/ 307731 w 571500"/>
                    <a:gd name="connsiteY3" fmla="*/ 70339 h 1151792"/>
                    <a:gd name="connsiteX4" fmla="*/ 571500 w 571500"/>
                    <a:gd name="connsiteY4" fmla="*/ 0 h 11517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71500" h="1151792">
                      <a:moveTo>
                        <a:pt x="0" y="1151792"/>
                      </a:moveTo>
                      <a:cubicBezTo>
                        <a:pt x="4396" y="832338"/>
                        <a:pt x="8792" y="512884"/>
                        <a:pt x="35169" y="342900"/>
                      </a:cubicBezTo>
                      <a:cubicBezTo>
                        <a:pt x="61546" y="172915"/>
                        <a:pt x="112834" y="177312"/>
                        <a:pt x="158261" y="131885"/>
                      </a:cubicBezTo>
                      <a:cubicBezTo>
                        <a:pt x="203688" y="86458"/>
                        <a:pt x="238858" y="92320"/>
                        <a:pt x="307731" y="70339"/>
                      </a:cubicBezTo>
                      <a:cubicBezTo>
                        <a:pt x="376604" y="48358"/>
                        <a:pt x="474052" y="24179"/>
                        <a:pt x="571500" y="0"/>
                      </a:cubicBezTo>
                    </a:path>
                  </a:pathLst>
                </a:custGeom>
                <a:noFill/>
                <a:ln w="28575"/>
              </p:spPr>
              <p:style>
                <a:lnRef idx="2">
                  <a:schemeClr val="accent1">
                    <a:shade val="2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grpSp>
              <p:nvGrpSpPr>
                <p:cNvPr id="55" name="그룹 54">
                  <a:extLst>
                    <a:ext uri="{FF2B5EF4-FFF2-40B4-BE49-F238E27FC236}">
                      <a16:creationId xmlns:a16="http://schemas.microsoft.com/office/drawing/2014/main" id="{DB12B677-D678-B0A5-4A93-C6CB547B3E32}"/>
                    </a:ext>
                  </a:extLst>
                </p:cNvPr>
                <p:cNvGrpSpPr/>
                <p:nvPr/>
              </p:nvGrpSpPr>
              <p:grpSpPr>
                <a:xfrm>
                  <a:off x="2110155" y="3244362"/>
                  <a:ext cx="184638" cy="184638"/>
                  <a:chOff x="2312377" y="4185138"/>
                  <a:chExt cx="184638" cy="184638"/>
                </a:xfrm>
              </p:grpSpPr>
              <p:sp>
                <p:nvSpPr>
                  <p:cNvPr id="56" name="타원 55">
                    <a:extLst>
                      <a:ext uri="{FF2B5EF4-FFF2-40B4-BE49-F238E27FC236}">
                        <a16:creationId xmlns:a16="http://schemas.microsoft.com/office/drawing/2014/main" id="{7B03F696-251C-BC65-53D6-31421AA3F18C}"/>
                      </a:ext>
                    </a:extLst>
                  </p:cNvPr>
                  <p:cNvSpPr/>
                  <p:nvPr/>
                </p:nvSpPr>
                <p:spPr>
                  <a:xfrm>
                    <a:off x="2312377" y="4185138"/>
                    <a:ext cx="184638" cy="184638"/>
                  </a:xfrm>
                  <a:prstGeom prst="ellipse">
                    <a:avLst/>
                  </a:prstGeom>
                  <a:no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2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cxnSp>
                <p:nvCxnSpPr>
                  <p:cNvPr id="57" name="직선 연결선 56">
                    <a:extLst>
                      <a:ext uri="{FF2B5EF4-FFF2-40B4-BE49-F238E27FC236}">
                        <a16:creationId xmlns:a16="http://schemas.microsoft.com/office/drawing/2014/main" id="{5D2564D7-71D6-7841-C7AE-48F9225595D9}"/>
                      </a:ext>
                    </a:extLst>
                  </p:cNvPr>
                  <p:cNvCxnSpPr/>
                  <p:nvPr/>
                </p:nvCxnSpPr>
                <p:spPr>
                  <a:xfrm>
                    <a:off x="2356339" y="4285515"/>
                    <a:ext cx="87924" cy="0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51" name="직선 연결선 50">
                <a:extLst>
                  <a:ext uri="{FF2B5EF4-FFF2-40B4-BE49-F238E27FC236}">
                    <a16:creationId xmlns:a16="http://schemas.microsoft.com/office/drawing/2014/main" id="{B59AC7B3-05D6-8C2E-DC73-1EE9AF95579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31359" y="1856607"/>
                <a:ext cx="1234934" cy="504796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직선 연결선 51">
                <a:extLst>
                  <a:ext uri="{FF2B5EF4-FFF2-40B4-BE49-F238E27FC236}">
                    <a16:creationId xmlns:a16="http://schemas.microsoft.com/office/drawing/2014/main" id="{908148DD-6A58-17B2-202E-00DFED3D3408}"/>
                  </a:ext>
                </a:extLst>
              </p:cNvPr>
              <p:cNvCxnSpPr/>
              <p:nvPr/>
            </p:nvCxnSpPr>
            <p:spPr>
              <a:xfrm flipV="1">
                <a:off x="2198079" y="1605482"/>
                <a:ext cx="0" cy="2022748"/>
              </a:xfrm>
              <a:prstGeom prst="line">
                <a:avLst/>
              </a:prstGeom>
              <a:ln w="28575"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직선 연결선 65">
                <a:extLst>
                  <a:ext uri="{FF2B5EF4-FFF2-40B4-BE49-F238E27FC236}">
                    <a16:creationId xmlns:a16="http://schemas.microsoft.com/office/drawing/2014/main" id="{01D6DC10-047E-DF44-D8BF-1A0FD548DDA0}"/>
                  </a:ext>
                </a:extLst>
              </p:cNvPr>
              <p:cNvCxnSpPr>
                <a:cxnSpLocks/>
                <a:endCxn id="61" idx="2"/>
              </p:cNvCxnSpPr>
              <p:nvPr/>
            </p:nvCxnSpPr>
            <p:spPr>
              <a:xfrm flipH="1">
                <a:off x="1626960" y="2355653"/>
                <a:ext cx="880867" cy="15589"/>
              </a:xfrm>
              <a:prstGeom prst="line">
                <a:avLst/>
              </a:prstGeom>
              <a:ln w="28575"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1" name="자유형: 도형 60">
              <a:extLst>
                <a:ext uri="{FF2B5EF4-FFF2-40B4-BE49-F238E27FC236}">
                  <a16:creationId xmlns:a16="http://schemas.microsoft.com/office/drawing/2014/main" id="{183B6350-015C-EFF0-3E72-6BB447CFE925}"/>
                </a:ext>
              </a:extLst>
            </p:cNvPr>
            <p:cNvSpPr/>
            <p:nvPr/>
          </p:nvSpPr>
          <p:spPr>
            <a:xfrm>
              <a:off x="1679331" y="4879731"/>
              <a:ext cx="457200" cy="923192"/>
            </a:xfrm>
            <a:custGeom>
              <a:avLst/>
              <a:gdLst>
                <a:gd name="connsiteX0" fmla="*/ 457200 w 457200"/>
                <a:gd name="connsiteY0" fmla="*/ 923192 h 923192"/>
                <a:gd name="connsiteX1" fmla="*/ 281354 w 457200"/>
                <a:gd name="connsiteY1" fmla="*/ 175846 h 923192"/>
                <a:gd name="connsiteX2" fmla="*/ 0 w 457200"/>
                <a:gd name="connsiteY2" fmla="*/ 0 h 923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7200" h="923192">
                  <a:moveTo>
                    <a:pt x="457200" y="923192"/>
                  </a:moveTo>
                  <a:cubicBezTo>
                    <a:pt x="407377" y="626451"/>
                    <a:pt x="357554" y="329711"/>
                    <a:pt x="281354" y="175846"/>
                  </a:cubicBezTo>
                  <a:cubicBezTo>
                    <a:pt x="205154" y="21981"/>
                    <a:pt x="102577" y="10990"/>
                    <a:pt x="0" y="0"/>
                  </a:cubicBezTo>
                </a:path>
              </a:pathLst>
            </a:custGeom>
            <a:noFill/>
            <a:ln w="28575"/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4" name="직선 연결선 63">
              <a:extLst>
                <a:ext uri="{FF2B5EF4-FFF2-40B4-BE49-F238E27FC236}">
                  <a16:creationId xmlns:a16="http://schemas.microsoft.com/office/drawing/2014/main" id="{F3EB3E78-2490-7C3A-8D3D-C67E00466D2C}"/>
                </a:ext>
              </a:extLst>
            </p:cNvPr>
            <p:cNvCxnSpPr>
              <a:stCxn id="61" idx="2"/>
            </p:cNvCxnSpPr>
            <p:nvPr/>
          </p:nvCxnSpPr>
          <p:spPr>
            <a:xfrm flipV="1">
              <a:off x="1679331" y="4326520"/>
              <a:ext cx="0" cy="553211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0" name="오른쪽 중괄호 69">
            <a:extLst>
              <a:ext uri="{FF2B5EF4-FFF2-40B4-BE49-F238E27FC236}">
                <a16:creationId xmlns:a16="http://schemas.microsoft.com/office/drawing/2014/main" id="{99A6FC56-969C-1483-8E1F-8B9FA606502B}"/>
              </a:ext>
            </a:extLst>
          </p:cNvPr>
          <p:cNvSpPr/>
          <p:nvPr/>
        </p:nvSpPr>
        <p:spPr>
          <a:xfrm>
            <a:off x="970543" y="4908613"/>
            <a:ext cx="165931" cy="241793"/>
          </a:xfrm>
          <a:prstGeom prst="rightBrace">
            <a:avLst>
              <a:gd name="adj1" fmla="val 24805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61D485D2-DF67-BAB1-AC64-8A3BADD5BDBE}"/>
              </a:ext>
            </a:extLst>
          </p:cNvPr>
          <p:cNvCxnSpPr>
            <a:cxnSpLocks/>
            <a:stCxn id="70" idx="1"/>
            <a:endCxn id="72" idx="1"/>
          </p:cNvCxnSpPr>
          <p:nvPr/>
        </p:nvCxnSpPr>
        <p:spPr>
          <a:xfrm>
            <a:off x="1136474" y="5029510"/>
            <a:ext cx="1384719" cy="457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C350932C-557D-32B7-3D7D-A7A51EC21C34}"/>
                  </a:ext>
                </a:extLst>
              </p:cNvPr>
              <p:cNvSpPr txBox="1"/>
              <p:nvPr/>
            </p:nvSpPr>
            <p:spPr>
              <a:xfrm>
                <a:off x="2521193" y="4719566"/>
                <a:ext cx="6095269" cy="7114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Barrier Lowering  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Δ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𝐸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𝐵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𝑞𝐹𝑟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≈0.01 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𝑒𝑉</m:t>
                        </m:r>
                      </m:e>
                    </m:d>
                  </m:oMath>
                </a14:m>
                <a:endParaRPr lang="en-US" altLang="ko-KR" sz="2000" b="0" i="1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Cambria Math" panose="02040503050406030204" pitchFamily="18" charset="0"/>
                  <a:ea typeface="맑은 고딕"/>
                  <a:cs typeface="Times New Roman"/>
                </a:endParaRPr>
              </a:p>
              <a:p>
                <a:r>
                  <a:rPr lang="en-US" altLang="ko-KR" sz="2000" b="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ea typeface="맑은 고딕"/>
                    <a:cs typeface="Times New Roman"/>
                  </a:rPr>
                  <a:t>		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d>
                      <m:d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𝑎𝑡</m:t>
                        </m:r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𝐹</m:t>
                        </m:r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=</m:t>
                        </m:r>
                        <m:sSup>
                          <m:sSup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10</m:t>
                            </m:r>
                          </m:e>
                          <m:sup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5</m:t>
                            </m:r>
                          </m:sup>
                        </m:sSup>
                        <m:d>
                          <m:dPr>
                            <m:begChr m:val="["/>
                            <m:endChr m:val="]"/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𝑉</m:t>
                            </m:r>
                            <m:r>
                              <m:rPr>
                                <m:lit/>
                              </m:r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/</m:t>
                            </m:r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𝑐𝑚</m:t>
                            </m:r>
                          </m:e>
                        </m:d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, </m:t>
                        </m:r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=2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𝑛𝑚</m:t>
                            </m:r>
                          </m:e>
                        </m:d>
                      </m:e>
                    </m:d>
                    <m:r>
                      <a:rPr lang="en-US" altLang="ko-KR" sz="16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C350932C-557D-32B7-3D7D-A7A51EC21C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1193" y="4719566"/>
                <a:ext cx="6095269" cy="71141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TextBox 74">
            <a:extLst>
              <a:ext uri="{FF2B5EF4-FFF2-40B4-BE49-F238E27FC236}">
                <a16:creationId xmlns:a16="http://schemas.microsoft.com/office/drawing/2014/main" id="{E6A2ED5A-0E65-5CEA-753D-9CAF484F6D4F}"/>
              </a:ext>
            </a:extLst>
          </p:cNvPr>
          <p:cNvSpPr txBox="1"/>
          <p:nvPr/>
        </p:nvSpPr>
        <p:spPr>
          <a:xfrm>
            <a:off x="79131" y="1150293"/>
            <a:ext cx="72844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Poole-Frenkel Emission along thick layer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419A7B3-5027-34AF-55F0-B341643067BE}"/>
              </a:ext>
            </a:extLst>
          </p:cNvPr>
          <p:cNvSpPr txBox="1"/>
          <p:nvPr/>
        </p:nvSpPr>
        <p:spPr>
          <a:xfrm>
            <a:off x="79131" y="3963151"/>
            <a:ext cx="58732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Poole-Frenkel Emission along thin layer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2D33F2FF-14C1-5F38-8552-0C20BB1D2F12}"/>
              </a:ext>
            </a:extLst>
          </p:cNvPr>
          <p:cNvCxnSpPr/>
          <p:nvPr/>
        </p:nvCxnSpPr>
        <p:spPr>
          <a:xfrm>
            <a:off x="395654" y="5395756"/>
            <a:ext cx="61106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AE8D5512-B7E3-6C74-115A-4485A41318F6}"/>
                  </a:ext>
                </a:extLst>
              </p:cNvPr>
              <p:cNvSpPr txBox="1"/>
              <p:nvPr/>
            </p:nvSpPr>
            <p:spPr>
              <a:xfrm>
                <a:off x="428626" y="5341922"/>
                <a:ext cx="40005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𝑟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AE8D5512-B7E3-6C74-115A-4485A41318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626" y="5341922"/>
                <a:ext cx="400051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B76ECD0E-50BD-92A3-6562-3EBF16EC85EB}"/>
                  </a:ext>
                </a:extLst>
              </p:cNvPr>
              <p:cNvSpPr txBox="1"/>
              <p:nvPr/>
            </p:nvSpPr>
            <p:spPr>
              <a:xfrm>
                <a:off x="2022232" y="5766932"/>
                <a:ext cx="70452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24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∴</m:t>
                    </m:r>
                  </m:oMath>
                </a14:m>
                <a:r>
                  <a:rPr lang="en-US" altLang="ko-KR" sz="24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Barrier Lowering</a:t>
                </a:r>
                <a:r>
                  <a:rPr lang="ko-KR" altLang="en-US" sz="24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의 정도는</a:t>
                </a:r>
                <a:r>
                  <a:rPr lang="en-US" altLang="ko-KR" sz="24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r>
                  <a:rPr lang="en-US" altLang="ko-KR" sz="24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highlight>
                      <a:srgbClr val="FFFF00"/>
                    </a:highlight>
                    <a:latin typeface="Times New Roman"/>
                    <a:ea typeface="맑은 고딕"/>
                    <a:cs typeface="Times New Roman"/>
                  </a:rPr>
                  <a:t>thin layer</a:t>
                </a:r>
                <a:r>
                  <a:rPr lang="ko-KR" altLang="en-US" sz="24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highlight>
                      <a:srgbClr val="FFFF00"/>
                    </a:highlight>
                    <a:latin typeface="Times New Roman"/>
                    <a:ea typeface="맑은 고딕"/>
                    <a:cs typeface="Times New Roman"/>
                  </a:rPr>
                  <a:t>에서 </a:t>
                </a:r>
                <a:r>
                  <a:rPr lang="ko-KR" altLang="en-US" sz="2400" u="sng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highlight>
                      <a:srgbClr val="FFFF00"/>
                    </a:highlight>
                    <a:latin typeface="Times New Roman"/>
                    <a:ea typeface="맑은 고딕"/>
                    <a:cs typeface="Times New Roman"/>
                  </a:rPr>
                  <a:t>얕아진다</a:t>
                </a:r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B76ECD0E-50BD-92A3-6562-3EBF16EC85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2232" y="5766932"/>
                <a:ext cx="7045220" cy="461665"/>
              </a:xfrm>
              <a:prstGeom prst="rect">
                <a:avLst/>
              </a:prstGeom>
              <a:blipFill>
                <a:blip r:embed="rId8"/>
                <a:stretch>
                  <a:fillRect t="-131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1D07914B-D7CD-8607-1DBB-C23AA224E9F5}"/>
              </a:ext>
            </a:extLst>
          </p:cNvPr>
          <p:cNvSpPr txBox="1"/>
          <p:nvPr/>
        </p:nvSpPr>
        <p:spPr>
          <a:xfrm>
            <a:off x="233072" y="189833"/>
            <a:ext cx="8649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Discussion</a:t>
            </a:r>
            <a:r>
              <a:rPr lang="ko-KR" altLang="en-US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 </a:t>
            </a:r>
            <a:r>
              <a:rPr lang="en-US" altLang="ko-KR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about Barrier Lowering</a:t>
            </a:r>
            <a:endParaRPr lang="ko-KR" altLang="en-US" sz="3600" dirty="0">
              <a:ln>
                <a:solidFill>
                  <a:srgbClr val="00397F">
                    <a:alpha val="30000"/>
                  </a:srgbClr>
                </a:solidFill>
              </a:ln>
              <a:solidFill>
                <a:srgbClr val="00397F"/>
              </a:solidFill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B4EC46C0-CAB3-F0E4-8222-DF753049F703}"/>
              </a:ext>
            </a:extLst>
          </p:cNvPr>
          <p:cNvCxnSpPr/>
          <p:nvPr/>
        </p:nvCxnSpPr>
        <p:spPr bwMode="auto"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207567A-05FA-3877-4301-16B4DEB7CEA4}"/>
                  </a:ext>
                </a:extLst>
              </p:cNvPr>
              <p:cNvSpPr txBox="1"/>
              <p:nvPr/>
            </p:nvSpPr>
            <p:spPr>
              <a:xfrm>
                <a:off x="997056" y="4382176"/>
                <a:ext cx="18518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4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⇒</m:t>
                    </m:r>
                    <m:r>
                      <a:rPr lang="en-US" altLang="ko-KR" sz="14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𝐹</m:t>
                    </m:r>
                  </m:oMath>
                </a14:m>
                <a:r>
                  <a:rPr lang="ko-KR" altLang="en-US" sz="14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r>
                  <a:rPr lang="en-US" altLang="ko-KR" sz="14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: external Field</a:t>
                </a:r>
                <a:endParaRPr lang="ko-KR" altLang="en-US" sz="14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207567A-05FA-3877-4301-16B4DEB7CE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056" y="4382176"/>
                <a:ext cx="1851819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91189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 bwMode="auto"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School of Electrical Engineering, Seoul National University</a:t>
            </a:r>
            <a:endParaRPr lang="en-US" altLang="ko-KR" sz="1100" b="1" kern="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069080" y="6496407"/>
            <a:ext cx="100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FFFF"/>
                </a:solidFill>
              </a:rPr>
              <a:t>15/16</a:t>
            </a:r>
            <a:endParaRPr lang="ko-KR" altLang="en-US" dirty="0">
              <a:solidFill>
                <a:srgbClr val="FFFFFF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5FD7684-842A-8AD8-5B01-F37DE14E6F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818" y="2041686"/>
            <a:ext cx="5178670" cy="3454123"/>
          </a:xfrm>
          <a:prstGeom prst="rect">
            <a:avLst/>
          </a:prstGeom>
        </p:spPr>
      </p:pic>
      <p:sp>
        <p:nvSpPr>
          <p:cNvPr id="9" name="화살표: 아래쪽 8">
            <a:extLst>
              <a:ext uri="{FF2B5EF4-FFF2-40B4-BE49-F238E27FC236}">
                <a16:creationId xmlns:a16="http://schemas.microsoft.com/office/drawing/2014/main" id="{5391BC46-A7D1-B840-15EA-0D7E86A8459E}"/>
              </a:ext>
            </a:extLst>
          </p:cNvPr>
          <p:cNvSpPr/>
          <p:nvPr/>
        </p:nvSpPr>
        <p:spPr>
          <a:xfrm>
            <a:off x="4298495" y="2467484"/>
            <a:ext cx="272561" cy="2347547"/>
          </a:xfrm>
          <a:prstGeom prst="downArrow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71626767-7EE2-D5C8-6FB7-96967B3B2858}"/>
              </a:ext>
            </a:extLst>
          </p:cNvPr>
          <p:cNvSpPr/>
          <p:nvPr/>
        </p:nvSpPr>
        <p:spPr>
          <a:xfrm>
            <a:off x="3641774" y="2401543"/>
            <a:ext cx="552157" cy="2479431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D351077A-69A9-D740-C6C6-F1B546AF6ED2}"/>
              </a:ext>
            </a:extLst>
          </p:cNvPr>
          <p:cNvSpPr/>
          <p:nvPr/>
        </p:nvSpPr>
        <p:spPr>
          <a:xfrm>
            <a:off x="2023990" y="3048980"/>
            <a:ext cx="552157" cy="1256100"/>
          </a:xfrm>
          <a:prstGeom prst="ellipse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69D5BE-23AC-C5C5-585F-0523CF4F3AA6}"/>
              </a:ext>
            </a:extLst>
          </p:cNvPr>
          <p:cNvSpPr txBox="1"/>
          <p:nvPr/>
        </p:nvSpPr>
        <p:spPr>
          <a:xfrm>
            <a:off x="4272870" y="3368637"/>
            <a:ext cx="6418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time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82E087-50DC-4741-2D73-DF91F8C69844}"/>
              </a:ext>
            </a:extLst>
          </p:cNvPr>
          <p:cNvSpPr txBox="1"/>
          <p:nvPr/>
        </p:nvSpPr>
        <p:spPr>
          <a:xfrm>
            <a:off x="3391003" y="5778424"/>
            <a:ext cx="3200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highlight>
                  <a:srgbClr val="FFFF00"/>
                </a:highlight>
                <a:latin typeface="Times New Roman"/>
                <a:ea typeface="맑은 고딕"/>
                <a:cs typeface="Times New Roman"/>
              </a:rPr>
              <a:t>BENitride-To2 interface faster emission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highlight>
                <a:srgbClr val="FFFF00"/>
              </a:highlight>
              <a:latin typeface="Times New Roman"/>
              <a:ea typeface="맑은 고딕"/>
              <a:cs typeface="Times New Roman"/>
            </a:endParaRP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C3989BC0-2A4C-EDCE-36D5-0BA3306ED64A}"/>
              </a:ext>
            </a:extLst>
          </p:cNvPr>
          <p:cNvCxnSpPr>
            <a:cxnSpLocks/>
            <a:stCxn id="10" idx="4"/>
            <a:endCxn id="14" idx="0"/>
          </p:cNvCxnSpPr>
          <p:nvPr/>
        </p:nvCxnSpPr>
        <p:spPr>
          <a:xfrm>
            <a:off x="3917853" y="4880974"/>
            <a:ext cx="1073350" cy="89745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0BD1DD76-47D8-BEA4-94F2-51139705986F}"/>
              </a:ext>
            </a:extLst>
          </p:cNvPr>
          <p:cNvCxnSpPr>
            <a:cxnSpLocks/>
          </p:cNvCxnSpPr>
          <p:nvPr/>
        </p:nvCxnSpPr>
        <p:spPr>
          <a:xfrm flipH="1">
            <a:off x="1810337" y="4283042"/>
            <a:ext cx="389881" cy="1455654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1EAAF1E-389D-CB06-13C1-61C84B5286EE}"/>
              </a:ext>
            </a:extLst>
          </p:cNvPr>
          <p:cNvSpPr txBox="1"/>
          <p:nvPr/>
        </p:nvSpPr>
        <p:spPr>
          <a:xfrm>
            <a:off x="68580" y="5740686"/>
            <a:ext cx="3200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To1-BENitride interface slower emission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4888940-D674-1D8F-4800-F8F73FEA2FB7}"/>
              </a:ext>
            </a:extLst>
          </p:cNvPr>
          <p:cNvSpPr txBox="1"/>
          <p:nvPr/>
        </p:nvSpPr>
        <p:spPr>
          <a:xfrm>
            <a:off x="325315" y="1072701"/>
            <a:ext cx="71499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Evidence: Trap Charge Distribution along time</a:t>
            </a:r>
            <a:endParaRPr lang="ko-KR" altLang="en-US" sz="2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C68E40D-55E7-7250-9DA4-A70770F2E7F7}"/>
              </a:ext>
            </a:extLst>
          </p:cNvPr>
          <p:cNvSpPr txBox="1"/>
          <p:nvPr/>
        </p:nvSpPr>
        <p:spPr>
          <a:xfrm>
            <a:off x="6058979" y="2570032"/>
            <a:ext cx="30393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While electric field along </a:t>
            </a:r>
            <a:r>
              <a:rPr lang="en-US" altLang="ko-KR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BENitride</a:t>
            </a: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is almost </a:t>
            </a:r>
            <a:r>
              <a:rPr lang="en-US" altLang="ko-KR" u="sng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consistent</a:t>
            </a:r>
            <a:endParaRPr lang="ko-KR" altLang="en-US" u="sng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B4B5B47C-AD4F-4F15-A66A-6376131F07A0}"/>
              </a:ext>
            </a:extLst>
          </p:cNvPr>
          <p:cNvGrpSpPr/>
          <p:nvPr/>
        </p:nvGrpSpPr>
        <p:grpSpPr>
          <a:xfrm>
            <a:off x="6138290" y="3346337"/>
            <a:ext cx="2548892" cy="1873410"/>
            <a:chOff x="6400799" y="3539756"/>
            <a:chExt cx="2548892" cy="1873410"/>
          </a:xfrm>
        </p:grpSpPr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32DB4F70-E10B-4A3C-6D7E-0A15A826BAD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00799" y="3539756"/>
              <a:ext cx="2548892" cy="1873410"/>
            </a:xfrm>
            <a:prstGeom prst="rect">
              <a:avLst/>
            </a:prstGeom>
          </p:spPr>
        </p:pic>
        <p:sp>
          <p:nvSpPr>
            <p:cNvPr id="26" name="화살표: 위쪽/아래쪽 25">
              <a:extLst>
                <a:ext uri="{FF2B5EF4-FFF2-40B4-BE49-F238E27FC236}">
                  <a16:creationId xmlns:a16="http://schemas.microsoft.com/office/drawing/2014/main" id="{B76F0298-B4CB-8640-057D-C591293F5404}"/>
                </a:ext>
              </a:extLst>
            </p:cNvPr>
            <p:cNvSpPr/>
            <p:nvPr/>
          </p:nvSpPr>
          <p:spPr>
            <a:xfrm>
              <a:off x="8353690" y="4641645"/>
              <a:ext cx="140677" cy="465992"/>
            </a:xfrm>
            <a:prstGeom prst="upDownArrow">
              <a:avLst/>
            </a:prstGeom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화살표: 위쪽/아래쪽 30">
              <a:extLst>
                <a:ext uri="{FF2B5EF4-FFF2-40B4-BE49-F238E27FC236}">
                  <a16:creationId xmlns:a16="http://schemas.microsoft.com/office/drawing/2014/main" id="{EE3CBE01-BB1F-EF89-1231-4914D72823A5}"/>
                </a:ext>
              </a:extLst>
            </p:cNvPr>
            <p:cNvSpPr/>
            <p:nvPr/>
          </p:nvSpPr>
          <p:spPr>
            <a:xfrm>
              <a:off x="7306906" y="4613498"/>
              <a:ext cx="140677" cy="465992"/>
            </a:xfrm>
            <a:prstGeom prst="upDownArrow">
              <a:avLst/>
            </a:prstGeom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F8F37208-4B31-B9F7-A5C8-3C34C0B60408}"/>
                </a:ext>
              </a:extLst>
            </p:cNvPr>
            <p:cNvCxnSpPr/>
            <p:nvPr/>
          </p:nvCxnSpPr>
          <p:spPr>
            <a:xfrm>
              <a:off x="6853912" y="4874641"/>
              <a:ext cx="2095779" cy="0"/>
            </a:xfrm>
            <a:prstGeom prst="line">
              <a:avLst/>
            </a:prstGeom>
            <a:ln w="38100"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936C0E9D-551E-7D19-EFFE-4B01E931FCF3}"/>
                    </a:ext>
                  </a:extLst>
                </p:cNvPr>
                <p:cNvSpPr txBox="1"/>
                <p:nvPr/>
              </p:nvSpPr>
              <p:spPr>
                <a:xfrm>
                  <a:off x="7022611" y="4289065"/>
                  <a:ext cx="1758380" cy="27937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ko-KR" sz="12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~ 1.4×</m:t>
                      </m:r>
                      <m:sSup>
                        <m:sSupPr>
                          <m:ctrlPr>
                            <a:rPr lang="en-US" altLang="ko-KR" sz="12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pPr>
                        <m:e>
                          <m:r>
                            <a:rPr lang="en-US" altLang="ko-KR" sz="12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10</m:t>
                          </m:r>
                        </m:e>
                        <m:sup>
                          <m:r>
                            <a:rPr lang="en-US" altLang="ko-KR" sz="12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5</m:t>
                          </m:r>
                        </m:sup>
                      </m:sSup>
                      <m:r>
                        <a:rPr lang="en-US" altLang="ko-KR" sz="12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 [</m:t>
                      </m:r>
                      <m:r>
                        <a:rPr lang="en-US" altLang="ko-KR" sz="12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𝑉</m:t>
                      </m:r>
                      <m:r>
                        <m:rPr>
                          <m:lit/>
                        </m:rPr>
                        <a:rPr lang="en-US" altLang="ko-KR" sz="12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/</m:t>
                      </m:r>
                      <m:r>
                        <a:rPr lang="en-US" altLang="ko-KR" sz="12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𝑐𝑚</m:t>
                      </m:r>
                      <m:r>
                        <a:rPr lang="en-US" altLang="ko-KR" sz="12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]</m:t>
                      </m:r>
                    </m:oMath>
                  </a14:m>
                  <a:r>
                    <a:rPr lang="ko-KR" altLang="en-US" sz="12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  </a:t>
                  </a:r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936C0E9D-551E-7D19-EFFE-4B01E931FC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22611" y="4289065"/>
                  <a:ext cx="1758380" cy="27937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FC1FB6A-7827-B52C-161D-2D34FF2A7BFD}"/>
              </a:ext>
            </a:extLst>
          </p:cNvPr>
          <p:cNvSpPr txBox="1"/>
          <p:nvPr/>
        </p:nvSpPr>
        <p:spPr>
          <a:xfrm>
            <a:off x="233072" y="189833"/>
            <a:ext cx="8649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Discussion</a:t>
            </a:r>
            <a:r>
              <a:rPr lang="ko-KR" altLang="en-US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 </a:t>
            </a:r>
            <a:r>
              <a:rPr lang="en-US" altLang="ko-KR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about Barrier Lowering</a:t>
            </a:r>
            <a:endParaRPr lang="ko-KR" altLang="en-US" sz="3600" dirty="0">
              <a:ln>
                <a:solidFill>
                  <a:srgbClr val="00397F">
                    <a:alpha val="30000"/>
                  </a:srgbClr>
                </a:solidFill>
              </a:ln>
              <a:solidFill>
                <a:srgbClr val="00397F"/>
              </a:solidFill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0EA3C2FA-3012-873D-A76B-D82C29233B6D}"/>
              </a:ext>
            </a:extLst>
          </p:cNvPr>
          <p:cNvCxnSpPr/>
          <p:nvPr/>
        </p:nvCxnSpPr>
        <p:spPr bwMode="auto"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sp>
        <p:nvSpPr>
          <p:cNvPr id="15" name="화살표: 왼쪽/오른쪽 14">
            <a:extLst>
              <a:ext uri="{FF2B5EF4-FFF2-40B4-BE49-F238E27FC236}">
                <a16:creationId xmlns:a16="http://schemas.microsoft.com/office/drawing/2014/main" id="{D3A5E6C6-4DEB-5397-A4D9-57DEAF879BA6}"/>
              </a:ext>
            </a:extLst>
          </p:cNvPr>
          <p:cNvSpPr/>
          <p:nvPr/>
        </p:nvSpPr>
        <p:spPr>
          <a:xfrm>
            <a:off x="2273500" y="1941196"/>
            <a:ext cx="1769012" cy="290605"/>
          </a:xfrm>
          <a:prstGeom prst="leftRightArrow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2B986B0-961F-448F-CC0C-A6FF87E5D6BB}"/>
              </a:ext>
            </a:extLst>
          </p:cNvPr>
          <p:cNvSpPr txBox="1"/>
          <p:nvPr/>
        </p:nvSpPr>
        <p:spPr>
          <a:xfrm>
            <a:off x="1668780" y="1611395"/>
            <a:ext cx="3039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BENitride</a:t>
            </a:r>
            <a:endParaRPr lang="ko-KR" altLang="en-US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769748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 bwMode="auto"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School of Electrical Engineering, Seoul National University</a:t>
            </a:r>
            <a:endParaRPr lang="en-US" altLang="ko-KR" sz="1100" b="1" kern="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33072" y="189833"/>
            <a:ext cx="8649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Future Works</a:t>
            </a:r>
            <a:endParaRPr lang="ko-KR" altLang="en-US" sz="3600" dirty="0">
              <a:ln>
                <a:solidFill>
                  <a:srgbClr val="00397F">
                    <a:alpha val="30000"/>
                  </a:srgbClr>
                </a:solidFill>
              </a:ln>
              <a:solidFill>
                <a:srgbClr val="00397F"/>
              </a:solidFill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  <p:cxnSp>
        <p:nvCxnSpPr>
          <p:cNvPr id="12" name="직선 연결선 11"/>
          <p:cNvCxnSpPr/>
          <p:nvPr/>
        </p:nvCxnSpPr>
        <p:spPr bwMode="auto"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4069080" y="6496407"/>
            <a:ext cx="100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FFFF"/>
                </a:solidFill>
              </a:rPr>
              <a:t>16/16</a:t>
            </a:r>
            <a:endParaRPr lang="ko-KR" altLang="en-US" dirty="0">
              <a:solidFill>
                <a:srgbClr val="FFFFF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AE80E9-A22F-08CB-8DAC-D1B6803AB8F0}"/>
              </a:ext>
            </a:extLst>
          </p:cNvPr>
          <p:cNvSpPr txBox="1"/>
          <p:nvPr/>
        </p:nvSpPr>
        <p:spPr>
          <a:xfrm>
            <a:off x="545123" y="1336431"/>
            <a:ext cx="807133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Modify barrier lowering model for Poole-Frenkel emission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Extraction of proper barrier lowered amount along retention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02D934B-C56C-0A1E-EF6C-3D5680E369C2}"/>
                  </a:ext>
                </a:extLst>
              </p:cNvPr>
              <p:cNvSpPr txBox="1"/>
              <p:nvPr/>
            </p:nvSpPr>
            <p:spPr>
              <a:xfrm>
                <a:off x="1400614" y="3071297"/>
                <a:ext cx="7215847" cy="17573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𝜏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=</m:t>
                    </m:r>
                    <m:sSubSup>
                      <m:sSubSup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Sup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𝑒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𝑝𝑓</m:t>
                        </m:r>
                      </m:sub>
                      <m:sup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−1</m:t>
                        </m:r>
                      </m:sup>
                    </m:sSubSup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~</m:t>
                    </m:r>
                    <m:func>
                      <m:func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f>
                          <m:f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𝑘𝑇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 −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Δ</m:t>
                                </m:r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𝐵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𝑘𝑇</m:t>
                                </m:r>
                              </m:den>
                            </m:f>
                          </m:e>
                        </m:d>
                      </m:e>
                    </m:func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 ~</m:t>
                    </m:r>
                    <m:func>
                      <m:func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f>
                          <m:f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𝑘𝑇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𝑎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𝑘𝑇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 </a:t>
                </a:r>
              </a:p>
              <a:p>
                <a:endParaRPr lang="en-US" altLang="ko-KR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𝜏</m:t>
                            </m:r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 </m:t>
                            </m:r>
                            <m:sSup>
                              <m:sSup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𝑘𝑇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func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𝑘𝑇</m:t>
                        </m:r>
                      </m:den>
                    </m:f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×</m:t>
                    </m:r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Δ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𝐵</m:t>
                            </m:r>
                          </m:sub>
                        </m:sSub>
                      </m:e>
                    </m:d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𝑐𝑜𝑛𝑠𝑡𝑎𝑛𝑡</m:t>
                    </m:r>
                  </m:oMath>
                </a14:m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  <a:p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  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→</m:t>
                    </m:r>
                    <m:func>
                      <m:func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𝜏</m:t>
                            </m:r>
                            <m:sSup>
                              <m:sSup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𝑘𝑇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func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− </m:t>
                    </m:r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𝑘𝑇</m:t>
                        </m:r>
                      </m:den>
                    </m:f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relation</a:t>
                </a:r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에서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Δ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𝐸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 추출 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02D934B-C56C-0A1E-EF6C-3D5680E369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0614" y="3071297"/>
                <a:ext cx="7215847" cy="17573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9944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 dirty="0" smtClean="0">
            <a:ln w="9525">
              <a:solidFill>
                <a:schemeClr val="tx1">
                  <a:alpha val="29000"/>
                </a:schemeClr>
              </a:solidFill>
            </a:ln>
            <a:latin typeface="Times New Roman"/>
            <a:ea typeface="맑은 고딕"/>
            <a:cs typeface="Times New Roman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2849</TotalTime>
  <Words>1001</Words>
  <Application>Microsoft Office PowerPoint</Application>
  <PresentationFormat>화면 슬라이드 쇼(4:3)</PresentationFormat>
  <Paragraphs>182</Paragraphs>
  <Slides>16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2</vt:i4>
      </vt:variant>
      <vt:variant>
        <vt:lpstr>슬라이드 제목</vt:lpstr>
      </vt:variant>
      <vt:variant>
        <vt:i4>16</vt:i4>
      </vt:variant>
    </vt:vector>
  </HeadingPairs>
  <TitlesOfParts>
    <vt:vector size="25" baseType="lpstr">
      <vt:lpstr>맑은 고딕</vt:lpstr>
      <vt:lpstr>Arial</vt:lpstr>
      <vt:lpstr>Calibri</vt:lpstr>
      <vt:lpstr>Calibri Light</vt:lpstr>
      <vt:lpstr>Cambria Math</vt:lpstr>
      <vt:lpstr>Times New Roman</vt:lpstr>
      <vt:lpstr>Office 테마</vt:lpstr>
      <vt:lpstr>Origin Graph</vt:lpstr>
      <vt:lpstr>Graph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>Microsoft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</dc:creator>
  <cp:lastModifiedBy>MYUNG JIN</cp:lastModifiedBy>
  <cp:revision>964</cp:revision>
  <dcterms:created xsi:type="dcterms:W3CDTF">2016-06-02T05:19:04Z</dcterms:created>
  <dcterms:modified xsi:type="dcterms:W3CDTF">2024-06-24T06:54:01Z</dcterms:modified>
  <cp:version/>
</cp:coreProperties>
</file>