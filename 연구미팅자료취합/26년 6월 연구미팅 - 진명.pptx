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6"/>
  </p:notesMasterIdLst>
  <p:sldIdLst>
    <p:sldId id="314" r:id="rId2"/>
    <p:sldId id="315" r:id="rId3"/>
    <p:sldId id="316" r:id="rId4"/>
    <p:sldId id="317" r:id="rId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48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ADBAD8-C72D-4338-BC9E-4F339A26BE15}" v="11" dt="2026-06-29T15:15:39.0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9" autoAdjust="0"/>
    <p:restoredTop sz="97300" autoAdjust="0"/>
  </p:normalViewPr>
  <p:slideViewPr>
    <p:cSldViewPr snapToGrid="0">
      <p:cViewPr varScale="1">
        <p:scale>
          <a:sx n="151" d="100"/>
          <a:sy n="151" d="100"/>
        </p:scale>
        <p:origin x="1962" y="108"/>
      </p:cViewPr>
      <p:guideLst>
        <p:guide orient="horz" pos="218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42CAFF-C376-405E-80FE-32277BA9AD5E}"/>
    <pc:docChg chg="undo custSel addSld delSld modSld modMainMaster">
      <pc:chgData name="MYUNG JIN" userId="89f3fa32ababedc4" providerId="LiveId" clId="{1442CAFF-C376-405E-80FE-32277BA9AD5E}" dt="2026-06-29T15:20:18.840" v="2351" actId="20577"/>
      <pc:docMkLst>
        <pc:docMk/>
      </pc:docMkLst>
      <pc:sldChg chg="modSp mod">
        <pc:chgData name="MYUNG JIN" userId="89f3fa32ababedc4" providerId="LiveId" clId="{1442CAFF-C376-405E-80FE-32277BA9AD5E}" dt="2026-06-29T14:59:05.269" v="97" actId="20577"/>
        <pc:sldMkLst>
          <pc:docMk/>
          <pc:sldMk cId="2415824652" sldId="314"/>
        </pc:sldMkLst>
        <pc:spChg chg="mod">
          <ac:chgData name="MYUNG JIN" userId="89f3fa32ababedc4" providerId="LiveId" clId="{1442CAFF-C376-405E-80FE-32277BA9AD5E}" dt="2026-06-29T14:59:05.269" v="97" actId="20577"/>
          <ac:spMkLst>
            <pc:docMk/>
            <pc:sldMk cId="2415824652" sldId="314"/>
            <ac:spMk id="2" creationId="{2BE249DC-8914-7D45-D9D6-4D9952A1CDB9}"/>
          </ac:spMkLst>
        </pc:spChg>
      </pc:sldChg>
      <pc:sldChg chg="addSp delSp modSp mod">
        <pc:chgData name="MYUNG JIN" userId="89f3fa32ababedc4" providerId="LiveId" clId="{1442CAFF-C376-405E-80FE-32277BA9AD5E}" dt="2026-06-29T15:15:00.203" v="2133" actId="20577"/>
        <pc:sldMkLst>
          <pc:docMk/>
          <pc:sldMk cId="2899342611" sldId="315"/>
        </pc:sldMkLst>
        <pc:spChg chg="mod">
          <ac:chgData name="MYUNG JIN" userId="89f3fa32ababedc4" providerId="LiveId" clId="{1442CAFF-C376-405E-80FE-32277BA9AD5E}" dt="2026-06-29T15:15:00.203" v="2133" actId="20577"/>
          <ac:spMkLst>
            <pc:docMk/>
            <pc:sldMk cId="2899342611" sldId="315"/>
            <ac:spMk id="2" creationId="{6B80B26E-D7EF-B0B7-2CB8-5143E660972A}"/>
          </ac:spMkLst>
        </pc:spChg>
        <pc:spChg chg="add mod">
          <ac:chgData name="MYUNG JIN" userId="89f3fa32ababedc4" providerId="LiveId" clId="{1442CAFF-C376-405E-80FE-32277BA9AD5E}" dt="2026-06-29T15:13:46.621" v="2007" actId="20577"/>
          <ac:spMkLst>
            <pc:docMk/>
            <pc:sldMk cId="2899342611" sldId="315"/>
            <ac:spMk id="3" creationId="{FEE36505-D4E0-C579-8661-0396A1A7304E}"/>
          </ac:spMkLst>
        </pc:spChg>
        <pc:spChg chg="del">
          <ac:chgData name="MYUNG JIN" userId="89f3fa32ababedc4" providerId="LiveId" clId="{1442CAFF-C376-405E-80FE-32277BA9AD5E}" dt="2026-06-29T14:59:55.576" v="120" actId="478"/>
          <ac:spMkLst>
            <pc:docMk/>
            <pc:sldMk cId="2899342611" sldId="315"/>
            <ac:spMk id="5" creationId="{72B9E240-0629-BB38-4F1A-31651C51E6ED}"/>
          </ac:spMkLst>
        </pc:spChg>
        <pc:spChg chg="del">
          <ac:chgData name="MYUNG JIN" userId="89f3fa32ababedc4" providerId="LiveId" clId="{1442CAFF-C376-405E-80FE-32277BA9AD5E}" dt="2026-06-29T14:59:55.576" v="120" actId="478"/>
          <ac:spMkLst>
            <pc:docMk/>
            <pc:sldMk cId="2899342611" sldId="315"/>
            <ac:spMk id="13" creationId="{1E8D1F3B-22D4-E4A9-9940-9ACEFFA2A103}"/>
          </ac:spMkLst>
        </pc:spChg>
        <pc:spChg chg="del">
          <ac:chgData name="MYUNG JIN" userId="89f3fa32ababedc4" providerId="LiveId" clId="{1442CAFF-C376-405E-80FE-32277BA9AD5E}" dt="2026-06-29T14:59:55.576" v="120" actId="478"/>
          <ac:spMkLst>
            <pc:docMk/>
            <pc:sldMk cId="2899342611" sldId="315"/>
            <ac:spMk id="14" creationId="{D5615ADC-A943-7868-73AE-F3A6F75CFDC0}"/>
          </ac:spMkLst>
        </pc:spChg>
        <pc:spChg chg="del">
          <ac:chgData name="MYUNG JIN" userId="89f3fa32ababedc4" providerId="LiveId" clId="{1442CAFF-C376-405E-80FE-32277BA9AD5E}" dt="2026-06-29T14:59:55.576" v="120" actId="478"/>
          <ac:spMkLst>
            <pc:docMk/>
            <pc:sldMk cId="2899342611" sldId="315"/>
            <ac:spMk id="15" creationId="{9DE84A4D-FA64-C446-F2F2-C9AFF8A348AD}"/>
          </ac:spMkLst>
        </pc:spChg>
        <pc:spChg chg="del">
          <ac:chgData name="MYUNG JIN" userId="89f3fa32ababedc4" providerId="LiveId" clId="{1442CAFF-C376-405E-80FE-32277BA9AD5E}" dt="2026-06-29T14:59:55.576" v="120" actId="478"/>
          <ac:spMkLst>
            <pc:docMk/>
            <pc:sldMk cId="2899342611" sldId="315"/>
            <ac:spMk id="16" creationId="{41E7E4CD-2318-5BE7-E301-850E1D1DFACD}"/>
          </ac:spMkLst>
        </pc:spChg>
        <pc:spChg chg="del">
          <ac:chgData name="MYUNG JIN" userId="89f3fa32ababedc4" providerId="LiveId" clId="{1442CAFF-C376-405E-80FE-32277BA9AD5E}" dt="2026-06-29T14:59:55.576" v="120" actId="478"/>
          <ac:spMkLst>
            <pc:docMk/>
            <pc:sldMk cId="2899342611" sldId="315"/>
            <ac:spMk id="17" creationId="{F6F3D811-D907-2CD0-D338-17C595F59AD7}"/>
          </ac:spMkLst>
        </pc:spChg>
        <pc:spChg chg="add mod">
          <ac:chgData name="MYUNG JIN" userId="89f3fa32ababedc4" providerId="LiveId" clId="{1442CAFF-C376-405E-80FE-32277BA9AD5E}" dt="2026-06-29T15:06:13.863" v="790" actId="1076"/>
          <ac:spMkLst>
            <pc:docMk/>
            <pc:sldMk cId="2899342611" sldId="315"/>
            <ac:spMk id="23" creationId="{BA68EDA1-0764-1A0F-476E-C024F365305F}"/>
          </ac:spMkLst>
        </pc:spChg>
        <pc:spChg chg="add mod">
          <ac:chgData name="MYUNG JIN" userId="89f3fa32ababedc4" providerId="LiveId" clId="{1442CAFF-C376-405E-80FE-32277BA9AD5E}" dt="2026-06-29T15:06:47.181" v="794"/>
          <ac:spMkLst>
            <pc:docMk/>
            <pc:sldMk cId="2899342611" sldId="315"/>
            <ac:spMk id="24" creationId="{02F04A13-DCB2-7F98-6F76-BA996AA2A275}"/>
          </ac:spMkLst>
        </pc:spChg>
        <pc:picChg chg="del">
          <ac:chgData name="MYUNG JIN" userId="89f3fa32ababedc4" providerId="LiveId" clId="{1442CAFF-C376-405E-80FE-32277BA9AD5E}" dt="2026-06-29T14:59:55.576" v="120" actId="478"/>
          <ac:picMkLst>
            <pc:docMk/>
            <pc:sldMk cId="2899342611" sldId="315"/>
            <ac:picMk id="4" creationId="{50D68C67-112F-D59D-798A-61F8EF6A504B}"/>
          </ac:picMkLst>
        </pc:picChg>
        <pc:picChg chg="del">
          <ac:chgData name="MYUNG JIN" userId="89f3fa32ababedc4" providerId="LiveId" clId="{1442CAFF-C376-405E-80FE-32277BA9AD5E}" dt="2026-06-29T14:59:55.576" v="120" actId="478"/>
          <ac:picMkLst>
            <pc:docMk/>
            <pc:sldMk cId="2899342611" sldId="315"/>
            <ac:picMk id="8" creationId="{E9269352-53A1-F43B-BC43-3E1D24378CB0}"/>
          </ac:picMkLst>
        </pc:picChg>
        <pc:picChg chg="del">
          <ac:chgData name="MYUNG JIN" userId="89f3fa32ababedc4" providerId="LiveId" clId="{1442CAFF-C376-405E-80FE-32277BA9AD5E}" dt="2026-06-29T14:59:55.576" v="120" actId="478"/>
          <ac:picMkLst>
            <pc:docMk/>
            <pc:sldMk cId="2899342611" sldId="315"/>
            <ac:picMk id="10" creationId="{3132E6C7-A2AF-6132-94DB-8B32FB60157A}"/>
          </ac:picMkLst>
        </pc:picChg>
        <pc:picChg chg="del">
          <ac:chgData name="MYUNG JIN" userId="89f3fa32ababedc4" providerId="LiveId" clId="{1442CAFF-C376-405E-80FE-32277BA9AD5E}" dt="2026-06-29T14:59:55.576" v="120" actId="478"/>
          <ac:picMkLst>
            <pc:docMk/>
            <pc:sldMk cId="2899342611" sldId="315"/>
            <ac:picMk id="11" creationId="{464714B7-7CB8-A89B-8246-6E1FDE000BAB}"/>
          </ac:picMkLst>
        </pc:picChg>
        <pc:picChg chg="add mod">
          <ac:chgData name="MYUNG JIN" userId="89f3fa32ababedc4" providerId="LiveId" clId="{1442CAFF-C376-405E-80FE-32277BA9AD5E}" dt="2026-06-29T15:06:20.473" v="791" actId="14100"/>
          <ac:picMkLst>
            <pc:docMk/>
            <pc:sldMk cId="2899342611" sldId="315"/>
            <ac:picMk id="19" creationId="{8A6F4F92-B656-8679-302F-D549A572D173}"/>
          </ac:picMkLst>
        </pc:picChg>
        <pc:picChg chg="add mod">
          <ac:chgData name="MYUNG JIN" userId="89f3fa32ababedc4" providerId="LiveId" clId="{1442CAFF-C376-405E-80FE-32277BA9AD5E}" dt="2026-06-29T15:06:20.473" v="791" actId="14100"/>
          <ac:picMkLst>
            <pc:docMk/>
            <pc:sldMk cId="2899342611" sldId="315"/>
            <ac:picMk id="21" creationId="{790DE4F4-418F-0A5C-575E-B9321DE7DEC9}"/>
          </ac:picMkLst>
        </pc:picChg>
      </pc:sldChg>
      <pc:sldChg chg="addSp modSp new mod">
        <pc:chgData name="MYUNG JIN" userId="89f3fa32ababedc4" providerId="LiveId" clId="{1442CAFF-C376-405E-80FE-32277BA9AD5E}" dt="2026-06-29T15:15:28.986" v="2163" actId="20577"/>
        <pc:sldMkLst>
          <pc:docMk/>
          <pc:sldMk cId="1891119893" sldId="316"/>
        </pc:sldMkLst>
        <pc:spChg chg="mod">
          <ac:chgData name="MYUNG JIN" userId="89f3fa32ababedc4" providerId="LiveId" clId="{1442CAFF-C376-405E-80FE-32277BA9AD5E}" dt="2026-06-29T15:15:03.485" v="2134" actId="20577"/>
          <ac:spMkLst>
            <pc:docMk/>
            <pc:sldMk cId="1891119893" sldId="316"/>
            <ac:spMk id="2" creationId="{675F119F-0D4A-96DA-A485-7FDECB63AF41}"/>
          </ac:spMkLst>
        </pc:spChg>
        <pc:spChg chg="add mod">
          <ac:chgData name="MYUNG JIN" userId="89f3fa32ababedc4" providerId="LiveId" clId="{1442CAFF-C376-405E-80FE-32277BA9AD5E}" dt="2026-06-29T15:07:32.916" v="1017" actId="20577"/>
          <ac:spMkLst>
            <pc:docMk/>
            <pc:sldMk cId="1891119893" sldId="316"/>
            <ac:spMk id="3" creationId="{5A24CA58-3A0D-C622-2C0E-123BB0B761D7}"/>
          </ac:spMkLst>
        </pc:spChg>
        <pc:spChg chg="add mod">
          <ac:chgData name="MYUNG JIN" userId="89f3fa32ababedc4" providerId="LiveId" clId="{1442CAFF-C376-405E-80FE-32277BA9AD5E}" dt="2026-06-29T15:11:50.474" v="1787" actId="1076"/>
          <ac:spMkLst>
            <pc:docMk/>
            <pc:sldMk cId="1891119893" sldId="316"/>
            <ac:spMk id="6" creationId="{96FAFAB5-1214-079C-C85E-23FEB2AFD270}"/>
          </ac:spMkLst>
        </pc:spChg>
        <pc:spChg chg="add mod">
          <ac:chgData name="MYUNG JIN" userId="89f3fa32ababedc4" providerId="LiveId" clId="{1442CAFF-C376-405E-80FE-32277BA9AD5E}" dt="2026-06-29T15:15:28.986" v="2163" actId="20577"/>
          <ac:spMkLst>
            <pc:docMk/>
            <pc:sldMk cId="1891119893" sldId="316"/>
            <ac:spMk id="7" creationId="{E5F43448-2E17-F1C2-BEEB-06D4015AB68C}"/>
          </ac:spMkLst>
        </pc:spChg>
        <pc:spChg chg="add mod">
          <ac:chgData name="MYUNG JIN" userId="89f3fa32ababedc4" providerId="LiveId" clId="{1442CAFF-C376-405E-80FE-32277BA9AD5E}" dt="2026-06-29T15:13:39.044" v="2003" actId="114"/>
          <ac:spMkLst>
            <pc:docMk/>
            <pc:sldMk cId="1891119893" sldId="316"/>
            <ac:spMk id="8" creationId="{5C46E915-0943-051C-2ECC-8F38D910120B}"/>
          </ac:spMkLst>
        </pc:spChg>
        <pc:picChg chg="add mod">
          <ac:chgData name="MYUNG JIN" userId="89f3fa32ababedc4" providerId="LiveId" clId="{1442CAFF-C376-405E-80FE-32277BA9AD5E}" dt="2026-06-29T15:09:04.180" v="1306" actId="1076"/>
          <ac:picMkLst>
            <pc:docMk/>
            <pc:sldMk cId="1891119893" sldId="316"/>
            <ac:picMk id="5" creationId="{66BB19E3-0B9F-4689-9513-6FA010D741EF}"/>
          </ac:picMkLst>
        </pc:picChg>
      </pc:sldChg>
      <pc:sldChg chg="addSp modSp new mod">
        <pc:chgData name="MYUNG JIN" userId="89f3fa32ababedc4" providerId="LiveId" clId="{1442CAFF-C376-405E-80FE-32277BA9AD5E}" dt="2026-06-29T15:20:18.840" v="2351" actId="20577"/>
        <pc:sldMkLst>
          <pc:docMk/>
          <pc:sldMk cId="3750029790" sldId="317"/>
        </pc:sldMkLst>
        <pc:spChg chg="mod">
          <ac:chgData name="MYUNG JIN" userId="89f3fa32ababedc4" providerId="LiveId" clId="{1442CAFF-C376-405E-80FE-32277BA9AD5E}" dt="2026-06-29T15:09:15.708" v="1333" actId="20577"/>
          <ac:spMkLst>
            <pc:docMk/>
            <pc:sldMk cId="3750029790" sldId="317"/>
            <ac:spMk id="2" creationId="{FD99579F-3F4E-7006-B2CA-55FC2C0BAB7A}"/>
          </ac:spMkLst>
        </pc:spChg>
        <pc:spChg chg="add mod">
          <ac:chgData name="MYUNG JIN" userId="89f3fa32ababedc4" providerId="LiveId" clId="{1442CAFF-C376-405E-80FE-32277BA9AD5E}" dt="2026-06-29T15:15:25.126" v="2154" actId="20577"/>
          <ac:spMkLst>
            <pc:docMk/>
            <pc:sldMk cId="3750029790" sldId="317"/>
            <ac:spMk id="3" creationId="{4647E23B-1A24-0DEF-59FE-66C35B9CBE47}"/>
          </ac:spMkLst>
        </pc:spChg>
        <pc:spChg chg="add mod">
          <ac:chgData name="MYUNG JIN" userId="89f3fa32ababedc4" providerId="LiveId" clId="{1442CAFF-C376-405E-80FE-32277BA9AD5E}" dt="2026-06-29T15:20:18.840" v="2351" actId="20577"/>
          <ac:spMkLst>
            <pc:docMk/>
            <pc:sldMk cId="3750029790" sldId="317"/>
            <ac:spMk id="4" creationId="{B10B8BC2-2EE4-3B0B-F587-0850A4A0C7E1}"/>
          </ac:spMkLst>
        </pc:spChg>
      </pc:sldChg>
      <pc:sldChg chg="del">
        <pc:chgData name="MYUNG JIN" userId="89f3fa32ababedc4" providerId="LiveId" clId="{1442CAFF-C376-405E-80FE-32277BA9AD5E}" dt="2026-06-29T14:59:20.187" v="99" actId="47"/>
        <pc:sldMkLst>
          <pc:docMk/>
          <pc:sldMk cId="79215711" sldId="321"/>
        </pc:sldMkLst>
      </pc:sldChg>
      <pc:sldChg chg="del">
        <pc:chgData name="MYUNG JIN" userId="89f3fa32ababedc4" providerId="LiveId" clId="{1442CAFF-C376-405E-80FE-32277BA9AD5E}" dt="2026-06-29T14:59:19.894" v="98" actId="47"/>
        <pc:sldMkLst>
          <pc:docMk/>
          <pc:sldMk cId="1039400063" sldId="322"/>
        </pc:sldMkLst>
      </pc:sldChg>
      <pc:sldChg chg="del">
        <pc:chgData name="MYUNG JIN" userId="89f3fa32ababedc4" providerId="LiveId" clId="{1442CAFF-C376-405E-80FE-32277BA9AD5E}" dt="2026-06-29T14:59:20.671" v="100" actId="47"/>
        <pc:sldMkLst>
          <pc:docMk/>
          <pc:sldMk cId="4050506342" sldId="326"/>
        </pc:sldMkLst>
      </pc:sldChg>
      <pc:sldChg chg="del">
        <pc:chgData name="MYUNG JIN" userId="89f3fa32ababedc4" providerId="LiveId" clId="{1442CAFF-C376-405E-80FE-32277BA9AD5E}" dt="2026-06-29T14:59:21.622" v="101" actId="47"/>
        <pc:sldMkLst>
          <pc:docMk/>
          <pc:sldMk cId="3321383058" sldId="327"/>
        </pc:sldMkLst>
      </pc:sldChg>
      <pc:sldMasterChg chg="modSp modSldLayout">
        <pc:chgData name="MYUNG JIN" userId="89f3fa32ababedc4" providerId="LiveId" clId="{1442CAFF-C376-405E-80FE-32277BA9AD5E}" dt="2026-06-29T15:19:49.880" v="2306" actId="735"/>
        <pc:sldMasterMkLst>
          <pc:docMk/>
          <pc:sldMasterMk cId="865822706" sldId="2147483672"/>
        </pc:sldMasterMkLst>
        <pc:sldLayoutChg chg="modSp mod">
          <pc:chgData name="MYUNG JIN" userId="89f3fa32ababedc4" providerId="LiveId" clId="{1442CAFF-C376-405E-80FE-32277BA9AD5E}" dt="2026-06-29T15:17:23.652" v="2305" actId="20577"/>
          <pc:sldLayoutMkLst>
            <pc:docMk/>
            <pc:sldMasterMk cId="865822706" sldId="2147483672"/>
            <pc:sldLayoutMk cId="1527371085" sldId="2147483662"/>
          </pc:sldLayoutMkLst>
          <pc:spChg chg="mod">
            <ac:chgData name="MYUNG JIN" userId="89f3fa32ababedc4" providerId="LiveId" clId="{1442CAFF-C376-405E-80FE-32277BA9AD5E}" dt="2026-06-29T15:17:23.652" v="2305" actId="20577"/>
            <ac:spMkLst>
              <pc:docMk/>
              <pc:sldMasterMk cId="865822706" sldId="2147483672"/>
              <pc:sldLayoutMk cId="1527371085" sldId="2147483662"/>
              <ac:spMk id="2" creationId="{A7AFC566-22A4-29F2-DC8E-5E0F72383F7D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2026-06-30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>
                <a:solidFill>
                  <a:srgbClr val="FFFFFF"/>
                </a:solidFill>
              </a:rPr>
              <a:t>/ 3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249DC-8914-7D45-D9D6-4D9952A1C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86231"/>
            <a:ext cx="7886700" cy="3485538"/>
          </a:xfrm>
        </p:spPr>
        <p:txBody>
          <a:bodyPr/>
          <a:lstStyle/>
          <a:p>
            <a:r>
              <a:rPr lang="en-US" altLang="ko-KR" dirty="0"/>
              <a:t>(EDL manuscript)</a:t>
            </a:r>
            <a:br>
              <a:rPr lang="en-US" altLang="ko-KR" dirty="0"/>
            </a:br>
            <a:r>
              <a:rPr lang="en-US" altLang="ko-KR" dirty="0"/>
              <a:t>Time-step-free Physics-Based Modeling of Retention Loss in Cryogenic 3-D NAND Flash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Revision – MAJOR (May 30), MINOR (June 26)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</a:p>
        </p:txBody>
      </p:sp>
    </p:spTree>
    <p:extLst>
      <p:ext uri="{BB962C8B-B14F-4D97-AF65-F5344CB8AC3E}">
        <p14:creationId xmlns:p14="http://schemas.microsoft.com/office/powerpoint/2010/main" val="241582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0B26E-D7EF-B0B7-2CB8-5143E660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MAJOR Revision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E36505-D4E0-C579-8661-0396A1A7304E}"/>
              </a:ext>
            </a:extLst>
          </p:cNvPr>
          <p:cNvSpPr txBox="1"/>
          <p:nvPr/>
        </p:nvSpPr>
        <p:spPr>
          <a:xfrm>
            <a:off x="558800" y="869950"/>
            <a:ext cx="75501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2026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5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30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MAJOR Revision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메일수신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      Reviewer 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Validation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과정에서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capture cross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sectio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줄이는 과정이 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cryogenic-emulation simulation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인지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convergence test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시행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8A6F4F92-B656-8679-302F-D549A572D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550" y="2141456"/>
            <a:ext cx="5930900" cy="2007666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790DE4F4-418F-0A5C-575E-B9321DE7DE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674" y="4429386"/>
            <a:ext cx="5772652" cy="207592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A68EDA1-0764-1A0F-476E-C024F365305F}"/>
              </a:ext>
            </a:extLst>
          </p:cNvPr>
          <p:cNvSpPr txBox="1"/>
          <p:nvPr/>
        </p:nvSpPr>
        <p:spPr>
          <a:xfrm>
            <a:off x="546100" y="3872562"/>
            <a:ext cx="76644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bin #  = 100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slice # = 30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선택한 이유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99342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5F119F-0D4A-96DA-A485-7FDECB63A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MAJOR Revision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24CA58-3A0D-C622-2C0E-123BB0B761D7}"/>
              </a:ext>
            </a:extLst>
          </p:cNvPr>
          <p:cNvSpPr txBox="1"/>
          <p:nvPr/>
        </p:nvSpPr>
        <p:spPr>
          <a:xfrm>
            <a:off x="546100" y="756487"/>
            <a:ext cx="76644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Iterative test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진행하여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효과 추가 검증 진행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lvl="1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	&gt;&gt; Fig. 3(c)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추가하여 원고 수정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6BB19E3-0B9F-4689-9513-6FA010D74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5908" y="2117691"/>
            <a:ext cx="6044833" cy="24487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FAFAB5-1214-079C-C85E-23FEB2AFD270}"/>
              </a:ext>
            </a:extLst>
          </p:cNvPr>
          <p:cNvSpPr txBox="1"/>
          <p:nvPr/>
        </p:nvSpPr>
        <p:spPr>
          <a:xfrm>
            <a:off x="965200" y="4461520"/>
            <a:ext cx="732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Iteration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없어도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retention model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변화는 없음을 검증하는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Fig. 3(c)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추가</a:t>
            </a: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F43448-2E17-F1C2-BEEB-06D4015AB68C}"/>
              </a:ext>
            </a:extLst>
          </p:cNvPr>
          <p:cNvSpPr txBox="1"/>
          <p:nvPr/>
        </p:nvSpPr>
        <p:spPr>
          <a:xfrm>
            <a:off x="558800" y="6000403"/>
            <a:ext cx="7550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2026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6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11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MAJOR Revision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수정 원고 제출 완료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46E915-0943-051C-2ECC-8F38D910120B}"/>
              </a:ext>
            </a:extLst>
          </p:cNvPr>
          <p:cNvSpPr txBox="1"/>
          <p:nvPr/>
        </p:nvSpPr>
        <p:spPr>
          <a:xfrm>
            <a:off x="546100" y="4984740"/>
            <a:ext cx="82105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      Reviewer 2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Retention mechanism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대한 확실한 구별 요청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(LM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91119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99579F-3F4E-7006-B2CA-55FC2C0BA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MINOR</a:t>
            </a:r>
            <a:r>
              <a:rPr lang="ko-KR" altLang="en-US" dirty="0"/>
              <a:t> </a:t>
            </a:r>
            <a:r>
              <a:rPr lang="en-US" altLang="ko-KR" dirty="0"/>
              <a:t>Revision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47E23B-1A24-0DEF-59FE-66C35B9CBE47}"/>
              </a:ext>
            </a:extLst>
          </p:cNvPr>
          <p:cNvSpPr txBox="1"/>
          <p:nvPr/>
        </p:nvSpPr>
        <p:spPr>
          <a:xfrm>
            <a:off x="558800" y="1076990"/>
            <a:ext cx="82804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2026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6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26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MINOR Revision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메일수신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전체 수정내용 및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convergence test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타당성 인정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본문에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convergence test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시행하였음을 수치와 함께 명시화 요청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2026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6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29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MINOR Revision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원고 수정 진행 완료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0B8BC2-2EE4-3B0B-F587-0850A4A0C7E1}"/>
              </a:ext>
            </a:extLst>
          </p:cNvPr>
          <p:cNvSpPr txBox="1"/>
          <p:nvPr/>
        </p:nvSpPr>
        <p:spPr>
          <a:xfrm>
            <a:off x="425450" y="5505450"/>
            <a:ext cx="7937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첨부파일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) MAJOR and MINOR revision comment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response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pdf files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50029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2059</TotalTime>
  <Words>190</Words>
  <Application>Microsoft Office PowerPoint</Application>
  <PresentationFormat>화면 슬라이드 쇼(4:3)</PresentationFormat>
  <Paragraphs>28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Calibri</vt:lpstr>
      <vt:lpstr>Times New Roman</vt:lpstr>
      <vt:lpstr>Office 테마</vt:lpstr>
      <vt:lpstr>(EDL manuscript) Time-step-free Physics-Based Modeling of Retention Loss in Cryogenic 3-D NAND Flash  Revision – MAJOR (May 30), MINOR (June 26)  진명</vt:lpstr>
      <vt:lpstr>MAJOR Revision</vt:lpstr>
      <vt:lpstr>MAJOR Revision</vt:lpstr>
      <vt:lpstr>MINOR Revision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966</cp:revision>
  <dcterms:created xsi:type="dcterms:W3CDTF">2016-06-02T05:19:04Z</dcterms:created>
  <dcterms:modified xsi:type="dcterms:W3CDTF">2026-06-29T15:20:19Z</dcterms:modified>
  <cp:version/>
</cp:coreProperties>
</file>