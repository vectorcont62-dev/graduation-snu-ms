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10"/>
  </p:notesMasterIdLst>
  <p:sldIdLst>
    <p:sldId id="257" r:id="rId2"/>
    <p:sldId id="308" r:id="rId3"/>
    <p:sldId id="310" r:id="rId4"/>
    <p:sldId id="314" r:id="rId5"/>
    <p:sldId id="311" r:id="rId6"/>
    <p:sldId id="309" r:id="rId7"/>
    <p:sldId id="312" r:id="rId8"/>
    <p:sldId id="313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475E3D-B702-4D08-8445-5E37DCB8EF8F}" v="30" dt="2024-06-03T12:33:30.1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6279" autoAdjust="0"/>
  </p:normalViewPr>
  <p:slideViewPr>
    <p:cSldViewPr snapToGrid="0">
      <p:cViewPr varScale="1">
        <p:scale>
          <a:sx n="107" d="100"/>
          <a:sy n="107" d="100"/>
        </p:scale>
        <p:origin x="1440" y="78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80475E3D-B702-4D08-8445-5E37DCB8EF8F}"/>
    <pc:docChg chg="custSel addSld modSld sldOrd">
      <pc:chgData name="MYUNG JIN" userId="89f3fa32ababedc4" providerId="LiveId" clId="{80475E3D-B702-4D08-8445-5E37DCB8EF8F}" dt="2024-06-03T12:33:30.446" v="594" actId="14100"/>
      <pc:docMkLst>
        <pc:docMk/>
      </pc:docMkLst>
      <pc:sldChg chg="modSp mod">
        <pc:chgData name="MYUNG JIN" userId="89f3fa32ababedc4" providerId="LiveId" clId="{80475E3D-B702-4D08-8445-5E37DCB8EF8F}" dt="2024-06-03T08:22:37.447" v="53" actId="20577"/>
        <pc:sldMkLst>
          <pc:docMk/>
          <pc:sldMk cId="0" sldId="257"/>
        </pc:sldMkLst>
        <pc:spChg chg="mod">
          <ac:chgData name="MYUNG JIN" userId="89f3fa32ababedc4" providerId="LiveId" clId="{80475E3D-B702-4D08-8445-5E37DCB8EF8F}" dt="2024-06-03T08:22:37.447" v="53" actId="20577"/>
          <ac:spMkLst>
            <pc:docMk/>
            <pc:sldMk cId="0" sldId="257"/>
            <ac:spMk id="15" creationId="{00000000-0000-0000-0000-000000000000}"/>
          </ac:spMkLst>
        </pc:spChg>
      </pc:sldChg>
      <pc:sldChg chg="addSp modSp mod">
        <pc:chgData name="MYUNG JIN" userId="89f3fa32ababedc4" providerId="LiveId" clId="{80475E3D-B702-4D08-8445-5E37DCB8EF8F}" dt="2024-06-03T12:30:56.301" v="311" actId="14100"/>
        <pc:sldMkLst>
          <pc:docMk/>
          <pc:sldMk cId="1552810297" sldId="308"/>
        </pc:sldMkLst>
        <pc:spChg chg="mod">
          <ac:chgData name="MYUNG JIN" userId="89f3fa32ababedc4" providerId="LiveId" clId="{80475E3D-B702-4D08-8445-5E37DCB8EF8F}" dt="2024-06-03T12:29:42.909" v="76" actId="20577"/>
          <ac:spMkLst>
            <pc:docMk/>
            <pc:sldMk cId="1552810297" sldId="308"/>
            <ac:spMk id="2" creationId="{00000000-0000-0000-0000-000000000000}"/>
          </ac:spMkLst>
        </pc:spChg>
        <pc:spChg chg="add mod">
          <ac:chgData name="MYUNG JIN" userId="89f3fa32ababedc4" providerId="LiveId" clId="{80475E3D-B702-4D08-8445-5E37DCB8EF8F}" dt="2024-06-03T12:30:06.229" v="155" actId="1076"/>
          <ac:spMkLst>
            <pc:docMk/>
            <pc:sldMk cId="1552810297" sldId="308"/>
            <ac:spMk id="3" creationId="{1E753705-DB30-E6DC-7090-AF69F2889C4C}"/>
          </ac:spMkLst>
        </pc:spChg>
        <pc:spChg chg="add mod">
          <ac:chgData name="MYUNG JIN" userId="89f3fa32ababedc4" providerId="LiveId" clId="{80475E3D-B702-4D08-8445-5E37DCB8EF8F}" dt="2024-06-03T12:30:56.301" v="311" actId="14100"/>
          <ac:spMkLst>
            <pc:docMk/>
            <pc:sldMk cId="1552810297" sldId="308"/>
            <ac:spMk id="4" creationId="{9FCB95D3-CF60-64D9-7711-9C6DC174679A}"/>
          </ac:spMkLst>
        </pc:spChg>
      </pc:sldChg>
      <pc:sldChg chg="ord">
        <pc:chgData name="MYUNG JIN" userId="89f3fa32ababedc4" providerId="LiveId" clId="{80475E3D-B702-4D08-8445-5E37DCB8EF8F}" dt="2024-06-03T12:32:38.483" v="417"/>
        <pc:sldMkLst>
          <pc:docMk/>
          <pc:sldMk cId="3578895977" sldId="309"/>
        </pc:sldMkLst>
      </pc:sldChg>
      <pc:sldChg chg="addSp modSp mod ord">
        <pc:chgData name="MYUNG JIN" userId="89f3fa32ababedc4" providerId="LiveId" clId="{80475E3D-B702-4D08-8445-5E37DCB8EF8F}" dt="2024-06-03T12:31:43.966" v="378" actId="20577"/>
        <pc:sldMkLst>
          <pc:docMk/>
          <pc:sldMk cId="3996259717" sldId="310"/>
        </pc:sldMkLst>
        <pc:spChg chg="mod">
          <ac:chgData name="MYUNG JIN" userId="89f3fa32ababedc4" providerId="LiveId" clId="{80475E3D-B702-4D08-8445-5E37DCB8EF8F}" dt="2024-06-03T12:31:04.651" v="319" actId="20577"/>
          <ac:spMkLst>
            <pc:docMk/>
            <pc:sldMk cId="3996259717" sldId="310"/>
            <ac:spMk id="2" creationId="{00000000-0000-0000-0000-000000000000}"/>
          </ac:spMkLst>
        </pc:spChg>
        <pc:spChg chg="add mod">
          <ac:chgData name="MYUNG JIN" userId="89f3fa32ababedc4" providerId="LiveId" clId="{80475E3D-B702-4D08-8445-5E37DCB8EF8F}" dt="2024-06-03T12:31:43.966" v="378" actId="20577"/>
          <ac:spMkLst>
            <pc:docMk/>
            <pc:sldMk cId="3996259717" sldId="310"/>
            <ac:spMk id="3" creationId="{40F08EFE-CC1E-579C-3E3F-49C9E75FED7C}"/>
          </ac:spMkLst>
        </pc:spChg>
        <pc:spChg chg="add mod">
          <ac:chgData name="MYUNG JIN" userId="89f3fa32ababedc4" providerId="LiveId" clId="{80475E3D-B702-4D08-8445-5E37DCB8EF8F}" dt="2024-06-03T12:31:39.402" v="372" actId="20577"/>
          <ac:spMkLst>
            <pc:docMk/>
            <pc:sldMk cId="3996259717" sldId="310"/>
            <ac:spMk id="4" creationId="{796E68BE-7893-F966-AD16-1B660819F070}"/>
          </ac:spMkLst>
        </pc:spChg>
      </pc:sldChg>
      <pc:sldChg chg="addSp modSp mod">
        <pc:chgData name="MYUNG JIN" userId="89f3fa32ababedc4" providerId="LiveId" clId="{80475E3D-B702-4D08-8445-5E37DCB8EF8F}" dt="2024-06-03T12:33:30.446" v="594" actId="14100"/>
        <pc:sldMkLst>
          <pc:docMk/>
          <pc:sldMk cId="1496575499" sldId="311"/>
        </pc:sldMkLst>
        <pc:spChg chg="mod">
          <ac:chgData name="MYUNG JIN" userId="89f3fa32ababedc4" providerId="LiveId" clId="{80475E3D-B702-4D08-8445-5E37DCB8EF8F}" dt="2024-06-03T12:32:44.154" v="423" actId="20577"/>
          <ac:spMkLst>
            <pc:docMk/>
            <pc:sldMk cId="1496575499" sldId="311"/>
            <ac:spMk id="2" creationId="{00000000-0000-0000-0000-000000000000}"/>
          </ac:spMkLst>
        </pc:spChg>
        <pc:spChg chg="add mod">
          <ac:chgData name="MYUNG JIN" userId="89f3fa32ababedc4" providerId="LiveId" clId="{80475E3D-B702-4D08-8445-5E37DCB8EF8F}" dt="2024-06-03T12:33:30.446" v="594" actId="14100"/>
          <ac:spMkLst>
            <pc:docMk/>
            <pc:sldMk cId="1496575499" sldId="311"/>
            <ac:spMk id="3" creationId="{4CA4904C-D6EB-7078-74CC-784354D1203E}"/>
          </ac:spMkLst>
        </pc:spChg>
      </pc:sldChg>
      <pc:sldChg chg="addSp delSp modSp add mod">
        <pc:chgData name="MYUNG JIN" userId="89f3fa32ababedc4" providerId="LiveId" clId="{80475E3D-B702-4D08-8445-5E37DCB8EF8F}" dt="2024-06-03T12:32:33.670" v="415" actId="1076"/>
        <pc:sldMkLst>
          <pc:docMk/>
          <pc:sldMk cId="2808551093" sldId="314"/>
        </pc:sldMkLst>
        <pc:spChg chg="mod">
          <ac:chgData name="MYUNG JIN" userId="89f3fa32ababedc4" providerId="LiveId" clId="{80475E3D-B702-4D08-8445-5E37DCB8EF8F}" dt="2024-06-03T12:32:12.259" v="410" actId="6549"/>
          <ac:spMkLst>
            <pc:docMk/>
            <pc:sldMk cId="2808551093" sldId="314"/>
            <ac:spMk id="3" creationId="{40F08EFE-CC1E-579C-3E3F-49C9E75FED7C}"/>
          </ac:spMkLst>
        </pc:spChg>
        <pc:spChg chg="del">
          <ac:chgData name="MYUNG JIN" userId="89f3fa32ababedc4" providerId="LiveId" clId="{80475E3D-B702-4D08-8445-5E37DCB8EF8F}" dt="2024-06-03T12:32:18.643" v="411" actId="478"/>
          <ac:spMkLst>
            <pc:docMk/>
            <pc:sldMk cId="2808551093" sldId="314"/>
            <ac:spMk id="4" creationId="{796E68BE-7893-F966-AD16-1B660819F070}"/>
          </ac:spMkLst>
        </pc:spChg>
        <pc:spChg chg="add mod">
          <ac:chgData name="MYUNG JIN" userId="89f3fa32ababedc4" providerId="LiveId" clId="{80475E3D-B702-4D08-8445-5E37DCB8EF8F}" dt="2024-06-03T12:32:33.670" v="415" actId="1076"/>
          <ac:spMkLst>
            <pc:docMk/>
            <pc:sldMk cId="2808551093" sldId="314"/>
            <ac:spMk id="9" creationId="{90AD4967-4C39-32FF-DA7F-F4C4CBD404E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2024-06-03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69D8441-CF3E-4C34-A420-65ADD8A7BB05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93E4E-B595-4996-A493-F707DD66EAFA}" type="datetimeFigureOut">
              <a:rPr lang="ko-KR" altLang="en-US" smtClean="0"/>
              <a:t>2024-06-03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cxnSp>
        <p:nvCxnSpPr>
          <p:cNvPr id="12" name="직선 연결선 11"/>
          <p:cNvCxnSpPr/>
          <p:nvPr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>
                <a:solidFill>
                  <a:srgbClr val="FFFFFF"/>
                </a:solidFill>
              </a:rPr>
              <a:t>1/17</a:t>
            </a:r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15" name="제목 1"/>
          <p:cNvSpPr txBox="1"/>
          <p:nvPr/>
        </p:nvSpPr>
        <p:spPr>
          <a:xfrm>
            <a:off x="251520" y="2672916"/>
            <a:ext cx="8712968" cy="151216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1438" tIns="45719" rIns="91438" bIns="45719" anchor="ctr"/>
          <a:lstStyle>
            <a:lvl1pPr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9pPr>
          </a:lstStyle>
          <a:p>
            <a:pPr lvl="0" algn="ctr" latinLnBrk="1">
              <a:defRPr/>
            </a:pPr>
            <a: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Supplementary </a:t>
            </a:r>
            <a:r>
              <a:rPr kumimoji="1" lang="en-US" altLang="ko-KR" sz="3200" b="1" dirty="0" err="1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Detrap</a:t>
            </a:r>
            <a: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 Simulation</a:t>
            </a:r>
          </a:p>
          <a:p>
            <a:pPr lvl="0" algn="ctr" latinLnBrk="1">
              <a:defRPr/>
            </a:pPr>
            <a:endParaRPr kumimoji="1" lang="en-US" altLang="ko-KR" sz="3200" b="1" dirty="0">
              <a:solidFill>
                <a:srgbClr val="0000FF"/>
              </a:solidFill>
              <a:latin typeface="Calibri"/>
              <a:ea typeface="굴림"/>
              <a:cs typeface="굴림"/>
            </a:endParaRPr>
          </a:p>
          <a:p>
            <a:pPr lvl="0" algn="ctr" latinLnBrk="1">
              <a:defRPr/>
            </a:pPr>
            <a:r>
              <a:rPr kumimoji="1" lang="ko-KR" alt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rPr>
              <a:t>진명</a:t>
            </a:r>
          </a:p>
        </p:txBody>
      </p:sp>
    </p:spTree>
  </p:cSld>
  <p:clrMapOvr>
    <a:masterClrMapping/>
  </p:clrMapOvr>
  <p:transition advTm="4919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Device Spec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solidFill>
                  <a:srgbClr val="FFFFFF"/>
                </a:solidFill>
              </a:rPr>
              <a:t>2/17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753705-DB30-E6DC-7090-AF69F2889C4C}"/>
              </a:ext>
            </a:extLst>
          </p:cNvPr>
          <p:cNvSpPr txBox="1"/>
          <p:nvPr/>
        </p:nvSpPr>
        <p:spPr>
          <a:xfrm>
            <a:off x="278983" y="1210236"/>
            <a:ext cx="5316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Hynix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소자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조형준 선배에게서 인수인계 받음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CB95D3-CF60-64D9-7711-9C6DC174679A}"/>
              </a:ext>
            </a:extLst>
          </p:cNvPr>
          <p:cNvSpPr txBox="1"/>
          <p:nvPr/>
        </p:nvSpPr>
        <p:spPr>
          <a:xfrm>
            <a:off x="278983" y="3843431"/>
            <a:ext cx="7941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논문에서의 소자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(CTN emission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관련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fitting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에서는 해당 스펙을 이용했다고 함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.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52810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5"/>
    </mc:Choice>
    <mc:Fallback xmlns="">
      <p:transition spd="slow" advTm="108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Result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solidFill>
                  <a:srgbClr val="FFFFFF"/>
                </a:solidFill>
              </a:rPr>
              <a:t>2/17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F08EFE-CC1E-579C-3E3F-49C9E75FED7C}"/>
              </a:ext>
            </a:extLst>
          </p:cNvPr>
          <p:cNvSpPr txBox="1"/>
          <p:nvPr/>
        </p:nvSpPr>
        <p:spPr>
          <a:xfrm>
            <a:off x="672353" y="1362635"/>
            <a:ext cx="46437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Et = 1.0 / 1.5 [eV] at T = 298K [25C]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E68BE-7893-F966-AD16-1B660819F070}"/>
              </a:ext>
            </a:extLst>
          </p:cNvPr>
          <p:cNvSpPr txBox="1"/>
          <p:nvPr/>
        </p:nvSpPr>
        <p:spPr>
          <a:xfrm>
            <a:off x="672353" y="3719575"/>
            <a:ext cx="46437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Et = 1.0 / 1.5 [eV] at T = 358K [85C]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96259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Result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solidFill>
                  <a:srgbClr val="FFFFFF"/>
                </a:solidFill>
              </a:rPr>
              <a:t>2/17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F08EFE-CC1E-579C-3E3F-49C9E75FED7C}"/>
              </a:ext>
            </a:extLst>
          </p:cNvPr>
          <p:cNvSpPr txBox="1"/>
          <p:nvPr/>
        </p:nvSpPr>
        <p:spPr>
          <a:xfrm>
            <a:off x="672353" y="1362635"/>
            <a:ext cx="46437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 = 298K / 358K at Et = 1.0 eV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AD4967-4C39-32FF-DA7F-F4C4CBD404EA}"/>
              </a:ext>
            </a:extLst>
          </p:cNvPr>
          <p:cNvSpPr txBox="1"/>
          <p:nvPr/>
        </p:nvSpPr>
        <p:spPr>
          <a:xfrm>
            <a:off x="672353" y="3719575"/>
            <a:ext cx="46437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 = 298K / 358K at Et = 1.5 eV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08551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"/>
    </mc:Choice>
    <mc:Fallback xmlns="">
      <p:transition spd="slow" advTm="2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Result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solidFill>
                  <a:srgbClr val="FFFFFF"/>
                </a:solidFill>
              </a:rPr>
              <a:t>2/17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A4904C-D6EB-7078-74CC-784354D1203E}"/>
              </a:ext>
            </a:extLst>
          </p:cNvPr>
          <p:cNvSpPr txBox="1"/>
          <p:nvPr/>
        </p:nvSpPr>
        <p:spPr>
          <a:xfrm>
            <a:off x="564775" y="1066800"/>
            <a:ext cx="68400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4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가지 조합에 대하여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 rate (D =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en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 </a:t>
            </a:r>
            <a:r>
              <a:rPr lang="ko-KR" altLang="en-US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비교값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&gt;&gt; DT / TE / TBT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대하여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DT &gt; TBT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인지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TBT &gt; DT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인지</a:t>
            </a:r>
          </a:p>
        </p:txBody>
      </p:sp>
    </p:spTree>
    <p:extLst>
      <p:ext uri="{BB962C8B-B14F-4D97-AF65-F5344CB8AC3E}">
        <p14:creationId xmlns:p14="http://schemas.microsoft.com/office/powerpoint/2010/main" val="149657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1"/>
    </mc:Choice>
    <mc:Fallback xmlns="">
      <p:transition spd="slow" advTm="21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solidFill>
                  <a:srgbClr val="FFFFFF"/>
                </a:solidFill>
              </a:rPr>
              <a:t>2/17</a:t>
            </a:r>
            <a:endParaRPr lang="ko-KR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895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5"/>
    </mc:Choice>
    <mc:Fallback xmlns="">
      <p:transition spd="slow" advTm="54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제목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solidFill>
                  <a:srgbClr val="FFFFFF"/>
                </a:solidFill>
              </a:rPr>
              <a:t>2/17</a:t>
            </a:r>
            <a:endParaRPr lang="ko-KR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812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3"/>
    </mc:Choice>
    <mc:Fallback xmlns="">
      <p:transition spd="slow" advTm="54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제목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solidFill>
                  <a:srgbClr val="FFFFFF"/>
                </a:solidFill>
              </a:rPr>
              <a:t>2/17</a:t>
            </a:r>
            <a:endParaRPr lang="ko-KR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815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49"/>
    </mc:Choice>
    <mc:Fallback xmlns="">
      <p:transition spd="slow" advTm="3349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184</Words>
  <Application>Microsoft Office PowerPoint</Application>
  <PresentationFormat>화면 슬라이드 쇼(4:3)</PresentationFormat>
  <Paragraphs>34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맑은 고딕</vt:lpstr>
      <vt:lpstr>Arial</vt:lpstr>
      <vt:lpstr>Calibri</vt:lpstr>
      <vt:lpstr>Calibri Light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2024-06-03T12:33:31Z</dcterms:modified>
  <cp:version/>
</cp:coreProperties>
</file>