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7"/>
  </p:notesMasterIdLst>
  <p:sldIdLst>
    <p:sldId id="314" r:id="rId2"/>
    <p:sldId id="315" r:id="rId3"/>
    <p:sldId id="316" r:id="rId4"/>
    <p:sldId id="320" r:id="rId5"/>
    <p:sldId id="317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7C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EB77D7-C8FD-458A-A25F-7506E97696AE}" v="832" dt="2025-07-29T21:11:47.722"/>
    <p1510:client id="{B2D9CAB9-854E-410C-ACAF-F4EF898685E6}" v="174" dt="2025-07-30T09:10:56.2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54" d="100"/>
          <a:sy n="154" d="100"/>
        </p:scale>
        <p:origin x="1902" y="12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B2D9CAB9-854E-410C-ACAF-F4EF898685E6}"/>
    <pc:docChg chg="undo custSel modSld">
      <pc:chgData name="MYUNG JIN" userId="89f3fa32ababedc4" providerId="LiveId" clId="{B2D9CAB9-854E-410C-ACAF-F4EF898685E6}" dt="2025-07-30T09:11:11.028" v="459" actId="14100"/>
      <pc:docMkLst>
        <pc:docMk/>
      </pc:docMkLst>
      <pc:sldChg chg="addSp delSp modSp mod">
        <pc:chgData name="MYUNG JIN" userId="89f3fa32ababedc4" providerId="LiveId" clId="{B2D9CAB9-854E-410C-ACAF-F4EF898685E6}" dt="2025-07-30T04:50:27.976" v="222" actId="1037"/>
        <pc:sldMkLst>
          <pc:docMk/>
          <pc:sldMk cId="2899342611" sldId="315"/>
        </pc:sldMkLst>
        <pc:spChg chg="add mod">
          <ac:chgData name="MYUNG JIN" userId="89f3fa32ababedc4" providerId="LiveId" clId="{B2D9CAB9-854E-410C-ACAF-F4EF898685E6}" dt="2025-07-30T04:49:32.172" v="110" actId="1076"/>
          <ac:spMkLst>
            <pc:docMk/>
            <pc:sldMk cId="2899342611" sldId="315"/>
            <ac:spMk id="3" creationId="{DDF9E5CB-8E5B-9888-6484-1F93D61002FF}"/>
          </ac:spMkLst>
        </pc:spChg>
        <pc:spChg chg="add mod">
          <ac:chgData name="MYUNG JIN" userId="89f3fa32ababedc4" providerId="LiveId" clId="{B2D9CAB9-854E-410C-ACAF-F4EF898685E6}" dt="2025-07-30T04:49:51.681" v="156" actId="1076"/>
          <ac:spMkLst>
            <pc:docMk/>
            <pc:sldMk cId="2899342611" sldId="315"/>
            <ac:spMk id="5" creationId="{9D248174-97B2-155C-B849-369CFA3832E5}"/>
          </ac:spMkLst>
        </pc:spChg>
        <pc:spChg chg="add mod">
          <ac:chgData name="MYUNG JIN" userId="89f3fa32ababedc4" providerId="LiveId" clId="{B2D9CAB9-854E-410C-ACAF-F4EF898685E6}" dt="2025-07-30T04:49:32.172" v="110" actId="1076"/>
          <ac:spMkLst>
            <pc:docMk/>
            <pc:sldMk cId="2899342611" sldId="315"/>
            <ac:spMk id="6" creationId="{A2C9307C-C048-EB7B-DBA8-7A64CD054BC4}"/>
          </ac:spMkLst>
        </pc:spChg>
        <pc:spChg chg="add mod">
          <ac:chgData name="MYUNG JIN" userId="89f3fa32ababedc4" providerId="LiveId" clId="{B2D9CAB9-854E-410C-ACAF-F4EF898685E6}" dt="2025-07-30T04:49:32.172" v="110" actId="1076"/>
          <ac:spMkLst>
            <pc:docMk/>
            <pc:sldMk cId="2899342611" sldId="315"/>
            <ac:spMk id="7" creationId="{CCC8670A-C59B-F350-A208-8377B9930921}"/>
          </ac:spMkLst>
        </pc:spChg>
        <pc:spChg chg="add del mod">
          <ac:chgData name="MYUNG JIN" userId="89f3fa32ababedc4" providerId="LiveId" clId="{B2D9CAB9-854E-410C-ACAF-F4EF898685E6}" dt="2025-07-30T04:49:12.567" v="76" actId="478"/>
          <ac:spMkLst>
            <pc:docMk/>
            <pc:sldMk cId="2899342611" sldId="315"/>
            <ac:spMk id="8" creationId="{340DBE8A-A62B-CBAE-45E5-10939A033C0C}"/>
          </ac:spMkLst>
        </pc:spChg>
        <pc:spChg chg="add mod">
          <ac:chgData name="MYUNG JIN" userId="89f3fa32ababedc4" providerId="LiveId" clId="{B2D9CAB9-854E-410C-ACAF-F4EF898685E6}" dt="2025-07-30T04:50:27.976" v="222" actId="1037"/>
          <ac:spMkLst>
            <pc:docMk/>
            <pc:sldMk cId="2899342611" sldId="315"/>
            <ac:spMk id="9" creationId="{6DA05EEE-46FE-69DF-B90E-9B596FFE0A5C}"/>
          </ac:spMkLst>
        </pc:spChg>
        <pc:spChg chg="add mod">
          <ac:chgData name="MYUNG JIN" userId="89f3fa32ababedc4" providerId="LiveId" clId="{B2D9CAB9-854E-410C-ACAF-F4EF898685E6}" dt="2025-07-30T04:50:23.585" v="215" actId="1037"/>
          <ac:spMkLst>
            <pc:docMk/>
            <pc:sldMk cId="2899342611" sldId="315"/>
            <ac:spMk id="10" creationId="{7BA38CEE-4B48-5A76-5CB3-1889D843EFD1}"/>
          </ac:spMkLst>
        </pc:spChg>
        <pc:spChg chg="add mod">
          <ac:chgData name="MYUNG JIN" userId="89f3fa32ababedc4" providerId="LiveId" clId="{B2D9CAB9-854E-410C-ACAF-F4EF898685E6}" dt="2025-07-30T04:50:11.990" v="204" actId="1076"/>
          <ac:spMkLst>
            <pc:docMk/>
            <pc:sldMk cId="2899342611" sldId="315"/>
            <ac:spMk id="11" creationId="{CB280C18-5D7D-1AA0-7B45-6CA40ADD9AA8}"/>
          </ac:spMkLst>
        </pc:spChg>
        <pc:spChg chg="mod">
          <ac:chgData name="MYUNG JIN" userId="89f3fa32ababedc4" providerId="LiveId" clId="{B2D9CAB9-854E-410C-ACAF-F4EF898685E6}" dt="2025-07-30T04:50:10.656" v="203" actId="1076"/>
          <ac:spMkLst>
            <pc:docMk/>
            <pc:sldMk cId="2899342611" sldId="315"/>
            <ac:spMk id="27" creationId="{AD6F227D-4A93-BED6-EEEB-3716202C06B6}"/>
          </ac:spMkLst>
        </pc:spChg>
        <pc:spChg chg="mod">
          <ac:chgData name="MYUNG JIN" userId="89f3fa32ababedc4" providerId="LiveId" clId="{B2D9CAB9-854E-410C-ACAF-F4EF898685E6}" dt="2025-07-30T04:48:59.198" v="68" actId="1076"/>
          <ac:spMkLst>
            <pc:docMk/>
            <pc:sldMk cId="2899342611" sldId="315"/>
            <ac:spMk id="28" creationId="{36D5AF6A-AB5A-5CC5-4F23-14D399DAB132}"/>
          </ac:spMkLst>
        </pc:spChg>
      </pc:sldChg>
      <pc:sldChg chg="addSp modSp mod">
        <pc:chgData name="MYUNG JIN" userId="89f3fa32ababedc4" providerId="LiveId" clId="{B2D9CAB9-854E-410C-ACAF-F4EF898685E6}" dt="2025-07-30T09:10:42.921" v="452" actId="1076"/>
        <pc:sldMkLst>
          <pc:docMk/>
          <pc:sldMk cId="582790766" sldId="316"/>
        </pc:sldMkLst>
        <pc:spChg chg="add mod">
          <ac:chgData name="MYUNG JIN" userId="89f3fa32ababedc4" providerId="LiveId" clId="{B2D9CAB9-854E-410C-ACAF-F4EF898685E6}" dt="2025-07-30T09:06:15.359" v="337" actId="14100"/>
          <ac:spMkLst>
            <pc:docMk/>
            <pc:sldMk cId="582790766" sldId="316"/>
            <ac:spMk id="7" creationId="{18115BC7-4B3C-CF51-EE26-BDD9D7DD05A4}"/>
          </ac:spMkLst>
        </pc:spChg>
        <pc:spChg chg="mod">
          <ac:chgData name="MYUNG JIN" userId="89f3fa32ababedc4" providerId="LiveId" clId="{B2D9CAB9-854E-410C-ACAF-F4EF898685E6}" dt="2025-07-30T09:06:03.814" v="335" actId="1076"/>
          <ac:spMkLst>
            <pc:docMk/>
            <pc:sldMk cId="582790766" sldId="316"/>
            <ac:spMk id="17" creationId="{8054B2A5-89A1-B5F1-594E-8CFCD19BB04F}"/>
          </ac:spMkLst>
        </pc:spChg>
        <pc:spChg chg="mod">
          <ac:chgData name="MYUNG JIN" userId="89f3fa32ababedc4" providerId="LiveId" clId="{B2D9CAB9-854E-410C-ACAF-F4EF898685E6}" dt="2025-07-30T09:09:48.292" v="399" actId="1076"/>
          <ac:spMkLst>
            <pc:docMk/>
            <pc:sldMk cId="582790766" sldId="316"/>
            <ac:spMk id="19" creationId="{FB948C8F-D867-83DA-02C6-84C779704DC0}"/>
          </ac:spMkLst>
        </pc:spChg>
        <pc:spChg chg="mod">
          <ac:chgData name="MYUNG JIN" userId="89f3fa32ababedc4" providerId="LiveId" clId="{B2D9CAB9-854E-410C-ACAF-F4EF898685E6}" dt="2025-07-30T09:09:48.292" v="399" actId="1076"/>
          <ac:spMkLst>
            <pc:docMk/>
            <pc:sldMk cId="582790766" sldId="316"/>
            <ac:spMk id="20" creationId="{2B7B4BD5-036D-DA6B-0E18-876BD2DAB7E4}"/>
          </ac:spMkLst>
        </pc:spChg>
        <pc:spChg chg="mod">
          <ac:chgData name="MYUNG JIN" userId="89f3fa32ababedc4" providerId="LiveId" clId="{B2D9CAB9-854E-410C-ACAF-F4EF898685E6}" dt="2025-07-30T09:09:48.292" v="399" actId="1076"/>
          <ac:spMkLst>
            <pc:docMk/>
            <pc:sldMk cId="582790766" sldId="316"/>
            <ac:spMk id="21" creationId="{2AE079EB-E887-339B-6696-1C7A1643959F}"/>
          </ac:spMkLst>
        </pc:spChg>
        <pc:spChg chg="mod">
          <ac:chgData name="MYUNG JIN" userId="89f3fa32ababedc4" providerId="LiveId" clId="{B2D9CAB9-854E-410C-ACAF-F4EF898685E6}" dt="2025-07-30T08:56:17.311" v="284" actId="14100"/>
          <ac:spMkLst>
            <pc:docMk/>
            <pc:sldMk cId="582790766" sldId="316"/>
            <ac:spMk id="22" creationId="{2CB1AA8F-C1E2-7322-4C12-0E2A3C84E983}"/>
          </ac:spMkLst>
        </pc:spChg>
        <pc:spChg chg="mod">
          <ac:chgData name="MYUNG JIN" userId="89f3fa32ababedc4" providerId="LiveId" clId="{B2D9CAB9-854E-410C-ACAF-F4EF898685E6}" dt="2025-07-30T08:56:19.125" v="285" actId="1076"/>
          <ac:spMkLst>
            <pc:docMk/>
            <pc:sldMk cId="582790766" sldId="316"/>
            <ac:spMk id="23" creationId="{D2CC6B17-5B4C-70BD-4D23-F84B438AF515}"/>
          </ac:spMkLst>
        </pc:spChg>
        <pc:spChg chg="mod">
          <ac:chgData name="MYUNG JIN" userId="89f3fa32ababedc4" providerId="LiveId" clId="{B2D9CAB9-854E-410C-ACAF-F4EF898685E6}" dt="2025-07-30T08:56:11.895" v="283" actId="1076"/>
          <ac:spMkLst>
            <pc:docMk/>
            <pc:sldMk cId="582790766" sldId="316"/>
            <ac:spMk id="24" creationId="{719927BE-E5D4-8EC7-C3D7-9903696C2461}"/>
          </ac:spMkLst>
        </pc:spChg>
        <pc:spChg chg="mod">
          <ac:chgData name="MYUNG JIN" userId="89f3fa32ababedc4" providerId="LiveId" clId="{B2D9CAB9-854E-410C-ACAF-F4EF898685E6}" dt="2025-07-30T06:52:59.299" v="244" actId="1076"/>
          <ac:spMkLst>
            <pc:docMk/>
            <pc:sldMk cId="582790766" sldId="316"/>
            <ac:spMk id="25" creationId="{E53C1AEF-AFAF-FBA7-A3C1-C3653B5A60BC}"/>
          </ac:spMkLst>
        </pc:spChg>
        <pc:spChg chg="mod">
          <ac:chgData name="MYUNG JIN" userId="89f3fa32ababedc4" providerId="LiveId" clId="{B2D9CAB9-854E-410C-ACAF-F4EF898685E6}" dt="2025-07-30T08:56:23.233" v="286" actId="1076"/>
          <ac:spMkLst>
            <pc:docMk/>
            <pc:sldMk cId="582790766" sldId="316"/>
            <ac:spMk id="26" creationId="{BE9D121A-C609-3ED7-48A5-E82795A979C8}"/>
          </ac:spMkLst>
        </pc:spChg>
        <pc:spChg chg="add mod">
          <ac:chgData name="MYUNG JIN" userId="89f3fa32ababedc4" providerId="LiveId" clId="{B2D9CAB9-854E-410C-ACAF-F4EF898685E6}" dt="2025-07-30T09:09:42.663" v="398" actId="20577"/>
          <ac:spMkLst>
            <pc:docMk/>
            <pc:sldMk cId="582790766" sldId="316"/>
            <ac:spMk id="27" creationId="{3131675F-DEBB-21D1-7849-4E33DFB17A61}"/>
          </ac:spMkLst>
        </pc:spChg>
        <pc:spChg chg="add mod">
          <ac:chgData name="MYUNG JIN" userId="89f3fa32ababedc4" providerId="LiveId" clId="{B2D9CAB9-854E-410C-ACAF-F4EF898685E6}" dt="2025-07-30T09:10:42.921" v="452" actId="1076"/>
          <ac:spMkLst>
            <pc:docMk/>
            <pc:sldMk cId="582790766" sldId="316"/>
            <ac:spMk id="28" creationId="{EC05F773-3862-972F-A0A8-D1A4C693A1B7}"/>
          </ac:spMkLst>
        </pc:spChg>
        <pc:cxnChg chg="add mod">
          <ac:chgData name="MYUNG JIN" userId="89f3fa32ababedc4" providerId="LiveId" clId="{B2D9CAB9-854E-410C-ACAF-F4EF898685E6}" dt="2025-07-30T09:07:18.345" v="341" actId="14100"/>
          <ac:cxnSpMkLst>
            <pc:docMk/>
            <pc:sldMk cId="582790766" sldId="316"/>
            <ac:cxnSpMk id="11" creationId="{0F29E7DD-EB8B-E3D1-460F-9DB50CF83498}"/>
          </ac:cxnSpMkLst>
        </pc:cxnChg>
      </pc:sldChg>
      <pc:sldChg chg="addSp delSp modSp mod">
        <pc:chgData name="MYUNG JIN" userId="89f3fa32ababedc4" providerId="LiveId" clId="{B2D9CAB9-854E-410C-ACAF-F4EF898685E6}" dt="2025-07-30T09:11:11.028" v="459" actId="14100"/>
        <pc:sldMkLst>
          <pc:docMk/>
          <pc:sldMk cId="3898335745" sldId="320"/>
        </pc:sldMkLst>
        <pc:spChg chg="add del mod ord">
          <ac:chgData name="MYUNG JIN" userId="89f3fa32ababedc4" providerId="LiveId" clId="{B2D9CAB9-854E-410C-ACAF-F4EF898685E6}" dt="2025-07-30T09:11:07.269" v="457" actId="478"/>
          <ac:spMkLst>
            <pc:docMk/>
            <pc:sldMk cId="3898335745" sldId="320"/>
            <ac:spMk id="3" creationId="{DBBD309D-E75D-4BE2-D91B-BF42175D13A0}"/>
          </ac:spMkLst>
        </pc:spChg>
        <pc:spChg chg="add mod ord">
          <ac:chgData name="MYUNG JIN" userId="89f3fa32ababedc4" providerId="LiveId" clId="{B2D9CAB9-854E-410C-ACAF-F4EF898685E6}" dt="2025-07-30T09:11:03.517" v="455" actId="167"/>
          <ac:spMkLst>
            <pc:docMk/>
            <pc:sldMk cId="3898335745" sldId="320"/>
            <ac:spMk id="4" creationId="{EE78109D-57A3-3E23-C1EA-A7638F67A9C1}"/>
          </ac:spMkLst>
        </pc:spChg>
        <pc:spChg chg="add mod ord">
          <ac:chgData name="MYUNG JIN" userId="89f3fa32ababedc4" providerId="LiveId" clId="{B2D9CAB9-854E-410C-ACAF-F4EF898685E6}" dt="2025-07-30T09:11:03.517" v="455" actId="167"/>
          <ac:spMkLst>
            <pc:docMk/>
            <pc:sldMk cId="3898335745" sldId="320"/>
            <ac:spMk id="5" creationId="{1EA4C400-F0CE-C0B0-D40E-7BD7539B0E25}"/>
          </ac:spMkLst>
        </pc:spChg>
        <pc:spChg chg="mod">
          <ac:chgData name="MYUNG JIN" userId="89f3fa32ababedc4" providerId="LiveId" clId="{B2D9CAB9-854E-410C-ACAF-F4EF898685E6}" dt="2025-07-30T09:11:11.028" v="459" actId="14100"/>
          <ac:spMkLst>
            <pc:docMk/>
            <pc:sldMk cId="3898335745" sldId="320"/>
            <ac:spMk id="16" creationId="{70FA8459-1215-008C-96AC-DD9CA8F118F0}"/>
          </ac:spMkLst>
        </pc:spChg>
        <pc:spChg chg="del">
          <ac:chgData name="MYUNG JIN" userId="89f3fa32ababedc4" providerId="LiveId" clId="{B2D9CAB9-854E-410C-ACAF-F4EF898685E6}" dt="2025-07-30T08:54:16.323" v="264" actId="478"/>
          <ac:spMkLst>
            <pc:docMk/>
            <pc:sldMk cId="3898335745" sldId="320"/>
            <ac:spMk id="18" creationId="{E4840060-A950-6265-9AEC-4FEE91C305C7}"/>
          </ac:spMkLst>
        </pc:spChg>
        <pc:spChg chg="del">
          <ac:chgData name="MYUNG JIN" userId="89f3fa32ababedc4" providerId="LiveId" clId="{B2D9CAB9-854E-410C-ACAF-F4EF898685E6}" dt="2025-07-30T09:11:05.942" v="456" actId="478"/>
          <ac:spMkLst>
            <pc:docMk/>
            <pc:sldMk cId="3898335745" sldId="320"/>
            <ac:spMk id="19" creationId="{FCD53F8D-7C6D-C594-6346-F4E86807B884}"/>
          </ac:spMkLst>
        </pc:spChg>
      </pc:sldChg>
    </pc:docChg>
  </pc:docChgLst>
  <pc:docChgLst>
    <pc:chgData name="MYUNG JIN" userId="89f3fa32ababedc4" providerId="LiveId" clId="{70EB77D7-C8FD-458A-A25F-7506E97696AE}"/>
    <pc:docChg chg="undo custSel addSld delSld modSld modMainMaster">
      <pc:chgData name="MYUNG JIN" userId="89f3fa32ababedc4" providerId="LiveId" clId="{70EB77D7-C8FD-458A-A25F-7506E97696AE}" dt="2025-07-29T21:11:59.436" v="1818" actId="1076"/>
      <pc:docMkLst>
        <pc:docMk/>
      </pc:docMkLst>
      <pc:sldChg chg="modSp mod">
        <pc:chgData name="MYUNG JIN" userId="89f3fa32ababedc4" providerId="LiveId" clId="{70EB77D7-C8FD-458A-A25F-7506E97696AE}" dt="2025-07-29T19:46:53.703" v="306" actId="20577"/>
        <pc:sldMkLst>
          <pc:docMk/>
          <pc:sldMk cId="2415824652" sldId="314"/>
        </pc:sldMkLst>
        <pc:spChg chg="mod">
          <ac:chgData name="MYUNG JIN" userId="89f3fa32ababedc4" providerId="LiveId" clId="{70EB77D7-C8FD-458A-A25F-7506E97696AE}" dt="2025-07-29T19:46:53.703" v="306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delSp modSp mod">
        <pc:chgData name="MYUNG JIN" userId="89f3fa32ababedc4" providerId="LiveId" clId="{70EB77D7-C8FD-458A-A25F-7506E97696AE}" dt="2025-07-29T21:11:59.436" v="1818" actId="1076"/>
        <pc:sldMkLst>
          <pc:docMk/>
          <pc:sldMk cId="2899342611" sldId="315"/>
        </pc:sldMkLst>
        <pc:spChg chg="mod">
          <ac:chgData name="MYUNG JIN" userId="89f3fa32ababedc4" providerId="LiveId" clId="{70EB77D7-C8FD-458A-A25F-7506E97696AE}" dt="2025-07-29T16:20:14.366" v="153" actId="20577"/>
          <ac:spMkLst>
            <pc:docMk/>
            <pc:sldMk cId="2899342611" sldId="315"/>
            <ac:spMk id="2" creationId="{6B80B26E-D7EF-B0B7-2CB8-5143E660972A}"/>
          </ac:spMkLst>
        </pc:spChg>
        <pc:spChg chg="add mod topLvl">
          <ac:chgData name="MYUNG JIN" userId="89f3fa32ababedc4" providerId="LiveId" clId="{70EB77D7-C8FD-458A-A25F-7506E97696AE}" dt="2025-07-29T21:11:21.635" v="1804" actId="165"/>
          <ac:spMkLst>
            <pc:docMk/>
            <pc:sldMk cId="2899342611" sldId="315"/>
            <ac:spMk id="18" creationId="{319BB36E-CE62-3972-AAD7-B373733E7686}"/>
          </ac:spMkLst>
        </pc:spChg>
        <pc:spChg chg="add mod ord topLvl">
          <ac:chgData name="MYUNG JIN" userId="89f3fa32ababedc4" providerId="LiveId" clId="{70EB77D7-C8FD-458A-A25F-7506E97696AE}" dt="2025-07-29T21:11:26.537" v="1805" actId="166"/>
          <ac:spMkLst>
            <pc:docMk/>
            <pc:sldMk cId="2899342611" sldId="315"/>
            <ac:spMk id="19" creationId="{D0AD3E4F-52C1-7BC3-321E-D77B121A35C5}"/>
          </ac:spMkLst>
        </pc:spChg>
        <pc:spChg chg="add mod">
          <ac:chgData name="MYUNG JIN" userId="89f3fa32ababedc4" providerId="LiveId" clId="{70EB77D7-C8FD-458A-A25F-7506E97696AE}" dt="2025-07-29T20:31:50.841" v="847" actId="1076"/>
          <ac:spMkLst>
            <pc:docMk/>
            <pc:sldMk cId="2899342611" sldId="315"/>
            <ac:spMk id="20" creationId="{5184216F-2368-A219-7C1F-6A50DE3B23ED}"/>
          </ac:spMkLst>
        </pc:spChg>
        <pc:spChg chg="add mod">
          <ac:chgData name="MYUNG JIN" userId="89f3fa32ababedc4" providerId="LiveId" clId="{70EB77D7-C8FD-458A-A25F-7506E97696AE}" dt="2025-07-29T20:31:50.841" v="847" actId="1076"/>
          <ac:spMkLst>
            <pc:docMk/>
            <pc:sldMk cId="2899342611" sldId="315"/>
            <ac:spMk id="22" creationId="{AF0B68F3-7B63-43AC-A3C4-CCBA94365B46}"/>
          </ac:spMkLst>
        </pc:spChg>
        <pc:spChg chg="add mod ord">
          <ac:chgData name="MYUNG JIN" userId="89f3fa32ababedc4" providerId="LiveId" clId="{70EB77D7-C8FD-458A-A25F-7506E97696AE}" dt="2025-07-29T21:11:26.537" v="1805" actId="166"/>
          <ac:spMkLst>
            <pc:docMk/>
            <pc:sldMk cId="2899342611" sldId="315"/>
            <ac:spMk id="23" creationId="{C8F22F7B-5DCD-0FED-2578-F81166CF7E1C}"/>
          </ac:spMkLst>
        </pc:spChg>
        <pc:spChg chg="add mod">
          <ac:chgData name="MYUNG JIN" userId="89f3fa32ababedc4" providerId="LiveId" clId="{70EB77D7-C8FD-458A-A25F-7506E97696AE}" dt="2025-07-29T20:31:50.841" v="847" actId="1076"/>
          <ac:spMkLst>
            <pc:docMk/>
            <pc:sldMk cId="2899342611" sldId="315"/>
            <ac:spMk id="25" creationId="{6128FE76-C9DC-6186-D782-67AB6D590A47}"/>
          </ac:spMkLst>
        </pc:spChg>
        <pc:spChg chg="add mod ord">
          <ac:chgData name="MYUNG JIN" userId="89f3fa32ababedc4" providerId="LiveId" clId="{70EB77D7-C8FD-458A-A25F-7506E97696AE}" dt="2025-07-29T21:11:26.537" v="1805" actId="166"/>
          <ac:spMkLst>
            <pc:docMk/>
            <pc:sldMk cId="2899342611" sldId="315"/>
            <ac:spMk id="26" creationId="{74F1789F-8E63-E4D3-6613-E78215D71F6D}"/>
          </ac:spMkLst>
        </pc:spChg>
        <pc:spChg chg="add mod">
          <ac:chgData name="MYUNG JIN" userId="89f3fa32ababedc4" providerId="LiveId" clId="{70EB77D7-C8FD-458A-A25F-7506E97696AE}" dt="2025-07-29T20:35:00.644" v="1098" actId="1076"/>
          <ac:spMkLst>
            <pc:docMk/>
            <pc:sldMk cId="2899342611" sldId="315"/>
            <ac:spMk id="27" creationId="{AD6F227D-4A93-BED6-EEEB-3716202C06B6}"/>
          </ac:spMkLst>
        </pc:spChg>
        <pc:spChg chg="add mod">
          <ac:chgData name="MYUNG JIN" userId="89f3fa32ababedc4" providerId="LiveId" clId="{70EB77D7-C8FD-458A-A25F-7506E97696AE}" dt="2025-07-29T20:35:13.910" v="1136" actId="20577"/>
          <ac:spMkLst>
            <pc:docMk/>
            <pc:sldMk cId="2899342611" sldId="315"/>
            <ac:spMk id="28" creationId="{36D5AF6A-AB5A-5CC5-4F23-14D399DAB132}"/>
          </ac:spMkLst>
        </pc:spChg>
        <pc:spChg chg="add mod">
          <ac:chgData name="MYUNG JIN" userId="89f3fa32ababedc4" providerId="LiveId" clId="{70EB77D7-C8FD-458A-A25F-7506E97696AE}" dt="2025-07-29T21:10:35.657" v="1781" actId="20577"/>
          <ac:spMkLst>
            <pc:docMk/>
            <pc:sldMk cId="2899342611" sldId="315"/>
            <ac:spMk id="29" creationId="{9B101F55-AA6D-C9BF-5773-8EA6D54A3E23}"/>
          </ac:spMkLst>
        </pc:spChg>
        <pc:spChg chg="add mod">
          <ac:chgData name="MYUNG JIN" userId="89f3fa32ababedc4" providerId="LiveId" clId="{70EB77D7-C8FD-458A-A25F-7506E97696AE}" dt="2025-07-29T21:10:47.527" v="1788" actId="14100"/>
          <ac:spMkLst>
            <pc:docMk/>
            <pc:sldMk cId="2899342611" sldId="315"/>
            <ac:spMk id="30" creationId="{897AAD34-4D06-EB43-0A04-9CC4E2A49A2E}"/>
          </ac:spMkLst>
        </pc:spChg>
        <pc:spChg chg="add mod">
          <ac:chgData name="MYUNG JIN" userId="89f3fa32ababedc4" providerId="LiveId" clId="{70EB77D7-C8FD-458A-A25F-7506E97696AE}" dt="2025-07-29T21:10:51.196" v="1790" actId="20577"/>
          <ac:spMkLst>
            <pc:docMk/>
            <pc:sldMk cId="2899342611" sldId="315"/>
            <ac:spMk id="31" creationId="{6746B705-225E-3604-76CC-66D30F0207AF}"/>
          </ac:spMkLst>
        </pc:spChg>
        <pc:spChg chg="add mod">
          <ac:chgData name="MYUNG JIN" userId="89f3fa32ababedc4" providerId="LiveId" clId="{70EB77D7-C8FD-458A-A25F-7506E97696AE}" dt="2025-07-29T21:11:41.105" v="1810" actId="1037"/>
          <ac:spMkLst>
            <pc:docMk/>
            <pc:sldMk cId="2899342611" sldId="315"/>
            <ac:spMk id="32" creationId="{0C3AC911-E782-DD61-62F3-EA098BCFC33E}"/>
          </ac:spMkLst>
        </pc:spChg>
        <pc:spChg chg="add del mod">
          <ac:chgData name="MYUNG JIN" userId="89f3fa32ababedc4" providerId="LiveId" clId="{70EB77D7-C8FD-458A-A25F-7506E97696AE}" dt="2025-07-29T21:11:03.759" v="1799" actId="478"/>
          <ac:spMkLst>
            <pc:docMk/>
            <pc:sldMk cId="2899342611" sldId="315"/>
            <ac:spMk id="33" creationId="{35CF6143-4A7D-9016-BB2A-8017341405D6}"/>
          </ac:spMkLst>
        </pc:spChg>
        <pc:spChg chg="add mod">
          <ac:chgData name="MYUNG JIN" userId="89f3fa32ababedc4" providerId="LiveId" clId="{70EB77D7-C8FD-458A-A25F-7506E97696AE}" dt="2025-07-29T21:11:01.826" v="1798" actId="20577"/>
          <ac:spMkLst>
            <pc:docMk/>
            <pc:sldMk cId="2899342611" sldId="315"/>
            <ac:spMk id="34" creationId="{8707D5A6-AEA5-4453-7B2B-D5916C11C2CA}"/>
          </ac:spMkLst>
        </pc:spChg>
        <pc:spChg chg="add mod">
          <ac:chgData name="MYUNG JIN" userId="89f3fa32ababedc4" providerId="LiveId" clId="{70EB77D7-C8FD-458A-A25F-7506E97696AE}" dt="2025-07-29T21:11:59.436" v="1818" actId="1076"/>
          <ac:spMkLst>
            <pc:docMk/>
            <pc:sldMk cId="2899342611" sldId="315"/>
            <ac:spMk id="37" creationId="{1D4AB0CE-108D-2FC1-7CF8-1DB4043465E5}"/>
          </ac:spMkLst>
        </pc:spChg>
        <pc:grpChg chg="add mod topLvl">
          <ac:chgData name="MYUNG JIN" userId="89f3fa32ababedc4" providerId="LiveId" clId="{70EB77D7-C8FD-458A-A25F-7506E97696AE}" dt="2025-07-29T21:11:21.635" v="1804" actId="165"/>
          <ac:grpSpMkLst>
            <pc:docMk/>
            <pc:sldMk cId="2899342611" sldId="315"/>
            <ac:grpSpMk id="17" creationId="{8A00AA57-6D8C-ABDE-3490-8B282800E004}"/>
          </ac:grpSpMkLst>
        </pc:grpChg>
        <pc:grpChg chg="add del mod">
          <ac:chgData name="MYUNG JIN" userId="89f3fa32ababedc4" providerId="LiveId" clId="{70EB77D7-C8FD-458A-A25F-7506E97696AE}" dt="2025-07-29T21:11:21.635" v="1804" actId="165"/>
          <ac:grpSpMkLst>
            <pc:docMk/>
            <pc:sldMk cId="2899342611" sldId="315"/>
            <ac:grpSpMk id="21" creationId="{B291373E-5DE5-0C11-BDCE-E74734BF3E0F}"/>
          </ac:grpSpMkLst>
        </pc:grpChg>
        <pc:picChg chg="add del mod">
          <ac:chgData name="MYUNG JIN" userId="89f3fa32ababedc4" providerId="LiveId" clId="{70EB77D7-C8FD-458A-A25F-7506E97696AE}" dt="2025-07-29T17:53:36.738" v="166" actId="478"/>
          <ac:picMkLst>
            <pc:docMk/>
            <pc:sldMk cId="2899342611" sldId="315"/>
            <ac:picMk id="4" creationId="{244D05C6-CC81-F50E-A1DA-06B75216DCC6}"/>
          </ac:picMkLst>
        </pc:picChg>
        <pc:picChg chg="add del mod">
          <ac:chgData name="MYUNG JIN" userId="89f3fa32ababedc4" providerId="LiveId" clId="{70EB77D7-C8FD-458A-A25F-7506E97696AE}" dt="2025-07-29T16:45:16.222" v="161" actId="478"/>
          <ac:picMkLst>
            <pc:docMk/>
            <pc:sldMk cId="2899342611" sldId="315"/>
            <ac:picMk id="6" creationId="{6E87F8EE-D3A3-6DC3-3D40-65E5B88E2792}"/>
          </ac:picMkLst>
        </pc:picChg>
        <pc:picChg chg="add del mod">
          <ac:chgData name="MYUNG JIN" userId="89f3fa32ababedc4" providerId="LiveId" clId="{70EB77D7-C8FD-458A-A25F-7506E97696AE}" dt="2025-07-29T20:21:35.851" v="402" actId="478"/>
          <ac:picMkLst>
            <pc:docMk/>
            <pc:sldMk cId="2899342611" sldId="315"/>
            <ac:picMk id="8" creationId="{23A9E2BF-C4F6-BE27-3749-ABFA310195C2}"/>
          </ac:picMkLst>
        </pc:picChg>
        <pc:picChg chg="add del mod">
          <ac:chgData name="MYUNG JIN" userId="89f3fa32ababedc4" providerId="LiveId" clId="{70EB77D7-C8FD-458A-A25F-7506E97696AE}" dt="2025-07-29T17:53:51.045" v="171" actId="478"/>
          <ac:picMkLst>
            <pc:docMk/>
            <pc:sldMk cId="2899342611" sldId="315"/>
            <ac:picMk id="10" creationId="{23D45AC9-B7EF-C323-D26F-3D298A7C6357}"/>
          </ac:picMkLst>
        </pc:picChg>
        <pc:picChg chg="add mod">
          <ac:chgData name="MYUNG JIN" userId="89f3fa32ababedc4" providerId="LiveId" clId="{70EB77D7-C8FD-458A-A25F-7506E97696AE}" dt="2025-07-29T21:11:21.635" v="1804" actId="165"/>
          <ac:picMkLst>
            <pc:docMk/>
            <pc:sldMk cId="2899342611" sldId="315"/>
            <ac:picMk id="12" creationId="{83211B1E-F316-D2A3-0548-BDD24D456391}"/>
          </ac:picMkLst>
        </pc:picChg>
        <pc:cxnChg chg="add del mod">
          <ac:chgData name="MYUNG JIN" userId="89f3fa32ababedc4" providerId="LiveId" clId="{70EB77D7-C8FD-458A-A25F-7506E97696AE}" dt="2025-07-29T21:11:21.635" v="1804" actId="165"/>
          <ac:cxnSpMkLst>
            <pc:docMk/>
            <pc:sldMk cId="2899342611" sldId="315"/>
            <ac:cxnSpMk id="14" creationId="{A8420C94-2FE5-8DBF-7245-B2E3E30408D2}"/>
          </ac:cxnSpMkLst>
        </pc:cxnChg>
        <pc:cxnChg chg="add mod">
          <ac:chgData name="MYUNG JIN" userId="89f3fa32ababedc4" providerId="LiveId" clId="{70EB77D7-C8FD-458A-A25F-7506E97696AE}" dt="2025-07-29T21:11:37.294" v="1807" actId="693"/>
          <ac:cxnSpMkLst>
            <pc:docMk/>
            <pc:sldMk cId="2899342611" sldId="315"/>
            <ac:cxnSpMk id="36" creationId="{5B764143-CA34-CD43-6D8A-8325A38ABC04}"/>
          </ac:cxnSpMkLst>
        </pc:cxnChg>
      </pc:sldChg>
      <pc:sldChg chg="addSp modSp new mod">
        <pc:chgData name="MYUNG JIN" userId="89f3fa32ababedc4" providerId="LiveId" clId="{70EB77D7-C8FD-458A-A25F-7506E97696AE}" dt="2025-07-29T20:58:31.092" v="1393" actId="1076"/>
        <pc:sldMkLst>
          <pc:docMk/>
          <pc:sldMk cId="582790766" sldId="316"/>
        </pc:sldMkLst>
        <pc:spChg chg="mod">
          <ac:chgData name="MYUNG JIN" userId="89f3fa32ababedc4" providerId="LiveId" clId="{70EB77D7-C8FD-458A-A25F-7506E97696AE}" dt="2025-07-29T17:55:58.742" v="202" actId="20577"/>
          <ac:spMkLst>
            <pc:docMk/>
            <pc:sldMk cId="582790766" sldId="316"/>
            <ac:spMk id="2" creationId="{E4029019-B5FC-A150-3171-6BA394E340A5}"/>
          </ac:spMkLst>
        </pc:spChg>
        <pc:spChg chg="add mod">
          <ac:chgData name="MYUNG JIN" userId="89f3fa32ababedc4" providerId="LiveId" clId="{70EB77D7-C8FD-458A-A25F-7506E97696AE}" dt="2025-07-29T20:26:34.760" v="553" actId="1076"/>
          <ac:spMkLst>
            <pc:docMk/>
            <pc:sldMk cId="582790766" sldId="316"/>
            <ac:spMk id="3" creationId="{7BC8119F-A181-2459-95C5-7C53923C3181}"/>
          </ac:spMkLst>
        </pc:spChg>
        <pc:spChg chg="add mod">
          <ac:chgData name="MYUNG JIN" userId="89f3fa32ababedc4" providerId="LiveId" clId="{70EB77D7-C8FD-458A-A25F-7506E97696AE}" dt="2025-07-29T20:26:34.760" v="553" actId="1076"/>
          <ac:spMkLst>
            <pc:docMk/>
            <pc:sldMk cId="582790766" sldId="316"/>
            <ac:spMk id="4" creationId="{37E3A042-39E3-F372-37B0-2A9B27D3EDEE}"/>
          </ac:spMkLst>
        </pc:spChg>
        <pc:spChg chg="add mod">
          <ac:chgData name="MYUNG JIN" userId="89f3fa32ababedc4" providerId="LiveId" clId="{70EB77D7-C8FD-458A-A25F-7506E97696AE}" dt="2025-07-29T20:26:34.760" v="553" actId="1076"/>
          <ac:spMkLst>
            <pc:docMk/>
            <pc:sldMk cId="582790766" sldId="316"/>
            <ac:spMk id="5" creationId="{C29FF45E-F27E-EE2E-0F58-1A77DD522E9E}"/>
          </ac:spMkLst>
        </pc:spChg>
        <pc:spChg chg="add mod">
          <ac:chgData name="MYUNG JIN" userId="89f3fa32ababedc4" providerId="LiveId" clId="{70EB77D7-C8FD-458A-A25F-7506E97696AE}" dt="2025-07-29T20:26:34.760" v="553" actId="1076"/>
          <ac:spMkLst>
            <pc:docMk/>
            <pc:sldMk cId="582790766" sldId="316"/>
            <ac:spMk id="6" creationId="{618093BE-7729-E484-905F-066B4EE17B33}"/>
          </ac:spMkLst>
        </pc:spChg>
        <pc:spChg chg="add mod">
          <ac:chgData name="MYUNG JIN" userId="89f3fa32ababedc4" providerId="LiveId" clId="{70EB77D7-C8FD-458A-A25F-7506E97696AE}" dt="2025-07-29T20:57:58.127" v="1383" actId="1076"/>
          <ac:spMkLst>
            <pc:docMk/>
            <pc:sldMk cId="582790766" sldId="316"/>
            <ac:spMk id="12" creationId="{76059F65-FC62-03BD-ABBA-BC47E357B833}"/>
          </ac:spMkLst>
        </pc:spChg>
        <pc:spChg chg="add mod">
          <ac:chgData name="MYUNG JIN" userId="89f3fa32ababedc4" providerId="LiveId" clId="{70EB77D7-C8FD-458A-A25F-7506E97696AE}" dt="2025-07-29T20:58:00.974" v="1384" actId="1076"/>
          <ac:spMkLst>
            <pc:docMk/>
            <pc:sldMk cId="582790766" sldId="316"/>
            <ac:spMk id="13" creationId="{B6EDDACD-8553-33CD-A1AE-D15CAE6681BB}"/>
          </ac:spMkLst>
        </pc:spChg>
        <pc:spChg chg="add mod">
          <ac:chgData name="MYUNG JIN" userId="89f3fa32ababedc4" providerId="LiveId" clId="{70EB77D7-C8FD-458A-A25F-7506E97696AE}" dt="2025-07-29T20:26:47.309" v="583" actId="1076"/>
          <ac:spMkLst>
            <pc:docMk/>
            <pc:sldMk cId="582790766" sldId="316"/>
            <ac:spMk id="14" creationId="{A35F0AA7-EA00-F490-3641-EF3742FC83EB}"/>
          </ac:spMkLst>
        </pc:spChg>
        <pc:spChg chg="add mod">
          <ac:chgData name="MYUNG JIN" userId="89f3fa32ababedc4" providerId="LiveId" clId="{70EB77D7-C8FD-458A-A25F-7506E97696AE}" dt="2025-07-29T20:26:56.881" v="606" actId="14100"/>
          <ac:spMkLst>
            <pc:docMk/>
            <pc:sldMk cId="582790766" sldId="316"/>
            <ac:spMk id="15" creationId="{0D1A5994-C62C-3053-C6DA-2430DDCC2EE2}"/>
          </ac:spMkLst>
        </pc:spChg>
        <pc:spChg chg="add mod">
          <ac:chgData name="MYUNG JIN" userId="89f3fa32ababedc4" providerId="LiveId" clId="{70EB77D7-C8FD-458A-A25F-7506E97696AE}" dt="2025-07-29T20:58:00.974" v="1384" actId="1076"/>
          <ac:spMkLst>
            <pc:docMk/>
            <pc:sldMk cId="582790766" sldId="316"/>
            <ac:spMk id="16" creationId="{84469865-427B-AC4E-6209-93E005017565}"/>
          </ac:spMkLst>
        </pc:spChg>
        <pc:spChg chg="add mod">
          <ac:chgData name="MYUNG JIN" userId="89f3fa32ababedc4" providerId="LiveId" clId="{70EB77D7-C8FD-458A-A25F-7506E97696AE}" dt="2025-07-29T20:58:00.974" v="1384" actId="1076"/>
          <ac:spMkLst>
            <pc:docMk/>
            <pc:sldMk cId="582790766" sldId="316"/>
            <ac:spMk id="17" creationId="{8054B2A5-89A1-B5F1-594E-8CFCD19BB04F}"/>
          </ac:spMkLst>
        </pc:spChg>
        <pc:spChg chg="add mod">
          <ac:chgData name="MYUNG JIN" userId="89f3fa32ababedc4" providerId="LiveId" clId="{70EB77D7-C8FD-458A-A25F-7506E97696AE}" dt="2025-07-29T20:56:30.396" v="1349"/>
          <ac:spMkLst>
            <pc:docMk/>
            <pc:sldMk cId="582790766" sldId="316"/>
            <ac:spMk id="18" creationId="{F604788E-8E72-B0D9-3F5C-F28AAAF1592A}"/>
          </ac:spMkLst>
        </pc:spChg>
        <pc:spChg chg="add mod">
          <ac:chgData name="MYUNG JIN" userId="89f3fa32ababedc4" providerId="LiveId" clId="{70EB77D7-C8FD-458A-A25F-7506E97696AE}" dt="2025-07-29T20:57:54.277" v="1382" actId="1076"/>
          <ac:spMkLst>
            <pc:docMk/>
            <pc:sldMk cId="582790766" sldId="316"/>
            <ac:spMk id="19" creationId="{FB948C8F-D867-83DA-02C6-84C779704DC0}"/>
          </ac:spMkLst>
        </pc:spChg>
        <pc:spChg chg="add mod">
          <ac:chgData name="MYUNG JIN" userId="89f3fa32ababedc4" providerId="LiveId" clId="{70EB77D7-C8FD-458A-A25F-7506E97696AE}" dt="2025-07-29T20:57:54.277" v="1382" actId="1076"/>
          <ac:spMkLst>
            <pc:docMk/>
            <pc:sldMk cId="582790766" sldId="316"/>
            <ac:spMk id="20" creationId="{2B7B4BD5-036D-DA6B-0E18-876BD2DAB7E4}"/>
          </ac:spMkLst>
        </pc:spChg>
        <pc:spChg chg="add mod">
          <ac:chgData name="MYUNG JIN" userId="89f3fa32ababedc4" providerId="LiveId" clId="{70EB77D7-C8FD-458A-A25F-7506E97696AE}" dt="2025-07-29T20:58:07.434" v="1386" actId="1076"/>
          <ac:spMkLst>
            <pc:docMk/>
            <pc:sldMk cId="582790766" sldId="316"/>
            <ac:spMk id="21" creationId="{2AE079EB-E887-339B-6696-1C7A1643959F}"/>
          </ac:spMkLst>
        </pc:spChg>
        <pc:spChg chg="add mod">
          <ac:chgData name="MYUNG JIN" userId="89f3fa32ababedc4" providerId="LiveId" clId="{70EB77D7-C8FD-458A-A25F-7506E97696AE}" dt="2025-07-29T20:58:18.353" v="1390" actId="1076"/>
          <ac:spMkLst>
            <pc:docMk/>
            <pc:sldMk cId="582790766" sldId="316"/>
            <ac:spMk id="22" creationId="{2CB1AA8F-C1E2-7322-4C12-0E2A3C84E983}"/>
          </ac:spMkLst>
        </pc:spChg>
        <pc:spChg chg="add mod">
          <ac:chgData name="MYUNG JIN" userId="89f3fa32ababedc4" providerId="LiveId" clId="{70EB77D7-C8FD-458A-A25F-7506E97696AE}" dt="2025-07-29T20:58:18.353" v="1390" actId="1076"/>
          <ac:spMkLst>
            <pc:docMk/>
            <pc:sldMk cId="582790766" sldId="316"/>
            <ac:spMk id="23" creationId="{D2CC6B17-5B4C-70BD-4D23-F84B438AF515}"/>
          </ac:spMkLst>
        </pc:spChg>
        <pc:spChg chg="add mod">
          <ac:chgData name="MYUNG JIN" userId="89f3fa32ababedc4" providerId="LiveId" clId="{70EB77D7-C8FD-458A-A25F-7506E97696AE}" dt="2025-07-29T20:58:18.353" v="1390" actId="1076"/>
          <ac:spMkLst>
            <pc:docMk/>
            <pc:sldMk cId="582790766" sldId="316"/>
            <ac:spMk id="24" creationId="{719927BE-E5D4-8EC7-C3D7-9903696C2461}"/>
          </ac:spMkLst>
        </pc:spChg>
        <pc:spChg chg="add mod">
          <ac:chgData name="MYUNG JIN" userId="89f3fa32ababedc4" providerId="LiveId" clId="{70EB77D7-C8FD-458A-A25F-7506E97696AE}" dt="2025-07-29T20:58:20.465" v="1391" actId="1076"/>
          <ac:spMkLst>
            <pc:docMk/>
            <pc:sldMk cId="582790766" sldId="316"/>
            <ac:spMk id="25" creationId="{E53C1AEF-AFAF-FBA7-A3C1-C3653B5A60BC}"/>
          </ac:spMkLst>
        </pc:spChg>
        <pc:spChg chg="add mod">
          <ac:chgData name="MYUNG JIN" userId="89f3fa32ababedc4" providerId="LiveId" clId="{70EB77D7-C8FD-458A-A25F-7506E97696AE}" dt="2025-07-29T20:58:31.092" v="1393" actId="1076"/>
          <ac:spMkLst>
            <pc:docMk/>
            <pc:sldMk cId="582790766" sldId="316"/>
            <ac:spMk id="26" creationId="{BE9D121A-C609-3ED7-48A5-E82795A979C8}"/>
          </ac:spMkLst>
        </pc:spChg>
        <pc:cxnChg chg="add mod">
          <ac:chgData name="MYUNG JIN" userId="89f3fa32ababedc4" providerId="LiveId" clId="{70EB77D7-C8FD-458A-A25F-7506E97696AE}" dt="2025-07-29T20:26:34.760" v="553" actId="1076"/>
          <ac:cxnSpMkLst>
            <pc:docMk/>
            <pc:sldMk cId="582790766" sldId="316"/>
            <ac:cxnSpMk id="8" creationId="{2FD77DDC-02D9-1456-3AB8-91300938F4D5}"/>
          </ac:cxnSpMkLst>
        </pc:cxnChg>
        <pc:cxnChg chg="add mod">
          <ac:chgData name="MYUNG JIN" userId="89f3fa32ababedc4" providerId="LiveId" clId="{70EB77D7-C8FD-458A-A25F-7506E97696AE}" dt="2025-07-29T20:26:34.760" v="553" actId="1076"/>
          <ac:cxnSpMkLst>
            <pc:docMk/>
            <pc:sldMk cId="582790766" sldId="316"/>
            <ac:cxnSpMk id="9" creationId="{19BF11FE-1BEE-88D3-F1AF-5D4F69492666}"/>
          </ac:cxnSpMkLst>
        </pc:cxnChg>
      </pc:sldChg>
      <pc:sldChg chg="del">
        <pc:chgData name="MYUNG JIN" userId="89f3fa32ababedc4" providerId="LiveId" clId="{70EB77D7-C8FD-458A-A25F-7506E97696AE}" dt="2025-07-29T16:19:00.123" v="40" actId="47"/>
        <pc:sldMkLst>
          <pc:docMk/>
          <pc:sldMk cId="3739363777" sldId="316"/>
        </pc:sldMkLst>
      </pc:sldChg>
      <pc:sldChg chg="addSp delSp modSp new mod">
        <pc:chgData name="MYUNG JIN" userId="89f3fa32ababedc4" providerId="LiveId" clId="{70EB77D7-C8FD-458A-A25F-7506E97696AE}" dt="2025-07-29T21:09:23.441" v="1774" actId="20577"/>
        <pc:sldMkLst>
          <pc:docMk/>
          <pc:sldMk cId="121966780" sldId="317"/>
        </pc:sldMkLst>
        <pc:spChg chg="mod">
          <ac:chgData name="MYUNG JIN" userId="89f3fa32ababedc4" providerId="LiveId" clId="{70EB77D7-C8FD-458A-A25F-7506E97696AE}" dt="2025-07-29T21:07:19.592" v="1542" actId="20577"/>
          <ac:spMkLst>
            <pc:docMk/>
            <pc:sldMk cId="121966780" sldId="317"/>
            <ac:spMk id="2" creationId="{B1C12EA9-E8AE-5C68-6818-2518C9E9B1B6}"/>
          </ac:spMkLst>
        </pc:spChg>
        <pc:spChg chg="add del mod">
          <ac:chgData name="MYUNG JIN" userId="89f3fa32ababedc4" providerId="LiveId" clId="{70EB77D7-C8FD-458A-A25F-7506E97696AE}" dt="2025-07-29T21:07:32.476" v="1544" actId="478"/>
          <ac:spMkLst>
            <pc:docMk/>
            <pc:sldMk cId="121966780" sldId="317"/>
            <ac:spMk id="3" creationId="{6DD0132D-C5B0-B6C7-4F19-2A8C4925D766}"/>
          </ac:spMkLst>
        </pc:spChg>
        <pc:spChg chg="mod">
          <ac:chgData name="MYUNG JIN" userId="89f3fa32ababedc4" providerId="LiveId" clId="{70EB77D7-C8FD-458A-A25F-7506E97696AE}" dt="2025-07-29T20:55:17.911" v="1317" actId="571"/>
          <ac:spMkLst>
            <pc:docMk/>
            <pc:sldMk cId="121966780" sldId="317"/>
            <ac:spMk id="6" creationId="{C19167A4-555E-14BD-13AB-1AF2C62DD203}"/>
          </ac:spMkLst>
        </pc:spChg>
        <pc:spChg chg="mod">
          <ac:chgData name="MYUNG JIN" userId="89f3fa32ababedc4" providerId="LiveId" clId="{70EB77D7-C8FD-458A-A25F-7506E97696AE}" dt="2025-07-29T20:55:17.911" v="1317" actId="571"/>
          <ac:spMkLst>
            <pc:docMk/>
            <pc:sldMk cId="121966780" sldId="317"/>
            <ac:spMk id="7" creationId="{BD39A26F-65A7-0E03-C564-F9071EB8D5C4}"/>
          </ac:spMkLst>
        </pc:spChg>
        <pc:spChg chg="add del mod">
          <ac:chgData name="MYUNG JIN" userId="89f3fa32ababedc4" providerId="LiveId" clId="{70EB77D7-C8FD-458A-A25F-7506E97696AE}" dt="2025-07-29T20:51:31.396" v="1313" actId="478"/>
          <ac:spMkLst>
            <pc:docMk/>
            <pc:sldMk cId="121966780" sldId="317"/>
            <ac:spMk id="10" creationId="{F9B78AB5-A376-512C-5D41-AF24FD143CB7}"/>
          </ac:spMkLst>
        </pc:spChg>
        <pc:spChg chg="add del mod">
          <ac:chgData name="MYUNG JIN" userId="89f3fa32ababedc4" providerId="LiveId" clId="{70EB77D7-C8FD-458A-A25F-7506E97696AE}" dt="2025-07-29T20:51:33.327" v="1314" actId="478"/>
          <ac:spMkLst>
            <pc:docMk/>
            <pc:sldMk cId="121966780" sldId="317"/>
            <ac:spMk id="11" creationId="{491C2981-5AB3-9845-1582-2C80ED51B51A}"/>
          </ac:spMkLst>
        </pc:spChg>
        <pc:spChg chg="add del mod">
          <ac:chgData name="MYUNG JIN" userId="89f3fa32ababedc4" providerId="LiveId" clId="{70EB77D7-C8FD-458A-A25F-7506E97696AE}" dt="2025-07-29T20:58:58.449" v="1399" actId="21"/>
          <ac:spMkLst>
            <pc:docMk/>
            <pc:sldMk cId="121966780" sldId="317"/>
            <ac:spMk id="12" creationId="{493B4520-0F07-A891-953C-D1E3EA90AB20}"/>
          </ac:spMkLst>
        </pc:spChg>
        <pc:spChg chg="add del mod">
          <ac:chgData name="MYUNG JIN" userId="89f3fa32ababedc4" providerId="LiveId" clId="{70EB77D7-C8FD-458A-A25F-7506E97696AE}" dt="2025-07-29T20:58:58.449" v="1399" actId="21"/>
          <ac:spMkLst>
            <pc:docMk/>
            <pc:sldMk cId="121966780" sldId="317"/>
            <ac:spMk id="13" creationId="{46D518CC-1992-6B74-95BF-75C688CAECF7}"/>
          </ac:spMkLst>
        </pc:spChg>
        <pc:spChg chg="add mod">
          <ac:chgData name="MYUNG JIN" userId="89f3fa32ababedc4" providerId="LiveId" clId="{70EB77D7-C8FD-458A-A25F-7506E97696AE}" dt="2025-07-29T20:55:17.911" v="1317" actId="571"/>
          <ac:spMkLst>
            <pc:docMk/>
            <pc:sldMk cId="121966780" sldId="317"/>
            <ac:spMk id="14" creationId="{BEB8706E-8D39-33C1-A114-C85953B212D3}"/>
          </ac:spMkLst>
        </pc:spChg>
        <pc:spChg chg="add mod">
          <ac:chgData name="MYUNG JIN" userId="89f3fa32ababedc4" providerId="LiveId" clId="{70EB77D7-C8FD-458A-A25F-7506E97696AE}" dt="2025-07-29T20:55:20.221" v="1318" actId="14100"/>
          <ac:spMkLst>
            <pc:docMk/>
            <pc:sldMk cId="121966780" sldId="317"/>
            <ac:spMk id="15" creationId="{D2631AD5-0805-956A-29B3-CB5E106382CF}"/>
          </ac:spMkLst>
        </pc:spChg>
        <pc:spChg chg="add del mod">
          <ac:chgData name="MYUNG JIN" userId="89f3fa32ababedc4" providerId="LiveId" clId="{70EB77D7-C8FD-458A-A25F-7506E97696AE}" dt="2025-07-29T20:58:58.449" v="1399" actId="21"/>
          <ac:spMkLst>
            <pc:docMk/>
            <pc:sldMk cId="121966780" sldId="317"/>
            <ac:spMk id="16" creationId="{4F9EB839-91D3-E85F-1BBA-4A1840803B57}"/>
          </ac:spMkLst>
        </pc:spChg>
        <pc:spChg chg="add del mod">
          <ac:chgData name="MYUNG JIN" userId="89f3fa32ababedc4" providerId="LiveId" clId="{70EB77D7-C8FD-458A-A25F-7506E97696AE}" dt="2025-07-29T20:58:58.449" v="1399" actId="21"/>
          <ac:spMkLst>
            <pc:docMk/>
            <pc:sldMk cId="121966780" sldId="317"/>
            <ac:spMk id="17" creationId="{BEBF4516-1CA3-8BC9-BC20-0952E0A48F79}"/>
          </ac:spMkLst>
        </pc:spChg>
        <pc:spChg chg="add mod">
          <ac:chgData name="MYUNG JIN" userId="89f3fa32ababedc4" providerId="LiveId" clId="{70EB77D7-C8FD-458A-A25F-7506E97696AE}" dt="2025-07-29T20:57:35.228" v="1374"/>
          <ac:spMkLst>
            <pc:docMk/>
            <pc:sldMk cId="121966780" sldId="317"/>
            <ac:spMk id="18" creationId="{5407544F-A04F-997B-701A-8E3A306E962B}"/>
          </ac:spMkLst>
        </pc:spChg>
        <pc:spChg chg="add mod">
          <ac:chgData name="MYUNG JIN" userId="89f3fa32ababedc4" providerId="LiveId" clId="{70EB77D7-C8FD-458A-A25F-7506E97696AE}" dt="2025-07-29T20:57:35.228" v="1374"/>
          <ac:spMkLst>
            <pc:docMk/>
            <pc:sldMk cId="121966780" sldId="317"/>
            <ac:spMk id="19" creationId="{B41F05B5-6521-86A9-BD52-3BEBCA5EAD9D}"/>
          </ac:spMkLst>
        </pc:spChg>
        <pc:spChg chg="add mod">
          <ac:chgData name="MYUNG JIN" userId="89f3fa32ababedc4" providerId="LiveId" clId="{70EB77D7-C8FD-458A-A25F-7506E97696AE}" dt="2025-07-29T21:09:23.441" v="1774" actId="20577"/>
          <ac:spMkLst>
            <pc:docMk/>
            <pc:sldMk cId="121966780" sldId="317"/>
            <ac:spMk id="20" creationId="{E4CD969C-5CB6-81D8-B61F-F8DD53F351E6}"/>
          </ac:spMkLst>
        </pc:spChg>
        <pc:grpChg chg="add del mod">
          <ac:chgData name="MYUNG JIN" userId="89f3fa32ababedc4" providerId="LiveId" clId="{70EB77D7-C8FD-458A-A25F-7506E97696AE}" dt="2025-07-29T20:58:58.449" v="1399" actId="21"/>
          <ac:grpSpMkLst>
            <pc:docMk/>
            <pc:sldMk cId="121966780" sldId="317"/>
            <ac:grpSpMk id="4" creationId="{7CA0016B-D001-8C50-E43A-509C814E7F3D}"/>
          </ac:grpSpMkLst>
        </pc:grpChg>
        <pc:grpChg chg="mod">
          <ac:chgData name="MYUNG JIN" userId="89f3fa32ababedc4" providerId="LiveId" clId="{70EB77D7-C8FD-458A-A25F-7506E97696AE}" dt="2025-07-29T20:55:17.911" v="1317" actId="571"/>
          <ac:grpSpMkLst>
            <pc:docMk/>
            <pc:sldMk cId="121966780" sldId="317"/>
            <ac:grpSpMk id="5" creationId="{0F7E43C7-5A0D-BA6D-1D08-B273F8D28A75}"/>
          </ac:grpSpMkLst>
        </pc:grpChg>
        <pc:picChg chg="mod">
          <ac:chgData name="MYUNG JIN" userId="89f3fa32ababedc4" providerId="LiveId" clId="{70EB77D7-C8FD-458A-A25F-7506E97696AE}" dt="2025-07-29T20:55:17.911" v="1317" actId="571"/>
          <ac:picMkLst>
            <pc:docMk/>
            <pc:sldMk cId="121966780" sldId="317"/>
            <ac:picMk id="8" creationId="{08A814E2-A881-E48F-9C21-77F492D99632}"/>
          </ac:picMkLst>
        </pc:picChg>
        <pc:cxnChg chg="mod">
          <ac:chgData name="MYUNG JIN" userId="89f3fa32ababedc4" providerId="LiveId" clId="{70EB77D7-C8FD-458A-A25F-7506E97696AE}" dt="2025-07-29T20:55:17.911" v="1317" actId="571"/>
          <ac:cxnSpMkLst>
            <pc:docMk/>
            <pc:sldMk cId="121966780" sldId="317"/>
            <ac:cxnSpMk id="9" creationId="{AD293538-821B-29DB-0123-9E47240E3796}"/>
          </ac:cxnSpMkLst>
        </pc:cxnChg>
      </pc:sldChg>
      <pc:sldChg chg="del">
        <pc:chgData name="MYUNG JIN" userId="89f3fa32ababedc4" providerId="LiveId" clId="{70EB77D7-C8FD-458A-A25F-7506E97696AE}" dt="2025-07-29T16:19:00.437" v="41" actId="47"/>
        <pc:sldMkLst>
          <pc:docMk/>
          <pc:sldMk cId="2174781645" sldId="317"/>
        </pc:sldMkLst>
      </pc:sldChg>
      <pc:sldChg chg="modSp new del mod">
        <pc:chgData name="MYUNG JIN" userId="89f3fa32ababedc4" providerId="LiveId" clId="{70EB77D7-C8FD-458A-A25F-7506E97696AE}" dt="2025-07-29T20:18:30.579" v="400" actId="47"/>
        <pc:sldMkLst>
          <pc:docMk/>
          <pc:sldMk cId="1060638811" sldId="318"/>
        </pc:sldMkLst>
        <pc:spChg chg="mod">
          <ac:chgData name="MYUNG JIN" userId="89f3fa32ababedc4" providerId="LiveId" clId="{70EB77D7-C8FD-458A-A25F-7506E97696AE}" dt="2025-07-29T17:56:13.853" v="228" actId="20577"/>
          <ac:spMkLst>
            <pc:docMk/>
            <pc:sldMk cId="1060638811" sldId="318"/>
            <ac:spMk id="2" creationId="{947971E0-27CC-FBF8-AC8E-AE9779B761FD}"/>
          </ac:spMkLst>
        </pc:spChg>
      </pc:sldChg>
      <pc:sldChg chg="addSp delSp modSp add del mod">
        <pc:chgData name="MYUNG JIN" userId="89f3fa32ababedc4" providerId="LiveId" clId="{70EB77D7-C8FD-458A-A25F-7506E97696AE}" dt="2025-07-29T20:22:57.795" v="464" actId="47"/>
        <pc:sldMkLst>
          <pc:docMk/>
          <pc:sldMk cId="3668013230" sldId="319"/>
        </pc:sldMkLst>
        <pc:spChg chg="add mod">
          <ac:chgData name="MYUNG JIN" userId="89f3fa32ababedc4" providerId="LiveId" clId="{70EB77D7-C8FD-458A-A25F-7506E97696AE}" dt="2025-07-29T20:04:42.173" v="376" actId="207"/>
          <ac:spMkLst>
            <pc:docMk/>
            <pc:sldMk cId="3668013230" sldId="319"/>
            <ac:spMk id="3" creationId="{A0D0D713-7EAD-2600-E028-176B30ACF7B9}"/>
          </ac:spMkLst>
        </pc:spChg>
        <pc:spChg chg="add mod">
          <ac:chgData name="MYUNG JIN" userId="89f3fa32ababedc4" providerId="LiveId" clId="{70EB77D7-C8FD-458A-A25F-7506E97696AE}" dt="2025-07-29T20:16:49.556" v="382" actId="1076"/>
          <ac:spMkLst>
            <pc:docMk/>
            <pc:sldMk cId="3668013230" sldId="319"/>
            <ac:spMk id="6" creationId="{D0AC9221-D3F3-BE92-7524-FBAD216435FA}"/>
          </ac:spMkLst>
        </pc:spChg>
        <pc:spChg chg="add mod">
          <ac:chgData name="MYUNG JIN" userId="89f3fa32ababedc4" providerId="LiveId" clId="{70EB77D7-C8FD-458A-A25F-7506E97696AE}" dt="2025-07-29T20:16:49.556" v="382" actId="1076"/>
          <ac:spMkLst>
            <pc:docMk/>
            <pc:sldMk cId="3668013230" sldId="319"/>
            <ac:spMk id="7" creationId="{2A818A59-FF55-1768-5281-850BEE0FBF79}"/>
          </ac:spMkLst>
        </pc:spChg>
        <pc:picChg chg="del">
          <ac:chgData name="MYUNG JIN" userId="89f3fa32ababedc4" providerId="LiveId" clId="{70EB77D7-C8FD-458A-A25F-7506E97696AE}" dt="2025-07-29T17:57:21.119" v="247" actId="478"/>
          <ac:picMkLst>
            <pc:docMk/>
            <pc:sldMk cId="3668013230" sldId="319"/>
            <ac:picMk id="8" creationId="{0A740317-E458-AEFE-EDF4-826F716DD609}"/>
          </ac:picMkLst>
        </pc:picChg>
        <pc:picChg chg="mod">
          <ac:chgData name="MYUNG JIN" userId="89f3fa32ababedc4" providerId="LiveId" clId="{70EB77D7-C8FD-458A-A25F-7506E97696AE}" dt="2025-07-29T17:57:23.798" v="248" actId="1076"/>
          <ac:picMkLst>
            <pc:docMk/>
            <pc:sldMk cId="3668013230" sldId="319"/>
            <ac:picMk id="12" creationId="{80A34EAB-7458-2560-C493-AD617E2396A2}"/>
          </ac:picMkLst>
        </pc:picChg>
        <pc:cxnChg chg="mod ord">
          <ac:chgData name="MYUNG JIN" userId="89f3fa32ababedc4" providerId="LiveId" clId="{70EB77D7-C8FD-458A-A25F-7506E97696AE}" dt="2025-07-29T20:04:58.741" v="377" actId="1076"/>
          <ac:cxnSpMkLst>
            <pc:docMk/>
            <pc:sldMk cId="3668013230" sldId="319"/>
            <ac:cxnSpMk id="14" creationId="{0DA42E12-45F3-57A5-0D92-02768EB56B3F}"/>
          </ac:cxnSpMkLst>
        </pc:cxnChg>
      </pc:sldChg>
      <pc:sldChg chg="addSp delSp modSp add mod">
        <pc:chgData name="MYUNG JIN" userId="89f3fa32ababedc4" providerId="LiveId" clId="{70EB77D7-C8FD-458A-A25F-7506E97696AE}" dt="2025-07-29T21:03:49.541" v="1530" actId="1076"/>
        <pc:sldMkLst>
          <pc:docMk/>
          <pc:sldMk cId="3898335745" sldId="320"/>
        </pc:sldMkLst>
        <pc:spChg chg="del">
          <ac:chgData name="MYUNG JIN" userId="89f3fa32ababedc4" providerId="LiveId" clId="{70EB77D7-C8FD-458A-A25F-7506E97696AE}" dt="2025-07-29T20:29:30.861" v="722" actId="478"/>
          <ac:spMkLst>
            <pc:docMk/>
            <pc:sldMk cId="3898335745" sldId="320"/>
            <ac:spMk id="3" creationId="{20FB3768-345D-F19B-C0D5-0F18546F72F0}"/>
          </ac:spMkLst>
        </pc:spChg>
        <pc:spChg chg="del mod">
          <ac:chgData name="MYUNG JIN" userId="89f3fa32ababedc4" providerId="LiveId" clId="{70EB77D7-C8FD-458A-A25F-7506E97696AE}" dt="2025-07-29T20:58:49.474" v="1396" actId="478"/>
          <ac:spMkLst>
            <pc:docMk/>
            <pc:sldMk cId="3898335745" sldId="320"/>
            <ac:spMk id="4" creationId="{0D1867FC-8834-051C-8DAC-A6A0A6AFE594}"/>
          </ac:spMkLst>
        </pc:spChg>
        <pc:spChg chg="add del mod">
          <ac:chgData name="MYUNG JIN" userId="89f3fa32ababedc4" providerId="LiveId" clId="{70EB77D7-C8FD-458A-A25F-7506E97696AE}" dt="2025-07-29T20:58:49.474" v="1396" actId="478"/>
          <ac:spMkLst>
            <pc:docMk/>
            <pc:sldMk cId="3898335745" sldId="320"/>
            <ac:spMk id="5" creationId="{CAB8FE1C-EC7E-8AE9-B186-B2871ACDDAFC}"/>
          </ac:spMkLst>
        </pc:spChg>
        <pc:spChg chg="add del mod">
          <ac:chgData name="MYUNG JIN" userId="89f3fa32ababedc4" providerId="LiveId" clId="{70EB77D7-C8FD-458A-A25F-7506E97696AE}" dt="2025-07-29T20:58:49.474" v="1396" actId="478"/>
          <ac:spMkLst>
            <pc:docMk/>
            <pc:sldMk cId="3898335745" sldId="320"/>
            <ac:spMk id="6" creationId="{FA95E80A-A57F-58BE-80A0-0662F20D29DA}"/>
          </ac:spMkLst>
        </pc:spChg>
        <pc:spChg chg="add del mod">
          <ac:chgData name="MYUNG JIN" userId="89f3fa32ababedc4" providerId="LiveId" clId="{70EB77D7-C8FD-458A-A25F-7506E97696AE}" dt="2025-07-29T20:58:13.453" v="1387" actId="21"/>
          <ac:spMkLst>
            <pc:docMk/>
            <pc:sldMk cId="3898335745" sldId="320"/>
            <ac:spMk id="7" creationId="{2CB1AA8F-C1E2-7322-4C12-0E2A3C84E983}"/>
          </ac:spMkLst>
        </pc:spChg>
        <pc:spChg chg="add del mod">
          <ac:chgData name="MYUNG JIN" userId="89f3fa32ababedc4" providerId="LiveId" clId="{70EB77D7-C8FD-458A-A25F-7506E97696AE}" dt="2025-07-29T20:58:13.453" v="1387" actId="21"/>
          <ac:spMkLst>
            <pc:docMk/>
            <pc:sldMk cId="3898335745" sldId="320"/>
            <ac:spMk id="8" creationId="{D2CC6B17-5B4C-70BD-4D23-F84B438AF515}"/>
          </ac:spMkLst>
        </pc:spChg>
        <pc:spChg chg="add del mod">
          <ac:chgData name="MYUNG JIN" userId="89f3fa32ababedc4" providerId="LiveId" clId="{70EB77D7-C8FD-458A-A25F-7506E97696AE}" dt="2025-07-29T20:49:24.559" v="1182"/>
          <ac:spMkLst>
            <pc:docMk/>
            <pc:sldMk cId="3898335745" sldId="320"/>
            <ac:spMk id="9" creationId="{A5B1C4B4-275A-534A-90D6-3AC27669C08D}"/>
          </ac:spMkLst>
        </pc:spChg>
        <pc:spChg chg="add mod">
          <ac:chgData name="MYUNG JIN" userId="89f3fa32ababedc4" providerId="LiveId" clId="{70EB77D7-C8FD-458A-A25F-7506E97696AE}" dt="2025-07-29T21:00:55.744" v="1441" actId="20577"/>
          <ac:spMkLst>
            <pc:docMk/>
            <pc:sldMk cId="3898335745" sldId="320"/>
            <ac:spMk id="11" creationId="{26EF0CBC-1FD2-86EF-A627-B29E9B3A6F88}"/>
          </ac:spMkLst>
        </pc:spChg>
        <pc:spChg chg="add del mod">
          <ac:chgData name="MYUNG JIN" userId="89f3fa32ababedc4" providerId="LiveId" clId="{70EB77D7-C8FD-458A-A25F-7506E97696AE}" dt="2025-07-29T20:58:13.453" v="1387" actId="21"/>
          <ac:spMkLst>
            <pc:docMk/>
            <pc:sldMk cId="3898335745" sldId="320"/>
            <ac:spMk id="13" creationId="{719927BE-E5D4-8EC7-C3D7-9903696C2461}"/>
          </ac:spMkLst>
        </pc:spChg>
        <pc:spChg chg="add del mod">
          <ac:chgData name="MYUNG JIN" userId="89f3fa32ababedc4" providerId="LiveId" clId="{70EB77D7-C8FD-458A-A25F-7506E97696AE}" dt="2025-07-29T20:58:13.453" v="1387" actId="21"/>
          <ac:spMkLst>
            <pc:docMk/>
            <pc:sldMk cId="3898335745" sldId="320"/>
            <ac:spMk id="14" creationId="{E53C1AEF-AFAF-FBA7-A3C1-C3653B5A60BC}"/>
          </ac:spMkLst>
        </pc:spChg>
        <pc:spChg chg="add del mod">
          <ac:chgData name="MYUNG JIN" userId="89f3fa32ababedc4" providerId="LiveId" clId="{70EB77D7-C8FD-458A-A25F-7506E97696AE}" dt="2025-07-29T20:56:40.753" v="1354" actId="478"/>
          <ac:spMkLst>
            <pc:docMk/>
            <pc:sldMk cId="3898335745" sldId="320"/>
            <ac:spMk id="15" creationId="{256CBD2B-BE22-770E-5CF1-5878C7657ED6}"/>
          </ac:spMkLst>
        </pc:spChg>
        <pc:spChg chg="add mod">
          <ac:chgData name="MYUNG JIN" userId="89f3fa32ababedc4" providerId="LiveId" clId="{70EB77D7-C8FD-458A-A25F-7506E97696AE}" dt="2025-07-29T21:03:49.541" v="1530" actId="1076"/>
          <ac:spMkLst>
            <pc:docMk/>
            <pc:sldMk cId="3898335745" sldId="320"/>
            <ac:spMk id="16" creationId="{70FA8459-1215-008C-96AC-DD9CA8F118F0}"/>
          </ac:spMkLst>
        </pc:spChg>
        <pc:spChg chg="add del mod">
          <ac:chgData name="MYUNG JIN" userId="89f3fa32ababedc4" providerId="LiveId" clId="{70EB77D7-C8FD-458A-A25F-7506E97696AE}" dt="2025-07-29T21:03:46.460" v="1529" actId="478"/>
          <ac:spMkLst>
            <pc:docMk/>
            <pc:sldMk cId="3898335745" sldId="320"/>
            <ac:spMk id="17" creationId="{4D8E6DCE-6494-1D0F-B2A3-8EA6AB33BE07}"/>
          </ac:spMkLst>
        </pc:spChg>
        <pc:spChg chg="add mod">
          <ac:chgData name="MYUNG JIN" userId="89f3fa32ababedc4" providerId="LiveId" clId="{70EB77D7-C8FD-458A-A25F-7506E97696AE}" dt="2025-07-29T21:03:49.541" v="1530" actId="1076"/>
          <ac:spMkLst>
            <pc:docMk/>
            <pc:sldMk cId="3898335745" sldId="320"/>
            <ac:spMk id="18" creationId="{E4840060-A950-6265-9AEC-4FEE91C305C7}"/>
          </ac:spMkLst>
        </pc:spChg>
        <pc:spChg chg="add mod">
          <ac:chgData name="MYUNG JIN" userId="89f3fa32ababedc4" providerId="LiveId" clId="{70EB77D7-C8FD-458A-A25F-7506E97696AE}" dt="2025-07-29T21:03:49.541" v="1530" actId="1076"/>
          <ac:spMkLst>
            <pc:docMk/>
            <pc:sldMk cId="3898335745" sldId="320"/>
            <ac:spMk id="19" creationId="{FCD53F8D-7C6D-C594-6346-F4E86807B884}"/>
          </ac:spMkLst>
        </pc:spChg>
        <pc:spChg chg="mod">
          <ac:chgData name="MYUNG JIN" userId="89f3fa32ababedc4" providerId="LiveId" clId="{70EB77D7-C8FD-458A-A25F-7506E97696AE}" dt="2025-07-29T20:59:00.756" v="1400"/>
          <ac:spMkLst>
            <pc:docMk/>
            <pc:sldMk cId="3898335745" sldId="320"/>
            <ac:spMk id="22" creationId="{C19167A4-555E-14BD-13AB-1AF2C62DD203}"/>
          </ac:spMkLst>
        </pc:spChg>
        <pc:spChg chg="mod">
          <ac:chgData name="MYUNG JIN" userId="89f3fa32ababedc4" providerId="LiveId" clId="{70EB77D7-C8FD-458A-A25F-7506E97696AE}" dt="2025-07-29T20:59:00.756" v="1400"/>
          <ac:spMkLst>
            <pc:docMk/>
            <pc:sldMk cId="3898335745" sldId="320"/>
            <ac:spMk id="23" creationId="{BD39A26F-65A7-0E03-C564-F9071EB8D5C4}"/>
          </ac:spMkLst>
        </pc:spChg>
        <pc:spChg chg="mod">
          <ac:chgData name="MYUNG JIN" userId="89f3fa32ababedc4" providerId="LiveId" clId="{70EB77D7-C8FD-458A-A25F-7506E97696AE}" dt="2025-07-29T20:59:00.756" v="1400"/>
          <ac:spMkLst>
            <pc:docMk/>
            <pc:sldMk cId="3898335745" sldId="320"/>
            <ac:spMk id="24" creationId="{BEB8706E-8D39-33C1-A114-C85953B212D3}"/>
          </ac:spMkLst>
        </pc:spChg>
        <pc:spChg chg="mod">
          <ac:chgData name="MYUNG JIN" userId="89f3fa32ababedc4" providerId="LiveId" clId="{70EB77D7-C8FD-458A-A25F-7506E97696AE}" dt="2025-07-29T20:59:00.756" v="1400"/>
          <ac:spMkLst>
            <pc:docMk/>
            <pc:sldMk cId="3898335745" sldId="320"/>
            <ac:spMk id="25" creationId="{D2631AD5-0805-956A-29B3-CB5E106382CF}"/>
          </ac:spMkLst>
        </pc:spChg>
        <pc:spChg chg="add mod">
          <ac:chgData name="MYUNG JIN" userId="89f3fa32ababedc4" providerId="LiveId" clId="{70EB77D7-C8FD-458A-A25F-7506E97696AE}" dt="2025-07-29T21:02:25.031" v="1492" actId="20577"/>
          <ac:spMkLst>
            <pc:docMk/>
            <pc:sldMk cId="3898335745" sldId="320"/>
            <ac:spMk id="28" creationId="{493B4520-0F07-A891-953C-D1E3EA90AB20}"/>
          </ac:spMkLst>
        </pc:spChg>
        <pc:spChg chg="add mod">
          <ac:chgData name="MYUNG JIN" userId="89f3fa32ababedc4" providerId="LiveId" clId="{70EB77D7-C8FD-458A-A25F-7506E97696AE}" dt="2025-07-29T21:02:27.294" v="1494" actId="20577"/>
          <ac:spMkLst>
            <pc:docMk/>
            <pc:sldMk cId="3898335745" sldId="320"/>
            <ac:spMk id="29" creationId="{46D518CC-1992-6B74-95BF-75C688CAECF7}"/>
          </ac:spMkLst>
        </pc:spChg>
        <pc:spChg chg="add mod">
          <ac:chgData name="MYUNG JIN" userId="89f3fa32ababedc4" providerId="LiveId" clId="{70EB77D7-C8FD-458A-A25F-7506E97696AE}" dt="2025-07-29T21:02:20.009" v="1488" actId="20577"/>
          <ac:spMkLst>
            <pc:docMk/>
            <pc:sldMk cId="3898335745" sldId="320"/>
            <ac:spMk id="30" creationId="{4F9EB839-91D3-E85F-1BBA-4A1840803B57}"/>
          </ac:spMkLst>
        </pc:spChg>
        <pc:spChg chg="add mod">
          <ac:chgData name="MYUNG JIN" userId="89f3fa32ababedc4" providerId="LiveId" clId="{70EB77D7-C8FD-458A-A25F-7506E97696AE}" dt="2025-07-29T21:02:22.700" v="1490" actId="20577"/>
          <ac:spMkLst>
            <pc:docMk/>
            <pc:sldMk cId="3898335745" sldId="320"/>
            <ac:spMk id="31" creationId="{BEBF4516-1CA3-8BC9-BC20-0952E0A48F79}"/>
          </ac:spMkLst>
        </pc:spChg>
        <pc:spChg chg="add mod">
          <ac:chgData name="MYUNG JIN" userId="89f3fa32ababedc4" providerId="LiveId" clId="{70EB77D7-C8FD-458A-A25F-7506E97696AE}" dt="2025-07-29T21:00:25.607" v="1424" actId="1036"/>
          <ac:spMkLst>
            <pc:docMk/>
            <pc:sldMk cId="3898335745" sldId="320"/>
            <ac:spMk id="32" creationId="{484D4794-98B4-06E8-D957-6575419DA73A}"/>
          </ac:spMkLst>
        </pc:spChg>
        <pc:spChg chg="add mod">
          <ac:chgData name="MYUNG JIN" userId="89f3fa32ababedc4" providerId="LiveId" clId="{70EB77D7-C8FD-458A-A25F-7506E97696AE}" dt="2025-07-29T21:00:19.985" v="1420" actId="208"/>
          <ac:spMkLst>
            <pc:docMk/>
            <pc:sldMk cId="3898335745" sldId="320"/>
            <ac:spMk id="33" creationId="{7DEA58A6-ADEE-790E-2D92-82CC0E5BC17D}"/>
          </ac:spMkLst>
        </pc:spChg>
        <pc:spChg chg="add mod">
          <ac:chgData name="MYUNG JIN" userId="89f3fa32ababedc4" providerId="LiveId" clId="{70EB77D7-C8FD-458A-A25F-7506E97696AE}" dt="2025-07-29T21:03:18.852" v="1528" actId="1076"/>
          <ac:spMkLst>
            <pc:docMk/>
            <pc:sldMk cId="3898335745" sldId="320"/>
            <ac:spMk id="34" creationId="{C3ED3109-F0C7-5F55-C8F8-9CFF0309611C}"/>
          </ac:spMkLst>
        </pc:spChg>
        <pc:spChg chg="add mod">
          <ac:chgData name="MYUNG JIN" userId="89f3fa32ababedc4" providerId="LiveId" clId="{70EB77D7-C8FD-458A-A25F-7506E97696AE}" dt="2025-07-29T21:03:18.852" v="1528" actId="1076"/>
          <ac:spMkLst>
            <pc:docMk/>
            <pc:sldMk cId="3898335745" sldId="320"/>
            <ac:spMk id="35" creationId="{F1DB661C-51F6-52B8-73DA-8606C92E609A}"/>
          </ac:spMkLst>
        </pc:spChg>
        <pc:spChg chg="add mod">
          <ac:chgData name="MYUNG JIN" userId="89f3fa32ababedc4" providerId="LiveId" clId="{70EB77D7-C8FD-458A-A25F-7506E97696AE}" dt="2025-07-29T21:03:18.852" v="1528" actId="1076"/>
          <ac:spMkLst>
            <pc:docMk/>
            <pc:sldMk cId="3898335745" sldId="320"/>
            <ac:spMk id="37" creationId="{8A193B09-82DA-BEB0-9476-DF97C4A19631}"/>
          </ac:spMkLst>
        </pc:spChg>
        <pc:spChg chg="add mod">
          <ac:chgData name="MYUNG JIN" userId="89f3fa32ababedc4" providerId="LiveId" clId="{70EB77D7-C8FD-458A-A25F-7506E97696AE}" dt="2025-07-29T21:03:18.852" v="1528" actId="1076"/>
          <ac:spMkLst>
            <pc:docMk/>
            <pc:sldMk cId="3898335745" sldId="320"/>
            <ac:spMk id="38" creationId="{7F893D7A-28F5-6F11-7729-AAE533951277}"/>
          </ac:spMkLst>
        </pc:spChg>
        <pc:spChg chg="add mod">
          <ac:chgData name="MYUNG JIN" userId="89f3fa32ababedc4" providerId="LiveId" clId="{70EB77D7-C8FD-458A-A25F-7506E97696AE}" dt="2025-07-29T21:02:08.646" v="1482" actId="1076"/>
          <ac:spMkLst>
            <pc:docMk/>
            <pc:sldMk cId="3898335745" sldId="320"/>
            <ac:spMk id="39" creationId="{51C9DAB0-9F0A-7A8D-AB67-49C85CD7EA20}"/>
          </ac:spMkLst>
        </pc:spChg>
        <pc:grpChg chg="mod">
          <ac:chgData name="MYUNG JIN" userId="89f3fa32ababedc4" providerId="LiveId" clId="{70EB77D7-C8FD-458A-A25F-7506E97696AE}" dt="2025-07-29T20:59:04.302" v="1402" actId="14100"/>
          <ac:grpSpMkLst>
            <pc:docMk/>
            <pc:sldMk cId="3898335745" sldId="320"/>
            <ac:grpSpMk id="20" creationId="{7CA0016B-D001-8C50-E43A-509C814E7F3D}"/>
          </ac:grpSpMkLst>
        </pc:grpChg>
        <pc:grpChg chg="mod">
          <ac:chgData name="MYUNG JIN" userId="89f3fa32ababedc4" providerId="LiveId" clId="{70EB77D7-C8FD-458A-A25F-7506E97696AE}" dt="2025-07-29T20:59:00.756" v="1400"/>
          <ac:grpSpMkLst>
            <pc:docMk/>
            <pc:sldMk cId="3898335745" sldId="320"/>
            <ac:grpSpMk id="21" creationId="{0F7E43C7-5A0D-BA6D-1D08-B273F8D28A75}"/>
          </ac:grpSpMkLst>
        </pc:grpChg>
        <pc:picChg chg="mod">
          <ac:chgData name="MYUNG JIN" userId="89f3fa32ababedc4" providerId="LiveId" clId="{70EB77D7-C8FD-458A-A25F-7506E97696AE}" dt="2025-07-29T20:59:00.756" v="1400"/>
          <ac:picMkLst>
            <pc:docMk/>
            <pc:sldMk cId="3898335745" sldId="320"/>
            <ac:picMk id="26" creationId="{08A814E2-A881-E48F-9C21-77F492D99632}"/>
          </ac:picMkLst>
        </pc:picChg>
      </pc:sldChg>
      <pc:sldMasterChg chg="modSldLayout">
        <pc:chgData name="MYUNG JIN" userId="89f3fa32ababedc4" providerId="LiveId" clId="{70EB77D7-C8FD-458A-A25F-7506E97696AE}" dt="2025-07-29T21:10:02.455" v="1775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70EB77D7-C8FD-458A-A25F-7506E97696AE}" dt="2025-07-29T21:10:02.455" v="1775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70EB77D7-C8FD-458A-A25F-7506E97696AE}" dt="2025-07-29T21:10:02.455" v="1775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2025-07-30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4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0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65" y="2329156"/>
            <a:ext cx="8372670" cy="2199687"/>
          </a:xfrm>
        </p:spPr>
        <p:txBody>
          <a:bodyPr/>
          <a:lstStyle/>
          <a:p>
            <a:r>
              <a:rPr lang="en-US" altLang="ko-KR" dirty="0"/>
              <a:t>Soft Programming Disturbance:</a:t>
            </a:r>
            <a:br>
              <a:rPr lang="en-US" altLang="ko-KR" dirty="0"/>
            </a:br>
            <a:r>
              <a:rPr lang="en-US" altLang="ko-KR" dirty="0"/>
              <a:t>Critical</a:t>
            </a:r>
            <a:r>
              <a:rPr lang="ko-KR" altLang="en-US" dirty="0"/>
              <a:t> </a:t>
            </a:r>
            <a:r>
              <a:rPr lang="en-US" altLang="ko-KR" dirty="0"/>
              <a:t>Transmission Path &amp;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Shallow Trap in BETOX Region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20250731 </a:t>
            </a:r>
            <a:r>
              <a:rPr lang="ko-KR" altLang="en-US" dirty="0"/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Elastic Trap-Assisted Tunneling</a:t>
            </a:r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A00AA57-6D8C-ABDE-3490-8B282800E004}"/>
              </a:ext>
            </a:extLst>
          </p:cNvPr>
          <p:cNvGrpSpPr/>
          <p:nvPr/>
        </p:nvGrpSpPr>
        <p:grpSpPr>
          <a:xfrm>
            <a:off x="422720" y="1592423"/>
            <a:ext cx="4292618" cy="4051296"/>
            <a:chOff x="4285325" y="1244081"/>
            <a:chExt cx="4292618" cy="4051296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3211B1E-F316-D2A3-0548-BDD24D456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5325" y="1244081"/>
              <a:ext cx="4292618" cy="4051296"/>
            </a:xfrm>
            <a:prstGeom prst="rect">
              <a:avLst/>
            </a:prstGeom>
          </p:spPr>
        </p:pic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8420C94-2FE5-8DBF-7245-B2E3E30408D2}"/>
                </a:ext>
              </a:extLst>
            </p:cNvPr>
            <p:cNvCxnSpPr>
              <a:cxnSpLocks/>
            </p:cNvCxnSpPr>
            <p:nvPr/>
          </p:nvCxnSpPr>
          <p:spPr>
            <a:xfrm>
              <a:off x="5778759" y="3994490"/>
              <a:ext cx="752431" cy="621053"/>
            </a:xfrm>
            <a:prstGeom prst="line">
              <a:avLst/>
            </a:prstGeom>
            <a:ln w="28575">
              <a:solidFill>
                <a:srgbClr val="137CC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319BB36E-CE62-3972-AAD7-B373733E7686}"/>
              </a:ext>
            </a:extLst>
          </p:cNvPr>
          <p:cNvSpPr/>
          <p:nvPr/>
        </p:nvSpPr>
        <p:spPr>
          <a:xfrm>
            <a:off x="1001754" y="4509795"/>
            <a:ext cx="1113453" cy="15551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84216F-2368-A219-7C1F-6A50DE3B23ED}"/>
              </a:ext>
            </a:extLst>
          </p:cNvPr>
          <p:cNvSpPr txBox="1"/>
          <p:nvPr/>
        </p:nvSpPr>
        <p:spPr>
          <a:xfrm>
            <a:off x="422719" y="1132113"/>
            <a:ext cx="5194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7 – 11 V : Elastic Trap-Assisted Tunneling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0B68F3-7B63-43AC-A3C4-CCBA94365B46}"/>
              </a:ext>
            </a:extLst>
          </p:cNvPr>
          <p:cNvSpPr txBox="1"/>
          <p:nvPr/>
        </p:nvSpPr>
        <p:spPr>
          <a:xfrm>
            <a:off x="777581" y="3857272"/>
            <a:ext cx="1555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Band to Trap Capture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128FE76-C9DC-6186-D782-67AB6D590A47}"/>
                  </a:ext>
                </a:extLst>
              </p:cNvPr>
              <p:cNvSpPr txBox="1"/>
              <p:nvPr/>
            </p:nvSpPr>
            <p:spPr>
              <a:xfrm>
                <a:off x="1246682" y="4579855"/>
                <a:ext cx="6142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128FE76-C9DC-6186-D782-67AB6D590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682" y="4579855"/>
                <a:ext cx="61426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D6F227D-4A93-BED6-EEEB-3716202C06B6}"/>
                  </a:ext>
                </a:extLst>
              </p:cNvPr>
              <p:cNvSpPr txBox="1"/>
              <p:nvPr/>
            </p:nvSpPr>
            <p:spPr>
              <a:xfrm>
                <a:off x="5156987" y="1858276"/>
                <a:ext cx="2998237" cy="3312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,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</m:oMath>
                </a14:m>
                <a:r>
                  <a:rPr lang="en-US" altLang="ko-KR" sz="20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  <a:br>
                  <a:rPr lang="en-US" altLang="ko-KR" sz="20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ko-KR" sz="20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  <a:br>
                  <a:rPr lang="en-US" altLang="ko-KR" sz="20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∗</m:t>
                                </m:r>
                              </m:sup>
                            </m:sSup>
                          </m:e>
                        </m:ra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𝑡𝑟𝑎𝑝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ko-KR" sz="20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  <a:br>
                  <a:rPr lang="en-US" altLang="ko-KR" sz="20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1+</m:t>
                        </m:r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𝑡𝑟𝑎𝑝</m:t>
                                        </m:r>
                                      </m:sub>
                                    </m:s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𝐶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𝑘𝑇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r>
                  <a:rPr lang="en-US" altLang="ko-KR" sz="2000" b="0" i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D6F227D-4A93-BED6-EEEB-3716202C0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987" y="1858276"/>
                <a:ext cx="2998237" cy="33125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36D5AF6A-AB5A-5CC5-4F23-14D399DAB132}"/>
              </a:ext>
            </a:extLst>
          </p:cNvPr>
          <p:cNvSpPr txBox="1"/>
          <p:nvPr/>
        </p:nvSpPr>
        <p:spPr>
          <a:xfrm>
            <a:off x="5554824" y="5569579"/>
            <a:ext cx="3041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논문 모델링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101F55-AA6D-C9BF-5773-8EA6D54A3E23}"/>
              </a:ext>
            </a:extLst>
          </p:cNvPr>
          <p:cNvSpPr txBox="1"/>
          <p:nvPr/>
        </p:nvSpPr>
        <p:spPr>
          <a:xfrm>
            <a:off x="1553815" y="1920909"/>
            <a:ext cx="1555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7AAD34-4D06-EB43-0A04-9CC4E2A49A2E}"/>
              </a:ext>
            </a:extLst>
          </p:cNvPr>
          <p:cNvSpPr txBox="1"/>
          <p:nvPr/>
        </p:nvSpPr>
        <p:spPr>
          <a:xfrm>
            <a:off x="1246682" y="2868421"/>
            <a:ext cx="536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o1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46B705-225E-3604-76CC-66D30F0207AF}"/>
              </a:ext>
            </a:extLst>
          </p:cNvPr>
          <p:cNvSpPr txBox="1"/>
          <p:nvPr/>
        </p:nvSpPr>
        <p:spPr>
          <a:xfrm>
            <a:off x="2089667" y="2868421"/>
            <a:ext cx="536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n1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3AC911-E782-DD61-62F3-EA098BCFC33E}"/>
              </a:ext>
            </a:extLst>
          </p:cNvPr>
          <p:cNvSpPr txBox="1"/>
          <p:nvPr/>
        </p:nvSpPr>
        <p:spPr>
          <a:xfrm>
            <a:off x="2631487" y="2868421"/>
            <a:ext cx="536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o2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07D5A6-AEA5-4453-7B2B-D5916C11C2CA}"/>
              </a:ext>
            </a:extLst>
          </p:cNvPr>
          <p:cNvSpPr txBox="1"/>
          <p:nvPr/>
        </p:nvSpPr>
        <p:spPr>
          <a:xfrm>
            <a:off x="3065105" y="1920909"/>
            <a:ext cx="1555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B764143-CA34-CD43-6D8A-8325A38ABC04}"/>
              </a:ext>
            </a:extLst>
          </p:cNvPr>
          <p:cNvCxnSpPr/>
          <p:nvPr/>
        </p:nvCxnSpPr>
        <p:spPr>
          <a:xfrm flipV="1">
            <a:off x="3038533" y="1810139"/>
            <a:ext cx="0" cy="315374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D0AD3E4F-52C1-7BC3-321E-D77B121A35C5}"/>
              </a:ext>
            </a:extLst>
          </p:cNvPr>
          <p:cNvSpPr/>
          <p:nvPr/>
        </p:nvSpPr>
        <p:spPr>
          <a:xfrm>
            <a:off x="2357803" y="4509795"/>
            <a:ext cx="1735226" cy="15551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F22F7B-5DCD-0FED-2578-F81166CF7E1C}"/>
              </a:ext>
            </a:extLst>
          </p:cNvPr>
          <p:cNvSpPr txBox="1"/>
          <p:nvPr/>
        </p:nvSpPr>
        <p:spPr>
          <a:xfrm>
            <a:off x="2774332" y="3857272"/>
            <a:ext cx="1555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to Band Emission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F1789F-8E63-E4D3-6613-E78215D71F6D}"/>
                  </a:ext>
                </a:extLst>
              </p:cNvPr>
              <p:cNvSpPr txBox="1"/>
              <p:nvPr/>
            </p:nvSpPr>
            <p:spPr>
              <a:xfrm>
                <a:off x="2918283" y="4579855"/>
                <a:ext cx="6142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F1789F-8E63-E4D3-6613-E78215D71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283" y="4579855"/>
                <a:ext cx="61426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1D4AB0CE-108D-2FC1-7CF8-1DB4043465E5}"/>
              </a:ext>
            </a:extLst>
          </p:cNvPr>
          <p:cNvSpPr txBox="1"/>
          <p:nvPr/>
        </p:nvSpPr>
        <p:spPr>
          <a:xfrm>
            <a:off x="653143" y="2404289"/>
            <a:ext cx="412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DF9E5CB-8E5B-9888-6484-1F93D61002FF}"/>
              </a:ext>
            </a:extLst>
          </p:cNvPr>
          <p:cNvSpPr/>
          <p:nvPr/>
        </p:nvSpPr>
        <p:spPr>
          <a:xfrm>
            <a:off x="5156987" y="2457061"/>
            <a:ext cx="2774303" cy="15053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248174-97B2-155C-B849-369CFA3832E5}"/>
                  </a:ext>
                </a:extLst>
              </p:cNvPr>
              <p:cNvSpPr txBox="1"/>
              <p:nvPr/>
            </p:nvSpPr>
            <p:spPr>
              <a:xfrm>
                <a:off x="8001538" y="2626697"/>
                <a:ext cx="4276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𝜈</m:t>
                    </m:r>
                  </m:oMath>
                </a14:m>
                <a:r>
                  <a:rPr lang="ko-KR" altLang="en-US"/>
                  <a:t> </a:t>
                </a:r>
                <a:endParaRPr lang="en-US" altLang="ko-KR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248174-97B2-155C-B849-369CFA383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538" y="2626697"/>
                <a:ext cx="42765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A2C9307C-C048-EB7B-DBA8-7A64CD054BC4}"/>
              </a:ext>
            </a:extLst>
          </p:cNvPr>
          <p:cNvSpPr/>
          <p:nvPr/>
        </p:nvSpPr>
        <p:spPr>
          <a:xfrm>
            <a:off x="5156988" y="4012165"/>
            <a:ext cx="2158482" cy="721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C8670A-C59B-F350-A208-8377B9930921}"/>
              </a:ext>
            </a:extLst>
          </p:cNvPr>
          <p:cNvSpPr/>
          <p:nvPr/>
        </p:nvSpPr>
        <p:spPr>
          <a:xfrm>
            <a:off x="5156988" y="4791561"/>
            <a:ext cx="901960" cy="360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A05EEE-46FE-69DF-B90E-9B596FFE0A5C}"/>
              </a:ext>
            </a:extLst>
          </p:cNvPr>
          <p:cNvSpPr txBox="1"/>
          <p:nvPr/>
        </p:nvSpPr>
        <p:spPr>
          <a:xfrm>
            <a:off x="7324803" y="4111183"/>
            <a:ext cx="1206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Fermi-Dirac</a:t>
            </a:r>
          </a:p>
          <a:p>
            <a:r>
              <a:rPr lang="en-US" altLang="ko-KR" sz="14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Distribution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A38CEE-4B48-5A76-5CB3-1889D843EFD1}"/>
              </a:ext>
            </a:extLst>
          </p:cNvPr>
          <p:cNvSpPr txBox="1"/>
          <p:nvPr/>
        </p:nvSpPr>
        <p:spPr>
          <a:xfrm>
            <a:off x="7915742" y="2991002"/>
            <a:ext cx="12067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Attempt-to-escape</a:t>
            </a:r>
          </a:p>
          <a:p>
            <a:r>
              <a:rPr lang="en-US" altLang="ko-KR" sz="14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Frequency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280C18-5D7D-1AA0-7B45-6CA40ADD9AA8}"/>
              </a:ext>
            </a:extLst>
          </p:cNvPr>
          <p:cNvSpPr txBox="1"/>
          <p:nvPr/>
        </p:nvSpPr>
        <p:spPr>
          <a:xfrm>
            <a:off x="6057365" y="4806567"/>
            <a:ext cx="18399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Tunneling Probability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29019-B5FC-A150-3171-6BA394E34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Equations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C8119F-A181-2459-95C5-7C53923C3181}"/>
                  </a:ext>
                </a:extLst>
              </p:cNvPr>
              <p:cNvSpPr txBox="1"/>
              <p:nvPr/>
            </p:nvSpPr>
            <p:spPr>
              <a:xfrm>
                <a:off x="3054220" y="1169437"/>
                <a:ext cx="5306008" cy="539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C8119F-A181-2459-95C5-7C53923C3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220" y="1169437"/>
                <a:ext cx="5306008" cy="5399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E3A042-39E3-F372-37B0-2A9B27D3EDEE}"/>
                  </a:ext>
                </a:extLst>
              </p:cNvPr>
              <p:cNvSpPr txBox="1"/>
              <p:nvPr/>
            </p:nvSpPr>
            <p:spPr>
              <a:xfrm>
                <a:off x="3054220" y="1803918"/>
                <a:ext cx="5306008" cy="539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𝑐𝑡𝑛</m:t>
                            </m:r>
                          </m:sub>
                        </m:sSub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E3A042-39E3-F372-37B0-2A9B27D3E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220" y="1803918"/>
                <a:ext cx="5306008" cy="5399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29FF45E-F27E-EE2E-0F58-1A77DD522E9E}"/>
              </a:ext>
            </a:extLst>
          </p:cNvPr>
          <p:cNvSpPr txBox="1"/>
          <p:nvPr/>
        </p:nvSpPr>
        <p:spPr>
          <a:xfrm>
            <a:off x="8360228" y="1281404"/>
            <a:ext cx="441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8093BE-7729-E484-905F-066B4EE17B33}"/>
              </a:ext>
            </a:extLst>
          </p:cNvPr>
          <p:cNvSpPr txBox="1"/>
          <p:nvPr/>
        </p:nvSpPr>
        <p:spPr>
          <a:xfrm>
            <a:off x="8360228" y="1876524"/>
            <a:ext cx="441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②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FD77DDC-02D9-1456-3AB8-91300938F4D5}"/>
              </a:ext>
            </a:extLst>
          </p:cNvPr>
          <p:cNvCxnSpPr>
            <a:endCxn id="5" idx="1"/>
          </p:cNvCxnSpPr>
          <p:nvPr/>
        </p:nvCxnSpPr>
        <p:spPr>
          <a:xfrm>
            <a:off x="7078824" y="1481459"/>
            <a:ext cx="1281404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9BF11FE-1BEE-88D3-F1AF-5D4F69492666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5200261" y="2073896"/>
            <a:ext cx="315996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6059F65-FC62-03BD-ABBA-BC47E357B833}"/>
              </a:ext>
            </a:extLst>
          </p:cNvPr>
          <p:cNvSpPr txBox="1"/>
          <p:nvPr/>
        </p:nvSpPr>
        <p:spPr>
          <a:xfrm>
            <a:off x="256590" y="2777040"/>
            <a:ext cx="346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EDDACD-8553-33CD-A1AE-D15CAE6681BB}"/>
                  </a:ext>
                </a:extLst>
              </p:cNvPr>
              <p:cNvSpPr txBox="1"/>
              <p:nvPr/>
            </p:nvSpPr>
            <p:spPr>
              <a:xfrm>
                <a:off x="735561" y="3002685"/>
                <a:ext cx="4164563" cy="539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EDDACD-8553-33CD-A1AE-D15CAE668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61" y="3002685"/>
                <a:ext cx="4164563" cy="5399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35F0AA7-EA00-F490-3641-EF3742FC83EB}"/>
              </a:ext>
            </a:extLst>
          </p:cNvPr>
          <p:cNvSpPr txBox="1"/>
          <p:nvPr/>
        </p:nvSpPr>
        <p:spPr>
          <a:xfrm>
            <a:off x="634481" y="1254749"/>
            <a:ext cx="224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Band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Capture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1A5994-C62C-3053-C6DA-2430DDCC2EE2}"/>
              </a:ext>
            </a:extLst>
          </p:cNvPr>
          <p:cNvSpPr txBox="1"/>
          <p:nvPr/>
        </p:nvSpPr>
        <p:spPr>
          <a:xfrm>
            <a:off x="634480" y="1889230"/>
            <a:ext cx="2419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to Band Emission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4469865-427B-AC4E-6209-93E005017565}"/>
                  </a:ext>
                </a:extLst>
              </p:cNvPr>
              <p:cNvSpPr txBox="1"/>
              <p:nvPr/>
            </p:nvSpPr>
            <p:spPr>
              <a:xfrm>
                <a:off x="735561" y="3760908"/>
                <a:ext cx="4164563" cy="539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4469865-427B-AC4E-6209-93E005017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61" y="3760908"/>
                <a:ext cx="4164563" cy="5399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54B2A5-89A1-B5F1-594E-8CFCD19BB04F}"/>
                  </a:ext>
                </a:extLst>
              </p:cNvPr>
              <p:cNvSpPr txBox="1"/>
              <p:nvPr/>
            </p:nvSpPr>
            <p:spPr>
              <a:xfrm>
                <a:off x="650030" y="4470442"/>
                <a:ext cx="6184644" cy="542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</m:oMath>
                </a14:m>
                <a:r>
                  <a:rPr lang="en-US" altLang="ko-KR" sz="2000" b="0" i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ko-KR" sz="1400" b="0" i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+ 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∝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𝑁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54B2A5-89A1-B5F1-594E-8CFCD19BB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30" y="4470442"/>
                <a:ext cx="6184644" cy="542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948C8F-D867-83DA-02C6-84C779704DC0}"/>
                  </a:ext>
                </a:extLst>
              </p:cNvPr>
              <p:cNvSpPr txBox="1"/>
              <p:nvPr/>
            </p:nvSpPr>
            <p:spPr>
              <a:xfrm>
                <a:off x="6139549" y="3105617"/>
                <a:ext cx="2071396" cy="539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𝑐𝑡𝑛</m:t>
                            </m:r>
                          </m:sub>
                        </m:sSub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948C8F-D867-83DA-02C6-84C779704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549" y="3105617"/>
                <a:ext cx="2071396" cy="5399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B7B4BD5-036D-DA6B-0E18-876BD2DAB7E4}"/>
                  </a:ext>
                </a:extLst>
              </p:cNvPr>
              <p:cNvSpPr txBox="1"/>
              <p:nvPr/>
            </p:nvSpPr>
            <p:spPr>
              <a:xfrm>
                <a:off x="6187755" y="3775080"/>
                <a:ext cx="2699655" cy="410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</m:t>
                          </m:r>
                          <m:r>
                            <m:rPr>
                              <m:lit/>
                            </m:r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_</m:t>
                          </m:r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𝑐𝑡𝑛</m:t>
                          </m:r>
                        </m:sub>
                      </m:sSub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</m:t>
                          </m:r>
                          <m:r>
                            <m:rPr>
                              <m:lit/>
                            </m:rP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_</m:t>
                          </m:r>
                          <m: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𝑡𝑛</m:t>
                          </m:r>
                          <m: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1</m:t>
                          </m:r>
                        </m:sub>
                      </m:sSub>
                      <m:r>
                        <a:rPr lang="en-US" altLang="ko-KR" sz="2000" i="1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𝑡</m:t>
                      </m:r>
                    </m:oMath>
                  </m:oMathPara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B7B4BD5-036D-DA6B-0E18-876BD2DAB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755" y="3775080"/>
                <a:ext cx="2699655" cy="4103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AE079EB-E887-339B-6696-1C7A1643959F}"/>
              </a:ext>
            </a:extLst>
          </p:cNvPr>
          <p:cNvSpPr txBox="1"/>
          <p:nvPr/>
        </p:nvSpPr>
        <p:spPr>
          <a:xfrm>
            <a:off x="5746106" y="2777040"/>
            <a:ext cx="441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②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CB1AA8F-C1E2-7322-4C12-0E2A3C84E983}"/>
              </a:ext>
            </a:extLst>
          </p:cNvPr>
          <p:cNvSpPr/>
          <p:nvPr/>
        </p:nvSpPr>
        <p:spPr>
          <a:xfrm>
            <a:off x="5878286" y="5661457"/>
            <a:ext cx="956388" cy="6369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CC6B17-5B4C-70BD-4D23-F84B438AF515}"/>
              </a:ext>
            </a:extLst>
          </p:cNvPr>
          <p:cNvSpPr txBox="1"/>
          <p:nvPr/>
        </p:nvSpPr>
        <p:spPr>
          <a:xfrm>
            <a:off x="5666014" y="5261347"/>
            <a:ext cx="1380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Constant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19927BE-E5D4-8EC7-C3D7-9903696C2461}"/>
                  </a:ext>
                </a:extLst>
              </p:cNvPr>
              <p:cNvSpPr txBox="1"/>
              <p:nvPr/>
            </p:nvSpPr>
            <p:spPr>
              <a:xfrm>
                <a:off x="4900124" y="5685901"/>
                <a:ext cx="2525486" cy="542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𝑐𝑡𝑛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</m:oMath>
                </a14:m>
                <a:r>
                  <a:rPr lang="en-US" altLang="ko-KR" sz="200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e>
                      <m: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𝑡</m:t>
                    </m:r>
                  </m:oMath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19927BE-E5D4-8EC7-C3D7-9903696C2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0124" y="5685901"/>
                <a:ext cx="2525486" cy="5423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E53C1AEF-AFAF-FBA7-A3C1-C3653B5A60BC}"/>
              </a:ext>
            </a:extLst>
          </p:cNvPr>
          <p:cNvSpPr txBox="1"/>
          <p:nvPr/>
        </p:nvSpPr>
        <p:spPr>
          <a:xfrm>
            <a:off x="3484206" y="5765881"/>
            <a:ext cx="1359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①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+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②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BE9D121A-C609-3ED7-48A5-E82795A979C8}"/>
              </a:ext>
            </a:extLst>
          </p:cNvPr>
          <p:cNvSpPr/>
          <p:nvPr/>
        </p:nvSpPr>
        <p:spPr>
          <a:xfrm>
            <a:off x="2399520" y="5699657"/>
            <a:ext cx="1057470" cy="532557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115BC7-4B3C-CF51-EE26-BDD9D7DD05A4}"/>
              </a:ext>
            </a:extLst>
          </p:cNvPr>
          <p:cNvSpPr/>
          <p:nvPr/>
        </p:nvSpPr>
        <p:spPr>
          <a:xfrm>
            <a:off x="3564295" y="4433854"/>
            <a:ext cx="1635966" cy="6369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F29E7DD-EB8B-E3D1-460F-9DB50CF83498}"/>
              </a:ext>
            </a:extLst>
          </p:cNvPr>
          <p:cNvCxnSpPr>
            <a:cxnSpLocks/>
          </p:cNvCxnSpPr>
          <p:nvPr/>
        </p:nvCxnSpPr>
        <p:spPr>
          <a:xfrm flipV="1">
            <a:off x="1760376" y="4528457"/>
            <a:ext cx="1443134" cy="4843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131675F-DEBB-21D1-7849-4E33DFB17A61}"/>
              </a:ext>
            </a:extLst>
          </p:cNvPr>
          <p:cNvSpPr txBox="1"/>
          <p:nvPr/>
        </p:nvSpPr>
        <p:spPr>
          <a:xfrm>
            <a:off x="1604865" y="5070835"/>
            <a:ext cx="1555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Converging term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C05F773-3862-972F-A0A8-D1A4C693A1B7}"/>
                  </a:ext>
                </a:extLst>
              </p:cNvPr>
              <p:cNvSpPr txBox="1"/>
              <p:nvPr/>
            </p:nvSpPr>
            <p:spPr>
              <a:xfrm>
                <a:off x="6645729" y="4177520"/>
                <a:ext cx="2012303" cy="300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∵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𝑐𝑡𝑛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=0</m:t>
                            </m:r>
                          </m:e>
                        </m:d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=0</m:t>
                        </m:r>
                      </m:e>
                    </m:d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C05F773-3862-972F-A0A8-D1A4C693A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729" y="4177520"/>
                <a:ext cx="2012303" cy="3007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790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FEFF6-4847-287A-94B3-24067C148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78109D-57A3-3E23-C1EA-A7638F67A9C1}"/>
                  </a:ext>
                </a:extLst>
              </p:cNvPr>
              <p:cNvSpPr txBox="1"/>
              <p:nvPr/>
            </p:nvSpPr>
            <p:spPr>
              <a:xfrm>
                <a:off x="3557295" y="1186288"/>
                <a:ext cx="2525486" cy="542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𝑐𝑡𝑛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</m:oMath>
                </a14:m>
                <a:r>
                  <a:rPr lang="en-US" altLang="ko-KR" sz="200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e>
                      <m: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𝑡</m:t>
                    </m:r>
                  </m:oMath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78109D-57A3-3E23-C1EA-A7638F67A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95" y="1186288"/>
                <a:ext cx="2525486" cy="5423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EA4C400-F0CE-C0B0-D40E-7BD7539B0E25}"/>
              </a:ext>
            </a:extLst>
          </p:cNvPr>
          <p:cNvSpPr txBox="1"/>
          <p:nvPr/>
        </p:nvSpPr>
        <p:spPr>
          <a:xfrm>
            <a:off x="2141377" y="1266268"/>
            <a:ext cx="1359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①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+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②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1ECC53C-8103-CF23-BD0D-C04C77E99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Equations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EF0CBC-1FD2-86EF-A627-B29E9B3A6F88}"/>
                  </a:ext>
                </a:extLst>
              </p:cNvPr>
              <p:cNvSpPr txBox="1"/>
              <p:nvPr/>
            </p:nvSpPr>
            <p:spPr>
              <a:xfrm>
                <a:off x="866191" y="2190196"/>
                <a:ext cx="74116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e>
                      <m:sub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400" dirty="0"/>
                  <a:t>: </a:t>
                </a:r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Transmission Path </a:t>
                </a:r>
                <a:r>
                  <a:rPr lang="ko-KR" altLang="en-US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에서의 </a:t>
                </a:r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local trap density</a:t>
                </a:r>
                <a:endParaRPr lang="ko-KR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EF0CBC-1FD2-86EF-A627-B29E9B3A6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91" y="2190196"/>
                <a:ext cx="7411616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FA8459-1215-008C-96AC-DD9CA8F118F0}"/>
              </a:ext>
            </a:extLst>
          </p:cNvPr>
          <p:cNvSpPr/>
          <p:nvPr/>
        </p:nvSpPr>
        <p:spPr>
          <a:xfrm>
            <a:off x="4543159" y="1118071"/>
            <a:ext cx="949461" cy="6369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CA0016B-D001-8C50-E43A-509C814E7F3D}"/>
              </a:ext>
            </a:extLst>
          </p:cNvPr>
          <p:cNvGrpSpPr/>
          <p:nvPr/>
        </p:nvGrpSpPr>
        <p:grpSpPr>
          <a:xfrm>
            <a:off x="771063" y="2845989"/>
            <a:ext cx="3552121" cy="3352428"/>
            <a:chOff x="2363218" y="1642187"/>
            <a:chExt cx="4292618" cy="4051296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0F7E43C7-5A0D-BA6D-1D08-B273F8D28A75}"/>
                </a:ext>
              </a:extLst>
            </p:cNvPr>
            <p:cNvGrpSpPr/>
            <p:nvPr/>
          </p:nvGrpSpPr>
          <p:grpSpPr>
            <a:xfrm>
              <a:off x="2363218" y="1642187"/>
              <a:ext cx="4292618" cy="4051296"/>
              <a:chOff x="4285325" y="1244081"/>
              <a:chExt cx="4292618" cy="4051296"/>
            </a:xfrm>
          </p:grpSpPr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08A814E2-A881-E48F-9C21-77F492D996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5325" y="1244081"/>
                <a:ext cx="4292618" cy="4051296"/>
              </a:xfrm>
              <a:prstGeom prst="rect">
                <a:avLst/>
              </a:prstGeom>
            </p:spPr>
          </p:pic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AD293538-821B-29DB-0123-9E47240E37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8759" y="3994490"/>
                <a:ext cx="752431" cy="621053"/>
              </a:xfrm>
              <a:prstGeom prst="line">
                <a:avLst/>
              </a:prstGeom>
              <a:ln w="28575">
                <a:solidFill>
                  <a:srgbClr val="137CC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화살표: 오른쪽 21">
              <a:extLst>
                <a:ext uri="{FF2B5EF4-FFF2-40B4-BE49-F238E27FC236}">
                  <a16:creationId xmlns:a16="http://schemas.microsoft.com/office/drawing/2014/main" id="{C19167A4-555E-14BD-13AB-1AF2C62DD203}"/>
                </a:ext>
              </a:extLst>
            </p:cNvPr>
            <p:cNvSpPr/>
            <p:nvPr/>
          </p:nvSpPr>
          <p:spPr>
            <a:xfrm>
              <a:off x="2942252" y="4559559"/>
              <a:ext cx="1113453" cy="155510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화살표: 오른쪽 22">
              <a:extLst>
                <a:ext uri="{FF2B5EF4-FFF2-40B4-BE49-F238E27FC236}">
                  <a16:creationId xmlns:a16="http://schemas.microsoft.com/office/drawing/2014/main" id="{BD39A26F-65A7-0E03-C564-F9071EB8D5C4}"/>
                </a:ext>
              </a:extLst>
            </p:cNvPr>
            <p:cNvSpPr/>
            <p:nvPr/>
          </p:nvSpPr>
          <p:spPr>
            <a:xfrm>
              <a:off x="4298301" y="4559559"/>
              <a:ext cx="1735226" cy="155510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화살표: 오른쪽 23">
              <a:extLst>
                <a:ext uri="{FF2B5EF4-FFF2-40B4-BE49-F238E27FC236}">
                  <a16:creationId xmlns:a16="http://schemas.microsoft.com/office/drawing/2014/main" id="{BEB8706E-8D39-33C1-A114-C85953B212D3}"/>
                </a:ext>
              </a:extLst>
            </p:cNvPr>
            <p:cNvSpPr/>
            <p:nvPr/>
          </p:nvSpPr>
          <p:spPr>
            <a:xfrm>
              <a:off x="2942253" y="4397675"/>
              <a:ext cx="914400" cy="155510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D2631AD5-0805-956A-29B3-CB5E106382CF}"/>
                </a:ext>
              </a:extLst>
            </p:cNvPr>
            <p:cNvSpPr/>
            <p:nvPr/>
          </p:nvSpPr>
          <p:spPr>
            <a:xfrm>
              <a:off x="4055705" y="4388010"/>
              <a:ext cx="1977822" cy="155510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3B4520-0F07-A891-953C-D1E3EA90AB20}"/>
                  </a:ext>
                </a:extLst>
              </p:cNvPr>
              <p:cNvSpPr txBox="1"/>
              <p:nvPr/>
            </p:nvSpPr>
            <p:spPr>
              <a:xfrm>
                <a:off x="1364646" y="5266525"/>
                <a:ext cx="508302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3B4520-0F07-A891-953C-D1E3EA90A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646" y="5266525"/>
                <a:ext cx="508302" cy="3815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6D518CC-1992-6B74-95BF-75C688CAECF7}"/>
                  </a:ext>
                </a:extLst>
              </p:cNvPr>
              <p:cNvSpPr txBox="1"/>
              <p:nvPr/>
            </p:nvSpPr>
            <p:spPr>
              <a:xfrm>
                <a:off x="3036247" y="5266525"/>
                <a:ext cx="508302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6D518CC-1992-6B74-95BF-75C688CAE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247" y="5266525"/>
                <a:ext cx="508302" cy="3815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9EB839-91D3-E85F-1BBA-4A1840803B57}"/>
                  </a:ext>
                </a:extLst>
              </p:cNvPr>
              <p:cNvSpPr txBox="1"/>
              <p:nvPr/>
            </p:nvSpPr>
            <p:spPr>
              <a:xfrm>
                <a:off x="1364646" y="4697047"/>
                <a:ext cx="508302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9EB839-91D3-E85F-1BBA-4A1840803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646" y="4697047"/>
                <a:ext cx="508302" cy="3815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EBF4516-1CA3-8BC9-BC20-0952E0A48F79}"/>
                  </a:ext>
                </a:extLst>
              </p:cNvPr>
              <p:cNvSpPr txBox="1"/>
              <p:nvPr/>
            </p:nvSpPr>
            <p:spPr>
              <a:xfrm>
                <a:off x="3036247" y="4713219"/>
                <a:ext cx="508302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EBF4516-1CA3-8BC9-BC20-0952E0A48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247" y="4713219"/>
                <a:ext cx="508302" cy="3815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직사각형 31">
            <a:extLst>
              <a:ext uri="{FF2B5EF4-FFF2-40B4-BE49-F238E27FC236}">
                <a16:creationId xmlns:a16="http://schemas.microsoft.com/office/drawing/2014/main" id="{484D4794-98B4-06E8-D957-6575419DA73A}"/>
              </a:ext>
            </a:extLst>
          </p:cNvPr>
          <p:cNvSpPr/>
          <p:nvPr/>
        </p:nvSpPr>
        <p:spPr>
          <a:xfrm>
            <a:off x="2178697" y="5253048"/>
            <a:ext cx="164136" cy="19412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DEA58A6-ADEE-790E-2D92-82CC0E5BC17D}"/>
              </a:ext>
            </a:extLst>
          </p:cNvPr>
          <p:cNvSpPr/>
          <p:nvPr/>
        </p:nvSpPr>
        <p:spPr>
          <a:xfrm>
            <a:off x="1992294" y="5060698"/>
            <a:ext cx="164136" cy="194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3ED3109-F0C7-5F55-C8F8-9CFF0309611C}"/>
              </a:ext>
            </a:extLst>
          </p:cNvPr>
          <p:cNvSpPr/>
          <p:nvPr/>
        </p:nvSpPr>
        <p:spPr>
          <a:xfrm>
            <a:off x="5558994" y="4616155"/>
            <a:ext cx="164136" cy="19412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DB661C-51F6-52B8-73DA-8606C92E609A}"/>
              </a:ext>
            </a:extLst>
          </p:cNvPr>
          <p:cNvSpPr/>
          <p:nvPr/>
        </p:nvSpPr>
        <p:spPr>
          <a:xfrm>
            <a:off x="5558994" y="3331936"/>
            <a:ext cx="164136" cy="194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A193B09-82DA-BEB0-9476-DF97C4A19631}"/>
                  </a:ext>
                </a:extLst>
              </p:cNvPr>
              <p:cNvSpPr txBox="1"/>
              <p:nvPr/>
            </p:nvSpPr>
            <p:spPr>
              <a:xfrm>
                <a:off x="5883772" y="3112855"/>
                <a:ext cx="2076061" cy="758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sub>
                        </m:sSub>
                        <m: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,1</m:t>
                            </m:r>
                          </m:sub>
                        </m:sSub>
                      </m:den>
                    </m:f>
                    <m:r>
                      <a:rPr lang="en-US" altLang="ko-KR" sz="2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e>
                      <m:sub>
                        <m: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,1</m:t>
                        </m:r>
                      </m:sub>
                    </m:sSub>
                  </m:oMath>
                </a14:m>
                <a:r>
                  <a:rPr lang="ko-KR" altLang="en-US" sz="2800" dirty="0"/>
                  <a:t>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A193B09-82DA-BEB0-9476-DF97C4A19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772" y="3112855"/>
                <a:ext cx="2076061" cy="7585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F893D7A-28F5-6F11-7729-AAE533951277}"/>
                  </a:ext>
                </a:extLst>
              </p:cNvPr>
              <p:cNvSpPr txBox="1"/>
              <p:nvPr/>
            </p:nvSpPr>
            <p:spPr>
              <a:xfrm>
                <a:off x="5883772" y="4380902"/>
                <a:ext cx="2076061" cy="758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,2</m:t>
                            </m:r>
                          </m:sub>
                        </m:sSub>
                        <m: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,2</m:t>
                            </m:r>
                          </m:sub>
                        </m:sSub>
                      </m:den>
                    </m:f>
                    <m:r>
                      <a:rPr lang="en-US" altLang="ko-KR" sz="2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e>
                      <m:sub>
                        <m: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,2</m:t>
                        </m:r>
                      </m:sub>
                    </m:sSub>
                  </m:oMath>
                </a14:m>
                <a:r>
                  <a:rPr lang="ko-KR" altLang="en-US" sz="2800" dirty="0"/>
                  <a:t>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F893D7A-28F5-6F11-7729-AAE533951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772" y="4380902"/>
                <a:ext cx="2076061" cy="7585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51C9DAB0-9F0A-7A8D-AB67-49C85CD7EA20}"/>
              </a:ext>
            </a:extLst>
          </p:cNvPr>
          <p:cNvSpPr txBox="1"/>
          <p:nvPr/>
        </p:nvSpPr>
        <p:spPr>
          <a:xfrm>
            <a:off x="3808226" y="4964592"/>
            <a:ext cx="820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path 1</a:t>
            </a:r>
          </a:p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path 2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8335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12EA9-E8AE-5C68-6818-2518C9E9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Works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CD969C-5CB6-81D8-B61F-F8DD53F351E6}"/>
                  </a:ext>
                </a:extLst>
              </p:cNvPr>
              <p:cNvSpPr txBox="1"/>
              <p:nvPr/>
            </p:nvSpPr>
            <p:spPr>
              <a:xfrm>
                <a:off x="1394926" y="2383029"/>
                <a:ext cx="6548536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</m:e>
                      <m:sub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Transmission Path </a:t>
                </a:r>
                <a:r>
                  <a:rPr lang="ko-KR" altLang="en-US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에서의 </a:t>
                </a:r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local trap density</a:t>
                </a:r>
              </a:p>
              <a:p>
                <a:endParaRPr lang="en-US" altLang="ko-KR" sz="2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pPr marL="342900" indent="-342900">
                  <a:buFont typeface="Symbol" panose="05050102010706020507" pitchFamily="18" charset="2"/>
                  <a:buChar char="Þ"/>
                </a:pPr>
                <a:r>
                  <a:rPr lang="ko-KR" altLang="en-US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적절한 방식의 </a:t>
                </a:r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Band / Spatial </a:t>
                </a:r>
                <a:r>
                  <a:rPr lang="ko-KR" altLang="en-US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분할 기법</a:t>
                </a:r>
                <a:endParaRPr lang="en-US" altLang="ko-KR" sz="2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2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pPr marL="342900" indent="-342900">
                  <a:buFont typeface="Symbol" panose="05050102010706020507" pitchFamily="18" charset="2"/>
                  <a:buChar char="Þ"/>
                </a:pPr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TCAD</a:t>
                </a:r>
                <a:r>
                  <a:rPr lang="ko-KR" altLang="en-US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–</a:t>
                </a:r>
                <a:r>
                  <a:rPr lang="ko-KR" altLang="en-US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Model</a:t>
                </a:r>
                <a:r>
                  <a:rPr lang="ko-KR" altLang="en-US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Calibration</a:t>
                </a:r>
                <a:b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</a:br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(On</a:t>
                </a:r>
                <a:r>
                  <a:rPr lang="ko-KR" altLang="en-US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Progress)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CD969C-5CB6-81D8-B61F-F8DD53F35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926" y="2383029"/>
                <a:ext cx="6548536" cy="23083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966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199</Words>
  <Application>Microsoft Office PowerPoint</Application>
  <PresentationFormat>화면 슬라이드 쇼(4:3)</PresentationFormat>
  <Paragraphs>59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Arial</vt:lpstr>
      <vt:lpstr>Calibri</vt:lpstr>
      <vt:lpstr>Cambria Math</vt:lpstr>
      <vt:lpstr>Symbol</vt:lpstr>
      <vt:lpstr>Times New Roman</vt:lpstr>
      <vt:lpstr>Office 테마</vt:lpstr>
      <vt:lpstr>Soft Programming Disturbance: Critical Transmission Path &amp;  Shallow Trap in BETOX Region  20250731 진명</vt:lpstr>
      <vt:lpstr>Elastic Trap-Assisted Tunneling</vt:lpstr>
      <vt:lpstr>Modeling Equations</vt:lpstr>
      <vt:lpstr>Modeling Equations</vt:lpstr>
      <vt:lpstr>Future Works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2025-07-30T09:11:21Z</dcterms:modified>
  <cp:version/>
</cp:coreProperties>
</file>