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10"/>
  </p:notesMasterIdLst>
  <p:sldIdLst>
    <p:sldId id="314" r:id="rId2"/>
    <p:sldId id="315" r:id="rId3"/>
    <p:sldId id="316" r:id="rId4"/>
    <p:sldId id="317" r:id="rId5"/>
    <p:sldId id="318" r:id="rId6"/>
    <p:sldId id="319" r:id="rId7"/>
    <p:sldId id="320" r:id="rId8"/>
    <p:sldId id="321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9E1747-47EC-467E-BEC1-55F226EB6694}" v="5" dt="2025-09-27T15:34:46.6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05" d="100"/>
          <a:sy n="105" d="100"/>
        </p:scale>
        <p:origin x="762" y="78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delSld modSld">
      <pc:chgData name="MYUNG JIN" userId="89f3fa32ababedc4" providerId="LiveId" clId="{1442CAFF-C376-405E-80FE-32277BA9AD5E}" dt="2025-09-27T15:34:57.726" v="329" actId="20577"/>
      <pc:docMkLst>
        <pc:docMk/>
      </pc:docMkLst>
      <pc:sldChg chg="modSp mod">
        <pc:chgData name="MYUNG JIN" userId="89f3fa32ababedc4" providerId="LiveId" clId="{1442CAFF-C376-405E-80FE-32277BA9AD5E}" dt="2025-09-27T15:33:32.815" v="140" actId="20577"/>
        <pc:sldMkLst>
          <pc:docMk/>
          <pc:sldMk cId="2415824652" sldId="314"/>
        </pc:sldMkLst>
        <pc:spChg chg="mod">
          <ac:chgData name="MYUNG JIN" userId="89f3fa32ababedc4" providerId="LiveId" clId="{1442CAFF-C376-405E-80FE-32277BA9AD5E}" dt="2025-09-27T15:33:32.815" v="140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modSp mod">
        <pc:chgData name="MYUNG JIN" userId="89f3fa32ababedc4" providerId="LiveId" clId="{1442CAFF-C376-405E-80FE-32277BA9AD5E}" dt="2025-09-27T15:33:53.945" v="186" actId="20577"/>
        <pc:sldMkLst>
          <pc:docMk/>
          <pc:sldMk cId="2899342611" sldId="315"/>
        </pc:sldMkLst>
        <pc:spChg chg="mod">
          <ac:chgData name="MYUNG JIN" userId="89f3fa32ababedc4" providerId="LiveId" clId="{1442CAFF-C376-405E-80FE-32277BA9AD5E}" dt="2025-09-27T15:33:53.945" v="186" actId="20577"/>
          <ac:spMkLst>
            <pc:docMk/>
            <pc:sldMk cId="2899342611" sldId="315"/>
            <ac:spMk id="2" creationId="{6B80B26E-D7EF-B0B7-2CB8-5143E660972A}"/>
          </ac:spMkLst>
        </pc:spChg>
      </pc:sldChg>
      <pc:sldChg chg="modSp new mod">
        <pc:chgData name="MYUNG JIN" userId="89f3fa32ababedc4" providerId="LiveId" clId="{1442CAFF-C376-405E-80FE-32277BA9AD5E}" dt="2025-09-27T15:34:20.658" v="260" actId="20577"/>
        <pc:sldMkLst>
          <pc:docMk/>
          <pc:sldMk cId="575197198" sldId="316"/>
        </pc:sldMkLst>
        <pc:spChg chg="mod">
          <ac:chgData name="MYUNG JIN" userId="89f3fa32ababedc4" providerId="LiveId" clId="{1442CAFF-C376-405E-80FE-32277BA9AD5E}" dt="2025-09-27T15:34:20.658" v="260" actId="20577"/>
          <ac:spMkLst>
            <pc:docMk/>
            <pc:sldMk cId="575197198" sldId="316"/>
            <ac:spMk id="2" creationId="{83E5364F-B6B3-618A-237F-716EF918F85E}"/>
          </ac:spMkLst>
        </pc:spChg>
      </pc:sldChg>
      <pc:sldChg chg="del">
        <pc:chgData name="MYUNG JIN" userId="89f3fa32ababedc4" providerId="LiveId" clId="{1442CAFF-C376-405E-80FE-32277BA9AD5E}" dt="2025-09-27T15:32:07.622" v="0" actId="47"/>
        <pc:sldMkLst>
          <pc:docMk/>
          <pc:sldMk cId="3739363777" sldId="316"/>
        </pc:sldMkLst>
      </pc:sldChg>
      <pc:sldChg chg="del">
        <pc:chgData name="MYUNG JIN" userId="89f3fa32ababedc4" providerId="LiveId" clId="{1442CAFF-C376-405E-80FE-32277BA9AD5E}" dt="2025-09-27T15:32:07.711" v="1" actId="47"/>
        <pc:sldMkLst>
          <pc:docMk/>
          <pc:sldMk cId="2174781645" sldId="317"/>
        </pc:sldMkLst>
      </pc:sldChg>
      <pc:sldChg chg="add">
        <pc:chgData name="MYUNG JIN" userId="89f3fa32ababedc4" providerId="LiveId" clId="{1442CAFF-C376-405E-80FE-32277BA9AD5E}" dt="2025-09-27T15:34:23.097" v="261"/>
        <pc:sldMkLst>
          <pc:docMk/>
          <pc:sldMk cId="4143671809" sldId="317"/>
        </pc:sldMkLst>
      </pc:sldChg>
      <pc:sldChg chg="modSp add mod">
        <pc:chgData name="MYUNG JIN" userId="89f3fa32ababedc4" providerId="LiveId" clId="{1442CAFF-C376-405E-80FE-32277BA9AD5E}" dt="2025-09-27T15:34:34.266" v="292" actId="20577"/>
        <pc:sldMkLst>
          <pc:docMk/>
          <pc:sldMk cId="2509487926" sldId="318"/>
        </pc:sldMkLst>
        <pc:spChg chg="mod">
          <ac:chgData name="MYUNG JIN" userId="89f3fa32ababedc4" providerId="LiveId" clId="{1442CAFF-C376-405E-80FE-32277BA9AD5E}" dt="2025-09-27T15:34:34.266" v="292" actId="20577"/>
          <ac:spMkLst>
            <pc:docMk/>
            <pc:sldMk cId="2509487926" sldId="318"/>
            <ac:spMk id="2" creationId="{B8975410-F9BE-0B1B-1EF6-D0059D6D8AF5}"/>
          </ac:spMkLst>
        </pc:spChg>
      </pc:sldChg>
      <pc:sldChg chg="add">
        <pc:chgData name="MYUNG JIN" userId="89f3fa32ababedc4" providerId="LiveId" clId="{1442CAFF-C376-405E-80FE-32277BA9AD5E}" dt="2025-09-27T15:34:38.631" v="297"/>
        <pc:sldMkLst>
          <pc:docMk/>
          <pc:sldMk cId="1006679392" sldId="319"/>
        </pc:sldMkLst>
      </pc:sldChg>
      <pc:sldChg chg="new del">
        <pc:chgData name="MYUNG JIN" userId="89f3fa32ababedc4" providerId="LiveId" clId="{1442CAFF-C376-405E-80FE-32277BA9AD5E}" dt="2025-09-27T15:34:37.736" v="296" actId="680"/>
        <pc:sldMkLst>
          <pc:docMk/>
          <pc:sldMk cId="3283802652" sldId="319"/>
        </pc:sldMkLst>
      </pc:sldChg>
      <pc:sldChg chg="add">
        <pc:chgData name="MYUNG JIN" userId="89f3fa32ababedc4" providerId="LiveId" clId="{1442CAFF-C376-405E-80FE-32277BA9AD5E}" dt="2025-09-27T15:34:38.753" v="298"/>
        <pc:sldMkLst>
          <pc:docMk/>
          <pc:sldMk cId="1471541320" sldId="320"/>
        </pc:sldMkLst>
      </pc:sldChg>
      <pc:sldChg chg="new del">
        <pc:chgData name="MYUNG JIN" userId="89f3fa32ababedc4" providerId="LiveId" clId="{1442CAFF-C376-405E-80FE-32277BA9AD5E}" dt="2025-09-27T15:34:37.557" v="295" actId="680"/>
        <pc:sldMkLst>
          <pc:docMk/>
          <pc:sldMk cId="3464265721" sldId="320"/>
        </pc:sldMkLst>
      </pc:sldChg>
      <pc:sldChg chg="modSp add mod">
        <pc:chgData name="MYUNG JIN" userId="89f3fa32ababedc4" providerId="LiveId" clId="{1442CAFF-C376-405E-80FE-32277BA9AD5E}" dt="2025-09-27T15:34:57.726" v="329" actId="20577"/>
        <pc:sldMkLst>
          <pc:docMk/>
          <pc:sldMk cId="1828867176" sldId="321"/>
        </pc:sldMkLst>
        <pc:spChg chg="mod">
          <ac:chgData name="MYUNG JIN" userId="89f3fa32ababedc4" providerId="LiveId" clId="{1442CAFF-C376-405E-80FE-32277BA9AD5E}" dt="2025-09-27T15:34:57.726" v="329" actId="20577"/>
          <ac:spMkLst>
            <pc:docMk/>
            <pc:sldMk cId="1828867176" sldId="321"/>
            <ac:spMk id="2" creationId="{FCB1C788-E23B-715E-A05D-9BF3AC83CD9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2025-09-28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X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Detrapping</a:t>
            </a:r>
            <a:r>
              <a:rPr lang="en-US" altLang="ko-KR" dirty="0"/>
              <a:t> from CTN</a:t>
            </a:r>
            <a:br>
              <a:rPr lang="en-US" altLang="ko-KR" dirty="0"/>
            </a:br>
            <a:r>
              <a:rPr lang="en-US" altLang="ko-KR" dirty="0"/>
              <a:t>Poisson Solution: Vertical Band Diagram by Charge Trap Distribution Variation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BETOX</a:t>
            </a:r>
            <a:r>
              <a:rPr lang="ko-KR" altLang="en-US" dirty="0"/>
              <a:t>  </a:t>
            </a:r>
            <a:r>
              <a:rPr lang="en-US" altLang="ko-KR" dirty="0"/>
              <a:t>Poisson</a:t>
            </a:r>
            <a:r>
              <a:rPr lang="ko-KR" altLang="en-US" dirty="0"/>
              <a:t> </a:t>
            </a:r>
            <a:r>
              <a:rPr lang="en-US" altLang="ko-KR" dirty="0"/>
              <a:t>Solution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E5364F-B6B3-618A-237F-716EF918F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CTN Trapped Charge Vertical Distribution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5197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A8C7A-527C-E001-E9E9-3656DE432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F7C624-F44A-996C-9222-99158251B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CTN Trapped Charge Vertical Distribution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3671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4A2C9-2107-2BC5-3AA8-332C0B4BC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975410-F9BE-0B1B-1EF6-D0059D6D8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CTN Poisson Solution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9487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CEF97-BFAC-9985-47B9-838A9D576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0A69C2-9229-1C42-77CD-9B688B20B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CTN Poisson Solution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6679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5769B-E678-751B-A27E-DF6547BF2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71127-322B-3B59-37F7-36B3577F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CTN Poisson Solution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1541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6BCE7-A1DC-0221-3274-01758F7EE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1C788-E23B-715E-A05D-9BF3AC83C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Band Diagram Variation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8867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40</Words>
  <Application>Microsoft Office PowerPoint</Application>
  <PresentationFormat>화면 슬라이드 쇼(4:3)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Calibri</vt:lpstr>
      <vt:lpstr>Times New Roman</vt:lpstr>
      <vt:lpstr>Office 테마</vt:lpstr>
      <vt:lpstr>Detrapping from CTN Poisson Solution: Vertical Band Diagram by Charge Trap Distribution Variation</vt:lpstr>
      <vt:lpstr>BETOX  Poisson Solution</vt:lpstr>
      <vt:lpstr>CTN Trapped Charge Vertical Distribution</vt:lpstr>
      <vt:lpstr>CTN Trapped Charge Vertical Distribution</vt:lpstr>
      <vt:lpstr>CTN Poisson Solution</vt:lpstr>
      <vt:lpstr>CTN Poisson Solution</vt:lpstr>
      <vt:lpstr>CTN Poisson Solution</vt:lpstr>
      <vt:lpstr>Band Diagram Variation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2025-09-27T15:35:03Z</dcterms:modified>
  <cp:version/>
</cp:coreProperties>
</file>