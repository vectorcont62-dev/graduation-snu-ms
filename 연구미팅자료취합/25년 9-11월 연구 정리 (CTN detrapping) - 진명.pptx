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8"/>
  </p:notesMasterIdLst>
  <p:sldIdLst>
    <p:sldId id="314" r:id="rId2"/>
    <p:sldId id="323" r:id="rId3"/>
    <p:sldId id="326" r:id="rId4"/>
    <p:sldId id="316" r:id="rId5"/>
    <p:sldId id="327" r:id="rId6"/>
    <p:sldId id="328" r:id="rId7"/>
    <p:sldId id="329" r:id="rId8"/>
    <p:sldId id="330" r:id="rId9"/>
    <p:sldId id="331" r:id="rId10"/>
    <p:sldId id="332" r:id="rId11"/>
    <p:sldId id="318" r:id="rId12"/>
    <p:sldId id="319" r:id="rId13"/>
    <p:sldId id="320" r:id="rId14"/>
    <p:sldId id="321" r:id="rId15"/>
    <p:sldId id="322" r:id="rId16"/>
    <p:sldId id="333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D9EBB3-BBE8-4EDB-AD72-EB31C6745515}" v="33" dt="2025-12-10T05:03:01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257976FD-A396-44BB-8996-B76C1F246971}"/>
    <pc:docChg chg="undo custSel addSld delSld modSld sldOrd modMainMaster">
      <pc:chgData name="MYUNG JIN" userId="89f3fa32ababedc4" providerId="LiveId" clId="{257976FD-A396-44BB-8996-B76C1F246971}" dt="2025-12-10T05:06:49.093" v="3400" actId="20577"/>
      <pc:docMkLst>
        <pc:docMk/>
      </pc:docMkLst>
      <pc:sldChg chg="modSp mod">
        <pc:chgData name="MYUNG JIN" userId="89f3fa32ababedc4" providerId="LiveId" clId="{257976FD-A396-44BB-8996-B76C1F246971}" dt="2025-12-10T04:34:26.784" v="2661" actId="20577"/>
        <pc:sldMkLst>
          <pc:docMk/>
          <pc:sldMk cId="2415824652" sldId="314"/>
        </pc:sldMkLst>
        <pc:spChg chg="mod">
          <ac:chgData name="MYUNG JIN" userId="89f3fa32ababedc4" providerId="LiveId" clId="{257976FD-A396-44BB-8996-B76C1F246971}" dt="2025-12-10T04:34:26.784" v="2661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 del">
        <pc:chgData name="MYUNG JIN" userId="89f3fa32ababedc4" providerId="LiveId" clId="{257976FD-A396-44BB-8996-B76C1F246971}" dt="2025-12-10T04:30:52.275" v="2485" actId="47"/>
        <pc:sldMkLst>
          <pc:docMk/>
          <pc:sldMk cId="2899342611" sldId="315"/>
        </pc:sldMkLst>
      </pc:sldChg>
      <pc:sldChg chg="delSp modSp add mod">
        <pc:chgData name="MYUNG JIN" userId="89f3fa32ababedc4" providerId="LiveId" clId="{257976FD-A396-44BB-8996-B76C1F246971}" dt="2025-12-10T04:54:02.377" v="3035" actId="478"/>
        <pc:sldMkLst>
          <pc:docMk/>
          <pc:sldMk cId="575197198" sldId="316"/>
        </pc:sldMkLst>
        <pc:spChg chg="del">
          <ac:chgData name="MYUNG JIN" userId="89f3fa32ababedc4" providerId="LiveId" clId="{257976FD-A396-44BB-8996-B76C1F246971}" dt="2025-12-10T04:54:02.377" v="3035" actId="478"/>
          <ac:spMkLst>
            <pc:docMk/>
            <pc:sldMk cId="575197198" sldId="316"/>
            <ac:spMk id="31" creationId="{07DCC3F5-262B-E883-32C1-BFA7D17C1E14}"/>
          </ac:spMkLst>
        </pc:spChg>
        <pc:spChg chg="mod">
          <ac:chgData name="MYUNG JIN" userId="89f3fa32ababedc4" providerId="LiveId" clId="{257976FD-A396-44BB-8996-B76C1F246971}" dt="2025-12-10T04:53:51.177" v="3034" actId="20577"/>
          <ac:spMkLst>
            <pc:docMk/>
            <pc:sldMk cId="575197198" sldId="316"/>
            <ac:spMk id="62" creationId="{AEEE0592-505A-38C3-3E69-9BDD2B542189}"/>
          </ac:spMkLst>
        </pc:spChg>
        <pc:spChg chg="mod">
          <ac:chgData name="MYUNG JIN" userId="89f3fa32ababedc4" providerId="LiveId" clId="{257976FD-A396-44BB-8996-B76C1F246971}" dt="2025-12-10T04:41:50.086" v="3006" actId="1036"/>
          <ac:spMkLst>
            <pc:docMk/>
            <pc:sldMk cId="575197198" sldId="316"/>
            <ac:spMk id="63" creationId="{79A02DA1-A497-41E5-C2D1-5767BDC4865E}"/>
          </ac:spMkLst>
        </pc:spChg>
      </pc:sldChg>
      <pc:sldChg chg="addSp delSp modSp del mod ord">
        <pc:chgData name="MYUNG JIN" userId="89f3fa32ababedc4" providerId="LiveId" clId="{257976FD-A396-44BB-8996-B76C1F246971}" dt="2025-12-10T04:33:40.493" v="2577" actId="47"/>
        <pc:sldMkLst>
          <pc:docMk/>
          <pc:sldMk cId="924026785" sldId="317"/>
        </pc:sldMkLst>
      </pc:sldChg>
      <pc:sldChg chg="addSp delSp modSp new mod">
        <pc:chgData name="MYUNG JIN" userId="89f3fa32ababedc4" providerId="LiveId" clId="{257976FD-A396-44BB-8996-B76C1F246971}" dt="2025-12-10T05:06:49.093" v="3400" actId="20577"/>
        <pc:sldMkLst>
          <pc:docMk/>
          <pc:sldMk cId="2502920379" sldId="318"/>
        </pc:sldMkLst>
        <pc:spChg chg="mod">
          <ac:chgData name="MYUNG JIN" userId="89f3fa32ababedc4" providerId="LiveId" clId="{257976FD-A396-44BB-8996-B76C1F246971}" dt="2025-11-26T10:57:30.875" v="649" actId="20577"/>
          <ac:spMkLst>
            <pc:docMk/>
            <pc:sldMk cId="2502920379" sldId="318"/>
            <ac:spMk id="2" creationId="{8DD88303-A4AB-0206-1DCB-020CDFA55663}"/>
          </ac:spMkLst>
        </pc:spChg>
        <pc:spChg chg="add mod topLvl">
          <ac:chgData name="MYUNG JIN" userId="89f3fa32ababedc4" providerId="LiveId" clId="{257976FD-A396-44BB-8996-B76C1F246971}" dt="2025-11-26T11:13:16.105" v="1075" actId="571"/>
          <ac:spMkLst>
            <pc:docMk/>
            <pc:sldMk cId="2502920379" sldId="318"/>
            <ac:spMk id="13" creationId="{FBC2438D-A2FE-C577-C680-7FD7D3B51385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14" creationId="{D9C1B2B0-3FE6-E85A-82ED-67AC4D6DAF70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15" creationId="{527D399E-0A89-F703-D6BD-7A1247B6990D}"/>
          </ac:spMkLst>
        </pc:spChg>
        <pc:spChg chg="add mod topLvl">
          <ac:chgData name="MYUNG JIN" userId="89f3fa32ababedc4" providerId="LiveId" clId="{257976FD-A396-44BB-8996-B76C1F246971}" dt="2025-11-26T11:10:45.896" v="1012" actId="165"/>
          <ac:spMkLst>
            <pc:docMk/>
            <pc:sldMk cId="2502920379" sldId="318"/>
            <ac:spMk id="16" creationId="{14AC8F03-3C2F-51AC-B93D-D9E5F8AA892C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17" creationId="{7769EBF7-A139-EC72-2100-01C11BF46AC5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27" creationId="{17161437-5B16-E411-8B82-37631BA383D9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29" creationId="{59842F28-81AB-A777-606C-FD67AB2D18BF}"/>
          </ac:spMkLst>
        </pc:spChg>
        <pc:spChg chg="add mod topLvl">
          <ac:chgData name="MYUNG JIN" userId="89f3fa32ababedc4" providerId="LiveId" clId="{257976FD-A396-44BB-8996-B76C1F246971}" dt="2025-11-26T11:09:27.618" v="993" actId="571"/>
          <ac:spMkLst>
            <pc:docMk/>
            <pc:sldMk cId="2502920379" sldId="318"/>
            <ac:spMk id="30" creationId="{8A303104-2385-BED9-3250-A317B75E4363}"/>
          </ac:spMkLst>
        </pc:spChg>
        <pc:spChg chg="add mod">
          <ac:chgData name="MYUNG JIN" userId="89f3fa32ababedc4" providerId="LiveId" clId="{257976FD-A396-44BB-8996-B76C1F246971}" dt="2025-12-10T05:06:49.093" v="3400" actId="20577"/>
          <ac:spMkLst>
            <pc:docMk/>
            <pc:sldMk cId="2502920379" sldId="318"/>
            <ac:spMk id="41" creationId="{C78475AD-75C5-1C92-BE87-E53799282963}"/>
          </ac:spMkLst>
        </pc:spChg>
        <pc:spChg chg="add mod">
          <ac:chgData name="MYUNG JIN" userId="89f3fa32ababedc4" providerId="LiveId" clId="{257976FD-A396-44BB-8996-B76C1F246971}" dt="2025-11-26T11:09:27.618" v="993" actId="571"/>
          <ac:spMkLst>
            <pc:docMk/>
            <pc:sldMk cId="2502920379" sldId="318"/>
            <ac:spMk id="50" creationId="{4A15CD66-5535-D9D4-5078-F101E05E78B1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54" creationId="{6716FA63-880A-EEC1-F3DA-A4961A4FAAAF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57" creationId="{603F55CC-0091-6381-53A4-06300CBD24D9}"/>
          </ac:spMkLst>
        </pc:spChg>
        <pc:spChg chg="add mod topLvl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58" creationId="{4884738B-60F0-50E5-263D-8EA527095B2D}"/>
          </ac:spMkLst>
        </pc:spChg>
        <pc:spChg chg="mod">
          <ac:chgData name="MYUNG JIN" userId="89f3fa32ababedc4" providerId="LiveId" clId="{257976FD-A396-44BB-8996-B76C1F246971}" dt="2025-11-26T11:10:19.437" v="1009" actId="1076"/>
          <ac:spMkLst>
            <pc:docMk/>
            <pc:sldMk cId="2502920379" sldId="318"/>
            <ac:spMk id="59" creationId="{B9E0581E-87BC-501D-47B6-0607748F9B2C}"/>
          </ac:spMkLst>
        </pc:spChg>
        <pc:spChg chg="add mod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60" creationId="{C3F08BFF-1D3A-D715-97FA-FBC6777E25AC}"/>
          </ac:spMkLst>
        </pc:spChg>
        <pc:spChg chg="add mod">
          <ac:chgData name="MYUNG JIN" userId="89f3fa32ababedc4" providerId="LiveId" clId="{257976FD-A396-44BB-8996-B76C1F246971}" dt="2025-11-26T11:13:20.478" v="1076" actId="571"/>
          <ac:spMkLst>
            <pc:docMk/>
            <pc:sldMk cId="2502920379" sldId="318"/>
            <ac:spMk id="63" creationId="{8E21EA7B-B9A0-8F1A-8769-2082D1B76901}"/>
          </ac:spMkLst>
        </pc:spChg>
        <pc:picChg chg="add mod topLvl">
          <ac:chgData name="MYUNG JIN" userId="89f3fa32ababedc4" providerId="LiveId" clId="{257976FD-A396-44BB-8996-B76C1F246971}" dt="2025-11-26T11:09:04.029" v="987" actId="165"/>
          <ac:picMkLst>
            <pc:docMk/>
            <pc:sldMk cId="2502920379" sldId="318"/>
            <ac:picMk id="12" creationId="{C50E5CDB-3BA2-3159-EBCC-14C6BC69E94C}"/>
          </ac:picMkLst>
        </pc:picChg>
        <pc:cxnChg chg="add mod">
          <ac:chgData name="MYUNG JIN" userId="89f3fa32ababedc4" providerId="LiveId" clId="{257976FD-A396-44BB-8996-B76C1F246971}" dt="2025-11-26T11:04:25.223" v="724" actId="1582"/>
          <ac:cxnSpMkLst>
            <pc:docMk/>
            <pc:sldMk cId="2502920379" sldId="318"/>
            <ac:cxnSpMk id="19" creationId="{FE00E371-5CDF-75B5-D9F2-75C27207A410}"/>
          </ac:cxnSpMkLst>
        </pc:cxnChg>
        <pc:cxnChg chg="add mod">
          <ac:chgData name="MYUNG JIN" userId="89f3fa32ababedc4" providerId="LiveId" clId="{257976FD-A396-44BB-8996-B76C1F246971}" dt="2025-11-26T11:04:25.223" v="724" actId="1582"/>
          <ac:cxnSpMkLst>
            <pc:docMk/>
            <pc:sldMk cId="2502920379" sldId="318"/>
            <ac:cxnSpMk id="21" creationId="{83A872EA-E42E-2B67-1AF0-553C01715A79}"/>
          </ac:cxnSpMkLst>
        </pc:cxnChg>
        <pc:cxnChg chg="add mod">
          <ac:chgData name="MYUNG JIN" userId="89f3fa32ababedc4" providerId="LiveId" clId="{257976FD-A396-44BB-8996-B76C1F246971}" dt="2025-11-26T11:02:57.600" v="698" actId="571"/>
          <ac:cxnSpMkLst>
            <pc:docMk/>
            <pc:sldMk cId="2502920379" sldId="318"/>
            <ac:cxnSpMk id="24" creationId="{8DE95CED-BB75-3636-0250-E61A4CD030D7}"/>
          </ac:cxnSpMkLst>
        </pc:cxnChg>
        <pc:cxnChg chg="add mod">
          <ac:chgData name="MYUNG JIN" userId="89f3fa32ababedc4" providerId="LiveId" clId="{257976FD-A396-44BB-8996-B76C1F246971}" dt="2025-11-26T11:03:12.778" v="704" actId="1035"/>
          <ac:cxnSpMkLst>
            <pc:docMk/>
            <pc:sldMk cId="2502920379" sldId="318"/>
            <ac:cxnSpMk id="25" creationId="{62833355-229E-09CF-612F-4DC189A0BC89}"/>
          </ac:cxnSpMkLst>
        </pc:cxnChg>
        <pc:cxnChg chg="add mod">
          <ac:chgData name="MYUNG JIN" userId="89f3fa32ababedc4" providerId="LiveId" clId="{257976FD-A396-44BB-8996-B76C1F246971}" dt="2025-11-26T11:06:42.781" v="933" actId="1076"/>
          <ac:cxnSpMkLst>
            <pc:docMk/>
            <pc:sldMk cId="2502920379" sldId="318"/>
            <ac:cxnSpMk id="26" creationId="{F9A25E80-048D-C1DA-0F30-29F1EA3DEAEC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1" creationId="{87498D81-08FE-C655-6554-6A293DFF8161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3" creationId="{98FE0E79-6BC6-2BBA-B9CD-FC2CFA02E7B0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4" creationId="{2451EC16-5C4E-6205-1B82-DCECF54E2BD3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5" creationId="{A8A1E4A5-0503-8C96-EE05-0625B2257112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6" creationId="{F041AD1C-870B-3BC0-666D-F108658923C7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39" creationId="{7911424A-4404-40F0-B8D6-EE426AFC091F}"/>
          </ac:cxnSpMkLst>
        </pc:cxnChg>
        <pc:cxnChg chg="add mod">
          <ac:chgData name="MYUNG JIN" userId="89f3fa32ababedc4" providerId="LiveId" clId="{257976FD-A396-44BB-8996-B76C1F246971}" dt="2025-11-26T11:06:34.111" v="932" actId="1076"/>
          <ac:cxnSpMkLst>
            <pc:docMk/>
            <pc:sldMk cId="2502920379" sldId="318"/>
            <ac:cxnSpMk id="40" creationId="{63461867-7DDD-7228-D5E8-6DE51A84BD21}"/>
          </ac:cxnSpMkLst>
        </pc:cxnChg>
        <pc:cxnChg chg="add mod">
          <ac:chgData name="MYUNG JIN" userId="89f3fa32ababedc4" providerId="LiveId" clId="{257976FD-A396-44BB-8996-B76C1F246971}" dt="2025-11-26T11:07:12.584" v="942" actId="693"/>
          <ac:cxnSpMkLst>
            <pc:docMk/>
            <pc:sldMk cId="2502920379" sldId="318"/>
            <ac:cxnSpMk id="44" creationId="{843D4848-2AFC-1C59-71F3-6901869B3A9A}"/>
          </ac:cxnSpMkLst>
        </pc:cxnChg>
        <pc:cxnChg chg="add mod">
          <ac:chgData name="MYUNG JIN" userId="89f3fa32ababedc4" providerId="LiveId" clId="{257976FD-A396-44BB-8996-B76C1F246971}" dt="2025-11-26T11:07:12.584" v="942" actId="693"/>
          <ac:cxnSpMkLst>
            <pc:docMk/>
            <pc:sldMk cId="2502920379" sldId="318"/>
            <ac:cxnSpMk id="46" creationId="{536E05C8-EE22-455D-38C6-6DD12559C46C}"/>
          </ac:cxnSpMkLst>
        </pc:cxnChg>
        <pc:cxnChg chg="add mod ord">
          <ac:chgData name="MYUNG JIN" userId="89f3fa32ababedc4" providerId="LiveId" clId="{257976FD-A396-44BB-8996-B76C1F246971}" dt="2025-11-26T11:08:28.520" v="979" actId="14100"/>
          <ac:cxnSpMkLst>
            <pc:docMk/>
            <pc:sldMk cId="2502920379" sldId="318"/>
            <ac:cxnSpMk id="52" creationId="{9AAB3FD6-4E53-F29B-DD6F-D310F8C294DE}"/>
          </ac:cxnSpMkLst>
        </pc:cxnChg>
      </pc:sldChg>
      <pc:sldChg chg="addSp delSp modSp new mod">
        <pc:chgData name="MYUNG JIN" userId="89f3fa32ababedc4" providerId="LiveId" clId="{257976FD-A396-44BB-8996-B76C1F246971}" dt="2025-11-27T05:26:20.221" v="1938" actId="20577"/>
        <pc:sldMkLst>
          <pc:docMk/>
          <pc:sldMk cId="507931861" sldId="319"/>
        </pc:sldMkLst>
        <pc:spChg chg="mod">
          <ac:chgData name="MYUNG JIN" userId="89f3fa32ababedc4" providerId="LiveId" clId="{257976FD-A396-44BB-8996-B76C1F246971}" dt="2025-11-26T11:08:46.831" v="982"/>
          <ac:spMkLst>
            <pc:docMk/>
            <pc:sldMk cId="507931861" sldId="319"/>
            <ac:spMk id="2" creationId="{DB5416A5-C57F-C6CC-F0AF-2663A7E07F4C}"/>
          </ac:spMkLst>
        </pc:spChg>
        <pc:spChg chg="add mod">
          <ac:chgData name="MYUNG JIN" userId="89f3fa32ababedc4" providerId="LiveId" clId="{257976FD-A396-44BB-8996-B76C1F246971}" dt="2025-11-27T05:26:14.066" v="1934" actId="1076"/>
          <ac:spMkLst>
            <pc:docMk/>
            <pc:sldMk cId="507931861" sldId="319"/>
            <ac:spMk id="3" creationId="{52902D05-AE4F-CB88-F093-2B1B13530051}"/>
          </ac:spMkLst>
        </pc:spChg>
        <pc:spChg chg="add mod">
          <ac:chgData name="MYUNG JIN" userId="89f3fa32ababedc4" providerId="LiveId" clId="{257976FD-A396-44BB-8996-B76C1F246971}" dt="2025-11-27T05:26:20.221" v="1938" actId="20577"/>
          <ac:spMkLst>
            <pc:docMk/>
            <pc:sldMk cId="507931861" sldId="319"/>
            <ac:spMk id="6" creationId="{7A829448-9A2E-DD09-2767-C286C10A1B61}"/>
          </ac:spMkLst>
        </pc:spChg>
        <pc:spChg chg="add mod">
          <ac:chgData name="MYUNG JIN" userId="89f3fa32ababedc4" providerId="LiveId" clId="{257976FD-A396-44BB-8996-B76C1F246971}" dt="2025-11-27T04:42:01.957" v="1597" actId="1076"/>
          <ac:spMkLst>
            <pc:docMk/>
            <pc:sldMk cId="507931861" sldId="319"/>
            <ac:spMk id="7" creationId="{336E2514-F2F0-3DDA-ED0F-66B2BABE6495}"/>
          </ac:spMkLst>
        </pc:spChg>
        <pc:spChg chg="add mod ord">
          <ac:chgData name="MYUNG JIN" userId="89f3fa32ababedc4" providerId="LiveId" clId="{257976FD-A396-44BB-8996-B76C1F246971}" dt="2025-11-27T04:42:46.282" v="1614" actId="166"/>
          <ac:spMkLst>
            <pc:docMk/>
            <pc:sldMk cId="507931861" sldId="319"/>
            <ac:spMk id="8" creationId="{1E25A652-A841-6848-C28A-6232262C3927}"/>
          </ac:spMkLst>
        </pc:spChg>
        <pc:spChg chg="add mod">
          <ac:chgData name="MYUNG JIN" userId="89f3fa32ababedc4" providerId="LiveId" clId="{257976FD-A396-44BB-8996-B76C1F246971}" dt="2025-11-27T05:24:32.582" v="1906" actId="1076"/>
          <ac:spMkLst>
            <pc:docMk/>
            <pc:sldMk cId="507931861" sldId="319"/>
            <ac:spMk id="15" creationId="{FE195DAA-7D8E-B268-E932-8C18BE376CCB}"/>
          </ac:spMkLst>
        </pc:spChg>
        <pc:spChg chg="add mod">
          <ac:chgData name="MYUNG JIN" userId="89f3fa32ababedc4" providerId="LiveId" clId="{257976FD-A396-44BB-8996-B76C1F246971}" dt="2025-11-27T05:25:35.276" v="1928" actId="1076"/>
          <ac:spMkLst>
            <pc:docMk/>
            <pc:sldMk cId="507931861" sldId="319"/>
            <ac:spMk id="16" creationId="{F254C592-8FCC-5DBD-DA72-F4469449485D}"/>
          </ac:spMkLst>
        </pc:spChg>
        <pc:spChg chg="add mod">
          <ac:chgData name="MYUNG JIN" userId="89f3fa32ababedc4" providerId="LiveId" clId="{257976FD-A396-44BB-8996-B76C1F246971}" dt="2025-11-27T05:25:35.276" v="1928" actId="1076"/>
          <ac:spMkLst>
            <pc:docMk/>
            <pc:sldMk cId="507931861" sldId="319"/>
            <ac:spMk id="17" creationId="{F737705C-793E-B8D8-988C-B1F140C7BF2E}"/>
          </ac:spMkLst>
        </pc:spChg>
        <pc:spChg chg="add mod">
          <ac:chgData name="MYUNG JIN" userId="89f3fa32ababedc4" providerId="LiveId" clId="{257976FD-A396-44BB-8996-B76C1F246971}" dt="2025-11-27T05:25:23.785" v="1925" actId="1076"/>
          <ac:spMkLst>
            <pc:docMk/>
            <pc:sldMk cId="507931861" sldId="319"/>
            <ac:spMk id="18" creationId="{6EACCA0A-78F8-ED23-CE44-3153F9A25A75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79" creationId="{BC7BC17A-C812-8A05-9D96-FFE2FB82D06F}"/>
          </ac:spMkLst>
        </pc:spChg>
        <pc:spChg chg="mod topLvl">
          <ac:chgData name="MYUNG JIN" userId="89f3fa32ababedc4" providerId="LiveId" clId="{257976FD-A396-44BB-8996-B76C1F246971}" dt="2025-11-27T05:25:35.276" v="1928" actId="1076"/>
          <ac:spMkLst>
            <pc:docMk/>
            <pc:sldMk cId="507931861" sldId="319"/>
            <ac:spMk id="89" creationId="{F1043A86-D950-7FD1-431D-C920B0CECE0D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90" creationId="{8F7B0A4B-6EFE-F29D-68A3-1FD9EF9E01C6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92" creationId="{C8A605D0-687A-3C81-9268-D3CD383E5EFB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93" creationId="{EE14E00F-8C44-B2FC-24F8-A585626B7E3B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94" creationId="{7C6C9C95-7400-EFF9-F101-9DED8D146F7F}"/>
          </ac:spMkLst>
        </pc:spChg>
        <pc:spChg chg="mod topLvl">
          <ac:chgData name="MYUNG JIN" userId="89f3fa32ababedc4" providerId="LiveId" clId="{257976FD-A396-44BB-8996-B76C1F246971}" dt="2025-11-26T11:11:48.001" v="1032" actId="164"/>
          <ac:spMkLst>
            <pc:docMk/>
            <pc:sldMk cId="507931861" sldId="319"/>
            <ac:spMk id="95" creationId="{8CCE31F7-8EB9-3AA2-5FAC-3D026966DDAC}"/>
          </ac:spMkLst>
        </pc:spChg>
        <pc:grpChg chg="add mod">
          <ac:chgData name="MYUNG JIN" userId="89f3fa32ababedc4" providerId="LiveId" clId="{257976FD-A396-44BB-8996-B76C1F246971}" dt="2025-11-27T05:25:35.276" v="1928" actId="1076"/>
          <ac:grpSpMkLst>
            <pc:docMk/>
            <pc:sldMk cId="507931861" sldId="319"/>
            <ac:grpSpMk id="99" creationId="{B3D10FBD-88EA-D72C-9189-3A43C5C045C5}"/>
          </ac:grpSpMkLst>
        </pc:grpChg>
        <pc:cxnChg chg="add mod">
          <ac:chgData name="MYUNG JIN" userId="89f3fa32ababedc4" providerId="LiveId" clId="{257976FD-A396-44BB-8996-B76C1F246971}" dt="2025-11-27T04:42:22.149" v="1603" actId="693"/>
          <ac:cxnSpMkLst>
            <pc:docMk/>
            <pc:sldMk cId="507931861" sldId="319"/>
            <ac:cxnSpMk id="10" creationId="{8EDFC418-1C8C-FD1B-71A2-695343BD6355}"/>
          </ac:cxnSpMkLst>
        </pc:cxnChg>
        <pc:cxnChg chg="add mod">
          <ac:chgData name="MYUNG JIN" userId="89f3fa32ababedc4" providerId="LiveId" clId="{257976FD-A396-44BB-8996-B76C1F246971}" dt="2025-11-27T04:42:33.497" v="1612" actId="1035"/>
          <ac:cxnSpMkLst>
            <pc:docMk/>
            <pc:sldMk cId="507931861" sldId="319"/>
            <ac:cxnSpMk id="13" creationId="{E4CDDEC4-4E83-8972-6CB2-8612FDE787DF}"/>
          </ac:cxnSpMkLst>
        </pc:cxnChg>
        <pc:cxnChg chg="add mod">
          <ac:chgData name="MYUNG JIN" userId="89f3fa32ababedc4" providerId="LiveId" clId="{257976FD-A396-44BB-8996-B76C1F246971}" dt="2025-11-27T05:26:05.798" v="1933" actId="693"/>
          <ac:cxnSpMkLst>
            <pc:docMk/>
            <pc:sldMk cId="507931861" sldId="319"/>
            <ac:cxnSpMk id="20" creationId="{B0F88C6B-01B8-BC4A-4B2A-A9E3D6C367D3}"/>
          </ac:cxnSpMkLst>
        </pc:cxnChg>
        <pc:cxnChg chg="add mod">
          <ac:chgData name="MYUNG JIN" userId="89f3fa32ababedc4" providerId="LiveId" clId="{257976FD-A396-44BB-8996-B76C1F246971}" dt="2025-11-27T05:26:05.798" v="1933" actId="693"/>
          <ac:cxnSpMkLst>
            <pc:docMk/>
            <pc:sldMk cId="507931861" sldId="319"/>
            <ac:cxnSpMk id="21" creationId="{83C88F69-5480-ED86-36E3-31CD09D4F158}"/>
          </ac:cxnSpMkLst>
        </pc:cxnChg>
        <pc:cxnChg chg="mod topLvl">
          <ac:chgData name="MYUNG JIN" userId="89f3fa32ababedc4" providerId="LiveId" clId="{257976FD-A396-44BB-8996-B76C1F246971}" dt="2025-11-26T11:11:48.001" v="1032" actId="164"/>
          <ac:cxnSpMkLst>
            <pc:docMk/>
            <pc:sldMk cId="507931861" sldId="319"/>
            <ac:cxnSpMk id="82" creationId="{0AA1C49F-10C8-3F38-67B2-EE4E816380A1}"/>
          </ac:cxnSpMkLst>
        </pc:cxnChg>
        <pc:cxnChg chg="mod">
          <ac:chgData name="MYUNG JIN" userId="89f3fa32ababedc4" providerId="LiveId" clId="{257976FD-A396-44BB-8996-B76C1F246971}" dt="2025-11-26T11:11:48.001" v="1032" actId="164"/>
          <ac:cxnSpMkLst>
            <pc:docMk/>
            <pc:sldMk cId="507931861" sldId="319"/>
            <ac:cxnSpMk id="85" creationId="{7DEBA5CB-41B1-72CE-4EF3-2968E961A030}"/>
          </ac:cxnSpMkLst>
        </pc:cxnChg>
        <pc:cxnChg chg="mod topLvl">
          <ac:chgData name="MYUNG JIN" userId="89f3fa32ababedc4" providerId="LiveId" clId="{257976FD-A396-44BB-8996-B76C1F246971}" dt="2025-11-26T11:11:48.001" v="1032" actId="164"/>
          <ac:cxnSpMkLst>
            <pc:docMk/>
            <pc:sldMk cId="507931861" sldId="319"/>
            <ac:cxnSpMk id="86" creationId="{B51C6038-F222-5DC3-7EF4-1F618036C72D}"/>
          </ac:cxnSpMkLst>
        </pc:cxnChg>
        <pc:cxnChg chg="mod">
          <ac:chgData name="MYUNG JIN" userId="89f3fa32ababedc4" providerId="LiveId" clId="{257976FD-A396-44BB-8996-B76C1F246971}" dt="2025-11-27T05:25:35.276" v="1928" actId="1076"/>
          <ac:cxnSpMkLst>
            <pc:docMk/>
            <pc:sldMk cId="507931861" sldId="319"/>
            <ac:cxnSpMk id="91" creationId="{78F4E4C2-D915-D2E8-A956-EFE71A4A00D1}"/>
          </ac:cxnSpMkLst>
        </pc:cxnChg>
        <pc:cxnChg chg="add mod">
          <ac:chgData name="MYUNG JIN" userId="89f3fa32ababedc4" providerId="LiveId" clId="{257976FD-A396-44BB-8996-B76C1F246971}" dt="2025-11-27T05:25:35.276" v="1928" actId="1076"/>
          <ac:cxnSpMkLst>
            <pc:docMk/>
            <pc:sldMk cId="507931861" sldId="319"/>
            <ac:cxnSpMk id="103" creationId="{E780C60C-89ED-C76C-8AF3-494E3BC53352}"/>
          </ac:cxnSpMkLst>
        </pc:cxnChg>
        <pc:cxnChg chg="add mod">
          <ac:chgData name="MYUNG JIN" userId="89f3fa32ababedc4" providerId="LiveId" clId="{257976FD-A396-44BB-8996-B76C1F246971}" dt="2025-11-27T05:25:35.276" v="1928" actId="1076"/>
          <ac:cxnSpMkLst>
            <pc:docMk/>
            <pc:sldMk cId="507931861" sldId="319"/>
            <ac:cxnSpMk id="105" creationId="{CB19CDE1-F088-6D59-4525-3371A5338453}"/>
          </ac:cxnSpMkLst>
        </pc:cxnChg>
      </pc:sldChg>
      <pc:sldChg chg="addSp delSp modSp new mod">
        <pc:chgData name="MYUNG JIN" userId="89f3fa32ababedc4" providerId="LiveId" clId="{257976FD-A396-44BB-8996-B76C1F246971}" dt="2025-11-27T06:10:34.364" v="2364" actId="20577"/>
        <pc:sldMkLst>
          <pc:docMk/>
          <pc:sldMk cId="3253124205" sldId="320"/>
        </pc:sldMkLst>
        <pc:spChg chg="mod">
          <ac:chgData name="MYUNG JIN" userId="89f3fa32ababedc4" providerId="LiveId" clId="{257976FD-A396-44BB-8996-B76C1F246971}" dt="2025-11-26T11:14:33.280" v="1078"/>
          <ac:spMkLst>
            <pc:docMk/>
            <pc:sldMk cId="3253124205" sldId="320"/>
            <ac:spMk id="2" creationId="{FCB448A4-A849-9CAD-10D8-7992D88BE73C}"/>
          </ac:spMkLst>
        </pc:spChg>
        <pc:spChg chg="mod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5" creationId="{56E78018-AA0D-7DE8-6B2A-31BD20E74E67}"/>
          </ac:spMkLst>
        </pc:spChg>
        <pc:spChg chg="mod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6" creationId="{84C8A4B7-418C-F7F4-10FC-8C0A4623FA78}"/>
          </ac:spMkLst>
        </pc:spChg>
        <pc:spChg chg="mod topLvl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7" creationId="{1963DC3C-751F-61F3-311A-32F4BEAD55D8}"/>
          </ac:spMkLst>
        </pc:spChg>
        <pc:spChg chg="mod topLvl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8" creationId="{B15C11C9-1034-502E-BEE3-9D5BFF46C577}"/>
          </ac:spMkLst>
        </pc:spChg>
        <pc:spChg chg="mod topLvl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9" creationId="{AFABE3BA-A6E7-7155-E27E-27DBFD194C11}"/>
          </ac:spMkLst>
        </pc:spChg>
        <pc:spChg chg="mod topLvl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15" creationId="{E7907D94-4F6C-72A5-ACA0-CD4CDE7D9F5F}"/>
          </ac:spMkLst>
        </pc:spChg>
        <pc:spChg chg="mod topLvl">
          <ac:chgData name="MYUNG JIN" userId="89f3fa32ababedc4" providerId="LiveId" clId="{257976FD-A396-44BB-8996-B76C1F246971}" dt="2025-11-26T11:14:51.310" v="1085" actId="164"/>
          <ac:spMkLst>
            <pc:docMk/>
            <pc:sldMk cId="3253124205" sldId="320"/>
            <ac:spMk id="16" creationId="{A2B9003F-9BAB-5B4E-D5E9-56261641B73B}"/>
          </ac:spMkLst>
        </pc:spChg>
        <pc:spChg chg="add mod">
          <ac:chgData name="MYUNG JIN" userId="89f3fa32ababedc4" providerId="LiveId" clId="{257976FD-A396-44BB-8996-B76C1F246971}" dt="2025-11-27T05:07:47.659" v="1697" actId="1076"/>
          <ac:spMkLst>
            <pc:docMk/>
            <pc:sldMk cId="3253124205" sldId="320"/>
            <ac:spMk id="19" creationId="{E1F64FDE-91CB-B814-1204-82CA25A0400F}"/>
          </ac:spMkLst>
        </pc:spChg>
        <pc:spChg chg="add mod">
          <ac:chgData name="MYUNG JIN" userId="89f3fa32ababedc4" providerId="LiveId" clId="{257976FD-A396-44BB-8996-B76C1F246971}" dt="2025-11-27T06:10:34.364" v="2364" actId="20577"/>
          <ac:spMkLst>
            <pc:docMk/>
            <pc:sldMk cId="3253124205" sldId="320"/>
            <ac:spMk id="21" creationId="{6E696ACF-B4B2-8EFF-BC26-41CA9FD96849}"/>
          </ac:spMkLst>
        </pc:spChg>
        <pc:spChg chg="add mod">
          <ac:chgData name="MYUNG JIN" userId="89f3fa32ababedc4" providerId="LiveId" clId="{257976FD-A396-44BB-8996-B76C1F246971}" dt="2025-11-27T06:10:08.675" v="2355" actId="14100"/>
          <ac:spMkLst>
            <pc:docMk/>
            <pc:sldMk cId="3253124205" sldId="320"/>
            <ac:spMk id="22" creationId="{5DEB5D9C-0C32-D274-487C-9AED39E1D867}"/>
          </ac:spMkLst>
        </pc:spChg>
        <pc:spChg chg="add mod">
          <ac:chgData name="MYUNG JIN" userId="89f3fa32ababedc4" providerId="LiveId" clId="{257976FD-A396-44BB-8996-B76C1F246971}" dt="2025-11-27T05:09:32.618" v="1815" actId="1076"/>
          <ac:spMkLst>
            <pc:docMk/>
            <pc:sldMk cId="3253124205" sldId="320"/>
            <ac:spMk id="42" creationId="{F9423432-D649-5116-BC02-D2B0D1CC1BE8}"/>
          </ac:spMkLst>
        </pc:spChg>
        <pc:spChg chg="add mod">
          <ac:chgData name="MYUNG JIN" userId="89f3fa32ababedc4" providerId="LiveId" clId="{257976FD-A396-44BB-8996-B76C1F246971}" dt="2025-11-26T11:19:11.959" v="1197" actId="1076"/>
          <ac:spMkLst>
            <pc:docMk/>
            <pc:sldMk cId="3253124205" sldId="320"/>
            <ac:spMk id="44" creationId="{CB9DE556-6A76-09A0-99A5-21D8818E8CF7}"/>
          </ac:spMkLst>
        </pc:spChg>
        <pc:grpChg chg="add mod">
          <ac:chgData name="MYUNG JIN" userId="89f3fa32ababedc4" providerId="LiveId" clId="{257976FD-A396-44BB-8996-B76C1F246971}" dt="2025-11-26T11:19:09.854" v="1196" actId="1076"/>
          <ac:grpSpMkLst>
            <pc:docMk/>
            <pc:sldMk cId="3253124205" sldId="320"/>
            <ac:grpSpMk id="36" creationId="{9A8AEC78-81A3-8912-BD8E-EA97DD4F4DBB}"/>
          </ac:grpSpMkLst>
        </pc:grpChg>
        <pc:picChg chg="mod">
          <ac:chgData name="MYUNG JIN" userId="89f3fa32ababedc4" providerId="LiveId" clId="{257976FD-A396-44BB-8996-B76C1F246971}" dt="2025-11-26T11:14:51.310" v="1085" actId="164"/>
          <ac:picMkLst>
            <pc:docMk/>
            <pc:sldMk cId="3253124205" sldId="320"/>
            <ac:picMk id="4" creationId="{DC4CFD23-C2F8-FEB8-7689-3F74B77318CE}"/>
          </ac:picMkLst>
        </pc:picChg>
        <pc:picChg chg="add mod">
          <ac:chgData name="MYUNG JIN" userId="89f3fa32ababedc4" providerId="LiveId" clId="{257976FD-A396-44BB-8996-B76C1F246971}" dt="2025-11-27T05:09:32.618" v="1815" actId="1076"/>
          <ac:picMkLst>
            <pc:docMk/>
            <pc:sldMk cId="3253124205" sldId="320"/>
            <ac:picMk id="40" creationId="{ABFFEE75-EF69-D7A1-1FDF-6E506AD4FC8E}"/>
          </ac:picMkLst>
        </pc:picChg>
        <pc:cxnChg chg="mod">
          <ac:chgData name="MYUNG JIN" userId="89f3fa32ababedc4" providerId="LiveId" clId="{257976FD-A396-44BB-8996-B76C1F246971}" dt="2025-11-26T11:14:51.310" v="1085" actId="164"/>
          <ac:cxnSpMkLst>
            <pc:docMk/>
            <pc:sldMk cId="3253124205" sldId="320"/>
            <ac:cxnSpMk id="13" creationId="{09F3FA44-9246-6544-BD16-0DA0DE9B9735}"/>
          </ac:cxnSpMkLst>
        </pc:cxnChg>
        <pc:cxnChg chg="add mod">
          <ac:chgData name="MYUNG JIN" userId="89f3fa32ababedc4" providerId="LiveId" clId="{257976FD-A396-44BB-8996-B76C1F246971}" dt="2025-11-27T05:09:34.880" v="1816" actId="14100"/>
          <ac:cxnSpMkLst>
            <pc:docMk/>
            <pc:sldMk cId="3253124205" sldId="320"/>
            <ac:cxnSpMk id="17" creationId="{1BA798FB-ED2C-7A82-C2CE-4F09E798624B}"/>
          </ac:cxnSpMkLst>
        </pc:cxnChg>
      </pc:sldChg>
      <pc:sldChg chg="addSp modSp new mod">
        <pc:chgData name="MYUNG JIN" userId="89f3fa32ababedc4" providerId="LiveId" clId="{257976FD-A396-44BB-8996-B76C1F246971}" dt="2025-11-27T06:09:02.500" v="2346" actId="1076"/>
        <pc:sldMkLst>
          <pc:docMk/>
          <pc:sldMk cId="4284338184" sldId="321"/>
        </pc:sldMkLst>
        <pc:spChg chg="mod">
          <ac:chgData name="MYUNG JIN" userId="89f3fa32ababedc4" providerId="LiveId" clId="{257976FD-A396-44BB-8996-B76C1F246971}" dt="2025-11-26T11:19:19.353" v="1198"/>
          <ac:spMkLst>
            <pc:docMk/>
            <pc:sldMk cId="4284338184" sldId="321"/>
            <ac:spMk id="2" creationId="{24914936-11EA-F5CE-8E76-5C567FF4CD40}"/>
          </ac:spMkLst>
        </pc:spChg>
        <pc:spChg chg="add mod">
          <ac:chgData name="MYUNG JIN" userId="89f3fa32ababedc4" providerId="LiveId" clId="{257976FD-A396-44BB-8996-B76C1F246971}" dt="2025-11-27T06:09:02.500" v="2346" actId="1076"/>
          <ac:spMkLst>
            <pc:docMk/>
            <pc:sldMk cId="4284338184" sldId="321"/>
            <ac:spMk id="3" creationId="{E8FD06F8-6321-5E7F-EC1A-B81D767DA3D0}"/>
          </ac:spMkLst>
        </pc:spChg>
        <pc:spChg chg="add mod">
          <ac:chgData name="MYUNG JIN" userId="89f3fa32ababedc4" providerId="LiveId" clId="{257976FD-A396-44BB-8996-B76C1F246971}" dt="2025-11-27T05:26:32.050" v="1939" actId="1076"/>
          <ac:spMkLst>
            <pc:docMk/>
            <pc:sldMk cId="4284338184" sldId="321"/>
            <ac:spMk id="4" creationId="{7952FE5F-30BA-2EB9-7CC5-F7251D54FDCA}"/>
          </ac:spMkLst>
        </pc:spChg>
        <pc:spChg chg="add mod">
          <ac:chgData name="MYUNG JIN" userId="89f3fa32ababedc4" providerId="LiveId" clId="{257976FD-A396-44BB-8996-B76C1F246971}" dt="2025-11-27T06:09:02.500" v="2346" actId="1076"/>
          <ac:spMkLst>
            <pc:docMk/>
            <pc:sldMk cId="4284338184" sldId="321"/>
            <ac:spMk id="5" creationId="{8A99210F-B25A-6072-580A-1DB1CDA2CA44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7" creationId="{3F315F9E-1D00-5F67-9227-B196489E8F4B}"/>
          </ac:spMkLst>
        </pc:spChg>
        <pc:spChg chg="add mod">
          <ac:chgData name="MYUNG JIN" userId="89f3fa32ababedc4" providerId="LiveId" clId="{257976FD-A396-44BB-8996-B76C1F246971}" dt="2025-11-27T06:08:59.583" v="2345" actId="1076"/>
          <ac:spMkLst>
            <pc:docMk/>
            <pc:sldMk cId="4284338184" sldId="321"/>
            <ac:spMk id="11" creationId="{D4810F05-3EC5-AD78-9320-CEC550FBF79E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13" creationId="{4B13381C-C84F-8FCD-92C7-1BB61D66FB78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14" creationId="{07124355-DF34-9970-6E3A-63EB5D908072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15" creationId="{184ACF9D-4B42-6305-F64D-275C217228D6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16" creationId="{974937CA-AB43-0934-3829-07C7E5977311}"/>
          </ac:spMkLst>
        </pc:spChg>
        <pc:spChg chg="add mod">
          <ac:chgData name="MYUNG JIN" userId="89f3fa32ababedc4" providerId="LiveId" clId="{257976FD-A396-44BB-8996-B76C1F246971}" dt="2025-11-26T11:24:43.190" v="1411" actId="164"/>
          <ac:spMkLst>
            <pc:docMk/>
            <pc:sldMk cId="4284338184" sldId="321"/>
            <ac:spMk id="17" creationId="{44F1F49D-E588-26CE-83CE-456222134EBD}"/>
          </ac:spMkLst>
        </pc:spChg>
        <pc:grpChg chg="add mod">
          <ac:chgData name="MYUNG JIN" userId="89f3fa32ababedc4" providerId="LiveId" clId="{257976FD-A396-44BB-8996-B76C1F246971}" dt="2025-11-27T06:09:02.500" v="2346" actId="1076"/>
          <ac:grpSpMkLst>
            <pc:docMk/>
            <pc:sldMk cId="4284338184" sldId="321"/>
            <ac:grpSpMk id="18" creationId="{B7CDF039-48FC-BB8B-E371-314A8A8EE8A6}"/>
          </ac:grpSpMkLst>
        </pc:grpChg>
        <pc:picChg chg="add mod">
          <ac:chgData name="MYUNG JIN" userId="89f3fa32ababedc4" providerId="LiveId" clId="{257976FD-A396-44BB-8996-B76C1F246971}" dt="2025-11-26T11:24:43.190" v="1411" actId="164"/>
          <ac:picMkLst>
            <pc:docMk/>
            <pc:sldMk cId="4284338184" sldId="321"/>
            <ac:picMk id="6" creationId="{A0930D91-8526-4A16-BB24-E81201B9C188}"/>
          </ac:picMkLst>
        </pc:picChg>
        <pc:cxnChg chg="add mod">
          <ac:chgData name="MYUNG JIN" userId="89f3fa32ababedc4" providerId="LiveId" clId="{257976FD-A396-44BB-8996-B76C1F246971}" dt="2025-11-26T11:24:43.190" v="1411" actId="164"/>
          <ac:cxnSpMkLst>
            <pc:docMk/>
            <pc:sldMk cId="4284338184" sldId="321"/>
            <ac:cxnSpMk id="9" creationId="{58AC9D17-8A3B-BFD3-5F7F-DEE30276D883}"/>
          </ac:cxnSpMkLst>
        </pc:cxnChg>
        <pc:cxnChg chg="add mod">
          <ac:chgData name="MYUNG JIN" userId="89f3fa32ababedc4" providerId="LiveId" clId="{257976FD-A396-44BB-8996-B76C1F246971}" dt="2025-11-26T11:24:43.190" v="1411" actId="164"/>
          <ac:cxnSpMkLst>
            <pc:docMk/>
            <pc:sldMk cId="4284338184" sldId="321"/>
            <ac:cxnSpMk id="10" creationId="{C047AC9E-A696-4B21-3C1F-6D9C90DB3020}"/>
          </ac:cxnSpMkLst>
        </pc:cxnChg>
      </pc:sldChg>
      <pc:sldChg chg="addSp delSp modSp new mod">
        <pc:chgData name="MYUNG JIN" userId="89f3fa32ababedc4" providerId="LiveId" clId="{257976FD-A396-44BB-8996-B76C1F246971}" dt="2025-11-27T06:29:28.938" v="2419" actId="1076"/>
        <pc:sldMkLst>
          <pc:docMk/>
          <pc:sldMk cId="815730229" sldId="322"/>
        </pc:sldMkLst>
        <pc:spChg chg="mod">
          <ac:chgData name="MYUNG JIN" userId="89f3fa32ababedc4" providerId="LiveId" clId="{257976FD-A396-44BB-8996-B76C1F246971}" dt="2025-11-26T11:24:57.819" v="1439" actId="20577"/>
          <ac:spMkLst>
            <pc:docMk/>
            <pc:sldMk cId="815730229" sldId="322"/>
            <ac:spMk id="2" creationId="{9917E19F-73FF-2229-13A1-45C5D3C2A64C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6" creationId="{4AB0D551-1437-079D-F273-6F0265287353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34" creationId="{51F2AAA8-97CE-79EE-9DF0-9F2BA6F16E66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37" creationId="{941E3FC2-33F2-3507-9A82-1516B0F9372B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38" creationId="{B71B90AB-ECD3-A94A-BE13-B0E71F0170F9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46" creationId="{4646B0E3-F266-4151-BC34-AB609BDDCCD6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48" creationId="{C2FAFD92-72E4-1761-128C-087BEAA1ABCF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49" creationId="{C2F63086-3506-37F9-76CB-2D7FD1A27DD2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57" creationId="{D9660667-BC14-A8AB-BD94-2BF99BE003BE}"/>
          </ac:spMkLst>
        </pc:spChg>
        <pc:spChg chg="add mod">
          <ac:chgData name="MYUNG JIN" userId="89f3fa32ababedc4" providerId="LiveId" clId="{257976FD-A396-44BB-8996-B76C1F246971}" dt="2025-11-27T06:00:40.591" v="2325" actId="1076"/>
          <ac:spMkLst>
            <pc:docMk/>
            <pc:sldMk cId="815730229" sldId="322"/>
            <ac:spMk id="58" creationId="{E1C34668-647B-D0FE-46A0-A65E6581BE16}"/>
          </ac:spMkLst>
        </pc:spChg>
        <pc:spChg chg="add mod">
          <ac:chgData name="MYUNG JIN" userId="89f3fa32ababedc4" providerId="LiveId" clId="{257976FD-A396-44BB-8996-B76C1F246971}" dt="2025-11-27T06:29:27.123" v="2418" actId="1076"/>
          <ac:spMkLst>
            <pc:docMk/>
            <pc:sldMk cId="815730229" sldId="322"/>
            <ac:spMk id="59" creationId="{CA9C7F20-7AFB-94D8-BEAF-4D83A5F2C812}"/>
          </ac:spMkLst>
        </pc:spChg>
        <pc:spChg chg="add mod">
          <ac:chgData name="MYUNG JIN" userId="89f3fa32ababedc4" providerId="LiveId" clId="{257976FD-A396-44BB-8996-B76C1F246971}" dt="2025-11-27T06:00:43.861" v="2326" actId="1076"/>
          <ac:spMkLst>
            <pc:docMk/>
            <pc:sldMk cId="815730229" sldId="322"/>
            <ac:spMk id="60" creationId="{4BE5BF04-80EB-431E-0B24-FF9CDC88664A}"/>
          </ac:spMkLst>
        </pc:spChg>
        <pc:spChg chg="add mod">
          <ac:chgData name="MYUNG JIN" userId="89f3fa32ababedc4" providerId="LiveId" clId="{257976FD-A396-44BB-8996-B76C1F246971}" dt="2025-11-27T06:00:57.684" v="2335" actId="58"/>
          <ac:spMkLst>
            <pc:docMk/>
            <pc:sldMk cId="815730229" sldId="322"/>
            <ac:spMk id="61" creationId="{B092716B-13A6-6847-5743-816AFCAFF8AD}"/>
          </ac:spMkLst>
        </pc:spChg>
        <pc:spChg chg="add mod">
          <ac:chgData name="MYUNG JIN" userId="89f3fa32ababedc4" providerId="LiveId" clId="{257976FD-A396-44BB-8996-B76C1F246971}" dt="2025-11-27T06:29:28.938" v="2419" actId="1076"/>
          <ac:spMkLst>
            <pc:docMk/>
            <pc:sldMk cId="815730229" sldId="322"/>
            <ac:spMk id="64" creationId="{433F0BB4-6BC4-F349-8CE9-1ACBE9710B68}"/>
          </ac:spMkLst>
        </pc:spChg>
        <pc:picChg chg="add mod">
          <ac:chgData name="MYUNG JIN" userId="89f3fa32ababedc4" providerId="LiveId" clId="{257976FD-A396-44BB-8996-B76C1F246971}" dt="2025-11-27T05:27:58.280" v="1964" actId="1076"/>
          <ac:picMkLst>
            <pc:docMk/>
            <pc:sldMk cId="815730229" sldId="322"/>
            <ac:picMk id="33" creationId="{F5318922-39A8-EB13-0C9B-F023971B2E98}"/>
          </ac:picMkLst>
        </pc:picChg>
        <pc:cxnChg chg="add mod">
          <ac:chgData name="MYUNG JIN" userId="89f3fa32ababedc4" providerId="LiveId" clId="{257976FD-A396-44BB-8996-B76C1F246971}" dt="2025-11-27T04:20:33.764" v="1542" actId="1076"/>
          <ac:cxnSpMkLst>
            <pc:docMk/>
            <pc:sldMk cId="815730229" sldId="322"/>
            <ac:cxnSpMk id="8" creationId="{33DA06BC-A389-760F-14DE-48D3187ADE97}"/>
          </ac:cxnSpMkLst>
        </pc:cxnChg>
        <pc:cxnChg chg="add mod">
          <ac:chgData name="MYUNG JIN" userId="89f3fa32ababedc4" providerId="LiveId" clId="{257976FD-A396-44BB-8996-B76C1F246971}" dt="2025-11-27T04:18:55.751" v="1523" actId="1076"/>
          <ac:cxnSpMkLst>
            <pc:docMk/>
            <pc:sldMk cId="815730229" sldId="322"/>
            <ac:cxnSpMk id="9" creationId="{54A58A15-205D-DE58-B681-4436743F7DD3}"/>
          </ac:cxnSpMkLst>
        </pc:cxnChg>
        <pc:cxnChg chg="add mod">
          <ac:chgData name="MYUNG JIN" userId="89f3fa32ababedc4" providerId="LiveId" clId="{257976FD-A396-44BB-8996-B76C1F246971}" dt="2025-11-27T04:18:55.751" v="1523" actId="1076"/>
          <ac:cxnSpMkLst>
            <pc:docMk/>
            <pc:sldMk cId="815730229" sldId="322"/>
            <ac:cxnSpMk id="10" creationId="{E5B1876B-D751-70CC-055C-FFAB3EC39D82}"/>
          </ac:cxnSpMkLst>
        </pc:cxnChg>
        <pc:cxnChg chg="add mod">
          <ac:chgData name="MYUNG JIN" userId="89f3fa32ababedc4" providerId="LiveId" clId="{257976FD-A396-44BB-8996-B76C1F246971}" dt="2025-11-27T05:28:00.735" v="1965" actId="1076"/>
          <ac:cxnSpMkLst>
            <pc:docMk/>
            <pc:sldMk cId="815730229" sldId="322"/>
            <ac:cxnSpMk id="36" creationId="{F671EE9D-4A33-5E8F-13EB-CA311F228EEC}"/>
          </ac:cxnSpMkLst>
        </pc:cxnChg>
        <pc:cxnChg chg="add mod">
          <ac:chgData name="MYUNG JIN" userId="89f3fa32ababedc4" providerId="LiveId" clId="{257976FD-A396-44BB-8996-B76C1F246971}" dt="2025-11-27T04:20:33.764" v="1542" actId="1076"/>
          <ac:cxnSpMkLst>
            <pc:docMk/>
            <pc:sldMk cId="815730229" sldId="322"/>
            <ac:cxnSpMk id="41" creationId="{7281D9B0-C6EE-4556-59ED-56741E0B81B1}"/>
          </ac:cxnSpMkLst>
        </pc:cxnChg>
        <pc:cxnChg chg="add mod">
          <ac:chgData name="MYUNG JIN" userId="89f3fa32ababedc4" providerId="LiveId" clId="{257976FD-A396-44BB-8996-B76C1F246971}" dt="2025-11-27T04:20:01.498" v="1532" actId="1076"/>
          <ac:cxnSpMkLst>
            <pc:docMk/>
            <pc:sldMk cId="815730229" sldId="322"/>
            <ac:cxnSpMk id="47" creationId="{4AE6B5B6-C4F8-DA51-808E-14CBB5896612}"/>
          </ac:cxnSpMkLst>
        </pc:cxnChg>
        <pc:cxnChg chg="add mod">
          <ac:chgData name="MYUNG JIN" userId="89f3fa32ababedc4" providerId="LiveId" clId="{257976FD-A396-44BB-8996-B76C1F246971}" dt="2025-11-27T04:20:12.898" v="1538" actId="1037"/>
          <ac:cxnSpMkLst>
            <pc:docMk/>
            <pc:sldMk cId="815730229" sldId="322"/>
            <ac:cxnSpMk id="50" creationId="{BFFA6255-11AA-0D7F-3AA0-C0B411569F0D}"/>
          </ac:cxnSpMkLst>
        </pc:cxnChg>
        <pc:cxnChg chg="add mod">
          <ac:chgData name="MYUNG JIN" userId="89f3fa32ababedc4" providerId="LiveId" clId="{257976FD-A396-44BB-8996-B76C1F246971}" dt="2025-11-27T05:27:21" v="1943" actId="1076"/>
          <ac:cxnSpMkLst>
            <pc:docMk/>
            <pc:sldMk cId="815730229" sldId="322"/>
            <ac:cxnSpMk id="53" creationId="{DE75CE5A-1333-4438-27ED-9FA19D2C9721}"/>
          </ac:cxnSpMkLst>
        </pc:cxnChg>
        <pc:cxnChg chg="add mod">
          <ac:chgData name="MYUNG JIN" userId="89f3fa32ababedc4" providerId="LiveId" clId="{257976FD-A396-44BB-8996-B76C1F246971}" dt="2025-11-27T05:27:26.597" v="1946" actId="1076"/>
          <ac:cxnSpMkLst>
            <pc:docMk/>
            <pc:sldMk cId="815730229" sldId="322"/>
            <ac:cxnSpMk id="55" creationId="{F5B75DBC-9CF3-0236-6ED9-D4C818F06EED}"/>
          </ac:cxnSpMkLst>
        </pc:cxnChg>
        <pc:cxnChg chg="add mod">
          <ac:chgData name="MYUNG JIN" userId="89f3fa32ababedc4" providerId="LiveId" clId="{257976FD-A396-44BB-8996-B76C1F246971}" dt="2025-11-27T06:01:11.060" v="2337" actId="208"/>
          <ac:cxnSpMkLst>
            <pc:docMk/>
            <pc:sldMk cId="815730229" sldId="322"/>
            <ac:cxnSpMk id="63" creationId="{B122CFC5-2A3E-60A5-5A3E-180C9CB50B16}"/>
          </ac:cxnSpMkLst>
        </pc:cxnChg>
      </pc:sldChg>
      <pc:sldChg chg="addSp modSp add mod">
        <pc:chgData name="MYUNG JIN" userId="89f3fa32ababedc4" providerId="LiveId" clId="{257976FD-A396-44BB-8996-B76C1F246971}" dt="2025-12-10T04:52:26.734" v="3033" actId="20577"/>
        <pc:sldMkLst>
          <pc:docMk/>
          <pc:sldMk cId="2513005319" sldId="323"/>
        </pc:sldMkLst>
        <pc:spChg chg="mod">
          <ac:chgData name="MYUNG JIN" userId="89f3fa32ababedc4" providerId="LiveId" clId="{257976FD-A396-44BB-8996-B76C1F246971}" dt="2025-12-10T04:32:10.957" v="2534" actId="20577"/>
          <ac:spMkLst>
            <pc:docMk/>
            <pc:sldMk cId="2513005319" sldId="323"/>
            <ac:spMk id="2" creationId="{7C83E2A1-D6E4-BAE5-6A13-453C9CC3A86D}"/>
          </ac:spMkLst>
        </pc:spChg>
        <pc:spChg chg="mod">
          <ac:chgData name="MYUNG JIN" userId="89f3fa32ababedc4" providerId="LiveId" clId="{257976FD-A396-44BB-8996-B76C1F246971}" dt="2025-12-10T04:41:24.659" v="2988" actId="1076"/>
          <ac:spMkLst>
            <pc:docMk/>
            <pc:sldMk cId="2513005319" sldId="323"/>
            <ac:spMk id="5" creationId="{8B8392E6-5C58-1683-92C8-35275B4AE348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6" creationId="{5CB820F4-B3FB-25F3-F950-E3832B5D7A00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7" creationId="{3825259A-AA41-4D69-AA9A-57B4879DD085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8" creationId="{15FD41CF-F426-8DBF-D1C5-BEB69AAD1337}"/>
          </ac:spMkLst>
        </pc:spChg>
        <pc:spChg chg="add mod">
          <ac:chgData name="MYUNG JIN" userId="89f3fa32ababedc4" providerId="LiveId" clId="{257976FD-A396-44BB-8996-B76C1F246971}" dt="2025-12-10T04:41:29.628" v="2989" actId="14100"/>
          <ac:spMkLst>
            <pc:docMk/>
            <pc:sldMk cId="2513005319" sldId="323"/>
            <ac:spMk id="11" creationId="{03FC8D58-033B-13B6-28D0-A278FDB09FDE}"/>
          </ac:spMkLst>
        </pc:spChg>
        <pc:spChg chg="mod">
          <ac:chgData name="MYUNG JIN" userId="89f3fa32ababedc4" providerId="LiveId" clId="{257976FD-A396-44BB-8996-B76C1F246971}" dt="2025-12-10T04:41:37.719" v="3000" actId="1038"/>
          <ac:spMkLst>
            <pc:docMk/>
            <pc:sldMk cId="2513005319" sldId="323"/>
            <ac:spMk id="13" creationId="{417DFD37-B3C6-F573-54F1-24118BF9D184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14" creationId="{2D546EB6-8480-7FDD-7D9A-30421EB7BBFE}"/>
          </ac:spMkLst>
        </pc:spChg>
        <pc:spChg chg="add mod">
          <ac:chgData name="MYUNG JIN" userId="89f3fa32ababedc4" providerId="LiveId" clId="{257976FD-A396-44BB-8996-B76C1F246971}" dt="2025-12-10T04:41:15.647" v="2984" actId="1076"/>
          <ac:spMkLst>
            <pc:docMk/>
            <pc:sldMk cId="2513005319" sldId="323"/>
            <ac:spMk id="15" creationId="{264EC90E-A7A8-6A05-7E5B-3DA674870CCB}"/>
          </ac:spMkLst>
        </pc:spChg>
        <pc:spChg chg="mod">
          <ac:chgData name="MYUNG JIN" userId="89f3fa32ababedc4" providerId="LiveId" clId="{257976FD-A396-44BB-8996-B76C1F246971}" dt="2025-12-10T04:41:34.157" v="2991" actId="20577"/>
          <ac:spMkLst>
            <pc:docMk/>
            <pc:sldMk cId="2513005319" sldId="323"/>
            <ac:spMk id="17" creationId="{334B02B1-3998-4DF6-09EF-CAFB9EC8CF7C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18" creationId="{E6D70733-9F82-2AC6-60D3-0E158474B3D3}"/>
          </ac:spMkLst>
        </pc:spChg>
        <pc:spChg chg="mod">
          <ac:chgData name="MYUNG JIN" userId="89f3fa32ababedc4" providerId="LiveId" clId="{257976FD-A396-44BB-8996-B76C1F246971}" dt="2025-12-10T04:41:22.029" v="2987" actId="403"/>
          <ac:spMkLst>
            <pc:docMk/>
            <pc:sldMk cId="2513005319" sldId="323"/>
            <ac:spMk id="20" creationId="{27656BAD-B9C3-D266-6030-978A994CBF39}"/>
          </ac:spMkLst>
        </pc:spChg>
        <pc:spChg chg="mod">
          <ac:chgData name="MYUNG JIN" userId="89f3fa32ababedc4" providerId="LiveId" clId="{257976FD-A396-44BB-8996-B76C1F246971}" dt="2025-12-10T04:41:11.987" v="2983" actId="1036"/>
          <ac:spMkLst>
            <pc:docMk/>
            <pc:sldMk cId="2513005319" sldId="323"/>
            <ac:spMk id="36" creationId="{0B52E17D-00F0-20A3-2481-4BB0FF1A0336}"/>
          </ac:spMkLst>
        </pc:spChg>
        <pc:spChg chg="mod">
          <ac:chgData name="MYUNG JIN" userId="89f3fa32ababedc4" providerId="LiveId" clId="{257976FD-A396-44BB-8996-B76C1F246971}" dt="2025-12-10T04:41:11.987" v="2983" actId="1036"/>
          <ac:spMkLst>
            <pc:docMk/>
            <pc:sldMk cId="2513005319" sldId="323"/>
            <ac:spMk id="37" creationId="{368C7079-152C-5B34-CF72-F3F609A12943}"/>
          </ac:spMkLst>
        </pc:spChg>
        <pc:spChg chg="mod">
          <ac:chgData name="MYUNG JIN" userId="89f3fa32ababedc4" providerId="LiveId" clId="{257976FD-A396-44BB-8996-B76C1F246971}" dt="2025-12-10T04:52:26.734" v="3033" actId="20577"/>
          <ac:spMkLst>
            <pc:docMk/>
            <pc:sldMk cId="2513005319" sldId="323"/>
            <ac:spMk id="86" creationId="{7E906BC9-6C0D-3D89-DB34-82D1D4A98106}"/>
          </ac:spMkLst>
        </pc:spChg>
        <pc:grpChg chg="mod">
          <ac:chgData name="MYUNG JIN" userId="89f3fa32ababedc4" providerId="LiveId" clId="{257976FD-A396-44BB-8996-B76C1F246971}" dt="2025-12-10T04:41:22.029" v="2987" actId="403"/>
          <ac:grpSpMkLst>
            <pc:docMk/>
            <pc:sldMk cId="2513005319" sldId="323"/>
            <ac:grpSpMk id="4" creationId="{79A0380F-9722-D1FD-60FD-E375098D7F9F}"/>
          </ac:grpSpMkLst>
        </pc:grpChg>
        <pc:picChg chg="mod">
          <ac:chgData name="MYUNG JIN" userId="89f3fa32ababedc4" providerId="LiveId" clId="{257976FD-A396-44BB-8996-B76C1F246971}" dt="2025-12-10T04:41:11.987" v="2983" actId="1036"/>
          <ac:picMkLst>
            <pc:docMk/>
            <pc:sldMk cId="2513005319" sldId="323"/>
            <ac:picMk id="84" creationId="{102DA768-EB57-1ACE-A148-977DABEC3841}"/>
          </ac:picMkLst>
        </pc:picChg>
        <pc:cxnChg chg="mod">
          <ac:chgData name="MYUNG JIN" userId="89f3fa32ababedc4" providerId="LiveId" clId="{257976FD-A396-44BB-8996-B76C1F246971}" dt="2025-12-10T04:41:24.659" v="2988" actId="1076"/>
          <ac:cxnSpMkLst>
            <pc:docMk/>
            <pc:sldMk cId="2513005319" sldId="323"/>
            <ac:cxnSpMk id="29" creationId="{93ED1F86-3110-8E2F-DD35-5D330E477188}"/>
          </ac:cxnSpMkLst>
        </pc:cxnChg>
        <pc:cxnChg chg="mod">
          <ac:chgData name="MYUNG JIN" userId="89f3fa32ababedc4" providerId="LiveId" clId="{257976FD-A396-44BB-8996-B76C1F246971}" dt="2025-12-10T04:41:11.987" v="2983" actId="1036"/>
          <ac:cxnSpMkLst>
            <pc:docMk/>
            <pc:sldMk cId="2513005319" sldId="323"/>
            <ac:cxnSpMk id="85" creationId="{9BE05266-B6D3-0B48-5C87-49700765E7E4}"/>
          </ac:cxnSpMkLst>
        </pc:cxnChg>
      </pc:sldChg>
      <pc:sldChg chg="addSp modSp add del mod">
        <pc:chgData name="MYUNG JIN" userId="89f3fa32ababedc4" providerId="LiveId" clId="{257976FD-A396-44BB-8996-B76C1F246971}" dt="2025-12-10T04:40:36.385" v="2952" actId="47"/>
        <pc:sldMkLst>
          <pc:docMk/>
          <pc:sldMk cId="234309682" sldId="324"/>
        </pc:sldMkLst>
        <pc:spChg chg="add mod">
          <ac:chgData name="MYUNG JIN" userId="89f3fa32ababedc4" providerId="LiveId" clId="{257976FD-A396-44BB-8996-B76C1F246971}" dt="2025-12-10T04:33:09.466" v="2576" actId="20577"/>
          <ac:spMkLst>
            <pc:docMk/>
            <pc:sldMk cId="234309682" sldId="324"/>
            <ac:spMk id="5" creationId="{4F7836E3-3D4E-C154-BF2C-7DBDB1309D3B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34" creationId="{B0B47EFE-A6E1-C673-14FC-C8E5EC02A2D9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37" creationId="{6F290EDE-3311-1BC2-2DB6-F6F46ABA2D4B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38" creationId="{BB8838E7-F7BB-DF26-0F45-54D36DFD0A2E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39" creationId="{CA2F1D4F-90F1-04B9-ECC9-FD6FC69B4D3D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40" creationId="{47C07054-A60E-1546-FCB0-B863A1DD3089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41" creationId="{5EEE317B-70C8-E622-49DC-2BDE2F32D9F9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42" creationId="{9EF69610-E8A0-7425-5642-B71A8CB28C52}"/>
          </ac:spMkLst>
        </pc:spChg>
        <pc:spChg chg="mod">
          <ac:chgData name="MYUNG JIN" userId="89f3fa32ababedc4" providerId="LiveId" clId="{257976FD-A396-44BB-8996-B76C1F246971}" dt="2025-12-10T04:32:58.775" v="2542" actId="1076"/>
          <ac:spMkLst>
            <pc:docMk/>
            <pc:sldMk cId="234309682" sldId="324"/>
            <ac:spMk id="44" creationId="{0D9F1678-7195-673B-3478-3E64240A56E3}"/>
          </ac:spMkLst>
        </pc:spChg>
        <pc:picChg chg="mod">
          <ac:chgData name="MYUNG JIN" userId="89f3fa32ababedc4" providerId="LiveId" clId="{257976FD-A396-44BB-8996-B76C1F246971}" dt="2025-12-10T04:32:58.775" v="2542" actId="1076"/>
          <ac:picMkLst>
            <pc:docMk/>
            <pc:sldMk cId="234309682" sldId="324"/>
            <ac:picMk id="36" creationId="{6D285A0A-B24F-B997-67D0-03C0F2AF7B0C}"/>
          </ac:picMkLst>
        </pc:picChg>
        <pc:picChg chg="mod">
          <ac:chgData name="MYUNG JIN" userId="89f3fa32ababedc4" providerId="LiveId" clId="{257976FD-A396-44BB-8996-B76C1F246971}" dt="2025-12-10T04:32:58.775" v="2542" actId="1076"/>
          <ac:picMkLst>
            <pc:docMk/>
            <pc:sldMk cId="234309682" sldId="324"/>
            <ac:picMk id="48" creationId="{7F09773D-94BE-AD5A-E1E1-E24021F2279D}"/>
          </ac:picMkLst>
        </pc:picChg>
      </pc:sldChg>
      <pc:sldChg chg="add del">
        <pc:chgData name="MYUNG JIN" userId="89f3fa32ababedc4" providerId="LiveId" clId="{257976FD-A396-44BB-8996-B76C1F246971}" dt="2025-12-10T04:31:51.842" v="2528" actId="47"/>
        <pc:sldMkLst>
          <pc:docMk/>
          <pc:sldMk cId="2509487926" sldId="325"/>
        </pc:sldMkLst>
      </pc:sldChg>
      <pc:sldChg chg="modSp add mod">
        <pc:chgData name="MYUNG JIN" userId="89f3fa32ababedc4" providerId="LiveId" clId="{257976FD-A396-44BB-8996-B76C1F246971}" dt="2025-12-10T04:42:07.392" v="3031" actId="1076"/>
        <pc:sldMkLst>
          <pc:docMk/>
          <pc:sldMk cId="4143671809" sldId="326"/>
        </pc:sldMkLst>
        <pc:spChg chg="mod">
          <ac:chgData name="MYUNG JIN" userId="89f3fa32ababedc4" providerId="LiveId" clId="{257976FD-A396-44BB-8996-B76C1F246971}" dt="2025-12-10T04:42:03.552" v="3030" actId="20577"/>
          <ac:spMkLst>
            <pc:docMk/>
            <pc:sldMk cId="4143671809" sldId="326"/>
            <ac:spMk id="2" creationId="{11F7C624-F44A-996C-9222-99158251B72F}"/>
          </ac:spMkLst>
        </pc:spChg>
        <pc:spChg chg="mod">
          <ac:chgData name="MYUNG JIN" userId="89f3fa32ababedc4" providerId="LiveId" clId="{257976FD-A396-44BB-8996-B76C1F246971}" dt="2025-12-10T04:42:07.392" v="3031" actId="1076"/>
          <ac:spMkLst>
            <pc:docMk/>
            <pc:sldMk cId="4143671809" sldId="326"/>
            <ac:spMk id="56" creationId="{D176F748-D73E-C3B1-7C33-704068044783}"/>
          </ac:spMkLst>
        </pc:spChg>
      </pc:sldChg>
      <pc:sldChg chg="modSp add mod">
        <pc:chgData name="MYUNG JIN" userId="89f3fa32ababedc4" providerId="LiveId" clId="{257976FD-A396-44BB-8996-B76C1F246971}" dt="2025-12-10T04:54:53.568" v="3041" actId="20577"/>
        <pc:sldMkLst>
          <pc:docMk/>
          <pc:sldMk cId="3988703596" sldId="327"/>
        </pc:sldMkLst>
        <pc:spChg chg="mod">
          <ac:chgData name="MYUNG JIN" userId="89f3fa32ababedc4" providerId="LiveId" clId="{257976FD-A396-44BB-8996-B76C1F246971}" dt="2025-12-10T04:54:53.568" v="3041" actId="20577"/>
          <ac:spMkLst>
            <pc:docMk/>
            <pc:sldMk cId="3988703596" sldId="327"/>
            <ac:spMk id="3" creationId="{F2C9A957-A1E2-3141-C21E-A69E3F39936E}"/>
          </ac:spMkLst>
        </pc:spChg>
        <pc:spChg chg="mod">
          <ac:chgData name="MYUNG JIN" userId="89f3fa32ababedc4" providerId="LiveId" clId="{257976FD-A396-44BB-8996-B76C1F246971}" dt="2025-12-10T04:54:51.863" v="3040" actId="20577"/>
          <ac:spMkLst>
            <pc:docMk/>
            <pc:sldMk cId="3988703596" sldId="327"/>
            <ac:spMk id="4" creationId="{30B9EE19-CD35-1A09-E55A-AEB1D13CA27D}"/>
          </ac:spMkLst>
        </pc:spChg>
      </pc:sldChg>
      <pc:sldChg chg="addSp modSp add mod">
        <pc:chgData name="MYUNG JIN" userId="89f3fa32ababedc4" providerId="LiveId" clId="{257976FD-A396-44BB-8996-B76C1F246971}" dt="2025-12-10T05:01:09.002" v="3218" actId="20577"/>
        <pc:sldMkLst>
          <pc:docMk/>
          <pc:sldMk cId="1430951101" sldId="328"/>
        </pc:sldMkLst>
        <pc:spChg chg="mod">
          <ac:chgData name="MYUNG JIN" userId="89f3fa32ababedc4" providerId="LiveId" clId="{257976FD-A396-44BB-8996-B76C1F246971}" dt="2025-12-10T05:01:09.002" v="3218" actId="20577"/>
          <ac:spMkLst>
            <pc:docMk/>
            <pc:sldMk cId="1430951101" sldId="328"/>
            <ac:spMk id="3" creationId="{2AA5BD57-66A9-CD51-ABF2-E48C0AE6458B}"/>
          </ac:spMkLst>
        </pc:spChg>
        <pc:spChg chg="add mod">
          <ac:chgData name="MYUNG JIN" userId="89f3fa32ababedc4" providerId="LiveId" clId="{257976FD-A396-44BB-8996-B76C1F246971}" dt="2025-12-10T05:00:39.726" v="3137" actId="1076"/>
          <ac:spMkLst>
            <pc:docMk/>
            <pc:sldMk cId="1430951101" sldId="328"/>
            <ac:spMk id="5" creationId="{E3519257-5ED6-2058-9E8D-4EA61815F197}"/>
          </ac:spMkLst>
        </pc:spChg>
      </pc:sldChg>
      <pc:sldChg chg="addSp modSp add mod">
        <pc:chgData name="MYUNG JIN" userId="89f3fa32ababedc4" providerId="LiveId" clId="{257976FD-A396-44BB-8996-B76C1F246971}" dt="2025-12-10T05:04:07.213" v="3395" actId="20577"/>
        <pc:sldMkLst>
          <pc:docMk/>
          <pc:sldMk cId="3870974678" sldId="329"/>
        </pc:sldMkLst>
        <pc:spChg chg="add mod">
          <ac:chgData name="MYUNG JIN" userId="89f3fa32ababedc4" providerId="LiveId" clId="{257976FD-A396-44BB-8996-B76C1F246971}" dt="2025-12-10T05:01:42.910" v="3222" actId="208"/>
          <ac:spMkLst>
            <pc:docMk/>
            <pc:sldMk cId="3870974678" sldId="329"/>
            <ac:spMk id="7" creationId="{0CA61B8E-919A-703B-AFED-48F58F460BE7}"/>
          </ac:spMkLst>
        </pc:spChg>
        <pc:spChg chg="mod">
          <ac:chgData name="MYUNG JIN" userId="89f3fa32ababedc4" providerId="LiveId" clId="{257976FD-A396-44BB-8996-B76C1F246971}" dt="2025-12-10T05:04:07.213" v="3395" actId="20577"/>
          <ac:spMkLst>
            <pc:docMk/>
            <pc:sldMk cId="3870974678" sldId="329"/>
            <ac:spMk id="23" creationId="{9D1372CD-0B93-3455-753C-91FA75AC628F}"/>
          </ac:spMkLst>
        </pc:spChg>
        <pc:spChg chg="mod">
          <ac:chgData name="MYUNG JIN" userId="89f3fa32ababedc4" providerId="LiveId" clId="{257976FD-A396-44BB-8996-B76C1F246971}" dt="2025-12-10T05:01:59.735" v="3236" actId="1076"/>
          <ac:spMkLst>
            <pc:docMk/>
            <pc:sldMk cId="3870974678" sldId="329"/>
            <ac:spMk id="24" creationId="{97A543AB-0351-62A6-429E-8F414BD1B416}"/>
          </ac:spMkLst>
        </pc:spChg>
      </pc:sldChg>
      <pc:sldChg chg="add">
        <pc:chgData name="MYUNG JIN" userId="89f3fa32ababedc4" providerId="LiveId" clId="{257976FD-A396-44BB-8996-B76C1F246971}" dt="2025-12-10T04:27:40.920" v="2484"/>
        <pc:sldMkLst>
          <pc:docMk/>
          <pc:sldMk cId="3081958862" sldId="330"/>
        </pc:sldMkLst>
      </pc:sldChg>
      <pc:sldChg chg="add">
        <pc:chgData name="MYUNG JIN" userId="89f3fa32ababedc4" providerId="LiveId" clId="{257976FD-A396-44BB-8996-B76C1F246971}" dt="2025-12-10T04:27:40.920" v="2484"/>
        <pc:sldMkLst>
          <pc:docMk/>
          <pc:sldMk cId="2757336200" sldId="331"/>
        </pc:sldMkLst>
      </pc:sldChg>
      <pc:sldChg chg="modSp add mod">
        <pc:chgData name="MYUNG JIN" userId="89f3fa32ababedc4" providerId="LiveId" clId="{257976FD-A396-44BB-8996-B76C1F246971}" dt="2025-12-10T04:34:02.805" v="2630" actId="20577"/>
        <pc:sldMkLst>
          <pc:docMk/>
          <pc:sldMk cId="1687887757" sldId="332"/>
        </pc:sldMkLst>
        <pc:spChg chg="mod">
          <ac:chgData name="MYUNG JIN" userId="89f3fa32ababedc4" providerId="LiveId" clId="{257976FD-A396-44BB-8996-B76C1F246971}" dt="2025-12-10T04:34:02.805" v="2630" actId="20577"/>
          <ac:spMkLst>
            <pc:docMk/>
            <pc:sldMk cId="1687887757" sldId="332"/>
            <ac:spMk id="2" creationId="{4FF7BC70-0241-E865-7C5C-8DD206AC19BA}"/>
          </ac:spMkLst>
        </pc:spChg>
      </pc:sldChg>
      <pc:sldChg chg="addSp delSp modSp new mod">
        <pc:chgData name="MYUNG JIN" userId="89f3fa32ababedc4" providerId="LiveId" clId="{257976FD-A396-44BB-8996-B76C1F246971}" dt="2025-12-10T04:40:05.324" v="2951" actId="1076"/>
        <pc:sldMkLst>
          <pc:docMk/>
          <pc:sldMk cId="1426804861" sldId="333"/>
        </pc:sldMkLst>
        <pc:spChg chg="mod">
          <ac:chgData name="MYUNG JIN" userId="89f3fa32ababedc4" providerId="LiveId" clId="{257976FD-A396-44BB-8996-B76C1F246971}" dt="2025-12-10T04:35:07.537" v="2677" actId="20577"/>
          <ac:spMkLst>
            <pc:docMk/>
            <pc:sldMk cId="1426804861" sldId="333"/>
            <ac:spMk id="2" creationId="{A5E94244-21FF-37BE-006D-397BD0EF2FEB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19" creationId="{D41F5793-D931-1B64-05C3-ACEDD0DFA57D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25" creationId="{7649919B-4967-E757-C621-9581F8467A5F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37" creationId="{3475BF44-EF73-5C3D-9786-1DF610AE13C3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40" creationId="{2AA29213-4568-67C6-8EFD-E810DEE364FD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57" creationId="{5F0E1CCA-5365-E388-9286-DDE42B885E36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65" creationId="{95F9779A-A528-1E1C-2D1D-D484C02FE6F2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73" creationId="{AD80D3B6-00E0-62C9-F39D-7E9D6127A4B3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82" creationId="{D417BD76-1452-CD3F-C8AE-E713610540AC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93" creationId="{95968AB1-F5BC-BA24-A102-55C01AB43A8E}"/>
          </ac:spMkLst>
        </pc:spChg>
        <pc:spChg chg="mod">
          <ac:chgData name="MYUNG JIN" userId="89f3fa32ababedc4" providerId="LiveId" clId="{257976FD-A396-44BB-8996-B76C1F246971}" dt="2025-12-10T04:35:18.643" v="2678"/>
          <ac:spMkLst>
            <pc:docMk/>
            <pc:sldMk cId="1426804861" sldId="333"/>
            <ac:spMk id="113" creationId="{F17D0C8C-260A-9539-A0BE-1904D685BC25}"/>
          </ac:spMkLst>
        </pc:spChg>
        <pc:spChg chg="add mod">
          <ac:chgData name="MYUNG JIN" userId="89f3fa32ababedc4" providerId="LiveId" clId="{257976FD-A396-44BB-8996-B76C1F246971}" dt="2025-12-10T04:35:39.240" v="2682"/>
          <ac:spMkLst>
            <pc:docMk/>
            <pc:sldMk cId="1426804861" sldId="333"/>
            <ac:spMk id="119" creationId="{9DA3C900-1801-BE60-ECB0-18BA86F73F53}"/>
          </ac:spMkLst>
        </pc:spChg>
        <pc:spChg chg="add mod">
          <ac:chgData name="MYUNG JIN" userId="89f3fa32ababedc4" providerId="LiveId" clId="{257976FD-A396-44BB-8996-B76C1F246971}" dt="2025-12-10T04:35:39.240" v="2682"/>
          <ac:spMkLst>
            <pc:docMk/>
            <pc:sldMk cId="1426804861" sldId="333"/>
            <ac:spMk id="120" creationId="{EFF1CB47-7581-E0F4-4944-0C2910410167}"/>
          </ac:spMkLst>
        </pc:spChg>
        <pc:spChg chg="add mod">
          <ac:chgData name="MYUNG JIN" userId="89f3fa32ababedc4" providerId="LiveId" clId="{257976FD-A396-44BB-8996-B76C1F246971}" dt="2025-12-10T04:35:39.240" v="2682"/>
          <ac:spMkLst>
            <pc:docMk/>
            <pc:sldMk cId="1426804861" sldId="333"/>
            <ac:spMk id="121" creationId="{E9F76CB5-BF47-D314-EA42-4ED6701D485B}"/>
          </ac:spMkLst>
        </pc:spChg>
        <pc:spChg chg="add mod">
          <ac:chgData name="MYUNG JIN" userId="89f3fa32ababedc4" providerId="LiveId" clId="{257976FD-A396-44BB-8996-B76C1F246971}" dt="2025-12-10T04:35:39.240" v="2682"/>
          <ac:spMkLst>
            <pc:docMk/>
            <pc:sldMk cId="1426804861" sldId="333"/>
            <ac:spMk id="122" creationId="{D947C641-DCB9-2880-FF5C-AB97FC4257EA}"/>
          </ac:spMkLst>
        </pc:spChg>
        <pc:spChg chg="add mod">
          <ac:chgData name="MYUNG JIN" userId="89f3fa32ababedc4" providerId="LiveId" clId="{257976FD-A396-44BB-8996-B76C1F246971}" dt="2025-12-10T04:36:03.940" v="2689"/>
          <ac:spMkLst>
            <pc:docMk/>
            <pc:sldMk cId="1426804861" sldId="333"/>
            <ac:spMk id="124" creationId="{3230A9C6-5AE0-8617-75B0-44875681BB6B}"/>
          </ac:spMkLst>
        </pc:spChg>
        <pc:spChg chg="add mod">
          <ac:chgData name="MYUNG JIN" userId="89f3fa32ababedc4" providerId="LiveId" clId="{257976FD-A396-44BB-8996-B76C1F246971}" dt="2025-12-10T04:36:03.940" v="2689"/>
          <ac:spMkLst>
            <pc:docMk/>
            <pc:sldMk cId="1426804861" sldId="333"/>
            <ac:spMk id="125" creationId="{AEB6FADC-C8F2-C68F-A759-CB7720E14C03}"/>
          </ac:spMkLst>
        </pc:spChg>
        <pc:spChg chg="add mod">
          <ac:chgData name="MYUNG JIN" userId="89f3fa32ababedc4" providerId="LiveId" clId="{257976FD-A396-44BB-8996-B76C1F246971}" dt="2025-12-10T04:36:03.940" v="2689"/>
          <ac:spMkLst>
            <pc:docMk/>
            <pc:sldMk cId="1426804861" sldId="333"/>
            <ac:spMk id="126" creationId="{AAEE7F90-61EA-B5A0-2DC4-FCA7F2D8726F}"/>
          </ac:spMkLst>
        </pc:spChg>
        <pc:spChg chg="add mod">
          <ac:chgData name="MYUNG JIN" userId="89f3fa32ababedc4" providerId="LiveId" clId="{257976FD-A396-44BB-8996-B76C1F246971}" dt="2025-12-10T04:36:40" v="2773" actId="14100"/>
          <ac:spMkLst>
            <pc:docMk/>
            <pc:sldMk cId="1426804861" sldId="333"/>
            <ac:spMk id="128" creationId="{3CF0C5EC-56A1-7B5C-A753-EB4511266AAE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31" creationId="{AC1C6A71-A255-1A5C-3D10-480D6AD5B9A4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32" creationId="{050A03B9-C04E-FD8F-2669-F14F8B6DBA71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33" creationId="{3B264FA3-6577-B459-B639-0F749CE208AE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34" creationId="{11F12D2F-E69B-9FD3-5736-DA98EA4D8AAC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35" creationId="{0A96A46C-6BEA-F6D8-ADA1-067FBCEACA29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41" creationId="{F1D8AE2E-B680-CD89-D3BE-F0B2D151DB51}"/>
          </ac:spMkLst>
        </pc:spChg>
        <pc:spChg chg="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42" creationId="{B65CDBC7-D284-5764-723F-4A2FCB4FADB4}"/>
          </ac:spMkLst>
        </pc:spChg>
        <pc:spChg chg="add 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44" creationId="{4AA2CD6A-B3F8-78B8-B8E2-79697110A292}"/>
          </ac:spMkLst>
        </pc:spChg>
        <pc:spChg chg="add 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46" creationId="{DE210AA2-ED2A-963F-FF6E-935CE50277E3}"/>
          </ac:spMkLst>
        </pc:spChg>
        <pc:spChg chg="add mod">
          <ac:chgData name="MYUNG JIN" userId="89f3fa32ababedc4" providerId="LiveId" clId="{257976FD-A396-44BB-8996-B76C1F246971}" dt="2025-12-10T04:37:17.995" v="2774"/>
          <ac:spMkLst>
            <pc:docMk/>
            <pc:sldMk cId="1426804861" sldId="333"/>
            <ac:spMk id="148" creationId="{029DF842-1017-7208-288B-0007D1A6CA24}"/>
          </ac:spMkLst>
        </pc:spChg>
        <pc:spChg chg="add mod">
          <ac:chgData name="MYUNG JIN" userId="89f3fa32ababedc4" providerId="LiveId" clId="{257976FD-A396-44BB-8996-B76C1F246971}" dt="2025-12-10T04:37:40.608" v="2788" actId="1076"/>
          <ac:spMkLst>
            <pc:docMk/>
            <pc:sldMk cId="1426804861" sldId="333"/>
            <ac:spMk id="150" creationId="{0B5CA8E0-099F-FF45-1E8C-A0B18A41A32D}"/>
          </ac:spMkLst>
        </pc:spChg>
        <pc:spChg chg="add mod">
          <ac:chgData name="MYUNG JIN" userId="89f3fa32ababedc4" providerId="LiveId" clId="{257976FD-A396-44BB-8996-B76C1F246971}" dt="2025-12-10T04:40:01.056" v="2950" actId="20577"/>
          <ac:spMkLst>
            <pc:docMk/>
            <pc:sldMk cId="1426804861" sldId="333"/>
            <ac:spMk id="151" creationId="{8DE8B334-582C-08F3-FA70-293A6812281C}"/>
          </ac:spMkLst>
        </pc:spChg>
        <pc:spChg chg="add mod">
          <ac:chgData name="MYUNG JIN" userId="89f3fa32ababedc4" providerId="LiveId" clId="{257976FD-A396-44BB-8996-B76C1F246971}" dt="2025-12-10T04:38:31.126" v="2873"/>
          <ac:spMkLst>
            <pc:docMk/>
            <pc:sldMk cId="1426804861" sldId="333"/>
            <ac:spMk id="152" creationId="{8CF7B4FF-8346-BD5D-CF50-D36DC6BE423D}"/>
          </ac:spMkLst>
        </pc:spChg>
        <pc:spChg chg="add mod">
          <ac:chgData name="MYUNG JIN" userId="89f3fa32ababedc4" providerId="LiveId" clId="{257976FD-A396-44BB-8996-B76C1F246971}" dt="2025-12-10T04:38:31.126" v="2873"/>
          <ac:spMkLst>
            <pc:docMk/>
            <pc:sldMk cId="1426804861" sldId="333"/>
            <ac:spMk id="155" creationId="{A98264E7-4765-9A91-66CB-766D5355890F}"/>
          </ac:spMkLst>
        </pc:spChg>
        <pc:spChg chg="add mod">
          <ac:chgData name="MYUNG JIN" userId="89f3fa32ababedc4" providerId="LiveId" clId="{257976FD-A396-44BB-8996-B76C1F246971}" dt="2025-12-10T04:38:31.126" v="2873"/>
          <ac:spMkLst>
            <pc:docMk/>
            <pc:sldMk cId="1426804861" sldId="333"/>
            <ac:spMk id="156" creationId="{D45C1C49-7EE2-3DD1-A506-A0D221A3C1A4}"/>
          </ac:spMkLst>
        </pc:spChg>
        <pc:spChg chg="add mod">
          <ac:chgData name="MYUNG JIN" userId="89f3fa32ababedc4" providerId="LiveId" clId="{257976FD-A396-44BB-8996-B76C1F246971}" dt="2025-12-10T04:38:31.126" v="2873"/>
          <ac:spMkLst>
            <pc:docMk/>
            <pc:sldMk cId="1426804861" sldId="333"/>
            <ac:spMk id="157" creationId="{BF5236B1-85A9-ADC3-D773-E0E7D6A9373D}"/>
          </ac:spMkLst>
        </pc:spChg>
        <pc:spChg chg="add mod">
          <ac:chgData name="MYUNG JIN" userId="89f3fa32ababedc4" providerId="LiveId" clId="{257976FD-A396-44BB-8996-B76C1F246971}" dt="2025-12-10T04:38:43.948" v="2878"/>
          <ac:spMkLst>
            <pc:docMk/>
            <pc:sldMk cId="1426804861" sldId="333"/>
            <ac:spMk id="161" creationId="{9581703F-0608-2C8E-DEAE-6611EAD2E143}"/>
          </ac:spMkLst>
        </pc:spChg>
        <pc:spChg chg="add mod">
          <ac:chgData name="MYUNG JIN" userId="89f3fa32ababedc4" providerId="LiveId" clId="{257976FD-A396-44BB-8996-B76C1F246971}" dt="2025-12-10T04:38:43.948" v="2878"/>
          <ac:spMkLst>
            <pc:docMk/>
            <pc:sldMk cId="1426804861" sldId="333"/>
            <ac:spMk id="164" creationId="{E045D17E-277B-2182-63ED-E8EC87D2ECFC}"/>
          </ac:spMkLst>
        </pc:spChg>
        <pc:spChg chg="add mod">
          <ac:chgData name="MYUNG JIN" userId="89f3fa32ababedc4" providerId="LiveId" clId="{257976FD-A396-44BB-8996-B76C1F246971}" dt="2025-12-10T04:38:43.948" v="2878"/>
          <ac:spMkLst>
            <pc:docMk/>
            <pc:sldMk cId="1426804861" sldId="333"/>
            <ac:spMk id="165" creationId="{A5D7D05A-8A81-AC1D-6860-E76725FF21CF}"/>
          </ac:spMkLst>
        </pc:spChg>
        <pc:spChg chg="add mod">
          <ac:chgData name="MYUNG JIN" userId="89f3fa32ababedc4" providerId="LiveId" clId="{257976FD-A396-44BB-8996-B76C1F246971}" dt="2025-12-10T04:38:43.948" v="2878"/>
          <ac:spMkLst>
            <pc:docMk/>
            <pc:sldMk cId="1426804861" sldId="333"/>
            <ac:spMk id="166" creationId="{C29DC5AF-5455-E3F9-F339-AE90029F9549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70" creationId="{0727DB2A-744E-FF9B-47DB-253EDE3E6BDE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75" creationId="{F97C24A0-A56F-4926-BC67-06C44AE96F8C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77" creationId="{BAE811E6-627E-543D-9987-820400C9805C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78" creationId="{C04336D3-9416-F94D-3C56-9199E6360DA2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80" creationId="{5BD7C5D6-08C6-3D83-FC35-A1B4890610E6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82" creationId="{1EFD54FF-032B-67B4-8A78-D65359D05AA8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87" creationId="{4612D731-8A38-1E7C-0B4D-561E34B684D6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88" creationId="{89138376-8ACE-AC27-1F0A-94EA04F67394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89" creationId="{488E9D8E-0E84-1424-7318-B478FB091B1D}"/>
          </ac:spMkLst>
        </pc:spChg>
        <pc:spChg chg="add mod">
          <ac:chgData name="MYUNG JIN" userId="89f3fa32ababedc4" providerId="LiveId" clId="{257976FD-A396-44BB-8996-B76C1F246971}" dt="2025-12-10T04:39:21.032" v="2887"/>
          <ac:spMkLst>
            <pc:docMk/>
            <pc:sldMk cId="1426804861" sldId="333"/>
            <ac:spMk id="190" creationId="{3408478A-03C1-A9AC-1091-B6B90ABEECA3}"/>
          </ac:spMkLst>
        </pc:spChg>
        <pc:grpChg chg="add mod">
          <ac:chgData name="MYUNG JIN" userId="89f3fa32ababedc4" providerId="LiveId" clId="{257976FD-A396-44BB-8996-B76C1F246971}" dt="2025-12-10T04:39:35.660" v="2894" actId="1076"/>
          <ac:grpSpMkLst>
            <pc:docMk/>
            <pc:sldMk cId="1426804861" sldId="333"/>
            <ac:grpSpMk id="193" creationId="{3FAEC4FB-D6BB-CF06-C069-32260B47E9D5}"/>
          </ac:grpSpMkLst>
        </pc:grpChg>
        <pc:picChg chg="add mod">
          <ac:chgData name="MYUNG JIN" userId="89f3fa32ababedc4" providerId="LiveId" clId="{257976FD-A396-44BB-8996-B76C1F246971}" dt="2025-12-10T04:37:31.663" v="2784" actId="1076"/>
          <ac:picMkLst>
            <pc:docMk/>
            <pc:sldMk cId="1426804861" sldId="333"/>
            <ac:picMk id="118" creationId="{6106F2F0-9CD0-3D8B-F2CD-DADF71EC4A94}"/>
          </ac:picMkLst>
        </pc:picChg>
        <pc:picChg chg="add del mod">
          <ac:chgData name="MYUNG JIN" userId="89f3fa32ababedc4" providerId="LiveId" clId="{257976FD-A396-44BB-8996-B76C1F246971}" dt="2025-12-10T04:35:52.706" v="2688" actId="478"/>
          <ac:picMkLst>
            <pc:docMk/>
            <pc:sldMk cId="1426804861" sldId="333"/>
            <ac:picMk id="123" creationId="{C1ED21A7-2E44-0D95-240C-5703EA1817E0}"/>
          </ac:picMkLst>
        </pc:picChg>
        <pc:picChg chg="add mod">
          <ac:chgData name="MYUNG JIN" userId="89f3fa32ababedc4" providerId="LiveId" clId="{257976FD-A396-44BB-8996-B76C1F246971}" dt="2025-12-10T04:37:27.123" v="2781" actId="14100"/>
          <ac:picMkLst>
            <pc:docMk/>
            <pc:sldMk cId="1426804861" sldId="333"/>
            <ac:picMk id="127" creationId="{5C79A152-DEF1-7B22-0E84-86AEF22F4D1B}"/>
          </ac:picMkLst>
        </pc:picChg>
        <pc:picChg chg="add mod">
          <ac:chgData name="MYUNG JIN" userId="89f3fa32ababedc4" providerId="LiveId" clId="{257976FD-A396-44BB-8996-B76C1F246971}" dt="2025-12-10T04:39:33.571" v="2893" actId="164"/>
          <ac:picMkLst>
            <pc:docMk/>
            <pc:sldMk cId="1426804861" sldId="333"/>
            <ac:picMk id="149" creationId="{97341DDA-8D3A-B6F3-E102-F78A7A1EFAE3}"/>
          </ac:picMkLst>
        </pc:picChg>
        <pc:picChg chg="add del mod">
          <ac:chgData name="MYUNG JIN" userId="89f3fa32ababedc4" providerId="LiveId" clId="{257976FD-A396-44BB-8996-B76C1F246971}" dt="2025-12-10T04:38:37.315" v="2877" actId="478"/>
          <ac:picMkLst>
            <pc:docMk/>
            <pc:sldMk cId="1426804861" sldId="333"/>
            <ac:picMk id="160" creationId="{D61F8265-A934-C7E6-C71A-84AC540DE4BC}"/>
          </ac:picMkLst>
        </pc:picChg>
        <pc:picChg chg="add mod">
          <ac:chgData name="MYUNG JIN" userId="89f3fa32ababedc4" providerId="LiveId" clId="{257976FD-A396-44BB-8996-B76C1F246971}" dt="2025-12-10T04:39:33.571" v="2893" actId="164"/>
          <ac:picMkLst>
            <pc:docMk/>
            <pc:sldMk cId="1426804861" sldId="333"/>
            <ac:picMk id="167" creationId="{4B78905C-8E5E-9573-A757-E24E00A51E72}"/>
          </ac:picMkLst>
        </pc:picChg>
        <pc:picChg chg="add mod">
          <ac:chgData name="MYUNG JIN" userId="89f3fa32ababedc4" providerId="LiveId" clId="{257976FD-A396-44BB-8996-B76C1F246971}" dt="2025-12-10T04:40:05.324" v="2951" actId="1076"/>
          <ac:picMkLst>
            <pc:docMk/>
            <pc:sldMk cId="1426804861" sldId="333"/>
            <ac:picMk id="192" creationId="{9ACABDAE-8893-6560-E473-4FB6B06FA913}"/>
          </ac:picMkLst>
        </pc:picChg>
        <pc:cxnChg chg="add mod">
          <ac:chgData name="MYUNG JIN" userId="89f3fa32ababedc4" providerId="LiveId" clId="{257976FD-A396-44BB-8996-B76C1F246971}" dt="2025-12-10T04:38:31.126" v="2873"/>
          <ac:cxnSpMkLst>
            <pc:docMk/>
            <pc:sldMk cId="1426804861" sldId="333"/>
            <ac:cxnSpMk id="153" creationId="{499F7ED2-6027-FADF-F24E-4221A80EA19F}"/>
          </ac:cxnSpMkLst>
        </pc:cxnChg>
        <pc:cxnChg chg="add mod">
          <ac:chgData name="MYUNG JIN" userId="89f3fa32ababedc4" providerId="LiveId" clId="{257976FD-A396-44BB-8996-B76C1F246971}" dt="2025-12-10T04:38:31.126" v="2873"/>
          <ac:cxnSpMkLst>
            <pc:docMk/>
            <pc:sldMk cId="1426804861" sldId="333"/>
            <ac:cxnSpMk id="154" creationId="{A05D7F4E-8555-EE87-507A-8F28E3660BA6}"/>
          </ac:cxnSpMkLst>
        </pc:cxnChg>
        <pc:cxnChg chg="add mod">
          <ac:chgData name="MYUNG JIN" userId="89f3fa32ababedc4" providerId="LiveId" clId="{257976FD-A396-44BB-8996-B76C1F246971}" dt="2025-12-10T04:38:31.126" v="2873"/>
          <ac:cxnSpMkLst>
            <pc:docMk/>
            <pc:sldMk cId="1426804861" sldId="333"/>
            <ac:cxnSpMk id="158" creationId="{D9AFAC5D-65F7-625D-3ACA-BB37AE5BCC54}"/>
          </ac:cxnSpMkLst>
        </pc:cxnChg>
        <pc:cxnChg chg="add mod">
          <ac:chgData name="MYUNG JIN" userId="89f3fa32ababedc4" providerId="LiveId" clId="{257976FD-A396-44BB-8996-B76C1F246971}" dt="2025-12-10T04:38:31.126" v="2873"/>
          <ac:cxnSpMkLst>
            <pc:docMk/>
            <pc:sldMk cId="1426804861" sldId="333"/>
            <ac:cxnSpMk id="159" creationId="{2CD2F374-51BD-0B85-FC08-DADFAEBBA170}"/>
          </ac:cxnSpMkLst>
        </pc:cxnChg>
        <pc:cxnChg chg="add mod">
          <ac:chgData name="MYUNG JIN" userId="89f3fa32ababedc4" providerId="LiveId" clId="{257976FD-A396-44BB-8996-B76C1F246971}" dt="2025-12-10T04:38:43.948" v="2878"/>
          <ac:cxnSpMkLst>
            <pc:docMk/>
            <pc:sldMk cId="1426804861" sldId="333"/>
            <ac:cxnSpMk id="162" creationId="{8D2B9086-5405-EF9A-2F3F-07CC0A996F73}"/>
          </ac:cxnSpMkLst>
        </pc:cxnChg>
        <pc:cxnChg chg="add mod">
          <ac:chgData name="MYUNG JIN" userId="89f3fa32ababedc4" providerId="LiveId" clId="{257976FD-A396-44BB-8996-B76C1F246971}" dt="2025-12-10T04:38:43.948" v="2878"/>
          <ac:cxnSpMkLst>
            <pc:docMk/>
            <pc:sldMk cId="1426804861" sldId="333"/>
            <ac:cxnSpMk id="163" creationId="{77187B3B-23F0-4BDB-C478-7413272A0E63}"/>
          </ac:cxnSpMkLst>
        </pc:cxnChg>
        <pc:cxnChg chg="add mod">
          <ac:chgData name="MYUNG JIN" userId="89f3fa32ababedc4" providerId="LiveId" clId="{257976FD-A396-44BB-8996-B76C1F246971}" dt="2025-12-10T04:39:33.571" v="2893" actId="164"/>
          <ac:cxnSpMkLst>
            <pc:docMk/>
            <pc:sldMk cId="1426804861" sldId="333"/>
            <ac:cxnSpMk id="169" creationId="{A5D4735C-6DBE-5DE2-6B24-55397E27C968}"/>
          </ac:cxnSpMkLst>
        </pc:cxnChg>
      </pc:sldChg>
      <pc:sldMasterChg chg="modSldLayout">
        <pc:chgData name="MYUNG JIN" userId="89f3fa32ababedc4" providerId="LiveId" clId="{257976FD-A396-44BB-8996-B76C1F246971}" dt="2025-12-10T04:34:46.962" v="2663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257976FD-A396-44BB-8996-B76C1F246971}" dt="2025-12-10T04:34:46.962" v="2663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257976FD-A396-44BB-8996-B76C1F246971}" dt="2025-12-10T04:34:46.962" v="2663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>
                <a:solidFill>
                  <a:srgbClr val="FFFFFF"/>
                </a:solidFill>
              </a:rPr>
              <a:t>/ 15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Modeling</a:t>
            </a:r>
            <a:r>
              <a:rPr lang="ko-KR" altLang="en-US"/>
              <a:t> </a:t>
            </a:r>
            <a:r>
              <a:rPr lang="en-US" altLang="ko-KR"/>
              <a:t>of CTN Detrapping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25</a:t>
            </a:r>
            <a:r>
              <a:rPr lang="ko-KR" altLang="en-US"/>
              <a:t>년 </a:t>
            </a:r>
            <a:r>
              <a:rPr lang="en-US" altLang="ko-KR"/>
              <a:t>9-11</a:t>
            </a:r>
            <a:r>
              <a:rPr lang="ko-KR" altLang="en-US"/>
              <a:t>월 연구 정리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진명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>
            <a:extLst>
              <a:ext uri="{FF2B5EF4-FFF2-40B4-BE49-F238E27FC236}">
                <a16:creationId xmlns:a16="http://schemas.microsoft.com/office/drawing/2014/main" id="{102DA768-EB57-1ACE-A148-977DABEC3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64" y="4107050"/>
            <a:ext cx="2706859" cy="22447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83E2A1-D6E4-BAE5-6A13-453C9CC3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ko-KR" altLang="en-US" dirty="0"/>
              <a:t> </a:t>
            </a:r>
            <a:r>
              <a:rPr lang="en-US" altLang="ko-KR"/>
              <a:t>from CTN Idea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25A5AE7-3FC6-EDFD-E893-E32EF8462B72}"/>
              </a:ext>
            </a:extLst>
          </p:cNvPr>
          <p:cNvGrpSpPr/>
          <p:nvPr/>
        </p:nvGrpSpPr>
        <p:grpSpPr>
          <a:xfrm>
            <a:off x="5005547" y="1641013"/>
            <a:ext cx="3117262" cy="3575974"/>
            <a:chOff x="5652470" y="858418"/>
            <a:chExt cx="3117262" cy="357597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9A0380F-9722-D1FD-60FD-E375098D7F9F}"/>
                </a:ext>
              </a:extLst>
            </p:cNvPr>
            <p:cNvGrpSpPr/>
            <p:nvPr/>
          </p:nvGrpSpPr>
          <p:grpSpPr>
            <a:xfrm>
              <a:off x="6075006" y="858418"/>
              <a:ext cx="2694726" cy="3448856"/>
              <a:chOff x="1633635" y="1219201"/>
              <a:chExt cx="2694726" cy="3448856"/>
            </a:xfrm>
          </p:grpSpPr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15FD41CF-F426-8DBF-D1C5-BEB69AAD1337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177312B0-8F50-4E9B-816F-6E0AE69670DF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41B98895-9A43-E166-8D6A-4B2F4D63F7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DF353E2A-296A-C2EA-FF65-3937F2D6FE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9283" y="3743436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7DFD37-B3C6-F573-54F1-24118BF9D184}"/>
                  </a:ext>
                </a:extLst>
              </p:cNvPr>
              <p:cNvSpPr txBox="1"/>
              <p:nvPr/>
            </p:nvSpPr>
            <p:spPr>
              <a:xfrm>
                <a:off x="191526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o1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layer </a:t>
                </a:r>
                <a:endParaRPr lang="ko-KR" altLang="en-US" sz="14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546EB6-8480-7FDD-7D9A-30421EB7BBFE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4B02B1-3998-4DF6-09EF-CAFB9EC8CF7C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o2 </a:t>
                </a:r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layer </a:t>
                </a:r>
                <a:endParaRPr lang="ko-KR" altLang="en-US" sz="9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D70733-9F82-2AC6-60D3-0E158474B3D3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0BD3008D-F4E3-5154-0DEE-EAACA236E4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656BAD-B9C3-D266-6030-978A994CBF39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21D9BB6-65D2-658F-04A9-29358647F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2261" y="3373779"/>
                <a:ext cx="1789703" cy="747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97A41D00-4299-3B17-419E-BD0C841EBC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2BE65986-16AE-FB6B-6619-E74C34B70A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18761" y="3109300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8392E6-5C58-1683-92C8-35275B4AE348}"/>
                    </a:ext>
                  </a:extLst>
                </p:cNvPr>
                <p:cNvSpPr txBox="1"/>
                <p:nvPr/>
              </p:nvSpPr>
              <p:spPr>
                <a:xfrm>
                  <a:off x="5652470" y="2692062"/>
                  <a:ext cx="671805" cy="349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CTN</m:t>
                          </m:r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8392E6-5C58-1683-92C8-35275B4AE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470" y="2692062"/>
                  <a:ext cx="671805" cy="3493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B820F4-B3FB-25F3-F950-E3832B5D7A00}"/>
                    </a:ext>
                  </a:extLst>
                </p:cNvPr>
                <p:cNvSpPr txBox="1"/>
                <p:nvPr/>
              </p:nvSpPr>
              <p:spPr>
                <a:xfrm>
                  <a:off x="5852826" y="3096890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 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BETOX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B820F4-B3FB-25F3-F950-E3832B5D7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096890"/>
                  <a:ext cx="671805" cy="2766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5259A-AA41-4D69-AA9A-57B4879DD085}"/>
                    </a:ext>
                  </a:extLst>
                </p:cNvPr>
                <p:cNvSpPr txBox="1"/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84F0A8D-B8BF-2D0A-DC2F-6B7E686C6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D9509615-69F5-26A1-EE8C-1E9957A54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169" y="4038831"/>
            <a:ext cx="242894" cy="24289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3CED5A4-CFA3-A96A-CB00-F1803A135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4020" y="3674144"/>
            <a:ext cx="242894" cy="242894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3ED1F86-3110-8E2F-DD35-5D330E47718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629020" y="2815798"/>
            <a:ext cx="1376527" cy="833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BEE45FF-495C-8E5E-0CBD-F56C0B0040CA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93050" y="4017792"/>
            <a:ext cx="1312853" cy="1068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52E17D-00F0-20A3-2481-4BB0FF1A0336}"/>
                  </a:ext>
                </a:extLst>
              </p:cNvPr>
              <p:cNvSpPr txBox="1"/>
              <p:nvPr/>
            </p:nvSpPr>
            <p:spPr>
              <a:xfrm>
                <a:off x="748608" y="5487768"/>
                <a:ext cx="671805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 </m:t>
                        </m:r>
                        <m:r>
                          <m:rPr>
                            <m:lit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BETOX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52E17D-00F0-20A3-2481-4BB0FF1A0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08" y="5487768"/>
                <a:ext cx="671805" cy="2766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68C7079-152C-5B34-CF72-F3F609A12943}"/>
                  </a:ext>
                </a:extLst>
              </p:cNvPr>
              <p:cNvSpPr txBox="1"/>
              <p:nvPr/>
            </p:nvSpPr>
            <p:spPr>
              <a:xfrm>
                <a:off x="1638127" y="6220999"/>
                <a:ext cx="671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68C7079-152C-5B34-CF72-F3F609A1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127" y="6220999"/>
                <a:ext cx="671805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C14045D6-0531-94B9-A000-ED66490DEF71}"/>
              </a:ext>
            </a:extLst>
          </p:cNvPr>
          <p:cNvSpPr txBox="1"/>
          <p:nvPr/>
        </p:nvSpPr>
        <p:spPr>
          <a:xfrm>
            <a:off x="3140752" y="1449577"/>
            <a:ext cx="546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2582984-CE13-5405-DE16-7903CD0FF3B8}"/>
              </a:ext>
            </a:extLst>
          </p:cNvPr>
          <p:cNvCxnSpPr>
            <a:cxnSpLocks/>
          </p:cNvCxnSpPr>
          <p:nvPr/>
        </p:nvCxnSpPr>
        <p:spPr>
          <a:xfrm flipH="1">
            <a:off x="3154050" y="2686954"/>
            <a:ext cx="609600" cy="31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81F765-AB5A-BE7C-712C-D575F6EB4964}"/>
                  </a:ext>
                </a:extLst>
              </p:cNvPr>
              <p:cNvSpPr txBox="1"/>
              <p:nvPr/>
            </p:nvSpPr>
            <p:spPr>
              <a:xfrm>
                <a:off x="863799" y="2580950"/>
                <a:ext cx="671805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CTN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81F765-AB5A-BE7C-712C-D575F6EB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99" y="2580950"/>
                <a:ext cx="671805" cy="268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409CD-B562-EA7E-A385-312D7F01CEAA}"/>
                  </a:ext>
                </a:extLst>
              </p:cNvPr>
              <p:cNvSpPr txBox="1"/>
              <p:nvPr/>
            </p:nvSpPr>
            <p:spPr>
              <a:xfrm>
                <a:off x="1477755" y="3633559"/>
                <a:ext cx="671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409CD-B562-EA7E-A385-312D7F01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55" y="3633559"/>
                <a:ext cx="671805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9BE05266-B6D3-0B48-5C87-49700765E7E4}"/>
              </a:ext>
            </a:extLst>
          </p:cNvPr>
          <p:cNvCxnSpPr>
            <a:cxnSpLocks/>
          </p:cNvCxnSpPr>
          <p:nvPr/>
        </p:nvCxnSpPr>
        <p:spPr>
          <a:xfrm flipH="1">
            <a:off x="1600396" y="6054756"/>
            <a:ext cx="1642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E906BC9-6C0D-3D89-DB34-82D1D4A98106}"/>
              </a:ext>
            </a:extLst>
          </p:cNvPr>
          <p:cNvSpPr txBox="1"/>
          <p:nvPr/>
        </p:nvSpPr>
        <p:spPr>
          <a:xfrm>
            <a:off x="1712364" y="5784170"/>
            <a:ext cx="1441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(ONO)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2304EC6B-D231-58ED-52D3-52FE716C51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262" y="1496830"/>
            <a:ext cx="2560542" cy="227122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FC8D58-033B-13B6-28D0-A278FDB09FDE}"/>
              </a:ext>
            </a:extLst>
          </p:cNvPr>
          <p:cNvSpPr/>
          <p:nvPr/>
        </p:nvSpPr>
        <p:spPr>
          <a:xfrm>
            <a:off x="588237" y="1082351"/>
            <a:ext cx="5111970" cy="282196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EC90E-A7A8-6A05-7E5B-3DA674870CCB}"/>
              </a:ext>
            </a:extLst>
          </p:cNvPr>
          <p:cNvSpPr txBox="1"/>
          <p:nvPr/>
        </p:nvSpPr>
        <p:spPr>
          <a:xfrm>
            <a:off x="381270" y="4392670"/>
            <a:ext cx="1306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Previous research,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300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C7A-527C-E001-E9E9-3656DE43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7C624-F44A-996C-9222-99158251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CTN </a:t>
            </a:r>
            <a:r>
              <a:rPr lang="en-US" altLang="ko-KR"/>
              <a:t>Trapped Charge Detrapping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8AFB8F-0B29-2AB3-D0F4-0A59537D7A5A}"/>
              </a:ext>
            </a:extLst>
          </p:cNvPr>
          <p:cNvGrpSpPr/>
          <p:nvPr/>
        </p:nvGrpSpPr>
        <p:grpSpPr>
          <a:xfrm>
            <a:off x="1287624" y="2401871"/>
            <a:ext cx="6394582" cy="3215949"/>
            <a:chOff x="1038808" y="989045"/>
            <a:chExt cx="6394582" cy="3215949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DC66C205-F920-4A61-3E85-8DE3344BE2A4}"/>
                </a:ext>
              </a:extLst>
            </p:cNvPr>
            <p:cNvCxnSpPr/>
            <p:nvPr/>
          </p:nvCxnSpPr>
          <p:spPr>
            <a:xfrm>
              <a:off x="1038808" y="3806888"/>
              <a:ext cx="134982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4E511E0-05FE-3C02-4C3E-D95CBD554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3756" y="2034072"/>
              <a:ext cx="12441" cy="17728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F68FF41-5A10-E874-9A7B-A822EE320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56" y="1542660"/>
              <a:ext cx="385664" cy="5038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4A9ADEC-53F7-2A91-3F53-57FFB0C1C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420" y="1831909"/>
              <a:ext cx="416765" cy="2519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9F9D039-111E-2C30-0855-DAA269219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628" y="989045"/>
              <a:ext cx="208382" cy="3047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1135EA3-04F5-B3EB-2BF3-8D8B3246BB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420" y="1542660"/>
              <a:ext cx="0" cy="5536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CC1846D-CE07-9DFF-4CD3-81437BDE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65" y="1287624"/>
              <a:ext cx="0" cy="5536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1EBFCA6-4755-94A2-57AE-ADFDC8EBA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010" y="989045"/>
              <a:ext cx="0" cy="1237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01A245A1-57C7-2C87-BE5B-917CD57DFB11}"/>
                </a:ext>
              </a:extLst>
            </p:cNvPr>
            <p:cNvSpPr/>
            <p:nvPr/>
          </p:nvSpPr>
          <p:spPr>
            <a:xfrm>
              <a:off x="3371463" y="1830869"/>
              <a:ext cx="1878563" cy="601309"/>
            </a:xfrm>
            <a:custGeom>
              <a:avLst/>
              <a:gdLst>
                <a:gd name="connsiteX0" fmla="*/ 0 w 1878563"/>
                <a:gd name="connsiteY0" fmla="*/ 383595 h 601309"/>
                <a:gd name="connsiteX1" fmla="*/ 802432 w 1878563"/>
                <a:gd name="connsiteY1" fmla="*/ 4150 h 601309"/>
                <a:gd name="connsiteX2" fmla="*/ 1878563 w 1878563"/>
                <a:gd name="connsiteY2" fmla="*/ 601309 h 60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8563" h="601309">
                  <a:moveTo>
                    <a:pt x="0" y="383595"/>
                  </a:moveTo>
                  <a:cubicBezTo>
                    <a:pt x="244669" y="175729"/>
                    <a:pt x="489338" y="-32136"/>
                    <a:pt x="802432" y="4150"/>
                  </a:cubicBezTo>
                  <a:cubicBezTo>
                    <a:pt x="1115526" y="40436"/>
                    <a:pt x="1497044" y="320872"/>
                    <a:pt x="1878563" y="60130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4A96328-8913-2A76-86D5-C696B2EBAD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1120" y="2432178"/>
              <a:ext cx="12441" cy="17728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1874C4F-7734-B96D-CBEF-C7222A3342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9134" y="1183947"/>
              <a:ext cx="831986" cy="124823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3300FC4-BCED-5CFB-16A9-3C0EECF38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9134" y="1183947"/>
              <a:ext cx="0" cy="1237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13DE3FA-3F1E-B762-BF50-5751AF9FFBFD}"/>
                </a:ext>
              </a:extLst>
            </p:cNvPr>
            <p:cNvCxnSpPr/>
            <p:nvPr/>
          </p:nvCxnSpPr>
          <p:spPr>
            <a:xfrm>
              <a:off x="6083561" y="4204994"/>
              <a:ext cx="134982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7FACE95-9ACD-895F-BE67-13309401364E}"/>
              </a:ext>
            </a:extLst>
          </p:cNvPr>
          <p:cNvSpPr txBox="1"/>
          <p:nvPr/>
        </p:nvSpPr>
        <p:spPr>
          <a:xfrm>
            <a:off x="1377820" y="5224484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EAB178-6FA5-48DC-11A5-2B4489D71F51}"/>
              </a:ext>
            </a:extLst>
          </p:cNvPr>
          <p:cNvSpPr txBox="1"/>
          <p:nvPr/>
        </p:nvSpPr>
        <p:spPr>
          <a:xfrm>
            <a:off x="6332377" y="5211488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269A58-937F-1316-DD72-F982E1B2A39E}"/>
              </a:ext>
            </a:extLst>
          </p:cNvPr>
          <p:cNvSpPr txBox="1"/>
          <p:nvPr/>
        </p:nvSpPr>
        <p:spPr>
          <a:xfrm>
            <a:off x="2547256" y="3658932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E52EA-F3F9-C403-F7A2-BA74296C3CDD}"/>
              </a:ext>
            </a:extLst>
          </p:cNvPr>
          <p:cNvSpPr txBox="1"/>
          <p:nvPr/>
        </p:nvSpPr>
        <p:spPr>
          <a:xfrm>
            <a:off x="3969397" y="3989179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61B521-D617-3AC5-68B0-34192E797277}"/>
              </a:ext>
            </a:extLst>
          </p:cNvPr>
          <p:cNvSpPr txBox="1"/>
          <p:nvPr/>
        </p:nvSpPr>
        <p:spPr>
          <a:xfrm>
            <a:off x="5319225" y="3989179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7E46C18-18EE-D2FB-0674-9F055EF0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126" y="4611197"/>
            <a:ext cx="242894" cy="24289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17B9B1F-8FFF-4EA3-F334-23336FA1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749" y="4102749"/>
            <a:ext cx="242894" cy="24289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1348CEBD-E9E0-063C-18C7-A1A401F7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98" y="4432996"/>
            <a:ext cx="242894" cy="242894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DF21A75-83C7-BA9E-8A30-D7A1744C712A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1791477" y="4732644"/>
            <a:ext cx="1324649" cy="0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F9B316D-7514-15A7-B3EC-A0CF1767F135}"/>
              </a:ext>
            </a:extLst>
          </p:cNvPr>
          <p:cNvCxnSpPr>
            <a:cxnSpLocks/>
          </p:cNvCxnSpPr>
          <p:nvPr/>
        </p:nvCxnSpPr>
        <p:spPr>
          <a:xfrm flipH="1">
            <a:off x="2202024" y="4228100"/>
            <a:ext cx="1704725" cy="0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898C968-1162-7593-CFA1-860588A3453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313392" y="4554443"/>
            <a:ext cx="1292681" cy="3904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C3E5CC7-E131-CABA-E244-4C9A97C069C4}"/>
              </a:ext>
            </a:extLst>
          </p:cNvPr>
          <p:cNvSpPr txBox="1"/>
          <p:nvPr/>
        </p:nvSpPr>
        <p:spPr>
          <a:xfrm>
            <a:off x="55915" y="4712784"/>
            <a:ext cx="2476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[1]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423CC-024E-98E0-F4A7-2C4D7EF89B6E}"/>
              </a:ext>
            </a:extLst>
          </p:cNvPr>
          <p:cNvSpPr txBox="1"/>
          <p:nvPr/>
        </p:nvSpPr>
        <p:spPr>
          <a:xfrm>
            <a:off x="491992" y="3579384"/>
            <a:ext cx="208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channel (Ch)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5CA1B0-C07C-D5A2-C6DD-B3E8D4E3C886}"/>
              </a:ext>
            </a:extLst>
          </p:cNvPr>
          <p:cNvSpPr txBox="1"/>
          <p:nvPr/>
        </p:nvSpPr>
        <p:spPr>
          <a:xfrm>
            <a:off x="6234247" y="4125610"/>
            <a:ext cx="208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③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wordline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(WL)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76F748-D73E-C3B1-7C33-704068044783}"/>
              </a:ext>
            </a:extLst>
          </p:cNvPr>
          <p:cNvSpPr txBox="1"/>
          <p:nvPr/>
        </p:nvSpPr>
        <p:spPr>
          <a:xfrm>
            <a:off x="417347" y="1222753"/>
            <a:ext cx="844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mechanisms in retention of 3-D NAND flash vertical cross section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DA77072-5C98-683F-3230-2E7AF2E9FF3D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Jin,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TED,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2025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67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5364F-B6B3-618A-237F-716EF918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Electron Emission Simulation Method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15BBF2-D393-1C7A-41CA-6BDC06AD54CF}"/>
              </a:ext>
            </a:extLst>
          </p:cNvPr>
          <p:cNvGrpSpPr/>
          <p:nvPr/>
        </p:nvGrpSpPr>
        <p:grpSpPr>
          <a:xfrm>
            <a:off x="4021935" y="1862125"/>
            <a:ext cx="1635085" cy="1311448"/>
            <a:chOff x="4963681" y="1139278"/>
            <a:chExt cx="1635085" cy="1311448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0AC9E4-F86A-B1F6-B2E7-A264E8238A3B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AB22B230-10E3-3D42-D9DC-661F223C56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3D66F0EF-99BF-4A3D-BBCB-19218B3AE9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1EA05913-858A-DBD1-AD3D-BE2A8DD6D9E7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EE68937D-ED5C-E8EB-8238-76E6234B8F60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8D9D816-4A9C-B29E-A1AB-D311D09993B1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F61BDF5-E169-33C4-4BE6-84B4CE625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87FB85D-C6C7-B9BA-F1FA-DC830FF5D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5097BAC-CA12-8B56-29AD-E30330C50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6DF9883-7AB2-1027-ED73-21B6BA51A8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5A75AB7-4438-37F0-E235-8F1B2DD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C69EA4C1-CC13-6BF5-3540-D0AE2DB8A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EDBFEC5-694B-EEA4-AF8C-DCBC7C4D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0DD009E-6FE8-13C9-8D26-0E8C74002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B1FA4AD-DCA5-BADC-84A9-B2E7F714D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B380E58-1FCB-857B-3356-8A2099D6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51" y="1152546"/>
            <a:ext cx="2706859" cy="2244754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FC60BF8-63E1-AF43-FA01-461653145C19}"/>
              </a:ext>
            </a:extLst>
          </p:cNvPr>
          <p:cNvCxnSpPr>
            <a:cxnSpLocks/>
          </p:cNvCxnSpPr>
          <p:nvPr/>
        </p:nvCxnSpPr>
        <p:spPr>
          <a:xfrm flipV="1">
            <a:off x="1930478" y="1721173"/>
            <a:ext cx="2214754" cy="46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9296B0-2C85-9DB6-E047-007F2A008D68}"/>
              </a:ext>
            </a:extLst>
          </p:cNvPr>
          <p:cNvCxnSpPr>
            <a:cxnSpLocks/>
          </p:cNvCxnSpPr>
          <p:nvPr/>
        </p:nvCxnSpPr>
        <p:spPr>
          <a:xfrm>
            <a:off x="1916118" y="2738483"/>
            <a:ext cx="2266328" cy="588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9C75DE-4792-DEFB-904A-F08288FA552A}"/>
              </a:ext>
            </a:extLst>
          </p:cNvPr>
          <p:cNvSpPr txBox="1"/>
          <p:nvPr/>
        </p:nvSpPr>
        <p:spPr>
          <a:xfrm>
            <a:off x="5872064" y="1667069"/>
            <a:ext cx="31778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From Last Research…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Partition Method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Uniform field assumption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C8DD9AB-7238-F947-73FE-7405F5E74EE3}"/>
              </a:ext>
            </a:extLst>
          </p:cNvPr>
          <p:cNvGrpSpPr/>
          <p:nvPr/>
        </p:nvGrpSpPr>
        <p:grpSpPr>
          <a:xfrm>
            <a:off x="735868" y="4021225"/>
            <a:ext cx="2823506" cy="2318474"/>
            <a:chOff x="4459265" y="3813784"/>
            <a:chExt cx="2823506" cy="231847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682470-BE06-BF0C-CFB9-17047130A74F}"/>
                </a:ext>
              </a:extLst>
            </p:cNvPr>
            <p:cNvSpPr txBox="1"/>
            <p:nvPr/>
          </p:nvSpPr>
          <p:spPr>
            <a:xfrm>
              <a:off x="6736218" y="3813784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B21278C-6F20-A7AB-C665-9C483E1540C6}"/>
                    </a:ext>
                  </a:extLst>
                </p:cNvPr>
                <p:cNvSpPr txBox="1"/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CTN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B21278C-6F20-A7AB-C665-9C483E154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918EF1FF-4D8A-86C1-205A-FDD4EAED6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32728" y="3861037"/>
              <a:ext cx="2560542" cy="2271221"/>
            </a:xfrm>
            <a:prstGeom prst="rect">
              <a:avLst/>
            </a:prstGeom>
          </p:spPr>
        </p:pic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E0A16B0-5F5D-3EB8-31E7-C060DDDAD3AA}"/>
              </a:ext>
            </a:extLst>
          </p:cNvPr>
          <p:cNvCxnSpPr>
            <a:cxnSpLocks/>
          </p:cNvCxnSpPr>
          <p:nvPr/>
        </p:nvCxnSpPr>
        <p:spPr>
          <a:xfrm>
            <a:off x="3334943" y="5394071"/>
            <a:ext cx="977373" cy="66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D1322EC-0FB1-2542-1444-38406ED6CA77}"/>
              </a:ext>
            </a:extLst>
          </p:cNvPr>
          <p:cNvCxnSpPr>
            <a:cxnSpLocks/>
          </p:cNvCxnSpPr>
          <p:nvPr/>
        </p:nvCxnSpPr>
        <p:spPr>
          <a:xfrm flipV="1">
            <a:off x="3315010" y="4338209"/>
            <a:ext cx="933529" cy="38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6829A91-1B8E-A395-E388-F17FE4A3DFB7}"/>
              </a:ext>
            </a:extLst>
          </p:cNvPr>
          <p:cNvGrpSpPr/>
          <p:nvPr/>
        </p:nvGrpSpPr>
        <p:grpSpPr>
          <a:xfrm>
            <a:off x="4021935" y="4301065"/>
            <a:ext cx="1635085" cy="1479178"/>
            <a:chOff x="5054522" y="3800669"/>
            <a:chExt cx="1635085" cy="1479178"/>
          </a:xfrm>
        </p:grpSpPr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907753DF-1096-AE12-CB20-8CF9621890B1}"/>
                </a:ext>
              </a:extLst>
            </p:cNvPr>
            <p:cNvSpPr/>
            <p:nvPr/>
          </p:nvSpPr>
          <p:spPr>
            <a:xfrm>
              <a:off x="6305550" y="3805238"/>
              <a:ext cx="347663" cy="1019175"/>
            </a:xfrm>
            <a:custGeom>
              <a:avLst/>
              <a:gdLst>
                <a:gd name="connsiteX0" fmla="*/ 0 w 347663"/>
                <a:gd name="connsiteY0" fmla="*/ 1019175 h 1019175"/>
                <a:gd name="connsiteX1" fmla="*/ 347663 w 347663"/>
                <a:gd name="connsiteY1" fmla="*/ 866775 h 1019175"/>
                <a:gd name="connsiteX2" fmla="*/ 347663 w 347663"/>
                <a:gd name="connsiteY2" fmla="*/ 0 h 1019175"/>
                <a:gd name="connsiteX3" fmla="*/ 4763 w 347663"/>
                <a:gd name="connsiteY3" fmla="*/ 85725 h 1019175"/>
                <a:gd name="connsiteX4" fmla="*/ 4763 w 347663"/>
                <a:gd name="connsiteY4" fmla="*/ 1004887 h 1019175"/>
                <a:gd name="connsiteX5" fmla="*/ 0 w 347663"/>
                <a:gd name="connsiteY5" fmla="*/ 101917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663" h="1019175">
                  <a:moveTo>
                    <a:pt x="0" y="1019175"/>
                  </a:moveTo>
                  <a:lnTo>
                    <a:pt x="347663" y="866775"/>
                  </a:lnTo>
                  <a:lnTo>
                    <a:pt x="347663" y="0"/>
                  </a:lnTo>
                  <a:lnTo>
                    <a:pt x="4763" y="85725"/>
                  </a:lnTo>
                  <a:lnTo>
                    <a:pt x="4763" y="1004887"/>
                  </a:lnTo>
                  <a:lnTo>
                    <a:pt x="0" y="1019175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F89DA8AA-D0CF-2675-647C-E6A605A4BB72}"/>
                </a:ext>
              </a:extLst>
            </p:cNvPr>
            <p:cNvSpPr/>
            <p:nvPr/>
          </p:nvSpPr>
          <p:spPr>
            <a:xfrm>
              <a:off x="5924550" y="3886200"/>
              <a:ext cx="366713" cy="1114425"/>
            </a:xfrm>
            <a:custGeom>
              <a:avLst/>
              <a:gdLst>
                <a:gd name="connsiteX0" fmla="*/ 9525 w 366713"/>
                <a:gd name="connsiteY0" fmla="*/ 1104900 h 1114425"/>
                <a:gd name="connsiteX1" fmla="*/ 366713 w 366713"/>
                <a:gd name="connsiteY1" fmla="*/ 952500 h 1114425"/>
                <a:gd name="connsiteX2" fmla="*/ 366713 w 366713"/>
                <a:gd name="connsiteY2" fmla="*/ 0 h 1114425"/>
                <a:gd name="connsiteX3" fmla="*/ 133350 w 366713"/>
                <a:gd name="connsiteY3" fmla="*/ 114300 h 1114425"/>
                <a:gd name="connsiteX4" fmla="*/ 0 w 366713"/>
                <a:gd name="connsiteY4" fmla="*/ 195263 h 1114425"/>
                <a:gd name="connsiteX5" fmla="*/ 0 w 366713"/>
                <a:gd name="connsiteY5" fmla="*/ 1114425 h 1114425"/>
                <a:gd name="connsiteX6" fmla="*/ 9525 w 366713"/>
                <a:gd name="connsiteY6" fmla="*/ 1104900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713" h="1114425">
                  <a:moveTo>
                    <a:pt x="9525" y="1104900"/>
                  </a:moveTo>
                  <a:lnTo>
                    <a:pt x="366713" y="952500"/>
                  </a:lnTo>
                  <a:lnTo>
                    <a:pt x="366713" y="0"/>
                  </a:lnTo>
                  <a:lnTo>
                    <a:pt x="133350" y="114300"/>
                  </a:lnTo>
                  <a:lnTo>
                    <a:pt x="0" y="195263"/>
                  </a:lnTo>
                  <a:lnTo>
                    <a:pt x="0" y="1114425"/>
                  </a:lnTo>
                  <a:lnTo>
                    <a:pt x="9525" y="11049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DF8815A2-0D5F-F470-A8F2-CF1313561CFF}"/>
                </a:ext>
              </a:extLst>
            </p:cNvPr>
            <p:cNvSpPr/>
            <p:nvPr/>
          </p:nvSpPr>
          <p:spPr>
            <a:xfrm>
              <a:off x="5624513" y="4090988"/>
              <a:ext cx="290512" cy="1028700"/>
            </a:xfrm>
            <a:custGeom>
              <a:avLst/>
              <a:gdLst>
                <a:gd name="connsiteX0" fmla="*/ 290512 w 290512"/>
                <a:gd name="connsiteY0" fmla="*/ 904875 h 1028700"/>
                <a:gd name="connsiteX1" fmla="*/ 0 w 290512"/>
                <a:gd name="connsiteY1" fmla="*/ 1028700 h 1028700"/>
                <a:gd name="connsiteX2" fmla="*/ 0 w 290512"/>
                <a:gd name="connsiteY2" fmla="*/ 319087 h 1028700"/>
                <a:gd name="connsiteX3" fmla="*/ 180975 w 290512"/>
                <a:gd name="connsiteY3" fmla="*/ 85725 h 1028700"/>
                <a:gd name="connsiteX4" fmla="*/ 280987 w 290512"/>
                <a:gd name="connsiteY4" fmla="*/ 0 h 1028700"/>
                <a:gd name="connsiteX5" fmla="*/ 280987 w 290512"/>
                <a:gd name="connsiteY5" fmla="*/ 904875 h 1028700"/>
                <a:gd name="connsiteX6" fmla="*/ 290512 w 290512"/>
                <a:gd name="connsiteY6" fmla="*/ 904875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512" h="1028700">
                  <a:moveTo>
                    <a:pt x="290512" y="904875"/>
                  </a:moveTo>
                  <a:lnTo>
                    <a:pt x="0" y="1028700"/>
                  </a:lnTo>
                  <a:lnTo>
                    <a:pt x="0" y="319087"/>
                  </a:lnTo>
                  <a:lnTo>
                    <a:pt x="180975" y="85725"/>
                  </a:lnTo>
                  <a:lnTo>
                    <a:pt x="280987" y="0"/>
                  </a:lnTo>
                  <a:lnTo>
                    <a:pt x="280987" y="904875"/>
                  </a:lnTo>
                  <a:lnTo>
                    <a:pt x="290512" y="904875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6B96073-E5C9-EB23-A124-EB3C1BF34962}"/>
                </a:ext>
              </a:extLst>
            </p:cNvPr>
            <p:cNvGrpSpPr/>
            <p:nvPr/>
          </p:nvGrpSpPr>
          <p:grpSpPr>
            <a:xfrm>
              <a:off x="5054522" y="3837813"/>
              <a:ext cx="1635085" cy="1442034"/>
              <a:chOff x="4963681" y="983812"/>
              <a:chExt cx="1635085" cy="1442034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3C837D4-048E-FB38-72AA-946C052B43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623" y="1819379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0A517446-E5C3-417C-E1C8-EFEE1B9D2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74474" y="2071278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C46B4558-B657-8B58-83B1-E3E296DDD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6153" y="1925171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3" name="그림 42">
                <a:extLst>
                  <a:ext uri="{FF2B5EF4-FFF2-40B4-BE49-F238E27FC236}">
                    <a16:creationId xmlns:a16="http://schemas.microsoft.com/office/drawing/2014/main" id="{134A9B0F-EFB5-85A7-E9DB-B6CE5D9BDF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86640" y="1792763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74E82D4F-5966-A157-655D-DB1B4D678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192725"/>
                <a:ext cx="580763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8496161-8D3E-6590-0144-8F782D4C5C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035657"/>
                <a:ext cx="962472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1C337C9D-E399-4BF7-5DE4-8F61533FC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1878057"/>
                <a:ext cx="1322959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8754603A-549B-C20C-9942-A4CB2E05EF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6776" y="1394140"/>
                <a:ext cx="0" cy="103170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B54B5098-1813-EDE7-C01F-56BDBA0372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219" y="1111856"/>
                <a:ext cx="0" cy="118815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AF8EF2E9-354E-E39F-9B3F-806D2B6242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2874" y="983812"/>
                <a:ext cx="0" cy="1146293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8407ED8F-2E4C-CD6D-D0DA-7B987DAFE6D6}"/>
                </a:ext>
              </a:extLst>
            </p:cNvPr>
            <p:cNvSpPr/>
            <p:nvPr/>
          </p:nvSpPr>
          <p:spPr>
            <a:xfrm>
              <a:off x="5604588" y="3800669"/>
              <a:ext cx="1013926" cy="622041"/>
            </a:xfrm>
            <a:custGeom>
              <a:avLst/>
              <a:gdLst>
                <a:gd name="connsiteX0" fmla="*/ 0 w 1013926"/>
                <a:gd name="connsiteY0" fmla="*/ 622041 h 622041"/>
                <a:gd name="connsiteX1" fmla="*/ 416767 w 1013926"/>
                <a:gd name="connsiteY1" fmla="*/ 199053 h 622041"/>
                <a:gd name="connsiteX2" fmla="*/ 1013926 w 1013926"/>
                <a:gd name="connsiteY2" fmla="*/ 0 h 622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926" h="622041">
                  <a:moveTo>
                    <a:pt x="0" y="622041"/>
                  </a:moveTo>
                  <a:cubicBezTo>
                    <a:pt x="123889" y="462383"/>
                    <a:pt x="247779" y="302726"/>
                    <a:pt x="416767" y="199053"/>
                  </a:cubicBezTo>
                  <a:cubicBezTo>
                    <a:pt x="585755" y="95380"/>
                    <a:pt x="799840" y="47690"/>
                    <a:pt x="101392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EEE0592-505A-38C3-3E69-9BDD2B542189}"/>
              </a:ext>
            </a:extLst>
          </p:cNvPr>
          <p:cNvSpPr txBox="1"/>
          <p:nvPr/>
        </p:nvSpPr>
        <p:spPr>
          <a:xfrm>
            <a:off x="5988050" y="4175113"/>
            <a:ext cx="29257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Same Implementation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Vertical Partition Method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=&gt; Non-uniform field!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A02DA1-A497-41E5-C2D1-5767BDC4865E}"/>
              </a:ext>
            </a:extLst>
          </p:cNvPr>
          <p:cNvSpPr txBox="1"/>
          <p:nvPr/>
        </p:nvSpPr>
        <p:spPr>
          <a:xfrm>
            <a:off x="175865" y="839555"/>
            <a:ext cx="481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</a:t>
            </a:r>
            <a:r>
              <a:rPr lang="en-US" altLang="ko-KR" sz="16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1] </a:t>
            </a:r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(previous</a:t>
            </a:r>
            <a:r>
              <a:rPr lang="ko-KR" altLang="en-US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study)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E1FDFC-A428-E747-B745-CD420CCB9F2C}"/>
              </a:ext>
            </a:extLst>
          </p:cNvPr>
          <p:cNvSpPr txBox="1"/>
          <p:nvPr/>
        </p:nvSpPr>
        <p:spPr>
          <a:xfrm>
            <a:off x="154821" y="3570136"/>
            <a:ext cx="3160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25D7FF-8E5F-7B8B-9128-45FA3CC7FB61}"/>
              </a:ext>
            </a:extLst>
          </p:cNvPr>
          <p:cNvSpPr txBox="1"/>
          <p:nvPr/>
        </p:nvSpPr>
        <p:spPr>
          <a:xfrm>
            <a:off x="154820" y="3925991"/>
            <a:ext cx="3160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③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WL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519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2B192-9E6C-03E0-ED4F-5764B2F2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Model Poisson in Partitions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9A957-A1E2-3141-C21E-A69E3F39936E}"/>
              </a:ext>
            </a:extLst>
          </p:cNvPr>
          <p:cNvSpPr txBox="1"/>
          <p:nvPr/>
        </p:nvSpPr>
        <p:spPr>
          <a:xfrm>
            <a:off x="528735" y="1057469"/>
            <a:ext cx="697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Original method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only a block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of uniformly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distributed trap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DFB986-2258-2DEF-4D1B-8EDBD55E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77" y="1535241"/>
            <a:ext cx="3614635" cy="22094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F20FB5-95F6-0BE1-0767-2281408EA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88" y="1457579"/>
            <a:ext cx="2918711" cy="2523579"/>
          </a:xfrm>
          <a:prstGeom prst="rect">
            <a:avLst/>
          </a:pr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FA2274E7-CAB3-BEFF-0054-5A31E0527078}"/>
              </a:ext>
            </a:extLst>
          </p:cNvPr>
          <p:cNvSpPr/>
          <p:nvPr/>
        </p:nvSpPr>
        <p:spPr>
          <a:xfrm>
            <a:off x="1262743" y="2146041"/>
            <a:ext cx="348343" cy="1592424"/>
          </a:xfrm>
          <a:custGeom>
            <a:avLst/>
            <a:gdLst>
              <a:gd name="connsiteX0" fmla="*/ 0 w 348343"/>
              <a:gd name="connsiteY0" fmla="*/ 1592424 h 1592424"/>
              <a:gd name="connsiteX1" fmla="*/ 0 w 348343"/>
              <a:gd name="connsiteY1" fmla="*/ 422988 h 1592424"/>
              <a:gd name="connsiteX2" fmla="*/ 348343 w 348343"/>
              <a:gd name="connsiteY2" fmla="*/ 0 h 1592424"/>
              <a:gd name="connsiteX3" fmla="*/ 348343 w 348343"/>
              <a:gd name="connsiteY3" fmla="*/ 1592424 h 159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43" h="1592424">
                <a:moveTo>
                  <a:pt x="0" y="1592424"/>
                </a:moveTo>
                <a:lnTo>
                  <a:pt x="0" y="422988"/>
                </a:lnTo>
                <a:lnTo>
                  <a:pt x="348343" y="0"/>
                </a:lnTo>
                <a:lnTo>
                  <a:pt x="348343" y="1592424"/>
                </a:ln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AADAA9E0-C648-DE52-FCA5-F17CB55206EB}"/>
              </a:ext>
            </a:extLst>
          </p:cNvPr>
          <p:cNvSpPr/>
          <p:nvPr/>
        </p:nvSpPr>
        <p:spPr>
          <a:xfrm>
            <a:off x="1617306" y="2432179"/>
            <a:ext cx="379445" cy="1306286"/>
          </a:xfrm>
          <a:custGeom>
            <a:avLst/>
            <a:gdLst>
              <a:gd name="connsiteX0" fmla="*/ 6221 w 379445"/>
              <a:gd name="connsiteY0" fmla="*/ 267477 h 1306286"/>
              <a:gd name="connsiteX1" fmla="*/ 379445 w 379445"/>
              <a:gd name="connsiteY1" fmla="*/ 0 h 1306286"/>
              <a:gd name="connsiteX2" fmla="*/ 379445 w 379445"/>
              <a:gd name="connsiteY2" fmla="*/ 1306286 h 1306286"/>
              <a:gd name="connsiteX3" fmla="*/ 0 w 379445"/>
              <a:gd name="connsiteY3" fmla="*/ 1306286 h 1306286"/>
              <a:gd name="connsiteX4" fmla="*/ 6221 w 379445"/>
              <a:gd name="connsiteY4" fmla="*/ 267477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445" h="1306286">
                <a:moveTo>
                  <a:pt x="6221" y="267477"/>
                </a:moveTo>
                <a:lnTo>
                  <a:pt x="379445" y="0"/>
                </a:lnTo>
                <a:lnTo>
                  <a:pt x="379445" y="1306286"/>
                </a:lnTo>
                <a:lnTo>
                  <a:pt x="0" y="1306286"/>
                </a:lnTo>
                <a:cubicBezTo>
                  <a:pt x="2074" y="960016"/>
                  <a:pt x="4147" y="613747"/>
                  <a:pt x="6221" y="26747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EDCEABBC-60F8-1A0F-8769-8EF32726BCA4}"/>
              </a:ext>
            </a:extLst>
          </p:cNvPr>
          <p:cNvSpPr/>
          <p:nvPr/>
        </p:nvSpPr>
        <p:spPr>
          <a:xfrm>
            <a:off x="1990531" y="1698171"/>
            <a:ext cx="161730" cy="2040294"/>
          </a:xfrm>
          <a:custGeom>
            <a:avLst/>
            <a:gdLst>
              <a:gd name="connsiteX0" fmla="*/ 0 w 161730"/>
              <a:gd name="connsiteY0" fmla="*/ 2040294 h 2040294"/>
              <a:gd name="connsiteX1" fmla="*/ 0 w 161730"/>
              <a:gd name="connsiteY1" fmla="*/ 167951 h 2040294"/>
              <a:gd name="connsiteX2" fmla="*/ 161730 w 161730"/>
              <a:gd name="connsiteY2" fmla="*/ 0 h 2040294"/>
              <a:gd name="connsiteX3" fmla="*/ 161730 w 161730"/>
              <a:gd name="connsiteY3" fmla="*/ 2027853 h 2040294"/>
              <a:gd name="connsiteX4" fmla="*/ 0 w 161730"/>
              <a:gd name="connsiteY4" fmla="*/ 2040294 h 204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730" h="2040294">
                <a:moveTo>
                  <a:pt x="0" y="2040294"/>
                </a:moveTo>
                <a:lnTo>
                  <a:pt x="0" y="167951"/>
                </a:lnTo>
                <a:lnTo>
                  <a:pt x="161730" y="0"/>
                </a:lnTo>
                <a:lnTo>
                  <a:pt x="161730" y="2027853"/>
                </a:lnTo>
                <a:lnTo>
                  <a:pt x="0" y="204029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FAC49A4-0FB3-9FC7-F038-CB4872026E1C}"/>
              </a:ext>
            </a:extLst>
          </p:cNvPr>
          <p:cNvSpPr/>
          <p:nvPr/>
        </p:nvSpPr>
        <p:spPr>
          <a:xfrm>
            <a:off x="2146041" y="2444620"/>
            <a:ext cx="1119673" cy="1306286"/>
          </a:xfrm>
          <a:custGeom>
            <a:avLst/>
            <a:gdLst>
              <a:gd name="connsiteX0" fmla="*/ 0 w 1119673"/>
              <a:gd name="connsiteY0" fmla="*/ 1293845 h 1306286"/>
              <a:gd name="connsiteX1" fmla="*/ 0 w 1119673"/>
              <a:gd name="connsiteY1" fmla="*/ 149290 h 1306286"/>
              <a:gd name="connsiteX2" fmla="*/ 167951 w 1119673"/>
              <a:gd name="connsiteY2" fmla="*/ 87086 h 1306286"/>
              <a:gd name="connsiteX3" fmla="*/ 360783 w 1119673"/>
              <a:gd name="connsiteY3" fmla="*/ 18661 h 1306286"/>
              <a:gd name="connsiteX4" fmla="*/ 590939 w 1119673"/>
              <a:gd name="connsiteY4" fmla="*/ 0 h 1306286"/>
              <a:gd name="connsiteX5" fmla="*/ 789992 w 1119673"/>
              <a:gd name="connsiteY5" fmla="*/ 6220 h 1306286"/>
              <a:gd name="connsiteX6" fmla="*/ 995265 w 1119673"/>
              <a:gd name="connsiteY6" fmla="*/ 43543 h 1306286"/>
              <a:gd name="connsiteX7" fmla="*/ 1119673 w 1119673"/>
              <a:gd name="connsiteY7" fmla="*/ 74645 h 1306286"/>
              <a:gd name="connsiteX8" fmla="*/ 1119673 w 1119673"/>
              <a:gd name="connsiteY8" fmla="*/ 1306286 h 1306286"/>
              <a:gd name="connsiteX9" fmla="*/ 0 w 1119673"/>
              <a:gd name="connsiteY9" fmla="*/ 1293845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9673" h="1306286">
                <a:moveTo>
                  <a:pt x="0" y="1293845"/>
                </a:moveTo>
                <a:lnTo>
                  <a:pt x="0" y="149290"/>
                </a:lnTo>
                <a:lnTo>
                  <a:pt x="167951" y="87086"/>
                </a:lnTo>
                <a:lnTo>
                  <a:pt x="360783" y="18661"/>
                </a:lnTo>
                <a:lnTo>
                  <a:pt x="590939" y="0"/>
                </a:lnTo>
                <a:lnTo>
                  <a:pt x="789992" y="6220"/>
                </a:lnTo>
                <a:lnTo>
                  <a:pt x="995265" y="43543"/>
                </a:lnTo>
                <a:lnTo>
                  <a:pt x="1119673" y="74645"/>
                </a:lnTo>
                <a:lnTo>
                  <a:pt x="1119673" y="1306286"/>
                </a:lnTo>
                <a:lnTo>
                  <a:pt x="0" y="129384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DF8C968C-6F38-AA62-2BEE-27C09D524BE1}"/>
              </a:ext>
            </a:extLst>
          </p:cNvPr>
          <p:cNvSpPr/>
          <p:nvPr/>
        </p:nvSpPr>
        <p:spPr>
          <a:xfrm>
            <a:off x="3278154" y="1635966"/>
            <a:ext cx="1430695" cy="2121159"/>
          </a:xfrm>
          <a:custGeom>
            <a:avLst/>
            <a:gdLst>
              <a:gd name="connsiteX0" fmla="*/ 0 w 1455575"/>
              <a:gd name="connsiteY0" fmla="*/ 0 h 2146041"/>
              <a:gd name="connsiteX1" fmla="*/ 1455575 w 1455575"/>
              <a:gd name="connsiteY1" fmla="*/ 976605 h 2146041"/>
              <a:gd name="connsiteX2" fmla="*/ 1455575 w 1455575"/>
              <a:gd name="connsiteY2" fmla="*/ 2146041 h 2146041"/>
              <a:gd name="connsiteX3" fmla="*/ 6220 w 1455575"/>
              <a:gd name="connsiteY3" fmla="*/ 2146041 h 2146041"/>
              <a:gd name="connsiteX4" fmla="*/ 0 w 1455575"/>
              <a:gd name="connsiteY4" fmla="*/ 0 h 2146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5575" h="2146041">
                <a:moveTo>
                  <a:pt x="0" y="0"/>
                </a:moveTo>
                <a:lnTo>
                  <a:pt x="1455575" y="976605"/>
                </a:lnTo>
                <a:lnTo>
                  <a:pt x="1455575" y="2146041"/>
                </a:lnTo>
                <a:lnTo>
                  <a:pt x="6220" y="2146041"/>
                </a:lnTo>
                <a:cubicBezTo>
                  <a:pt x="4147" y="1430694"/>
                  <a:pt x="2073" y="715347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1F45FF9-A87F-51D4-8063-73193249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77" y="4093834"/>
            <a:ext cx="3614635" cy="2209445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91C11A0-A57B-A834-AF44-6E41A35BC85B}"/>
              </a:ext>
            </a:extLst>
          </p:cNvPr>
          <p:cNvSpPr/>
          <p:nvPr/>
        </p:nvSpPr>
        <p:spPr>
          <a:xfrm>
            <a:off x="1262743" y="4704634"/>
            <a:ext cx="348343" cy="1592424"/>
          </a:xfrm>
          <a:custGeom>
            <a:avLst/>
            <a:gdLst>
              <a:gd name="connsiteX0" fmla="*/ 0 w 348343"/>
              <a:gd name="connsiteY0" fmla="*/ 1592424 h 1592424"/>
              <a:gd name="connsiteX1" fmla="*/ 0 w 348343"/>
              <a:gd name="connsiteY1" fmla="*/ 422988 h 1592424"/>
              <a:gd name="connsiteX2" fmla="*/ 348343 w 348343"/>
              <a:gd name="connsiteY2" fmla="*/ 0 h 1592424"/>
              <a:gd name="connsiteX3" fmla="*/ 348343 w 348343"/>
              <a:gd name="connsiteY3" fmla="*/ 1592424 h 159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43" h="1592424">
                <a:moveTo>
                  <a:pt x="0" y="1592424"/>
                </a:moveTo>
                <a:lnTo>
                  <a:pt x="0" y="422988"/>
                </a:lnTo>
                <a:lnTo>
                  <a:pt x="348343" y="0"/>
                </a:lnTo>
                <a:lnTo>
                  <a:pt x="348343" y="1592424"/>
                </a:lnTo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2BADDE1F-8415-9CDF-42DF-CDC9617CA76F}"/>
              </a:ext>
            </a:extLst>
          </p:cNvPr>
          <p:cNvSpPr/>
          <p:nvPr/>
        </p:nvSpPr>
        <p:spPr>
          <a:xfrm>
            <a:off x="1617306" y="4990772"/>
            <a:ext cx="379445" cy="1306286"/>
          </a:xfrm>
          <a:custGeom>
            <a:avLst/>
            <a:gdLst>
              <a:gd name="connsiteX0" fmla="*/ 6221 w 379445"/>
              <a:gd name="connsiteY0" fmla="*/ 267477 h 1306286"/>
              <a:gd name="connsiteX1" fmla="*/ 379445 w 379445"/>
              <a:gd name="connsiteY1" fmla="*/ 0 h 1306286"/>
              <a:gd name="connsiteX2" fmla="*/ 379445 w 379445"/>
              <a:gd name="connsiteY2" fmla="*/ 1306286 h 1306286"/>
              <a:gd name="connsiteX3" fmla="*/ 0 w 379445"/>
              <a:gd name="connsiteY3" fmla="*/ 1306286 h 1306286"/>
              <a:gd name="connsiteX4" fmla="*/ 6221 w 379445"/>
              <a:gd name="connsiteY4" fmla="*/ 267477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445" h="1306286">
                <a:moveTo>
                  <a:pt x="6221" y="267477"/>
                </a:moveTo>
                <a:lnTo>
                  <a:pt x="379445" y="0"/>
                </a:lnTo>
                <a:lnTo>
                  <a:pt x="379445" y="1306286"/>
                </a:lnTo>
                <a:lnTo>
                  <a:pt x="0" y="1306286"/>
                </a:lnTo>
                <a:cubicBezTo>
                  <a:pt x="2074" y="960016"/>
                  <a:pt x="4147" y="613747"/>
                  <a:pt x="6221" y="26747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B4F0E9C-8DA6-E9B7-20BC-B9D55EF70EB6}"/>
              </a:ext>
            </a:extLst>
          </p:cNvPr>
          <p:cNvSpPr/>
          <p:nvPr/>
        </p:nvSpPr>
        <p:spPr>
          <a:xfrm>
            <a:off x="1990531" y="4256764"/>
            <a:ext cx="161730" cy="2040294"/>
          </a:xfrm>
          <a:custGeom>
            <a:avLst/>
            <a:gdLst>
              <a:gd name="connsiteX0" fmla="*/ 0 w 161730"/>
              <a:gd name="connsiteY0" fmla="*/ 2040294 h 2040294"/>
              <a:gd name="connsiteX1" fmla="*/ 0 w 161730"/>
              <a:gd name="connsiteY1" fmla="*/ 167951 h 2040294"/>
              <a:gd name="connsiteX2" fmla="*/ 161730 w 161730"/>
              <a:gd name="connsiteY2" fmla="*/ 0 h 2040294"/>
              <a:gd name="connsiteX3" fmla="*/ 161730 w 161730"/>
              <a:gd name="connsiteY3" fmla="*/ 2027853 h 2040294"/>
              <a:gd name="connsiteX4" fmla="*/ 0 w 161730"/>
              <a:gd name="connsiteY4" fmla="*/ 2040294 h 204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730" h="2040294">
                <a:moveTo>
                  <a:pt x="0" y="2040294"/>
                </a:moveTo>
                <a:lnTo>
                  <a:pt x="0" y="167951"/>
                </a:lnTo>
                <a:lnTo>
                  <a:pt x="161730" y="0"/>
                </a:lnTo>
                <a:lnTo>
                  <a:pt x="161730" y="2027853"/>
                </a:lnTo>
                <a:lnTo>
                  <a:pt x="0" y="204029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BC7EEBFD-25E2-7D62-F2D4-6EF463869005}"/>
              </a:ext>
            </a:extLst>
          </p:cNvPr>
          <p:cNvSpPr/>
          <p:nvPr/>
        </p:nvSpPr>
        <p:spPr>
          <a:xfrm>
            <a:off x="3278154" y="4194559"/>
            <a:ext cx="1430695" cy="2121159"/>
          </a:xfrm>
          <a:custGeom>
            <a:avLst/>
            <a:gdLst>
              <a:gd name="connsiteX0" fmla="*/ 0 w 1455575"/>
              <a:gd name="connsiteY0" fmla="*/ 0 h 2146041"/>
              <a:gd name="connsiteX1" fmla="*/ 1455575 w 1455575"/>
              <a:gd name="connsiteY1" fmla="*/ 976605 h 2146041"/>
              <a:gd name="connsiteX2" fmla="*/ 1455575 w 1455575"/>
              <a:gd name="connsiteY2" fmla="*/ 2146041 h 2146041"/>
              <a:gd name="connsiteX3" fmla="*/ 6220 w 1455575"/>
              <a:gd name="connsiteY3" fmla="*/ 2146041 h 2146041"/>
              <a:gd name="connsiteX4" fmla="*/ 0 w 1455575"/>
              <a:gd name="connsiteY4" fmla="*/ 0 h 2146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5575" h="2146041">
                <a:moveTo>
                  <a:pt x="0" y="0"/>
                </a:moveTo>
                <a:lnTo>
                  <a:pt x="1455575" y="976605"/>
                </a:lnTo>
                <a:lnTo>
                  <a:pt x="1455575" y="2146041"/>
                </a:lnTo>
                <a:lnTo>
                  <a:pt x="6220" y="2146041"/>
                </a:lnTo>
                <a:cubicBezTo>
                  <a:pt x="4147" y="1430694"/>
                  <a:pt x="2073" y="715347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577F6E-41C2-D417-B5A8-86A5BE787AF7}"/>
              </a:ext>
            </a:extLst>
          </p:cNvPr>
          <p:cNvSpPr txBox="1"/>
          <p:nvPr/>
        </p:nvSpPr>
        <p:spPr>
          <a:xfrm>
            <a:off x="5088293" y="5150497"/>
            <a:ext cx="3763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Detailed Poisson Solution needed!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D8BC61DB-B274-EE75-4336-7E1CBEFC4B62}"/>
              </a:ext>
            </a:extLst>
          </p:cNvPr>
          <p:cNvSpPr/>
          <p:nvPr/>
        </p:nvSpPr>
        <p:spPr>
          <a:xfrm>
            <a:off x="2158480" y="5094513"/>
            <a:ext cx="124409" cy="1212980"/>
          </a:xfrm>
          <a:custGeom>
            <a:avLst/>
            <a:gdLst>
              <a:gd name="connsiteX0" fmla="*/ 0 w 124409"/>
              <a:gd name="connsiteY0" fmla="*/ 1206760 h 1212980"/>
              <a:gd name="connsiteX1" fmla="*/ 0 w 124409"/>
              <a:gd name="connsiteY1" fmla="*/ 1206760 h 1212980"/>
              <a:gd name="connsiteX2" fmla="*/ 0 w 124409"/>
              <a:gd name="connsiteY2" fmla="*/ 1144556 h 1212980"/>
              <a:gd name="connsiteX3" fmla="*/ 0 w 124409"/>
              <a:gd name="connsiteY3" fmla="*/ 62205 h 1212980"/>
              <a:gd name="connsiteX4" fmla="*/ 124409 w 124409"/>
              <a:gd name="connsiteY4" fmla="*/ 0 h 1212980"/>
              <a:gd name="connsiteX5" fmla="*/ 124409 w 124409"/>
              <a:gd name="connsiteY5" fmla="*/ 1212980 h 1212980"/>
              <a:gd name="connsiteX6" fmla="*/ 0 w 124409"/>
              <a:gd name="connsiteY6" fmla="*/ 1206760 h 12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409" h="1212980">
                <a:moveTo>
                  <a:pt x="0" y="1206760"/>
                </a:moveTo>
                <a:lnTo>
                  <a:pt x="0" y="1206760"/>
                </a:lnTo>
                <a:lnTo>
                  <a:pt x="0" y="1144556"/>
                </a:lnTo>
                <a:lnTo>
                  <a:pt x="0" y="62205"/>
                </a:lnTo>
                <a:lnTo>
                  <a:pt x="124409" y="0"/>
                </a:lnTo>
                <a:lnTo>
                  <a:pt x="124409" y="1212980"/>
                </a:lnTo>
                <a:lnTo>
                  <a:pt x="0" y="120676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61ADD2E5-9754-E257-D0F2-3FE038BFBF44}"/>
              </a:ext>
            </a:extLst>
          </p:cNvPr>
          <p:cNvSpPr/>
          <p:nvPr/>
        </p:nvSpPr>
        <p:spPr>
          <a:xfrm>
            <a:off x="2264229" y="5057192"/>
            <a:ext cx="136849" cy="1231641"/>
          </a:xfrm>
          <a:custGeom>
            <a:avLst/>
            <a:gdLst>
              <a:gd name="connsiteX0" fmla="*/ 0 w 136849"/>
              <a:gd name="connsiteY0" fmla="*/ 1231641 h 1231641"/>
              <a:gd name="connsiteX1" fmla="*/ 0 w 136849"/>
              <a:gd name="connsiteY1" fmla="*/ 55984 h 1231641"/>
              <a:gd name="connsiteX2" fmla="*/ 136849 w 136849"/>
              <a:gd name="connsiteY2" fmla="*/ 0 h 1231641"/>
              <a:gd name="connsiteX3" fmla="*/ 136849 w 136849"/>
              <a:gd name="connsiteY3" fmla="*/ 1231641 h 1231641"/>
              <a:gd name="connsiteX4" fmla="*/ 0 w 136849"/>
              <a:gd name="connsiteY4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49" h="1231641">
                <a:moveTo>
                  <a:pt x="0" y="1231641"/>
                </a:moveTo>
                <a:lnTo>
                  <a:pt x="0" y="55984"/>
                </a:lnTo>
                <a:lnTo>
                  <a:pt x="136849" y="0"/>
                </a:lnTo>
                <a:lnTo>
                  <a:pt x="136849" y="1231641"/>
                </a:lnTo>
                <a:lnTo>
                  <a:pt x="0" y="123164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059C3B35-F965-D06C-378B-1CBF629A008A}"/>
              </a:ext>
            </a:extLst>
          </p:cNvPr>
          <p:cNvSpPr/>
          <p:nvPr/>
        </p:nvSpPr>
        <p:spPr>
          <a:xfrm>
            <a:off x="2407298" y="5019869"/>
            <a:ext cx="118188" cy="1268964"/>
          </a:xfrm>
          <a:custGeom>
            <a:avLst/>
            <a:gdLst>
              <a:gd name="connsiteX0" fmla="*/ 0 w 118188"/>
              <a:gd name="connsiteY0" fmla="*/ 1268964 h 1268964"/>
              <a:gd name="connsiteX1" fmla="*/ 0 w 118188"/>
              <a:gd name="connsiteY1" fmla="*/ 24882 h 1268964"/>
              <a:gd name="connsiteX2" fmla="*/ 118188 w 118188"/>
              <a:gd name="connsiteY2" fmla="*/ 0 h 1268964"/>
              <a:gd name="connsiteX3" fmla="*/ 118188 w 118188"/>
              <a:gd name="connsiteY3" fmla="*/ 1268964 h 1268964"/>
              <a:gd name="connsiteX4" fmla="*/ 0 w 118188"/>
              <a:gd name="connsiteY4" fmla="*/ 1268964 h 126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88" h="1268964">
                <a:moveTo>
                  <a:pt x="0" y="1268964"/>
                </a:moveTo>
                <a:lnTo>
                  <a:pt x="0" y="24882"/>
                </a:lnTo>
                <a:lnTo>
                  <a:pt x="118188" y="0"/>
                </a:lnTo>
                <a:lnTo>
                  <a:pt x="118188" y="1268964"/>
                </a:lnTo>
                <a:lnTo>
                  <a:pt x="0" y="126896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AB31C3BA-C494-C4E4-BE01-74DB506A5ABD}"/>
              </a:ext>
            </a:extLst>
          </p:cNvPr>
          <p:cNvSpPr/>
          <p:nvPr/>
        </p:nvSpPr>
        <p:spPr>
          <a:xfrm>
            <a:off x="2537927" y="5007429"/>
            <a:ext cx="124408" cy="1306285"/>
          </a:xfrm>
          <a:custGeom>
            <a:avLst/>
            <a:gdLst>
              <a:gd name="connsiteX0" fmla="*/ 0 w 124408"/>
              <a:gd name="connsiteY0" fmla="*/ 1306285 h 1306285"/>
              <a:gd name="connsiteX1" fmla="*/ 0 w 124408"/>
              <a:gd name="connsiteY1" fmla="*/ 6220 h 1306285"/>
              <a:gd name="connsiteX2" fmla="*/ 124408 w 124408"/>
              <a:gd name="connsiteY2" fmla="*/ 0 h 1306285"/>
              <a:gd name="connsiteX3" fmla="*/ 124408 w 124408"/>
              <a:gd name="connsiteY3" fmla="*/ 1300065 h 1306285"/>
              <a:gd name="connsiteX4" fmla="*/ 0 w 124408"/>
              <a:gd name="connsiteY4" fmla="*/ 1306285 h 130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08" h="1306285">
                <a:moveTo>
                  <a:pt x="0" y="1306285"/>
                </a:moveTo>
                <a:lnTo>
                  <a:pt x="0" y="6220"/>
                </a:lnTo>
                <a:lnTo>
                  <a:pt x="124408" y="0"/>
                </a:lnTo>
                <a:lnTo>
                  <a:pt x="124408" y="1300065"/>
                </a:lnTo>
                <a:lnTo>
                  <a:pt x="0" y="130628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6C09D740-A3E3-7116-CD1B-7FEFC81886C7}"/>
              </a:ext>
            </a:extLst>
          </p:cNvPr>
          <p:cNvSpPr/>
          <p:nvPr/>
        </p:nvSpPr>
        <p:spPr>
          <a:xfrm>
            <a:off x="2674776" y="5001208"/>
            <a:ext cx="136848" cy="1300065"/>
          </a:xfrm>
          <a:custGeom>
            <a:avLst/>
            <a:gdLst>
              <a:gd name="connsiteX0" fmla="*/ 0 w 136848"/>
              <a:gd name="connsiteY0" fmla="*/ 1300065 h 1300065"/>
              <a:gd name="connsiteX1" fmla="*/ 0 w 136848"/>
              <a:gd name="connsiteY1" fmla="*/ 0 h 1300065"/>
              <a:gd name="connsiteX2" fmla="*/ 136848 w 136848"/>
              <a:gd name="connsiteY2" fmla="*/ 0 h 1300065"/>
              <a:gd name="connsiteX3" fmla="*/ 136848 w 136848"/>
              <a:gd name="connsiteY3" fmla="*/ 1300065 h 1300065"/>
              <a:gd name="connsiteX4" fmla="*/ 0 w 136848"/>
              <a:gd name="connsiteY4" fmla="*/ 1300065 h 130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48" h="1300065">
                <a:moveTo>
                  <a:pt x="0" y="1300065"/>
                </a:moveTo>
                <a:lnTo>
                  <a:pt x="0" y="0"/>
                </a:lnTo>
                <a:lnTo>
                  <a:pt x="136848" y="0"/>
                </a:lnTo>
                <a:lnTo>
                  <a:pt x="136848" y="1300065"/>
                </a:lnTo>
                <a:lnTo>
                  <a:pt x="0" y="130006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3F2E4899-E816-880D-94C5-3454E5F00FDE}"/>
              </a:ext>
            </a:extLst>
          </p:cNvPr>
          <p:cNvSpPr/>
          <p:nvPr/>
        </p:nvSpPr>
        <p:spPr>
          <a:xfrm>
            <a:off x="2817845" y="4988767"/>
            <a:ext cx="155510" cy="1318727"/>
          </a:xfrm>
          <a:custGeom>
            <a:avLst/>
            <a:gdLst>
              <a:gd name="connsiteX0" fmla="*/ 0 w 155510"/>
              <a:gd name="connsiteY0" fmla="*/ 1312506 h 1318727"/>
              <a:gd name="connsiteX1" fmla="*/ 0 w 155510"/>
              <a:gd name="connsiteY1" fmla="*/ 0 h 1318727"/>
              <a:gd name="connsiteX2" fmla="*/ 155510 w 155510"/>
              <a:gd name="connsiteY2" fmla="*/ 31102 h 1318727"/>
              <a:gd name="connsiteX3" fmla="*/ 155510 w 155510"/>
              <a:gd name="connsiteY3" fmla="*/ 1318727 h 1318727"/>
              <a:gd name="connsiteX4" fmla="*/ 0 w 155510"/>
              <a:gd name="connsiteY4" fmla="*/ 1312506 h 131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510" h="1318727">
                <a:moveTo>
                  <a:pt x="0" y="1312506"/>
                </a:moveTo>
                <a:lnTo>
                  <a:pt x="0" y="0"/>
                </a:lnTo>
                <a:lnTo>
                  <a:pt x="155510" y="31102"/>
                </a:lnTo>
                <a:lnTo>
                  <a:pt x="155510" y="1318727"/>
                </a:lnTo>
                <a:lnTo>
                  <a:pt x="0" y="131250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34C78D84-1BDD-FE50-2F09-0D8E3EF4EDB2}"/>
              </a:ext>
            </a:extLst>
          </p:cNvPr>
          <p:cNvSpPr/>
          <p:nvPr/>
        </p:nvSpPr>
        <p:spPr>
          <a:xfrm>
            <a:off x="2973355" y="4994988"/>
            <a:ext cx="149290" cy="1312506"/>
          </a:xfrm>
          <a:custGeom>
            <a:avLst/>
            <a:gdLst>
              <a:gd name="connsiteX0" fmla="*/ 0 w 149290"/>
              <a:gd name="connsiteY0" fmla="*/ 1312506 h 1312506"/>
              <a:gd name="connsiteX1" fmla="*/ 0 w 149290"/>
              <a:gd name="connsiteY1" fmla="*/ 0 h 1312506"/>
              <a:gd name="connsiteX2" fmla="*/ 149290 w 149290"/>
              <a:gd name="connsiteY2" fmla="*/ 49763 h 1312506"/>
              <a:gd name="connsiteX3" fmla="*/ 149290 w 149290"/>
              <a:gd name="connsiteY3" fmla="*/ 1312506 h 1312506"/>
              <a:gd name="connsiteX4" fmla="*/ 0 w 149290"/>
              <a:gd name="connsiteY4" fmla="*/ 1312506 h 131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90" h="1312506">
                <a:moveTo>
                  <a:pt x="0" y="1312506"/>
                </a:moveTo>
                <a:lnTo>
                  <a:pt x="0" y="0"/>
                </a:lnTo>
                <a:lnTo>
                  <a:pt x="149290" y="49763"/>
                </a:lnTo>
                <a:lnTo>
                  <a:pt x="149290" y="1312506"/>
                </a:lnTo>
                <a:lnTo>
                  <a:pt x="0" y="13125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F433745B-677A-366C-C968-66437AD0FDD7}"/>
              </a:ext>
            </a:extLst>
          </p:cNvPr>
          <p:cNvSpPr/>
          <p:nvPr/>
        </p:nvSpPr>
        <p:spPr>
          <a:xfrm>
            <a:off x="3128865" y="5044751"/>
            <a:ext cx="130629" cy="1275184"/>
          </a:xfrm>
          <a:custGeom>
            <a:avLst/>
            <a:gdLst>
              <a:gd name="connsiteX0" fmla="*/ 0 w 130629"/>
              <a:gd name="connsiteY0" fmla="*/ 1268963 h 1275184"/>
              <a:gd name="connsiteX1" fmla="*/ 0 w 130629"/>
              <a:gd name="connsiteY1" fmla="*/ 0 h 1275184"/>
              <a:gd name="connsiteX2" fmla="*/ 130629 w 130629"/>
              <a:gd name="connsiteY2" fmla="*/ 0 h 1275184"/>
              <a:gd name="connsiteX3" fmla="*/ 130629 w 130629"/>
              <a:gd name="connsiteY3" fmla="*/ 1275184 h 1275184"/>
              <a:gd name="connsiteX4" fmla="*/ 0 w 130629"/>
              <a:gd name="connsiteY4" fmla="*/ 1268963 h 127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629" h="1275184">
                <a:moveTo>
                  <a:pt x="0" y="1268963"/>
                </a:moveTo>
                <a:lnTo>
                  <a:pt x="0" y="0"/>
                </a:lnTo>
                <a:lnTo>
                  <a:pt x="130629" y="0"/>
                </a:lnTo>
                <a:lnTo>
                  <a:pt x="130629" y="1275184"/>
                </a:lnTo>
                <a:lnTo>
                  <a:pt x="0" y="12689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DBBB6B3-8429-EEB3-3FBF-CCD09B4729BB}"/>
              </a:ext>
            </a:extLst>
          </p:cNvPr>
          <p:cNvSpPr/>
          <p:nvPr/>
        </p:nvSpPr>
        <p:spPr>
          <a:xfrm>
            <a:off x="1766595" y="4704634"/>
            <a:ext cx="1763186" cy="1763186"/>
          </a:xfrm>
          <a:prstGeom prst="ellipse">
            <a:avLst/>
          </a:prstGeom>
          <a:noFill/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F30A406-8DE7-C95E-FBA6-75A03A8506C8}"/>
              </a:ext>
            </a:extLst>
          </p:cNvPr>
          <p:cNvCxnSpPr/>
          <p:nvPr/>
        </p:nvCxnSpPr>
        <p:spPr>
          <a:xfrm>
            <a:off x="2674776" y="3614057"/>
            <a:ext cx="0" cy="1020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B9EE19-CD35-1A09-E55A-AEB1D13CA27D}"/>
              </a:ext>
            </a:extLst>
          </p:cNvPr>
          <p:cNvSpPr txBox="1"/>
          <p:nvPr/>
        </p:nvSpPr>
        <p:spPr>
          <a:xfrm>
            <a:off x="528735" y="3794449"/>
            <a:ext cx="697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New method: partitioned CTN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870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BE7BD-D87D-13CC-CE1A-6B40550E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5BD57-66A9-CD51-ABF2-E48C0AE6458B}"/>
              </a:ext>
            </a:extLst>
          </p:cNvPr>
          <p:cNvSpPr txBox="1"/>
          <p:nvPr/>
        </p:nvSpPr>
        <p:spPr>
          <a:xfrm>
            <a:off x="645821" y="1100228"/>
            <a:ext cx="7850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equation – electrical potential solutions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A527F-15BA-5072-C662-D1C90FB36E69}"/>
                  </a:ext>
                </a:extLst>
              </p:cNvPr>
              <p:cNvSpPr txBox="1"/>
              <p:nvPr/>
            </p:nvSpPr>
            <p:spPr>
              <a:xfrm>
                <a:off x="233071" y="1568774"/>
                <a:ext cx="6310797" cy="3743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1600" i="1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</a:t>
                </a:r>
                <a:r>
                  <a:rPr lang="en-US" altLang="ko-KR" sz="16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r>
                  <a:rPr lang="en-US" altLang="ko-KR" sz="16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 = 2 ~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16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endParaRPr lang="en-US" altLang="ko-KR" sz="16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A527F-15BA-5072-C662-D1C90FB36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1" y="1568774"/>
                <a:ext cx="6310797" cy="3743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3FEDB433-306E-A0D2-A09F-BF1456F8D136}"/>
              </a:ext>
            </a:extLst>
          </p:cNvPr>
          <p:cNvSpPr/>
          <p:nvPr/>
        </p:nvSpPr>
        <p:spPr>
          <a:xfrm>
            <a:off x="161731" y="2936033"/>
            <a:ext cx="6382137" cy="1468016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B2740-D3E9-44EA-6233-1B70E33F71D2}"/>
              </a:ext>
            </a:extLst>
          </p:cNvPr>
          <p:cNvSpPr txBox="1"/>
          <p:nvPr/>
        </p:nvSpPr>
        <p:spPr>
          <a:xfrm>
            <a:off x="6637176" y="3433764"/>
            <a:ext cx="250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Partition in 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19257-5ED6-2058-9E8D-4EA61815F197}"/>
              </a:ext>
            </a:extLst>
          </p:cNvPr>
          <p:cNvSpPr txBox="1"/>
          <p:nvPr/>
        </p:nvSpPr>
        <p:spPr>
          <a:xfrm>
            <a:off x="1561322" y="5878286"/>
            <a:ext cx="7284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Now, K-constants can be determined from the 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095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BEA6-B691-C040-B1BA-CF692CAA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30603-1C4B-40A7-263F-FC4924BC9C71}"/>
              </a:ext>
            </a:extLst>
          </p:cNvPr>
          <p:cNvSpPr txBox="1"/>
          <p:nvPr/>
        </p:nvSpPr>
        <p:spPr>
          <a:xfrm>
            <a:off x="734008" y="1144555"/>
            <a:ext cx="703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929E4-3CBF-8DE1-3EBB-33CC6047F77D}"/>
              </a:ext>
            </a:extLst>
          </p:cNvPr>
          <p:cNvSpPr txBox="1"/>
          <p:nvPr/>
        </p:nvSpPr>
        <p:spPr>
          <a:xfrm>
            <a:off x="503853" y="1698171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1EDF3-B114-820A-8C69-471B40E363EB}"/>
              </a:ext>
            </a:extLst>
          </p:cNvPr>
          <p:cNvSpPr txBox="1"/>
          <p:nvPr/>
        </p:nvSpPr>
        <p:spPr>
          <a:xfrm>
            <a:off x="503853" y="2106505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FE282-7E45-CD93-1B92-9377E66ACE36}"/>
              </a:ext>
            </a:extLst>
          </p:cNvPr>
          <p:cNvSpPr txBox="1"/>
          <p:nvPr/>
        </p:nvSpPr>
        <p:spPr>
          <a:xfrm>
            <a:off x="503853" y="2539511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C0F57-94EA-3580-BF1B-6EC8BE0D99B2}"/>
              </a:ext>
            </a:extLst>
          </p:cNvPr>
          <p:cNvSpPr txBox="1"/>
          <p:nvPr/>
        </p:nvSpPr>
        <p:spPr>
          <a:xfrm>
            <a:off x="503853" y="3457148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CTN,i-1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33109-B44C-5950-B4E1-227FB3C1A80C}"/>
              </a:ext>
            </a:extLst>
          </p:cNvPr>
          <p:cNvSpPr txBox="1"/>
          <p:nvPr/>
        </p:nvSpPr>
        <p:spPr>
          <a:xfrm>
            <a:off x="503853" y="4408870"/>
            <a:ext cx="282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 =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CTN,N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CD7740-AC01-8846-8FD0-19A3FDDDDBDE}"/>
                  </a:ext>
                </a:extLst>
              </p:cNvPr>
              <p:cNvSpPr txBox="1"/>
              <p:nvPr/>
            </p:nvSpPr>
            <p:spPr>
              <a:xfrm>
                <a:off x="4584440" y="1698171"/>
                <a:ext cx="3153747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CD7740-AC01-8846-8FD0-19A3FDDDD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40" y="1698171"/>
                <a:ext cx="3153747" cy="483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EF785A-BEC3-F642-BFC0-47E720CA4D53}"/>
                  </a:ext>
                </a:extLst>
              </p:cNvPr>
              <p:cNvSpPr txBox="1"/>
              <p:nvPr/>
            </p:nvSpPr>
            <p:spPr>
              <a:xfrm>
                <a:off x="3259496" y="2115146"/>
                <a:ext cx="4416487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EF785A-BEC3-F642-BFC0-47E720CA4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96" y="2115146"/>
                <a:ext cx="4416487" cy="483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40969D-79FB-09D0-3B95-42AB16F0610D}"/>
                  </a:ext>
                </a:extLst>
              </p:cNvPr>
              <p:cNvSpPr txBox="1"/>
              <p:nvPr/>
            </p:nvSpPr>
            <p:spPr>
              <a:xfrm>
                <a:off x="4584440" y="2506615"/>
                <a:ext cx="375090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40969D-79FB-09D0-3B95-42AB16F06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40" y="2506615"/>
                <a:ext cx="3750906" cy="483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A41E5B-F752-312D-CCA3-0288D946828B}"/>
                  </a:ext>
                </a:extLst>
              </p:cNvPr>
              <p:cNvSpPr txBox="1"/>
              <p:nvPr/>
            </p:nvSpPr>
            <p:spPr>
              <a:xfrm>
                <a:off x="1915885" y="3452951"/>
                <a:ext cx="6724262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A41E5B-F752-312D-CCA3-0288D9468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85" y="3452951"/>
                <a:ext cx="6724262" cy="483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40E026-5D8B-E826-5AA6-4DC66B4143C7}"/>
                  </a:ext>
                </a:extLst>
              </p:cNvPr>
              <p:cNvSpPr txBox="1"/>
              <p:nvPr/>
            </p:nvSpPr>
            <p:spPr>
              <a:xfrm>
                <a:off x="2364509" y="4379954"/>
                <a:ext cx="625716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40E026-5D8B-E826-5AA6-4DC66B414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509" y="4379954"/>
                <a:ext cx="6257165" cy="4834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D1372CD-0B93-3455-753C-91FA75AC628F}"/>
              </a:ext>
            </a:extLst>
          </p:cNvPr>
          <p:cNvSpPr txBox="1"/>
          <p:nvPr/>
        </p:nvSpPr>
        <p:spPr>
          <a:xfrm>
            <a:off x="578498" y="5486399"/>
            <a:ext cx="6133322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Unknowns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,1~N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, K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Total N+4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Above equations r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,1~N 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     : Total N+3</a:t>
            </a:r>
            <a:endParaRPr lang="en-US" altLang="ko-KR" sz="2000" baseline="-250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A543AB-0351-62A6-429E-8F414BD1B416}"/>
              </a:ext>
            </a:extLst>
          </p:cNvPr>
          <p:cNvSpPr txBox="1"/>
          <p:nvPr/>
        </p:nvSpPr>
        <p:spPr>
          <a:xfrm>
            <a:off x="6329264" y="5713445"/>
            <a:ext cx="2693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One more BC needed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0CA61B8E-919A-703B-AFED-48F58F460BE7}"/>
              </a:ext>
            </a:extLst>
          </p:cNvPr>
          <p:cNvSpPr/>
          <p:nvPr/>
        </p:nvSpPr>
        <p:spPr>
          <a:xfrm>
            <a:off x="223935" y="1698171"/>
            <a:ext cx="279918" cy="3415005"/>
          </a:xfrm>
          <a:prstGeom prst="leftBrace">
            <a:avLst>
              <a:gd name="adj1" fmla="val 163889"/>
              <a:gd name="adj2" fmla="val 50000"/>
            </a:avLst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97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7A0A8-997A-9447-CBAB-DCFB399B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25164-1E83-5C83-933A-98C7CADBB5C1}"/>
              </a:ext>
            </a:extLst>
          </p:cNvPr>
          <p:cNvSpPr txBox="1"/>
          <p:nvPr/>
        </p:nvSpPr>
        <p:spPr>
          <a:xfrm>
            <a:off x="734008" y="1144555"/>
            <a:ext cx="703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 : Gate Voltage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14754-A3B6-010F-279B-7748D263820A}"/>
                  </a:ext>
                </a:extLst>
              </p:cNvPr>
              <p:cNvSpPr txBox="1"/>
              <p:nvPr/>
            </p:nvSpPr>
            <p:spPr>
              <a:xfrm>
                <a:off x="841310" y="1715743"/>
                <a:ext cx="4763278" cy="53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14754-A3B6-010F-279B-7748D2638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10" y="1715743"/>
                <a:ext cx="4763278" cy="537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DB6D90-F2F3-A785-6E50-7089734D9A7B}"/>
                  </a:ext>
                </a:extLst>
              </p:cNvPr>
              <p:cNvSpPr txBox="1"/>
              <p:nvPr/>
            </p:nvSpPr>
            <p:spPr>
              <a:xfrm>
                <a:off x="841310" y="3021116"/>
                <a:ext cx="6218853" cy="53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𝐵𝑂𝑋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𝐵𝑂𝑋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DB6D90-F2F3-A785-6E50-7089734D9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10" y="3021116"/>
                <a:ext cx="6218853" cy="537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EBC85AAC-1ED9-1529-0DE6-0F601C41E7DF}"/>
              </a:ext>
            </a:extLst>
          </p:cNvPr>
          <p:cNvSpPr/>
          <p:nvPr/>
        </p:nvSpPr>
        <p:spPr>
          <a:xfrm>
            <a:off x="1210647" y="2301640"/>
            <a:ext cx="317241" cy="67071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B4C2E-76F7-57A7-5AD2-A55C7495A50C}"/>
                  </a:ext>
                </a:extLst>
              </p:cNvPr>
              <p:cNvSpPr txBox="1"/>
              <p:nvPr/>
            </p:nvSpPr>
            <p:spPr>
              <a:xfrm>
                <a:off x="1660071" y="2371921"/>
                <a:ext cx="4581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𝐵𝑂𝑋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9B4C2E-76F7-57A7-5AD2-A55C7495A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071" y="2371921"/>
                <a:ext cx="45813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EA15F6C-EA8D-37E1-1F5A-16D3EC7F8FE9}"/>
              </a:ext>
            </a:extLst>
          </p:cNvPr>
          <p:cNvSpPr txBox="1"/>
          <p:nvPr/>
        </p:nvSpPr>
        <p:spPr>
          <a:xfrm>
            <a:off x="415990" y="3740592"/>
            <a:ext cx="1244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 result,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6B1B84-327C-D5A2-8DF6-AC4FB331062B}"/>
                  </a:ext>
                </a:extLst>
              </p:cNvPr>
              <p:cNvSpPr txBox="1"/>
              <p:nvPr/>
            </p:nvSpPr>
            <p:spPr>
              <a:xfrm>
                <a:off x="-129309" y="4371608"/>
                <a:ext cx="9273310" cy="1133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altLang="ko-KR" sz="20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br>
                  <a:rPr lang="en-US" altLang="ko-KR" sz="20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=2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ln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𝐶𝑇𝑁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𝐶𝑇𝑁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_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6B1B84-327C-D5A2-8DF6-AC4FB3310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309" y="4371608"/>
                <a:ext cx="9273310" cy="1133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CC572DA-B907-7F8D-609D-794D833732DA}"/>
              </a:ext>
            </a:extLst>
          </p:cNvPr>
          <p:cNvSpPr txBox="1"/>
          <p:nvPr/>
        </p:nvSpPr>
        <p:spPr>
          <a:xfrm>
            <a:off x="628261" y="5828522"/>
            <a:ext cx="6674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Now, unknowns can be solved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195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F7985-64BD-84D1-4486-A8B6E3B6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Poisson Solution Variations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8617BC-D16A-75FB-550C-DEA3C179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0" y="2134758"/>
            <a:ext cx="6917093" cy="331005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06AFA25-8A48-4289-EBD1-0FEFCBF3A10F}"/>
              </a:ext>
            </a:extLst>
          </p:cNvPr>
          <p:cNvCxnSpPr/>
          <p:nvPr/>
        </p:nvCxnSpPr>
        <p:spPr>
          <a:xfrm flipH="1" flipV="1">
            <a:off x="1978090" y="2270449"/>
            <a:ext cx="1673290" cy="124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7EEB2C8-BA36-687E-58F6-CDFB350D866E}"/>
              </a:ext>
            </a:extLst>
          </p:cNvPr>
          <p:cNvCxnSpPr>
            <a:cxnSpLocks/>
          </p:cNvCxnSpPr>
          <p:nvPr/>
        </p:nvCxnSpPr>
        <p:spPr>
          <a:xfrm flipV="1">
            <a:off x="4391608" y="2065177"/>
            <a:ext cx="0" cy="130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0B9B6C8-8F32-7C69-BC69-52AFB067627D}"/>
              </a:ext>
            </a:extLst>
          </p:cNvPr>
          <p:cNvCxnSpPr>
            <a:cxnSpLocks/>
          </p:cNvCxnSpPr>
          <p:nvPr/>
        </p:nvCxnSpPr>
        <p:spPr>
          <a:xfrm flipV="1">
            <a:off x="5212702" y="2134758"/>
            <a:ext cx="2208245" cy="1130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BBE87A-76C3-6856-328E-3AED77C41E75}"/>
              </a:ext>
            </a:extLst>
          </p:cNvPr>
          <p:cNvGrpSpPr/>
          <p:nvPr/>
        </p:nvGrpSpPr>
        <p:grpSpPr>
          <a:xfrm>
            <a:off x="244555" y="1106020"/>
            <a:ext cx="2869910" cy="1034958"/>
            <a:chOff x="1212140" y="5199023"/>
            <a:chExt cx="2869910" cy="10349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58D4A3-303C-D4D5-9F8D-B07A46428D86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2673DC5-4CCC-8037-4A48-E6E872CB204B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CEAD76B-F397-1B2D-4868-F38911B1A993}"/>
                </a:ext>
              </a:extLst>
            </p:cNvPr>
            <p:cNvSpPr/>
            <p:nvPr/>
          </p:nvSpPr>
          <p:spPr>
            <a:xfrm>
              <a:off x="2320441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DE78B6-522C-125F-3147-D674EF65D9CC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7871301-FBD3-ADC3-C319-8C025866B22F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AE78883-D58A-A736-3A14-6B82E54322F8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9C24030-F523-F9BC-9F5C-3BEEDB58F8DD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BD5EA1C-064A-41FA-7C0A-F40AA30A7E0B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68CD4B6-27F9-EB7B-B593-FF64DF50F2ED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B828F56-F304-71C2-6753-CDF8EA4586D5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708755E-5890-C5CC-53B7-5AAAB9B0B7F8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F8B147-3194-AC87-2B9F-EF194458303B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9B6653-9F9A-E435-D7EA-D430F353C5B3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7F4A39-B00C-9244-3ADA-28EFF5676D7A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180CF81-181B-13D2-F2BE-1D3C1A60FAB5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2FA5E3-E6C6-075E-C6C5-668B4BBB4114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7AF98B-BE69-1BE3-9A38-489BFD4964F1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3DABA6-AD85-9BD4-FCA8-E9071DD4EDCE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101D50C-A9CB-E5A4-D21A-2EB2C9B2BABF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E3651B-2714-DA6D-AE5A-A33409B9AD94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5FC6C4-5A4B-62B2-6F11-9F2A9FEEF1A5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A3CBBF-5FE8-8D5A-E1C0-888F1734F622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38" name="왼쪽 중괄호 37">
              <a:extLst>
                <a:ext uri="{FF2B5EF4-FFF2-40B4-BE49-F238E27FC236}">
                  <a16:creationId xmlns:a16="http://schemas.microsoft.com/office/drawing/2014/main" id="{55382503-5FBE-43A8-91F6-E2D8D4504DBF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67A040BB-D4C6-CBC9-A969-1CEF0E6B64E1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F20B32A2-8E90-9677-8BA0-EEDC521197BD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176C70F-B749-C8E2-942A-037AB9FDAA36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6A3A8C87-EFAC-7ACA-D677-891AB5752696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4032FC4C-F361-7E3B-1622-0A7FB3E51B7A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D7AFAB2-B29C-37F2-6409-67E4F3D01A0C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10A84A3-1023-265C-AB87-03DC5D11E4FA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E54B937-F30A-9B8C-741E-8481CB4B5C2C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C791D68-A18B-EF85-368B-A670BE822466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DCA1BCA-158C-DB23-82F2-C9B59E5F7982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049D30C-854A-80B8-3B5E-5C41FDF80964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9A10647-7049-320F-CB1C-48506AD882D6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C311D7-B25F-5EAB-D67D-18B9B94FCEB9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B9F0E0B-8A07-1151-8083-E7BD4998FB76}"/>
              </a:ext>
            </a:extLst>
          </p:cNvPr>
          <p:cNvGrpSpPr/>
          <p:nvPr/>
        </p:nvGrpSpPr>
        <p:grpSpPr>
          <a:xfrm>
            <a:off x="3000880" y="1106020"/>
            <a:ext cx="2869910" cy="1034958"/>
            <a:chOff x="1212140" y="5199023"/>
            <a:chExt cx="2869910" cy="103495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907A7B-ECE6-1067-6877-31F06FE083F7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60E177-8EC3-C496-F5CC-CF1C09A2A04C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1981A5F-6D4A-5A97-B821-841CBB144FF3}"/>
                </a:ext>
              </a:extLst>
            </p:cNvPr>
            <p:cNvSpPr/>
            <p:nvPr/>
          </p:nvSpPr>
          <p:spPr>
            <a:xfrm>
              <a:off x="2520134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D713D0C-BF08-C31A-1611-5F0E0F647185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8BFE05D2-703E-6B4A-7F99-19209CD656E7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FF8C43C-10C4-0A28-D79F-059520C220CB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9E3B341-702E-B630-252B-9946A334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0A745533-488D-DDA5-9A37-1E71FA4824C5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038BDF4A-6172-D669-6CBE-EEE5F7F85420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8E89C74-2864-A024-036C-74CE3F98110D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C81D05C-A09A-E0EE-5307-4A107E047564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8C2F24C-957D-931A-7353-3DE816595AE2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9F074E5-0131-1E27-07EA-EE73A41EE22C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AADC61-417E-8D35-5671-39D232F07425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8A4C24-5F3B-DFBD-7339-038D3C920229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CDD73C0-1191-C2AC-28B6-4C40F893BBED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D4C8085-21EA-D8CE-9F92-065975146E3A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66DB7FF-5DAB-828C-371D-F9A31D348F92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02B3F52-6705-1AEA-FEE8-550EA4B3D1F1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216081-CC91-0C66-F4CB-C57F40142B1D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A783C6D-03EA-781A-C660-DCFD91605682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4C9531B-ACF5-C0B5-2C4F-81B2E4127FB2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76" name="왼쪽 중괄호 75">
              <a:extLst>
                <a:ext uri="{FF2B5EF4-FFF2-40B4-BE49-F238E27FC236}">
                  <a16:creationId xmlns:a16="http://schemas.microsoft.com/office/drawing/2014/main" id="{F7CE3411-6B31-2549-48ED-42B6B9DDA878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A28FB074-2E6D-C6DF-D9BF-5F2ED1E21F26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20693497-595B-820A-D807-692752C9846E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E8E5C4A9-AA61-BEEE-5D0C-8CAF3EF67E33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4713AF0D-62C0-5739-4BB1-0F368E66347B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AB2C64BB-8D3B-EC96-39C0-90AF723C11E5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8AB49EAD-68D6-1974-C6E0-42ABCD7B3F9F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4B569225-7004-0A68-B528-F39AEBC1975B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97C7C90-862E-1FCD-6602-E36B9760FB90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ACB7C26-0CB9-3D95-ADE7-DCDA2A181023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8C1CD46-578C-16DA-1D68-F37601593AFD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87BA83B-55D8-50B4-E6FF-80B9904D2674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51A65EB-C6F2-43D0-CFF5-43A719FB8B2F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8A39FAF-A42B-5599-99AD-CB3FB32783B3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E1BD064-BC61-0EC1-1A1F-2745937C3C8B}"/>
              </a:ext>
            </a:extLst>
          </p:cNvPr>
          <p:cNvGrpSpPr/>
          <p:nvPr/>
        </p:nvGrpSpPr>
        <p:grpSpPr>
          <a:xfrm>
            <a:off x="5941165" y="1106020"/>
            <a:ext cx="2869910" cy="1034958"/>
            <a:chOff x="1212140" y="5199023"/>
            <a:chExt cx="2869910" cy="103495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4073F01-959D-FA89-3164-6D4514191446}"/>
                </a:ext>
              </a:extLst>
            </p:cNvPr>
            <p:cNvSpPr txBox="1"/>
            <p:nvPr/>
          </p:nvSpPr>
          <p:spPr>
            <a:xfrm>
              <a:off x="3474244" y="5274775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WL</a:t>
              </a:r>
              <a:endParaRPr lang="ko-KR" altLang="en-US" sz="110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963587F-A4FF-8584-68F2-0DE3E925980F}"/>
                </a:ext>
              </a:extLst>
            </p:cNvPr>
            <p:cNvSpPr/>
            <p:nvPr/>
          </p:nvSpPr>
          <p:spPr>
            <a:xfrm>
              <a:off x="1862220" y="5741091"/>
              <a:ext cx="283607" cy="164334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baseline="-2500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64FD377-979B-AC3D-FDB3-F2A4A94C3C2D}"/>
                </a:ext>
              </a:extLst>
            </p:cNvPr>
            <p:cNvSpPr/>
            <p:nvPr/>
          </p:nvSpPr>
          <p:spPr>
            <a:xfrm>
              <a:off x="2698142" y="5741091"/>
              <a:ext cx="167139" cy="230005"/>
            </a:xfrm>
            <a:prstGeom prst="rect">
              <a:avLst/>
            </a:prstGeom>
            <a:solidFill>
              <a:srgbClr val="8A6F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" b="1" baseline="-25000" dirty="0"/>
            </a:p>
          </p:txBody>
        </p: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3B880AB3-93E8-D363-47DB-056283F9953E}"/>
                </a:ext>
              </a:extLst>
            </p:cNvPr>
            <p:cNvCxnSpPr>
              <a:cxnSpLocks/>
            </p:cNvCxnSpPr>
            <p:nvPr/>
          </p:nvCxnSpPr>
          <p:spPr>
            <a:xfrm>
              <a:off x="1300510" y="5741090"/>
              <a:ext cx="25401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B4715103-F2A6-8BF4-C51E-0290EAC753D5}"/>
                </a:ext>
              </a:extLst>
            </p:cNvPr>
            <p:cNvCxnSpPr>
              <a:cxnSpLocks/>
            </p:cNvCxnSpPr>
            <p:nvPr/>
          </p:nvCxnSpPr>
          <p:spPr>
            <a:xfrm>
              <a:off x="186222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B1FCBED-2DB6-D229-AC02-D5406DC478F6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2627A4AC-CFF5-08C2-796C-C7997CEEF074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9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04F230F2-23B7-C2C1-9E5D-6BBE867DA144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2514EFC-D4EA-6E61-76EB-D34C4BC9CC3C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85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B84DFA70-2F7A-91D1-67DE-7D0A9059C2E7}"/>
                </a:ext>
              </a:extLst>
            </p:cNvPr>
            <p:cNvCxnSpPr>
              <a:cxnSpLocks/>
            </p:cNvCxnSpPr>
            <p:nvPr/>
          </p:nvCxnSpPr>
          <p:spPr>
            <a:xfrm>
              <a:off x="1572243" y="5576756"/>
              <a:ext cx="0" cy="65722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29F58B5-78D1-96B1-82F6-DABD1BC10769}"/>
                    </a:ext>
                  </a:extLst>
                </p:cNvPr>
                <p:cNvSpPr txBox="1"/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7C67DAA-A8D8-E15F-48C2-FFADA8F4C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731" y="6040983"/>
                  <a:ext cx="156518" cy="123111"/>
                </a:xfrm>
                <a:prstGeom prst="rect">
                  <a:avLst/>
                </a:prstGeom>
                <a:blipFill>
                  <a:blip r:embed="rId3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6E670B-4F2A-D3C6-24F4-7A7172FB379B}"/>
                    </a:ext>
                  </a:extLst>
                </p:cNvPr>
                <p:cNvSpPr txBox="1"/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1ED035A-5965-7C4C-CE1B-0F47DD96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302" y="6040983"/>
                  <a:ext cx="161326" cy="123111"/>
                </a:xfrm>
                <a:prstGeom prst="rect">
                  <a:avLst/>
                </a:prstGeom>
                <a:blipFill>
                  <a:blip r:embed="rId4"/>
                  <a:stretch>
                    <a:fillRect l="-19231" r="-384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6C667B9-B47A-CFA3-DB3A-F752120CBD48}"/>
                    </a:ext>
                  </a:extLst>
                </p:cNvPr>
                <p:cNvSpPr txBox="1"/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C43A419-6D94-D840-57E4-282D062A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116" y="6040983"/>
                  <a:ext cx="156518" cy="123111"/>
                </a:xfrm>
                <a:prstGeom prst="rect">
                  <a:avLst/>
                </a:prstGeom>
                <a:blipFill>
                  <a:blip r:embed="rId5"/>
                  <a:stretch>
                    <a:fillRect l="-19231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DAA99CA-6CD9-FBAB-0A2C-0F21221FB45B}"/>
                    </a:ext>
                  </a:extLst>
                </p:cNvPr>
                <p:cNvSpPr txBox="1"/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51BC730-F3E5-D6D7-D6D0-5ECA317D9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367" y="6040983"/>
                  <a:ext cx="186974" cy="123111"/>
                </a:xfrm>
                <a:prstGeom prst="rect">
                  <a:avLst/>
                </a:prstGeom>
                <a:blipFill>
                  <a:blip r:embed="rId6"/>
                  <a:stretch>
                    <a:fillRect l="-16129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9788A87-24A8-051A-CEC0-ECEEF5D79318}"/>
                    </a:ext>
                  </a:extLst>
                </p:cNvPr>
                <p:cNvSpPr txBox="1"/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5B78CC-1945-5D64-5A56-054E5CA24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98" y="6040983"/>
                  <a:ext cx="199798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15152" r="-303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C92035E-211F-F8DF-7600-D596D4876CE6}"/>
                </a:ext>
              </a:extLst>
            </p:cNvPr>
            <p:cNvSpPr txBox="1"/>
            <p:nvPr/>
          </p:nvSpPr>
          <p:spPr>
            <a:xfrm>
              <a:off x="1864694" y="5750418"/>
              <a:ext cx="28854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</a:rPr>
                <a:t>-qn</a:t>
              </a:r>
              <a:r>
                <a:rPr lang="en-US" altLang="ko-KR" sz="800" b="1" baseline="-25000">
                  <a:solidFill>
                    <a:schemeClr val="bg1"/>
                  </a:solidFill>
                </a:rPr>
                <a:t>t_n1</a:t>
              </a:r>
              <a:endParaRPr lang="ko-KR" altLang="en-US" sz="800" b="1" baseline="-2500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C80B673-8917-1C40-BDB6-8F3319947763}"/>
                </a:ext>
              </a:extLst>
            </p:cNvPr>
            <p:cNvSpPr txBox="1"/>
            <p:nvPr/>
          </p:nvSpPr>
          <p:spPr>
            <a:xfrm>
              <a:off x="1522288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o1</a:t>
              </a:r>
              <a:endParaRPr lang="ko-KR" altLang="en-US" sz="8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0BF2236-ED3F-E1D7-CF26-A91DA2169353}"/>
                </a:ext>
              </a:extLst>
            </p:cNvPr>
            <p:cNvSpPr txBox="1"/>
            <p:nvPr/>
          </p:nvSpPr>
          <p:spPr>
            <a:xfrm>
              <a:off x="1810859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n1</a:t>
              </a:r>
              <a:endParaRPr lang="ko-KR" altLang="en-US" sz="8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87672C-BDA6-53D2-5E8A-E8A7F4C2527F}"/>
                </a:ext>
              </a:extLst>
            </p:cNvPr>
            <p:cNvSpPr txBox="1"/>
            <p:nvPr/>
          </p:nvSpPr>
          <p:spPr>
            <a:xfrm>
              <a:off x="2032995" y="5427134"/>
              <a:ext cx="4028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o2</a:t>
              </a:r>
              <a:endParaRPr lang="ko-KR" altLang="en-US" sz="80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C57DF4F-0E3F-E681-1002-5F2860965BF7}"/>
                </a:ext>
              </a:extLst>
            </p:cNvPr>
            <p:cNvSpPr txBox="1"/>
            <p:nvPr/>
          </p:nvSpPr>
          <p:spPr>
            <a:xfrm>
              <a:off x="23026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CTN</a:t>
              </a:r>
              <a:endParaRPr lang="ko-KR" altLang="en-US" sz="110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4E1CF72-2F9C-9F1C-4896-067999FBE241}"/>
                </a:ext>
              </a:extLst>
            </p:cNvPr>
            <p:cNvSpPr txBox="1"/>
            <p:nvPr/>
          </p:nvSpPr>
          <p:spPr>
            <a:xfrm>
              <a:off x="2921574" y="5202637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BOX</a:t>
              </a:r>
              <a:endParaRPr lang="ko-KR" altLang="en-US" sz="11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DB1E73-2FD6-7477-3536-255B0FAF1AEB}"/>
                </a:ext>
              </a:extLst>
            </p:cNvPr>
            <p:cNvSpPr txBox="1"/>
            <p:nvPr/>
          </p:nvSpPr>
          <p:spPr>
            <a:xfrm>
              <a:off x="1643121" y="5199023"/>
              <a:ext cx="6078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BETOX</a:t>
              </a:r>
              <a:endParaRPr lang="ko-KR" altLang="en-US" sz="1100" dirty="0"/>
            </a:p>
          </p:txBody>
        </p:sp>
        <p:sp>
          <p:nvSpPr>
            <p:cNvPr id="113" name="왼쪽 중괄호 112">
              <a:extLst>
                <a:ext uri="{FF2B5EF4-FFF2-40B4-BE49-F238E27FC236}">
                  <a16:creationId xmlns:a16="http://schemas.microsoft.com/office/drawing/2014/main" id="{0C408A61-2BFC-EB4C-835E-AE3D7A43E557}"/>
                </a:ext>
              </a:extLst>
            </p:cNvPr>
            <p:cNvSpPr/>
            <p:nvPr/>
          </p:nvSpPr>
          <p:spPr>
            <a:xfrm rot="5400000">
              <a:off x="1886916" y="5101333"/>
              <a:ext cx="117747" cy="749297"/>
            </a:xfrm>
            <a:prstGeom prst="leftBrace">
              <a:avLst>
                <a:gd name="adj1" fmla="val 32600"/>
                <a:gd name="adj2" fmla="val 50000"/>
              </a:avLst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93F6A7CC-E3F9-4B7E-0B45-DC6B7FBADFDF}"/>
                </a:ext>
              </a:extLst>
            </p:cNvPr>
            <p:cNvCxnSpPr/>
            <p:nvPr/>
          </p:nvCxnSpPr>
          <p:spPr>
            <a:xfrm>
              <a:off x="1571141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186A8DD3-C930-40F2-371B-643362942B0D}"/>
                </a:ext>
              </a:extLst>
            </p:cNvPr>
            <p:cNvCxnSpPr/>
            <p:nvPr/>
          </p:nvCxnSpPr>
          <p:spPr>
            <a:xfrm>
              <a:off x="1862220" y="6022183"/>
              <a:ext cx="2910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E1F07E2A-6481-5CAF-C4B4-132D358E086A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27" y="6022183"/>
              <a:ext cx="17461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1704B69A-ECB1-709D-C429-A2092DA039CC}"/>
                </a:ext>
              </a:extLst>
            </p:cNvPr>
            <p:cNvCxnSpPr>
              <a:cxnSpLocks/>
            </p:cNvCxnSpPr>
            <p:nvPr/>
          </p:nvCxnSpPr>
          <p:spPr>
            <a:xfrm>
              <a:off x="2320438" y="6022183"/>
              <a:ext cx="5537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B9E0AD92-72CE-65C7-B64A-84B417C07695}"/>
                </a:ext>
              </a:extLst>
            </p:cNvPr>
            <p:cNvCxnSpPr>
              <a:cxnSpLocks/>
            </p:cNvCxnSpPr>
            <p:nvPr/>
          </p:nvCxnSpPr>
          <p:spPr>
            <a:xfrm>
              <a:off x="2875269" y="6022183"/>
              <a:ext cx="70041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ACFE4EC-2451-809C-778F-40D060287B3C}"/>
                    </a:ext>
                  </a:extLst>
                </p:cNvPr>
                <p:cNvSpPr txBox="1"/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5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ko-KR" altLang="en-US" sz="1050" b="1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2A61DB3-F99A-2E97-3930-6E19EFECE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662" y="5725857"/>
                  <a:ext cx="99386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35294" r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98F3F437-89A5-5839-A93C-60266F89EFFF}"/>
                    </a:ext>
                  </a:extLst>
                </p:cNvPr>
                <p:cNvSpPr txBox="1"/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𝑺𝒊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1934475-DD94-9F44-8F39-2E97C448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802" y="5626240"/>
                  <a:ext cx="113814" cy="92333"/>
                </a:xfrm>
                <a:prstGeom prst="rect">
                  <a:avLst/>
                </a:prstGeom>
                <a:blipFill>
                  <a:blip r:embed="rId9"/>
                  <a:stretch>
                    <a:fillRect l="-22222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B2F84A7-06F6-D524-4FD2-376484ED0802}"/>
                    </a:ext>
                  </a:extLst>
                </p:cNvPr>
                <p:cNvSpPr txBox="1"/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𝒄𝒕𝒏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D02E9D-34FD-4D89-44B8-D9B54CD9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431" y="5632121"/>
                  <a:ext cx="150682" cy="92333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3D4589A-CF0E-1C8D-3DF1-E0ECFD6BCB94}"/>
                    </a:ext>
                  </a:extLst>
                </p:cNvPr>
                <p:cNvSpPr txBox="1"/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C5E38F5-37BB-0967-3E05-D2EEE3DB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079" y="5630180"/>
                  <a:ext cx="121697" cy="92333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5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EA94AAC-1190-5B8D-2D38-A745CDCFD5FD}"/>
                    </a:ext>
                  </a:extLst>
                </p:cNvPr>
                <p:cNvSpPr txBox="1"/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𝒃𝒐𝒙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00FD126-8076-8909-AF51-AA21BEFD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75" y="5632121"/>
                  <a:ext cx="158698" cy="92333"/>
                </a:xfrm>
                <a:prstGeom prst="rect">
                  <a:avLst/>
                </a:prstGeom>
                <a:blipFill>
                  <a:blip r:embed="rId12"/>
                  <a:stretch>
                    <a:fillRect l="-15385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0191BA8-CC7C-D7B1-AA0F-30F55D61E417}"/>
                    </a:ext>
                  </a:extLst>
                </p:cNvPr>
                <p:cNvSpPr txBox="1"/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F55C7D1-4446-D449-2952-D7E02A389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727" y="5626240"/>
                  <a:ext cx="131446" cy="92333"/>
                </a:xfrm>
                <a:prstGeom prst="rect">
                  <a:avLst/>
                </a:prstGeom>
                <a:blipFill>
                  <a:blip r:embed="rId13"/>
                  <a:stretch>
                    <a:fillRect l="-13636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595B15C-81A4-7733-7C1F-CE941FA51846}"/>
                    </a:ext>
                  </a:extLst>
                </p:cNvPr>
                <p:cNvSpPr txBox="1"/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ko-KR" sz="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600" b="1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E489190-550E-B95C-A9AB-B08EC885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11" y="5620504"/>
                  <a:ext cx="126638" cy="92333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1A0349D-C1C0-8A94-2B96-98F34D2C6DFE}"/>
                </a:ext>
              </a:extLst>
            </p:cNvPr>
            <p:cNvSpPr txBox="1"/>
            <p:nvPr/>
          </p:nvSpPr>
          <p:spPr>
            <a:xfrm>
              <a:off x="1212140" y="5274775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</a:t>
              </a:r>
              <a:endParaRPr lang="ko-KR" altLang="en-US" sz="1100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E79F5B66-CE5E-3EB0-EC8E-8637B549BE3A}"/>
              </a:ext>
            </a:extLst>
          </p:cNvPr>
          <p:cNvSpPr txBox="1"/>
          <p:nvPr/>
        </p:nvSpPr>
        <p:spPr>
          <a:xfrm>
            <a:off x="485192" y="5654351"/>
            <a:ext cx="6917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Variations of trap distributions also can be discussed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733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7BC70-0241-E865-7C5C-8DD206AC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CTN Detrapping Simulation Method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8F8ABD2-D5C2-2BE9-F407-F0E5CE423AA1}"/>
              </a:ext>
            </a:extLst>
          </p:cNvPr>
          <p:cNvGrpSpPr/>
          <p:nvPr/>
        </p:nvGrpSpPr>
        <p:grpSpPr>
          <a:xfrm>
            <a:off x="1113825" y="1575391"/>
            <a:ext cx="2042898" cy="2267515"/>
            <a:chOff x="896210" y="3372354"/>
            <a:chExt cx="2042898" cy="226751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AA63822-222B-F2EA-01B9-B75F6562CCD6}"/>
                </a:ext>
              </a:extLst>
            </p:cNvPr>
            <p:cNvCxnSpPr/>
            <p:nvPr/>
          </p:nvCxnSpPr>
          <p:spPr>
            <a:xfrm flipV="1">
              <a:off x="1480153" y="3472372"/>
              <a:ext cx="0" cy="1803370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2608BC7-4FD0-D148-B7D9-6A4D9AC39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182" y="4837778"/>
              <a:ext cx="48712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9ED21B16-A00D-59EA-27C3-631BE73CF691}"/>
                </a:ext>
              </a:extLst>
            </p:cNvPr>
            <p:cNvSpPr/>
            <p:nvPr/>
          </p:nvSpPr>
          <p:spPr>
            <a:xfrm>
              <a:off x="1223416" y="3614820"/>
              <a:ext cx="1432322" cy="1660922"/>
            </a:xfrm>
            <a:custGeom>
              <a:avLst/>
              <a:gdLst>
                <a:gd name="connsiteX0" fmla="*/ 0 w 2546350"/>
                <a:gd name="connsiteY0" fmla="*/ 2952750 h 2952750"/>
                <a:gd name="connsiteX1" fmla="*/ 457200 w 2546350"/>
                <a:gd name="connsiteY1" fmla="*/ 2946400 h 2952750"/>
                <a:gd name="connsiteX2" fmla="*/ 457200 w 2546350"/>
                <a:gd name="connsiteY2" fmla="*/ 1854200 h 2952750"/>
                <a:gd name="connsiteX3" fmla="*/ 984250 w 2546350"/>
                <a:gd name="connsiteY3" fmla="*/ 1073150 h 2952750"/>
                <a:gd name="connsiteX4" fmla="*/ 977900 w 2546350"/>
                <a:gd name="connsiteY4" fmla="*/ 1606550 h 2952750"/>
                <a:gd name="connsiteX5" fmla="*/ 1587500 w 2546350"/>
                <a:gd name="connsiteY5" fmla="*/ 1295400 h 2952750"/>
                <a:gd name="connsiteX6" fmla="*/ 1568450 w 2546350"/>
                <a:gd name="connsiteY6" fmla="*/ 755650 h 2952750"/>
                <a:gd name="connsiteX7" fmla="*/ 2070100 w 2546350"/>
                <a:gd name="connsiteY7" fmla="*/ 0 h 2952750"/>
                <a:gd name="connsiteX8" fmla="*/ 2089150 w 2546350"/>
                <a:gd name="connsiteY8" fmla="*/ 1079500 h 2952750"/>
                <a:gd name="connsiteX9" fmla="*/ 2190750 w 2546350"/>
                <a:gd name="connsiteY9" fmla="*/ 958850 h 2952750"/>
                <a:gd name="connsiteX10" fmla="*/ 2241550 w 2546350"/>
                <a:gd name="connsiteY10" fmla="*/ 908050 h 2952750"/>
                <a:gd name="connsiteX11" fmla="*/ 2266950 w 2546350"/>
                <a:gd name="connsiteY11" fmla="*/ 901700 h 2952750"/>
                <a:gd name="connsiteX12" fmla="*/ 2298700 w 2546350"/>
                <a:gd name="connsiteY12" fmla="*/ 882650 h 2952750"/>
                <a:gd name="connsiteX13" fmla="*/ 2324100 w 2546350"/>
                <a:gd name="connsiteY13" fmla="*/ 876300 h 2952750"/>
                <a:gd name="connsiteX14" fmla="*/ 2343150 w 2546350"/>
                <a:gd name="connsiteY14" fmla="*/ 869950 h 2952750"/>
                <a:gd name="connsiteX15" fmla="*/ 2393950 w 2546350"/>
                <a:gd name="connsiteY15" fmla="*/ 857250 h 2952750"/>
                <a:gd name="connsiteX16" fmla="*/ 2546350 w 2546350"/>
                <a:gd name="connsiteY16" fmla="*/ 838200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46350" h="2952750">
                  <a:moveTo>
                    <a:pt x="0" y="2952750"/>
                  </a:moveTo>
                  <a:lnTo>
                    <a:pt x="457200" y="2946400"/>
                  </a:lnTo>
                  <a:lnTo>
                    <a:pt x="457200" y="1854200"/>
                  </a:lnTo>
                  <a:lnTo>
                    <a:pt x="984250" y="1073150"/>
                  </a:lnTo>
                  <a:cubicBezTo>
                    <a:pt x="982133" y="1250950"/>
                    <a:pt x="980017" y="1428750"/>
                    <a:pt x="977900" y="1606550"/>
                  </a:cubicBezTo>
                  <a:lnTo>
                    <a:pt x="1587500" y="1295400"/>
                  </a:lnTo>
                  <a:lnTo>
                    <a:pt x="1568450" y="755650"/>
                  </a:lnTo>
                  <a:lnTo>
                    <a:pt x="2070100" y="0"/>
                  </a:lnTo>
                  <a:lnTo>
                    <a:pt x="2089150" y="1079500"/>
                  </a:lnTo>
                  <a:lnTo>
                    <a:pt x="2190750" y="958850"/>
                  </a:lnTo>
                  <a:cubicBezTo>
                    <a:pt x="2207683" y="941917"/>
                    <a:pt x="2222392" y="922418"/>
                    <a:pt x="2241550" y="908050"/>
                  </a:cubicBezTo>
                  <a:cubicBezTo>
                    <a:pt x="2248532" y="902814"/>
                    <a:pt x="2258975" y="905244"/>
                    <a:pt x="2266950" y="901700"/>
                  </a:cubicBezTo>
                  <a:cubicBezTo>
                    <a:pt x="2278228" y="896687"/>
                    <a:pt x="2287422" y="887663"/>
                    <a:pt x="2298700" y="882650"/>
                  </a:cubicBezTo>
                  <a:cubicBezTo>
                    <a:pt x="2306675" y="879106"/>
                    <a:pt x="2315709" y="878698"/>
                    <a:pt x="2324100" y="876300"/>
                  </a:cubicBezTo>
                  <a:cubicBezTo>
                    <a:pt x="2330536" y="874461"/>
                    <a:pt x="2336616" y="871402"/>
                    <a:pt x="2343150" y="869950"/>
                  </a:cubicBezTo>
                  <a:cubicBezTo>
                    <a:pt x="2394472" y="858545"/>
                    <a:pt x="2366590" y="870930"/>
                    <a:pt x="2393950" y="857250"/>
                  </a:cubicBezTo>
                  <a:lnTo>
                    <a:pt x="2546350" y="838200"/>
                  </a:ln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13EE264-099E-A169-4A46-C5CD6BFF89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485" y="4743084"/>
              <a:ext cx="342900" cy="1750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D9360A-2E66-6684-406D-788DECD88802}"/>
                </a:ext>
              </a:extLst>
            </p:cNvPr>
            <p:cNvSpPr txBox="1"/>
            <p:nvPr/>
          </p:nvSpPr>
          <p:spPr>
            <a:xfrm>
              <a:off x="1441013" y="3939633"/>
              <a:ext cx="502978" cy="334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788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o1 layer </a:t>
              </a:r>
              <a:endParaRPr lang="ko-KR" altLang="en-US" sz="788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C2D36C-394D-EDE9-3232-9FF0C594CDC1}"/>
                </a:ext>
              </a:extLst>
            </p:cNvPr>
            <p:cNvSpPr txBox="1"/>
            <p:nvPr/>
          </p:nvSpPr>
          <p:spPr>
            <a:xfrm>
              <a:off x="1754291" y="3939327"/>
              <a:ext cx="4064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n1 layer </a:t>
              </a:r>
              <a:endParaRPr lang="ko-KR" altLang="en-US" sz="800" dirty="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E213EB93-B6DB-283B-7B94-4884EACAFF86}"/>
                </a:ext>
              </a:extLst>
            </p:cNvPr>
            <p:cNvSpPr/>
            <p:nvPr/>
          </p:nvSpPr>
          <p:spPr>
            <a:xfrm>
              <a:off x="1480153" y="4236472"/>
              <a:ext cx="293915" cy="598326"/>
            </a:xfrm>
            <a:custGeom>
              <a:avLst/>
              <a:gdLst>
                <a:gd name="connsiteX0" fmla="*/ 6221 w 522515"/>
                <a:gd name="connsiteY0" fmla="*/ 740229 h 1063690"/>
                <a:gd name="connsiteX1" fmla="*/ 0 w 522515"/>
                <a:gd name="connsiteY1" fmla="*/ 1063690 h 1063690"/>
                <a:gd name="connsiteX2" fmla="*/ 516294 w 522515"/>
                <a:gd name="connsiteY2" fmla="*/ 1051249 h 1063690"/>
                <a:gd name="connsiteX3" fmla="*/ 522515 w 522515"/>
                <a:gd name="connsiteY3" fmla="*/ 0 h 1063690"/>
                <a:gd name="connsiteX4" fmla="*/ 6221 w 522515"/>
                <a:gd name="connsiteY4" fmla="*/ 740229 h 106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063690">
                  <a:moveTo>
                    <a:pt x="6221" y="740229"/>
                  </a:moveTo>
                  <a:lnTo>
                    <a:pt x="0" y="1063690"/>
                  </a:lnTo>
                  <a:lnTo>
                    <a:pt x="516294" y="1051249"/>
                  </a:lnTo>
                  <a:cubicBezTo>
                    <a:pt x="518368" y="700833"/>
                    <a:pt x="520441" y="350416"/>
                    <a:pt x="522515" y="0"/>
                  </a:cubicBezTo>
                  <a:lnTo>
                    <a:pt x="6221" y="740229"/>
                  </a:lnTo>
                  <a:close/>
                </a:path>
              </a:pathLst>
            </a:custGeom>
            <a:solidFill>
              <a:srgbClr val="3737F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FB1433F-13A1-E823-B8BF-FDD0765BE60B}"/>
                </a:ext>
              </a:extLst>
            </p:cNvPr>
            <p:cNvSpPr/>
            <p:nvPr/>
          </p:nvSpPr>
          <p:spPr>
            <a:xfrm>
              <a:off x="1773193" y="4425417"/>
              <a:ext cx="189820" cy="402383"/>
            </a:xfrm>
            <a:custGeom>
              <a:avLst/>
              <a:gdLst>
                <a:gd name="connsiteX0" fmla="*/ 0 w 323461"/>
                <a:gd name="connsiteY0" fmla="*/ 715347 h 715347"/>
                <a:gd name="connsiteX1" fmla="*/ 0 w 323461"/>
                <a:gd name="connsiteY1" fmla="*/ 149290 h 715347"/>
                <a:gd name="connsiteX2" fmla="*/ 323461 w 323461"/>
                <a:gd name="connsiteY2" fmla="*/ 0 h 715347"/>
                <a:gd name="connsiteX3" fmla="*/ 311020 w 323461"/>
                <a:gd name="connsiteY3" fmla="*/ 709127 h 715347"/>
                <a:gd name="connsiteX4" fmla="*/ 0 w 323461"/>
                <a:gd name="connsiteY4" fmla="*/ 715347 h 7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461" h="715347">
                  <a:moveTo>
                    <a:pt x="0" y="715347"/>
                  </a:moveTo>
                  <a:lnTo>
                    <a:pt x="0" y="149290"/>
                  </a:lnTo>
                  <a:lnTo>
                    <a:pt x="323461" y="0"/>
                  </a:lnTo>
                  <a:lnTo>
                    <a:pt x="311020" y="709127"/>
                  </a:lnTo>
                  <a:lnTo>
                    <a:pt x="0" y="715347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BAE265-7114-BFCF-FF9C-BFB474C06AB2}"/>
                </a:ext>
              </a:extLst>
            </p:cNvPr>
            <p:cNvSpPr txBox="1"/>
            <p:nvPr/>
          </p:nvSpPr>
          <p:spPr>
            <a:xfrm>
              <a:off x="2056829" y="3930034"/>
              <a:ext cx="4004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o2 layer </a:t>
              </a:r>
              <a:endParaRPr lang="ko-KR" altLang="en-US" sz="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6F6007-AA74-3135-5CAC-14BC2CBB74D2}"/>
                </a:ext>
              </a:extLst>
            </p:cNvPr>
            <p:cNvSpPr txBox="1"/>
            <p:nvPr/>
          </p:nvSpPr>
          <p:spPr>
            <a:xfrm>
              <a:off x="2392476" y="3889469"/>
              <a:ext cx="408958" cy="21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788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C475EE2-0318-410A-BA7B-36DCEB53C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153" y="3562918"/>
              <a:ext cx="92373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125AA2-CF30-0792-B49C-E466FFD5B246}"/>
                </a:ext>
              </a:extLst>
            </p:cNvPr>
            <p:cNvSpPr txBox="1"/>
            <p:nvPr/>
          </p:nvSpPr>
          <p:spPr>
            <a:xfrm>
              <a:off x="1543135" y="3372354"/>
              <a:ext cx="990359" cy="213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788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7E461F5-9604-BFBD-CF2B-85CF014BA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032" y="4762281"/>
              <a:ext cx="136628" cy="13662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9E7BAA-0F52-0655-A939-119CFA67F300}"/>
                </a:ext>
              </a:extLst>
            </p:cNvPr>
            <p:cNvSpPr txBox="1"/>
            <p:nvPr/>
          </p:nvSpPr>
          <p:spPr>
            <a:xfrm>
              <a:off x="1350343" y="5378259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TC</a:t>
              </a:r>
              <a:r>
                <a:rPr lang="en-US" altLang="ko-KR" sz="1100" b="1" baseline="-25000" dirty="0"/>
                <a:t>o1</a:t>
              </a:r>
              <a:endParaRPr lang="ko-KR" altLang="en-US" sz="1100" b="1" baseline="-25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DAF478-EE95-862A-B0B7-D02449311D87}"/>
                </a:ext>
              </a:extLst>
            </p:cNvPr>
            <p:cNvSpPr txBox="1"/>
            <p:nvPr/>
          </p:nvSpPr>
          <p:spPr>
            <a:xfrm>
              <a:off x="2249117" y="4334926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TC</a:t>
              </a:r>
              <a:r>
                <a:rPr lang="en-US" altLang="ko-KR" sz="1100" b="1" baseline="-25000" dirty="0"/>
                <a:t>n1</a:t>
              </a:r>
              <a:endParaRPr lang="ko-KR" altLang="en-US" sz="1100" b="1" baseline="-25000" dirty="0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5A5A5DC-C9C5-FBC9-0644-B282FCD2A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429" y="4472070"/>
              <a:ext cx="416379" cy="115805"/>
            </a:xfrm>
            <a:prstGeom prst="straightConnector1">
              <a:avLst/>
            </a:prstGeom>
            <a:ln w="9525"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B5903A1-706F-371D-2064-F1841E1317D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1622188" y="4739567"/>
              <a:ext cx="0" cy="638692"/>
            </a:xfrm>
            <a:prstGeom prst="straightConnector1">
              <a:avLst/>
            </a:prstGeom>
            <a:ln w="952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DF118386-8F78-36CA-A577-B445D6497B52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1301750" y="4830595"/>
              <a:ext cx="59228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AF39E9-B46D-7DDF-EC0E-6705430F6586}"/>
                </a:ext>
              </a:extLst>
            </p:cNvPr>
            <p:cNvSpPr txBox="1"/>
            <p:nvPr/>
          </p:nvSpPr>
          <p:spPr>
            <a:xfrm>
              <a:off x="2283593" y="4711687"/>
              <a:ext cx="54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E</a:t>
              </a:r>
              <a:r>
                <a:rPr lang="en-US" altLang="ko-KR" sz="1000" i="1" baseline="-25000"/>
                <a:t>trap</a:t>
              </a:r>
              <a:endParaRPr lang="ko-KR" altLang="en-US" sz="1000" i="1" baseline="-25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294DE9-82C0-2A7C-43B6-4C4EBB6CE755}"/>
                </a:ext>
              </a:extLst>
            </p:cNvPr>
            <p:cNvSpPr txBox="1"/>
            <p:nvPr/>
          </p:nvSpPr>
          <p:spPr>
            <a:xfrm>
              <a:off x="1062051" y="5041031"/>
              <a:ext cx="4286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E</a:t>
              </a:r>
              <a:r>
                <a:rPr lang="en-US" altLang="ko-KR" sz="1000" i="1" baseline="-25000"/>
                <a:t>C,r</a:t>
              </a:r>
              <a:endParaRPr lang="ko-KR" altLang="en-US" sz="1000" i="1" baseline="-25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A92349-DF81-CE0F-8495-F16C99FA2E57}"/>
                </a:ext>
              </a:extLst>
            </p:cNvPr>
            <p:cNvSpPr txBox="1"/>
            <p:nvPr/>
          </p:nvSpPr>
          <p:spPr>
            <a:xfrm>
              <a:off x="896210" y="4280805"/>
              <a:ext cx="635466" cy="33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Si-channel</a:t>
              </a:r>
            </a:p>
            <a:p>
              <a:pPr algn="ctr"/>
              <a:r>
                <a:rPr lang="en-US" altLang="ko-KR" sz="788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(reservoir)</a:t>
              </a:r>
              <a:endParaRPr lang="ko-KR" altLang="en-US" sz="788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A515A09-D28A-CC86-FD18-C5E69845428A}"/>
                </a:ext>
              </a:extLst>
            </p:cNvPr>
            <p:cNvSpPr txBox="1"/>
            <p:nvPr/>
          </p:nvSpPr>
          <p:spPr>
            <a:xfrm>
              <a:off x="1965600" y="4981337"/>
              <a:ext cx="9735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 dirty="0" err="1"/>
                <a:t>E</a:t>
              </a:r>
              <a:r>
                <a:rPr lang="en-US" altLang="ko-KR" sz="1000" i="1" baseline="-25000" dirty="0" err="1"/>
                <a:t>trap</a:t>
              </a:r>
              <a:r>
                <a:rPr lang="en-US" altLang="ko-KR" sz="1000" i="1" dirty="0"/>
                <a:t> &gt; </a:t>
              </a:r>
              <a:r>
                <a:rPr lang="en-US" altLang="ko-KR" sz="1000" i="1" dirty="0" err="1"/>
                <a:t>E</a:t>
              </a:r>
              <a:r>
                <a:rPr lang="en-US" altLang="ko-KR" sz="1000" i="1" baseline="-25000" dirty="0" err="1"/>
                <a:t>C,r</a:t>
              </a:r>
              <a:endParaRPr lang="en-US" altLang="ko-KR" sz="1000" i="1" dirty="0"/>
            </a:p>
            <a:p>
              <a:r>
                <a:rPr lang="en-US" altLang="ko-KR" sz="1000" dirty="0"/>
                <a:t>For emission</a:t>
              </a:r>
              <a:endParaRPr lang="ko-KR" altLang="en-US" sz="1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40577D-CDC4-02CC-F2A5-23AB4BD9F49E}"/>
                </a:ext>
              </a:extLst>
            </p:cNvPr>
            <p:cNvSpPr txBox="1"/>
            <p:nvPr/>
          </p:nvSpPr>
          <p:spPr>
            <a:xfrm>
              <a:off x="2007710" y="4534164"/>
              <a:ext cx="543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i="1"/>
                <a:t>|</a:t>
              </a:r>
              <a:r>
                <a:rPr lang="el-GR" altLang="ko-KR" sz="1000" i="1"/>
                <a:t>Δ</a:t>
              </a:r>
              <a:r>
                <a:rPr lang="en-US" altLang="ko-KR" sz="1000" i="1"/>
                <a:t>E</a:t>
              </a:r>
              <a:r>
                <a:rPr lang="en-US" altLang="ko-KR" sz="1000" i="1" baseline="-25000"/>
                <a:t>T</a:t>
              </a:r>
              <a:r>
                <a:rPr lang="en-US" altLang="ko-KR" sz="1000" i="1"/>
                <a:t>|</a:t>
              </a:r>
              <a:endParaRPr lang="ko-KR" altLang="en-US" sz="1000" i="1" dirty="0"/>
            </a:p>
          </p:txBody>
        </p:sp>
      </p:grp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CBA2DAC1-F93F-71A4-1C1E-6725CC9F7DF7}"/>
              </a:ext>
            </a:extLst>
          </p:cNvPr>
          <p:cNvSpPr/>
          <p:nvPr/>
        </p:nvSpPr>
        <p:spPr>
          <a:xfrm>
            <a:off x="868635" y="5266919"/>
            <a:ext cx="822061" cy="368397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7EA6F707-0427-49A6-9268-DFACA3E6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057" y="1028107"/>
            <a:ext cx="3499519" cy="2814799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438C8246-5005-CE89-DEF3-24FE00079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723" y="4575519"/>
            <a:ext cx="3720658" cy="1846515"/>
          </a:xfrm>
          <a:prstGeom prst="rect">
            <a:avLst/>
          </a:prstGeom>
        </p:spPr>
      </p:pic>
      <p:sp>
        <p:nvSpPr>
          <p:cNvPr id="92" name="더하기 기호 91">
            <a:extLst>
              <a:ext uri="{FF2B5EF4-FFF2-40B4-BE49-F238E27FC236}">
                <a16:creationId xmlns:a16="http://schemas.microsoft.com/office/drawing/2014/main" id="{A461621B-BE81-0140-3EDB-E41F26D3D27C}"/>
              </a:ext>
            </a:extLst>
          </p:cNvPr>
          <p:cNvSpPr/>
          <p:nvPr/>
        </p:nvSpPr>
        <p:spPr>
          <a:xfrm>
            <a:off x="3539412" y="1575391"/>
            <a:ext cx="962572" cy="962572"/>
          </a:xfrm>
          <a:prstGeom prst="mathPlus">
            <a:avLst>
              <a:gd name="adj1" fmla="val 801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AE2321-0F5E-DFE4-0C18-DD8874C01729}"/>
              </a:ext>
            </a:extLst>
          </p:cNvPr>
          <p:cNvSpPr txBox="1"/>
          <p:nvPr/>
        </p:nvSpPr>
        <p:spPr>
          <a:xfrm>
            <a:off x="398106" y="1028107"/>
            <a:ext cx="349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Summary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AC46CB7-CE76-10E8-1F64-0C34F6C5CC18}"/>
              </a:ext>
            </a:extLst>
          </p:cNvPr>
          <p:cNvSpPr txBox="1"/>
          <p:nvPr/>
        </p:nvSpPr>
        <p:spPr>
          <a:xfrm>
            <a:off x="331028" y="4094065"/>
            <a:ext cx="7991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Modeling based on Detailed 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788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88303-A4AB-0206-1DCB-020CDFA5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8475AD-75C5-1C92-BE87-E53799282963}"/>
              </a:ext>
            </a:extLst>
          </p:cNvPr>
          <p:cNvSpPr txBox="1"/>
          <p:nvPr/>
        </p:nvSpPr>
        <p:spPr>
          <a:xfrm>
            <a:off x="4285861" y="4468244"/>
            <a:ext cx="46093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Each cell C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ij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contains information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(i)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depth (j)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concentration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channel direction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wordline direction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9DDC17A-4A09-66D6-D1F9-2BD649993D1C}"/>
              </a:ext>
            </a:extLst>
          </p:cNvPr>
          <p:cNvGrpSpPr/>
          <p:nvPr/>
        </p:nvGrpSpPr>
        <p:grpSpPr>
          <a:xfrm>
            <a:off x="1084170" y="868882"/>
            <a:ext cx="7881216" cy="4357374"/>
            <a:chOff x="1084170" y="868882"/>
            <a:chExt cx="7881216" cy="435737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50E5CDB-3BA2-3159-EBCC-14C6BC69E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170" y="962166"/>
              <a:ext cx="2395685" cy="4264090"/>
            </a:xfrm>
            <a:prstGeom prst="rect">
              <a:avLst/>
            </a:prstGeom>
          </p:spPr>
        </p:pic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FBC2438D-A2FE-C577-C680-7FD7D3B51385}"/>
                </a:ext>
              </a:extLst>
            </p:cNvPr>
            <p:cNvSpPr/>
            <p:nvPr/>
          </p:nvSpPr>
          <p:spPr>
            <a:xfrm>
              <a:off x="1733940" y="142355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D9C1B2B0-3FE6-E85A-82ED-67AC4D6DAF70}"/>
                </a:ext>
              </a:extLst>
            </p:cNvPr>
            <p:cNvSpPr/>
            <p:nvPr/>
          </p:nvSpPr>
          <p:spPr>
            <a:xfrm>
              <a:off x="1733940" y="3352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27D399E-0A89-F703-D6BD-7A1247B6990D}"/>
                </a:ext>
              </a:extLst>
            </p:cNvPr>
            <p:cNvSpPr/>
            <p:nvPr/>
          </p:nvSpPr>
          <p:spPr>
            <a:xfrm>
              <a:off x="1733940" y="1460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14AC8F03-3C2F-51AC-B93D-D9E5F8AA892C}"/>
                </a:ext>
              </a:extLst>
            </p:cNvPr>
            <p:cNvSpPr/>
            <p:nvPr/>
          </p:nvSpPr>
          <p:spPr>
            <a:xfrm>
              <a:off x="1733940" y="151058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7769EBF7-A139-EC72-2100-01C11BF46AC5}"/>
                </a:ext>
              </a:extLst>
            </p:cNvPr>
            <p:cNvSpPr/>
            <p:nvPr/>
          </p:nvSpPr>
          <p:spPr>
            <a:xfrm>
              <a:off x="1733940" y="1557185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E00E371-5CDF-75B5-D9F2-75C27207A410}"/>
                </a:ext>
              </a:extLst>
            </p:cNvPr>
            <p:cNvCxnSpPr>
              <a:cxnSpLocks/>
              <a:stCxn id="13" idx="0"/>
              <a:endCxn id="14" idx="0"/>
            </p:cNvCxnSpPr>
            <p:nvPr/>
          </p:nvCxnSpPr>
          <p:spPr>
            <a:xfrm>
              <a:off x="1733940" y="1482208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3A872EA-E42E-2B67-1AF0-553C01715A79}"/>
                </a:ext>
              </a:extLst>
            </p:cNvPr>
            <p:cNvCxnSpPr>
              <a:cxnSpLocks/>
              <a:stCxn id="13" idx="4"/>
              <a:endCxn id="14" idx="4"/>
            </p:cNvCxnSpPr>
            <p:nvPr/>
          </p:nvCxnSpPr>
          <p:spPr>
            <a:xfrm>
              <a:off x="2443553" y="1525070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E95CED-BB75-3636-0250-E61A4CD030D7}"/>
                </a:ext>
              </a:extLst>
            </p:cNvPr>
            <p:cNvCxnSpPr>
              <a:cxnSpLocks/>
            </p:cNvCxnSpPr>
            <p:nvPr/>
          </p:nvCxnSpPr>
          <p:spPr>
            <a:xfrm>
              <a:off x="1772040" y="1460367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2833355-229E-09CF-612F-4DC189A0BC89}"/>
                </a:ext>
              </a:extLst>
            </p:cNvPr>
            <p:cNvCxnSpPr>
              <a:cxnSpLocks/>
            </p:cNvCxnSpPr>
            <p:nvPr/>
          </p:nvCxnSpPr>
          <p:spPr>
            <a:xfrm>
              <a:off x="1814903" y="1448462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F9A25E80-048D-C1DA-0F30-29F1EA3DEAEC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7" y="1425935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161437-5B16-E411-8B82-37631BA383D9}"/>
                </a:ext>
              </a:extLst>
            </p:cNvPr>
            <p:cNvSpPr txBox="1"/>
            <p:nvPr/>
          </p:nvSpPr>
          <p:spPr>
            <a:xfrm>
              <a:off x="1819873" y="2537928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842F28-81AB-A777-606C-FD67AB2D18BF}"/>
                </a:ext>
              </a:extLst>
            </p:cNvPr>
            <p:cNvSpPr txBox="1"/>
            <p:nvPr/>
          </p:nvSpPr>
          <p:spPr>
            <a:xfrm rot="5400000">
              <a:off x="1977824" y="16023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A303104-2385-BED9-3250-A317B75E4363}"/>
                </a:ext>
              </a:extLst>
            </p:cNvPr>
            <p:cNvSpPr/>
            <p:nvPr/>
          </p:nvSpPr>
          <p:spPr>
            <a:xfrm>
              <a:off x="4739952" y="1204485"/>
              <a:ext cx="3576734" cy="286552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7498D81-08FE-C655-6554-6A293DFF8161}"/>
                </a:ext>
              </a:extLst>
            </p:cNvPr>
            <p:cNvCxnSpPr>
              <a:cxnSpLocks/>
            </p:cNvCxnSpPr>
            <p:nvPr/>
          </p:nvCxnSpPr>
          <p:spPr>
            <a:xfrm>
              <a:off x="4827281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8FE0E79-6BC6-2BBA-B9CD-FC2CFA02E7B0}"/>
                </a:ext>
              </a:extLst>
            </p:cNvPr>
            <p:cNvCxnSpPr>
              <a:cxnSpLocks/>
            </p:cNvCxnSpPr>
            <p:nvPr/>
          </p:nvCxnSpPr>
          <p:spPr>
            <a:xfrm>
              <a:off x="4914366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51EC16-5C4E-6205-1B82-DCECF54E2BD3}"/>
                </a:ext>
              </a:extLst>
            </p:cNvPr>
            <p:cNvCxnSpPr>
              <a:cxnSpLocks/>
            </p:cNvCxnSpPr>
            <p:nvPr/>
          </p:nvCxnSpPr>
          <p:spPr>
            <a:xfrm>
              <a:off x="5001451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A8A1E4A5-0503-8C96-EE05-0625B2257112}"/>
                </a:ext>
              </a:extLst>
            </p:cNvPr>
            <p:cNvCxnSpPr>
              <a:cxnSpLocks/>
            </p:cNvCxnSpPr>
            <p:nvPr/>
          </p:nvCxnSpPr>
          <p:spPr>
            <a:xfrm>
              <a:off x="5082317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041AD1C-870B-3BC0-666D-F108658923C7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281121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7911424A-4404-40F0-B8D6-EE426AFC091F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368206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63461867-7DDD-7228-D5E8-6DE51A84BD21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455292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843D4848-2AFC-1C59-71F3-6901869B3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553" y="1204485"/>
              <a:ext cx="2296399" cy="320585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536E05C8-EE22-455D-38C6-6DD12559C46C}"/>
                </a:ext>
              </a:extLst>
            </p:cNvPr>
            <p:cNvCxnSpPr>
              <a:cxnSpLocks/>
            </p:cNvCxnSpPr>
            <p:nvPr/>
          </p:nvCxnSpPr>
          <p:spPr>
            <a:xfrm>
              <a:off x="2443551" y="3468369"/>
              <a:ext cx="2296400" cy="595422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A15CD66-5535-D9D4-5078-F101E05E78B1}"/>
                </a:ext>
              </a:extLst>
            </p:cNvPr>
            <p:cNvSpPr txBox="1"/>
            <p:nvPr/>
          </p:nvSpPr>
          <p:spPr>
            <a:xfrm>
              <a:off x="3861874" y="2537928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r>
                <a:rPr lang="en-US" altLang="ko-KR" sz="1800" i="1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ij</a:t>
              </a:r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716FA63-880A-EEC1-F3DA-A4961A4FAAAF}"/>
                </a:ext>
              </a:extLst>
            </p:cNvPr>
            <p:cNvSpPr/>
            <p:nvPr/>
          </p:nvSpPr>
          <p:spPr>
            <a:xfrm>
              <a:off x="5001451" y="1368206"/>
              <a:ext cx="80856" cy="8708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9AAB3FD6-4E53-F29B-DD6F-D310F8C29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9635" y="1411114"/>
              <a:ext cx="809137" cy="1201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03F55CC-0091-6381-53A4-06300CBD24D9}"/>
                </a:ext>
              </a:extLst>
            </p:cNvPr>
            <p:cNvSpPr txBox="1"/>
            <p:nvPr/>
          </p:nvSpPr>
          <p:spPr>
            <a:xfrm>
              <a:off x="7830452" y="868882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endParaRPr lang="ko-KR" altLang="en-US" baseline="-25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884738B-60F0-50E5-263D-8EA527095B2D}"/>
                </a:ext>
              </a:extLst>
            </p:cNvPr>
            <p:cNvSpPr txBox="1"/>
            <p:nvPr/>
          </p:nvSpPr>
          <p:spPr>
            <a:xfrm>
              <a:off x="7830452" y="4011826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endParaRPr lang="ko-KR" altLang="en-US" baseline="-250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9E0581E-87BC-501D-47B6-0607748F9B2C}"/>
                </a:ext>
              </a:extLst>
            </p:cNvPr>
            <p:cNvSpPr txBox="1"/>
            <p:nvPr/>
          </p:nvSpPr>
          <p:spPr>
            <a:xfrm>
              <a:off x="8506631" y="2476373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</a:t>
              </a:r>
              <a:endParaRPr lang="ko-KR" altLang="en-US" baseline="-25000"/>
            </a:p>
          </p:txBody>
        </p:sp>
        <p:sp>
          <p:nvSpPr>
            <p:cNvPr id="60" name="오른쪽 중괄호 59">
              <a:extLst>
                <a:ext uri="{FF2B5EF4-FFF2-40B4-BE49-F238E27FC236}">
                  <a16:creationId xmlns:a16="http://schemas.microsoft.com/office/drawing/2014/main" id="{C3F08BFF-1D3A-D715-97FA-FBC6777E25AC}"/>
                </a:ext>
              </a:extLst>
            </p:cNvPr>
            <p:cNvSpPr/>
            <p:nvPr/>
          </p:nvSpPr>
          <p:spPr>
            <a:xfrm>
              <a:off x="8316686" y="1204485"/>
              <a:ext cx="242596" cy="2859306"/>
            </a:xfrm>
            <a:prstGeom prst="rightBrace">
              <a:avLst>
                <a:gd name="adj1" fmla="val 1634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D7C40A-81CA-1A6C-99EE-FE4945B5A5BD}"/>
                </a:ext>
              </a:extLst>
            </p:cNvPr>
            <p:cNvSpPr txBox="1"/>
            <p:nvPr/>
          </p:nvSpPr>
          <p:spPr>
            <a:xfrm rot="5400000">
              <a:off x="6630690" y="1491256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E21EA7B-B9A0-8F1A-8769-2082D1B76901}"/>
                </a:ext>
              </a:extLst>
            </p:cNvPr>
            <p:cNvSpPr txBox="1"/>
            <p:nvPr/>
          </p:nvSpPr>
          <p:spPr>
            <a:xfrm>
              <a:off x="5087216" y="25687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292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416A5-C57F-C6CC-F0AF-2663A7E0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29448-9A2E-DD09-2767-C286C10A1B61}"/>
              </a:ext>
            </a:extLst>
          </p:cNvPr>
          <p:cNvSpPr txBox="1"/>
          <p:nvPr/>
        </p:nvSpPr>
        <p:spPr>
          <a:xfrm>
            <a:off x="718441" y="4808403"/>
            <a:ext cx="2380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Both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(i)</a:t>
            </a:r>
          </a:p>
          <a:p>
            <a:pPr marL="457200" indent="-457200">
              <a:buAutoNum type="arabicParenBoth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depth (j)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043A86-D950-7FD1-431D-C920B0CECE0D}"/>
              </a:ext>
            </a:extLst>
          </p:cNvPr>
          <p:cNvSpPr txBox="1"/>
          <p:nvPr/>
        </p:nvSpPr>
        <p:spPr>
          <a:xfrm>
            <a:off x="341440" y="2413852"/>
            <a:ext cx="458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sz="18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ij</a:t>
            </a:r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8F4E4C2-D915-D2E8-A956-EFE71A4A00D1}"/>
              </a:ext>
            </a:extLst>
          </p:cNvPr>
          <p:cNvCxnSpPr>
            <a:cxnSpLocks/>
          </p:cNvCxnSpPr>
          <p:nvPr/>
        </p:nvCxnSpPr>
        <p:spPr>
          <a:xfrm flipH="1">
            <a:off x="718441" y="1533893"/>
            <a:ext cx="708031" cy="907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B3D10FBD-88EA-D72C-9189-3A43C5C045C5}"/>
              </a:ext>
            </a:extLst>
          </p:cNvPr>
          <p:cNvGrpSpPr/>
          <p:nvPr/>
        </p:nvGrpSpPr>
        <p:grpSpPr>
          <a:xfrm>
            <a:off x="1124545" y="991027"/>
            <a:ext cx="4225434" cy="3512276"/>
            <a:chOff x="1517781" y="1915589"/>
            <a:chExt cx="4225434" cy="3512276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5F91EFE1-AE28-D67B-C96B-B8A5EC6D7B20}"/>
                </a:ext>
              </a:extLst>
            </p:cNvPr>
            <p:cNvCxnSpPr>
              <a:cxnSpLocks/>
            </p:cNvCxnSpPr>
            <p:nvPr/>
          </p:nvCxnSpPr>
          <p:spPr>
            <a:xfrm>
              <a:off x="1605110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C7BC17A-C812-8A05-9D96-FFE2FB82D06F}"/>
                </a:ext>
              </a:extLst>
            </p:cNvPr>
            <p:cNvSpPr/>
            <p:nvPr/>
          </p:nvSpPr>
          <p:spPr>
            <a:xfrm>
              <a:off x="1517781" y="2251192"/>
              <a:ext cx="3576734" cy="286552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9707810F-6D12-09FA-E020-0D2F24300FD4}"/>
                </a:ext>
              </a:extLst>
            </p:cNvPr>
            <p:cNvCxnSpPr>
              <a:cxnSpLocks/>
            </p:cNvCxnSpPr>
            <p:nvPr/>
          </p:nvCxnSpPr>
          <p:spPr>
            <a:xfrm>
              <a:off x="1692195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0AA1C49F-10C8-3F38-67B2-EE4E816380A1}"/>
                </a:ext>
              </a:extLst>
            </p:cNvPr>
            <p:cNvCxnSpPr>
              <a:cxnSpLocks/>
            </p:cNvCxnSpPr>
            <p:nvPr/>
          </p:nvCxnSpPr>
          <p:spPr>
            <a:xfrm>
              <a:off x="1779280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04BF6887-52D2-4787-9BF9-0101C74BF98C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6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38F597C9-7F7F-9EAB-6B86-6B84056D80D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327828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7DEBA5CB-41B1-72CE-4EF3-2968E961A03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414913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B51C6038-F222-5DC3-7EF4-1F618036C72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501999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F7B0A4B-6EFE-F29D-68A3-1FD9EF9E01C6}"/>
                </a:ext>
              </a:extLst>
            </p:cNvPr>
            <p:cNvSpPr/>
            <p:nvPr/>
          </p:nvSpPr>
          <p:spPr>
            <a:xfrm>
              <a:off x="1779280" y="2414913"/>
              <a:ext cx="80856" cy="8708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A605D0-687A-3C81-9268-D3CD383E5EFB}"/>
                </a:ext>
              </a:extLst>
            </p:cNvPr>
            <p:cNvSpPr txBox="1"/>
            <p:nvPr/>
          </p:nvSpPr>
          <p:spPr>
            <a:xfrm>
              <a:off x="4608281" y="1915589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endParaRPr lang="ko-KR" altLang="en-US" baseline="-250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E14E00F-8C44-B2FC-24F8-A585626B7E3B}"/>
                </a:ext>
              </a:extLst>
            </p:cNvPr>
            <p:cNvSpPr txBox="1"/>
            <p:nvPr/>
          </p:nvSpPr>
          <p:spPr>
            <a:xfrm>
              <a:off x="4608281" y="5058533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endParaRPr lang="ko-KR" altLang="en-US" baseline="-250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C6C9C95-7400-EFF9-F101-9DED8D146F7F}"/>
                </a:ext>
              </a:extLst>
            </p:cNvPr>
            <p:cNvSpPr txBox="1"/>
            <p:nvPr/>
          </p:nvSpPr>
          <p:spPr>
            <a:xfrm>
              <a:off x="5284460" y="3523080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</a:t>
              </a:r>
              <a:endParaRPr lang="ko-KR" altLang="en-US" baseline="-25000"/>
            </a:p>
          </p:txBody>
        </p:sp>
        <p:sp>
          <p:nvSpPr>
            <p:cNvPr id="95" name="오른쪽 중괄호 94">
              <a:extLst>
                <a:ext uri="{FF2B5EF4-FFF2-40B4-BE49-F238E27FC236}">
                  <a16:creationId xmlns:a16="http://schemas.microsoft.com/office/drawing/2014/main" id="{8CCE31F7-8EB9-3AA2-5FAC-3D026966DDAC}"/>
                </a:ext>
              </a:extLst>
            </p:cNvPr>
            <p:cNvSpPr/>
            <p:nvPr/>
          </p:nvSpPr>
          <p:spPr>
            <a:xfrm>
              <a:off x="5094515" y="2251192"/>
              <a:ext cx="242596" cy="2859306"/>
            </a:xfrm>
            <a:prstGeom prst="rightBrace">
              <a:avLst>
                <a:gd name="adj1" fmla="val 1634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780C60C-89ED-C76C-8AF3-494E3BC53352}"/>
              </a:ext>
            </a:extLst>
          </p:cNvPr>
          <p:cNvCxnSpPr>
            <a:cxnSpLocks/>
          </p:cNvCxnSpPr>
          <p:nvPr/>
        </p:nvCxnSpPr>
        <p:spPr>
          <a:xfrm>
            <a:off x="834508" y="1252582"/>
            <a:ext cx="684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B19CDE1-F088-6D59-4525-3371A5338453}"/>
              </a:ext>
            </a:extLst>
          </p:cNvPr>
          <p:cNvCxnSpPr>
            <a:cxnSpLocks/>
          </p:cNvCxnSpPr>
          <p:nvPr/>
        </p:nvCxnSpPr>
        <p:spPr>
          <a:xfrm>
            <a:off x="840728" y="1246362"/>
            <a:ext cx="0" cy="691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902D05-AE4F-CB88-F093-2B1B13530051}"/>
              </a:ext>
            </a:extLst>
          </p:cNvPr>
          <p:cNvSpPr txBox="1"/>
          <p:nvPr/>
        </p:nvSpPr>
        <p:spPr>
          <a:xfrm>
            <a:off x="3674706" y="4756079"/>
            <a:ext cx="4951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for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monitoring</a:t>
            </a:r>
          </a:p>
          <a:p>
            <a:endParaRPr lang="en-US" altLang="ko-KR" sz="20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&amp; trap depth saved at center point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6E2514-F2F0-3DDA-ED0F-66B2BABE6495}"/>
              </a:ext>
            </a:extLst>
          </p:cNvPr>
          <p:cNvSpPr/>
          <p:nvPr/>
        </p:nvSpPr>
        <p:spPr>
          <a:xfrm>
            <a:off x="7042758" y="1789532"/>
            <a:ext cx="735655" cy="7923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EDFC418-1C8C-FD1B-71A2-695343BD6355}"/>
              </a:ext>
            </a:extLst>
          </p:cNvPr>
          <p:cNvCxnSpPr>
            <a:cxnSpLocks/>
          </p:cNvCxnSpPr>
          <p:nvPr/>
        </p:nvCxnSpPr>
        <p:spPr>
          <a:xfrm>
            <a:off x="6556310" y="2185692"/>
            <a:ext cx="179769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CDDEC4-4E83-8972-6CB2-8612FDE787DF}"/>
              </a:ext>
            </a:extLst>
          </p:cNvPr>
          <p:cNvCxnSpPr>
            <a:cxnSpLocks/>
          </p:cNvCxnSpPr>
          <p:nvPr/>
        </p:nvCxnSpPr>
        <p:spPr>
          <a:xfrm>
            <a:off x="7414785" y="1326340"/>
            <a:ext cx="0" cy="173782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1E25A652-A841-6848-C28A-6232262C3927}"/>
              </a:ext>
            </a:extLst>
          </p:cNvPr>
          <p:cNvSpPr/>
          <p:nvPr/>
        </p:nvSpPr>
        <p:spPr>
          <a:xfrm flipV="1">
            <a:off x="7356002" y="2131108"/>
            <a:ext cx="109166" cy="109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195DAA-7D8E-B268-E932-8C18BE376CCB}"/>
              </a:ext>
            </a:extLst>
          </p:cNvPr>
          <p:cNvSpPr txBox="1"/>
          <p:nvPr/>
        </p:nvSpPr>
        <p:spPr>
          <a:xfrm>
            <a:off x="7150987" y="3079122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4C592-8FCC-5DBD-DA72-F4469449485D}"/>
              </a:ext>
            </a:extLst>
          </p:cNvPr>
          <p:cNvSpPr txBox="1"/>
          <p:nvPr/>
        </p:nvSpPr>
        <p:spPr>
          <a:xfrm>
            <a:off x="779763" y="899525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7705C-793E-B8D8-988C-B1F140C7BF2E}"/>
              </a:ext>
            </a:extLst>
          </p:cNvPr>
          <p:cNvSpPr txBox="1"/>
          <p:nvPr/>
        </p:nvSpPr>
        <p:spPr>
          <a:xfrm>
            <a:off x="405091" y="1351671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CCA0A-78F8-ED23-CE44-3153F9A25A75}"/>
              </a:ext>
            </a:extLst>
          </p:cNvPr>
          <p:cNvSpPr txBox="1"/>
          <p:nvPr/>
        </p:nvSpPr>
        <p:spPr>
          <a:xfrm>
            <a:off x="6013124" y="1985636"/>
            <a:ext cx="601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j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F88C6B-01B8-BC4A-4B2A-A9E3D6C367D3}"/>
              </a:ext>
            </a:extLst>
          </p:cNvPr>
          <p:cNvCxnSpPr>
            <a:cxnSpLocks/>
            <a:stCxn id="90" idx="0"/>
          </p:cNvCxnSpPr>
          <p:nvPr/>
        </p:nvCxnSpPr>
        <p:spPr>
          <a:xfrm>
            <a:off x="1426472" y="1490351"/>
            <a:ext cx="5002009" cy="2056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3C88F69-5480-ED86-36E3-31CD09D4F158}"/>
              </a:ext>
            </a:extLst>
          </p:cNvPr>
          <p:cNvCxnSpPr>
            <a:cxnSpLocks/>
          </p:cNvCxnSpPr>
          <p:nvPr/>
        </p:nvCxnSpPr>
        <p:spPr>
          <a:xfrm>
            <a:off x="1485255" y="1583934"/>
            <a:ext cx="4884443" cy="117234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31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48A4-A849-9CAD-10D8-7992D88B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8AEC78-81A3-8912-BD8E-EA97DD4F4DBB}"/>
              </a:ext>
            </a:extLst>
          </p:cNvPr>
          <p:cNvGrpSpPr/>
          <p:nvPr/>
        </p:nvGrpSpPr>
        <p:grpSpPr>
          <a:xfrm>
            <a:off x="1943464" y="2094151"/>
            <a:ext cx="2395685" cy="4264090"/>
            <a:chOff x="1084170" y="962166"/>
            <a:chExt cx="2395685" cy="42640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C4CFD23-C2F8-FEB8-7689-3F74B7731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170" y="962166"/>
              <a:ext cx="2395685" cy="4264090"/>
            </a:xfrm>
            <a:prstGeom prst="rect">
              <a:avLst/>
            </a:prstGeom>
          </p:spPr>
        </p:pic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56E78018-AA0D-7DE8-6B2A-31BD20E74E67}"/>
                </a:ext>
              </a:extLst>
            </p:cNvPr>
            <p:cNvSpPr/>
            <p:nvPr/>
          </p:nvSpPr>
          <p:spPr>
            <a:xfrm>
              <a:off x="1733940" y="142355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84C8A4B7-418C-F7F4-10FC-8C0A4623FA78}"/>
                </a:ext>
              </a:extLst>
            </p:cNvPr>
            <p:cNvSpPr/>
            <p:nvPr/>
          </p:nvSpPr>
          <p:spPr>
            <a:xfrm>
              <a:off x="1733940" y="3352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1963DC3C-751F-61F3-311A-32F4BEAD55D8}"/>
                </a:ext>
              </a:extLst>
            </p:cNvPr>
            <p:cNvSpPr/>
            <p:nvPr/>
          </p:nvSpPr>
          <p:spPr>
            <a:xfrm>
              <a:off x="1733940" y="1460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B15C11C9-1034-502E-BEE3-9D5BFF46C577}"/>
                </a:ext>
              </a:extLst>
            </p:cNvPr>
            <p:cNvSpPr/>
            <p:nvPr/>
          </p:nvSpPr>
          <p:spPr>
            <a:xfrm>
              <a:off x="1733940" y="151058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AFABE3BA-A6E7-7155-E27E-27DBFD194C11}"/>
                </a:ext>
              </a:extLst>
            </p:cNvPr>
            <p:cNvSpPr/>
            <p:nvPr/>
          </p:nvSpPr>
          <p:spPr>
            <a:xfrm>
              <a:off x="1733940" y="1557185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1EF13B4-E768-D637-ED86-215461282D6D}"/>
                </a:ext>
              </a:extLst>
            </p:cNvPr>
            <p:cNvCxnSpPr>
              <a:cxnSpLocks/>
              <a:stCxn id="5" idx="0"/>
              <a:endCxn id="6" idx="0"/>
            </p:cNvCxnSpPr>
            <p:nvPr/>
          </p:nvCxnSpPr>
          <p:spPr>
            <a:xfrm>
              <a:off x="1733940" y="1482208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F9962A6-E837-1F6D-0452-A3730F66EAD2}"/>
                </a:ext>
              </a:extLst>
            </p:cNvPr>
            <p:cNvCxnSpPr>
              <a:cxnSpLocks/>
              <a:stCxn id="5" idx="4"/>
              <a:endCxn id="6" idx="4"/>
            </p:cNvCxnSpPr>
            <p:nvPr/>
          </p:nvCxnSpPr>
          <p:spPr>
            <a:xfrm>
              <a:off x="2443553" y="1525070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2C4AB74-7C27-7ADC-A830-DC977EA2A57E}"/>
                </a:ext>
              </a:extLst>
            </p:cNvPr>
            <p:cNvCxnSpPr>
              <a:cxnSpLocks/>
            </p:cNvCxnSpPr>
            <p:nvPr/>
          </p:nvCxnSpPr>
          <p:spPr>
            <a:xfrm>
              <a:off x="1772040" y="1460367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9F3FA44-9246-6544-BD16-0DA0DE9B9735}"/>
                </a:ext>
              </a:extLst>
            </p:cNvPr>
            <p:cNvCxnSpPr>
              <a:cxnSpLocks/>
            </p:cNvCxnSpPr>
            <p:nvPr/>
          </p:nvCxnSpPr>
          <p:spPr>
            <a:xfrm>
              <a:off x="1814903" y="1448462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6B08BB0-7C11-65DF-D172-679118E469B7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7" y="1425935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907D94-4F6C-72A5-ACA0-CD4CDE7D9F5F}"/>
                </a:ext>
              </a:extLst>
            </p:cNvPr>
            <p:cNvSpPr txBox="1"/>
            <p:nvPr/>
          </p:nvSpPr>
          <p:spPr>
            <a:xfrm>
              <a:off x="1819873" y="2537928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B9003F-9BAB-5B4E-D5E9-56261641B73B}"/>
                </a:ext>
              </a:extLst>
            </p:cNvPr>
            <p:cNvSpPr txBox="1"/>
            <p:nvPr/>
          </p:nvSpPr>
          <p:spPr>
            <a:xfrm rot="5400000">
              <a:off x="1977824" y="16023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ABFFEE75-EF69-D7A1-1FDF-6E506AD4F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548199" y="3100341"/>
            <a:ext cx="2643940" cy="2399060"/>
          </a:xfrm>
          <a:prstGeom prst="rect">
            <a:avLst/>
          </a:prstGeom>
        </p:spPr>
      </p:pic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F9423432-D649-5116-BC02-D2B0D1CC1BE8}"/>
              </a:ext>
            </a:extLst>
          </p:cNvPr>
          <p:cNvSpPr/>
          <p:nvPr/>
        </p:nvSpPr>
        <p:spPr>
          <a:xfrm>
            <a:off x="5719714" y="3499695"/>
            <a:ext cx="452438" cy="59531"/>
          </a:xfrm>
          <a:custGeom>
            <a:avLst/>
            <a:gdLst>
              <a:gd name="connsiteX0" fmla="*/ 0 w 452438"/>
              <a:gd name="connsiteY0" fmla="*/ 59531 h 59531"/>
              <a:gd name="connsiteX1" fmla="*/ 273844 w 452438"/>
              <a:gd name="connsiteY1" fmla="*/ 59531 h 59531"/>
              <a:gd name="connsiteX2" fmla="*/ 452438 w 452438"/>
              <a:gd name="connsiteY2" fmla="*/ 0 h 59531"/>
              <a:gd name="connsiteX3" fmla="*/ 4763 w 452438"/>
              <a:gd name="connsiteY3" fmla="*/ 0 h 59531"/>
              <a:gd name="connsiteX4" fmla="*/ 0 w 452438"/>
              <a:gd name="connsiteY4" fmla="*/ 59531 h 5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438" h="59531">
                <a:moveTo>
                  <a:pt x="0" y="59531"/>
                </a:moveTo>
                <a:lnTo>
                  <a:pt x="273844" y="59531"/>
                </a:lnTo>
                <a:lnTo>
                  <a:pt x="452438" y="0"/>
                </a:lnTo>
                <a:lnTo>
                  <a:pt x="4763" y="0"/>
                </a:lnTo>
                <a:lnTo>
                  <a:pt x="0" y="595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9DE556-6A76-09A0-99A5-21D8818E8CF7}"/>
              </a:ext>
            </a:extLst>
          </p:cNvPr>
          <p:cNvSpPr txBox="1"/>
          <p:nvPr/>
        </p:nvSpPr>
        <p:spPr>
          <a:xfrm>
            <a:off x="511628" y="1015373"/>
            <a:ext cx="5491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 startAt="3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concentration</a:t>
            </a:r>
          </a:p>
          <a:p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local trap concentration based on location &amp; trap depth</a:t>
            </a:r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A798FB-ED2C-7A82-C2CE-4F09E798624B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716876" y="2694081"/>
            <a:ext cx="2953763" cy="80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1F64FDE-91CB-B814-1204-82CA25A0400F}"/>
              </a:ext>
            </a:extLst>
          </p:cNvPr>
          <p:cNvSpPr/>
          <p:nvPr/>
        </p:nvSpPr>
        <p:spPr>
          <a:xfrm>
            <a:off x="2671157" y="2656916"/>
            <a:ext cx="45719" cy="50679"/>
          </a:xfrm>
          <a:custGeom>
            <a:avLst/>
            <a:gdLst>
              <a:gd name="connsiteX0" fmla="*/ 0 w 59532"/>
              <a:gd name="connsiteY0" fmla="*/ 14287 h 71437"/>
              <a:gd name="connsiteX1" fmla="*/ 0 w 59532"/>
              <a:gd name="connsiteY1" fmla="*/ 71437 h 71437"/>
              <a:gd name="connsiteX2" fmla="*/ 59532 w 59532"/>
              <a:gd name="connsiteY2" fmla="*/ 52387 h 71437"/>
              <a:gd name="connsiteX3" fmla="*/ 59532 w 59532"/>
              <a:gd name="connsiteY3" fmla="*/ 0 h 71437"/>
              <a:gd name="connsiteX4" fmla="*/ 0 w 59532"/>
              <a:gd name="connsiteY4" fmla="*/ 14287 h 7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32" h="71437">
                <a:moveTo>
                  <a:pt x="0" y="14287"/>
                </a:moveTo>
                <a:lnTo>
                  <a:pt x="0" y="71437"/>
                </a:lnTo>
                <a:lnTo>
                  <a:pt x="59532" y="52387"/>
                </a:lnTo>
                <a:lnTo>
                  <a:pt x="59532" y="0"/>
                </a:lnTo>
                <a:lnTo>
                  <a:pt x="0" y="14287"/>
                </a:lnTo>
                <a:close/>
              </a:path>
            </a:pathLst>
          </a:cu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696ACF-B4B2-8EFF-BC26-41CA9FD96849}"/>
                  </a:ext>
                </a:extLst>
              </p:cNvPr>
              <p:cNvSpPr txBox="1"/>
              <p:nvPr/>
            </p:nvSpPr>
            <p:spPr>
              <a:xfrm>
                <a:off x="5072867" y="2243206"/>
                <a:ext cx="2817845" cy="411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696ACF-B4B2-8EFF-BC26-41CA9FD96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867" y="2243206"/>
                <a:ext cx="2817845" cy="411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EB5D9C-0C32-D274-487C-9AED39E1D867}"/>
                  </a:ext>
                </a:extLst>
              </p:cNvPr>
              <p:cNvSpPr txBox="1"/>
              <p:nvPr/>
            </p:nvSpPr>
            <p:spPr>
              <a:xfrm>
                <a:off x="6648841" y="3302870"/>
                <a:ext cx="2059730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0,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EB5D9C-0C32-D274-487C-9AED39E1D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841" y="3302870"/>
                <a:ext cx="2059730" cy="424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124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14936-11EA-F5CE-8E76-5C567FF4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2FE5F-30BA-2EB9-7CC5-F7251D54FDCA}"/>
              </a:ext>
            </a:extLst>
          </p:cNvPr>
          <p:cNvSpPr txBox="1"/>
          <p:nvPr/>
        </p:nvSpPr>
        <p:spPr>
          <a:xfrm>
            <a:off x="617376" y="1122126"/>
            <a:ext cx="4581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 startAt="4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channel direction</a:t>
            </a:r>
          </a:p>
          <a:p>
            <a:r>
              <a:rPr lang="en-US" altLang="ko-KR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(5) Emission rate to wordline direction</a:t>
            </a:r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7CDF039-48FC-BB8B-E371-314A8A8EE8A6}"/>
              </a:ext>
            </a:extLst>
          </p:cNvPr>
          <p:cNvGrpSpPr/>
          <p:nvPr/>
        </p:nvGrpSpPr>
        <p:grpSpPr>
          <a:xfrm>
            <a:off x="1566004" y="1928885"/>
            <a:ext cx="5964568" cy="3258933"/>
            <a:chOff x="1566004" y="2227465"/>
            <a:chExt cx="5964568" cy="325893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0930D91-8526-4A16-BB24-E81201B9C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4813" y="2227465"/>
              <a:ext cx="3934374" cy="3124636"/>
            </a:xfrm>
            <a:prstGeom prst="rect">
              <a:avLst/>
            </a:prstGeom>
          </p:spPr>
        </p:pic>
        <p:sp>
          <p:nvSpPr>
            <p:cNvPr id="7" name="곱하기 기호 6">
              <a:extLst>
                <a:ext uri="{FF2B5EF4-FFF2-40B4-BE49-F238E27FC236}">
                  <a16:creationId xmlns:a16="http://schemas.microsoft.com/office/drawing/2014/main" id="{3F315F9E-1D00-5F67-9227-B196489E8F4B}"/>
                </a:ext>
              </a:extLst>
            </p:cNvPr>
            <p:cNvSpPr/>
            <p:nvPr/>
          </p:nvSpPr>
          <p:spPr>
            <a:xfrm>
              <a:off x="4211216" y="3439887"/>
              <a:ext cx="217714" cy="217714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58AC9D17-8A3B-BFD3-5F7F-DEE30276D883}"/>
                </a:ext>
              </a:extLst>
            </p:cNvPr>
            <p:cNvCxnSpPr/>
            <p:nvPr/>
          </p:nvCxnSpPr>
          <p:spPr>
            <a:xfrm flipH="1">
              <a:off x="2195804" y="3548744"/>
              <a:ext cx="20154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C047AC9E-A696-4B21-3C1F-6D9C90DB3020}"/>
                </a:ext>
              </a:extLst>
            </p:cNvPr>
            <p:cNvCxnSpPr>
              <a:cxnSpLocks/>
            </p:cNvCxnSpPr>
            <p:nvPr/>
          </p:nvCxnSpPr>
          <p:spPr>
            <a:xfrm>
              <a:off x="4397827" y="3548744"/>
              <a:ext cx="226423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13381C-C84F-8FCD-92C7-1BB61D66FB78}"/>
                </a:ext>
              </a:extLst>
            </p:cNvPr>
            <p:cNvSpPr txBox="1"/>
            <p:nvPr/>
          </p:nvSpPr>
          <p:spPr>
            <a:xfrm>
              <a:off x="1566004" y="4870024"/>
              <a:ext cx="11134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channel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124355-DF34-9970-6E3A-63EB5D908072}"/>
                </a:ext>
              </a:extLst>
            </p:cNvPr>
            <p:cNvSpPr txBox="1"/>
            <p:nvPr/>
          </p:nvSpPr>
          <p:spPr>
            <a:xfrm>
              <a:off x="6417119" y="4728622"/>
              <a:ext cx="11134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WL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84ACF9D-4B42-6305-F64D-275C217228D6}"/>
                </a:ext>
              </a:extLst>
            </p:cNvPr>
            <p:cNvSpPr/>
            <p:nvPr/>
          </p:nvSpPr>
          <p:spPr>
            <a:xfrm>
              <a:off x="6288832" y="5086288"/>
              <a:ext cx="25657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74937CA-AB43-0934-3829-07C7E5977311}"/>
                    </a:ext>
                  </a:extLst>
                </p:cNvPr>
                <p:cNvSpPr txBox="1"/>
                <p:nvPr/>
              </p:nvSpPr>
              <p:spPr>
                <a:xfrm>
                  <a:off x="2357535" y="3145481"/>
                  <a:ext cx="22144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74937CA-AB43-0934-3829-07C7E5977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7535" y="3145481"/>
                  <a:ext cx="2214465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4F1F49D-E588-26CE-83CE-456222134EBD}"/>
                    </a:ext>
                  </a:extLst>
                </p:cNvPr>
                <p:cNvSpPr txBox="1"/>
                <p:nvPr/>
              </p:nvSpPr>
              <p:spPr>
                <a:xfrm>
                  <a:off x="4491903" y="3145481"/>
                  <a:ext cx="22144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4F1F49D-E588-26CE-83CE-456222134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1903" y="3145481"/>
                  <a:ext cx="2214465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8FD06F8-6321-5E7F-EC1A-B81D767DA3D0}"/>
              </a:ext>
            </a:extLst>
          </p:cNvPr>
          <p:cNvSpPr txBox="1"/>
          <p:nvPr/>
        </p:nvSpPr>
        <p:spPr>
          <a:xfrm>
            <a:off x="403558" y="2742332"/>
            <a:ext cx="1605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emission</a:t>
            </a:r>
            <a:b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channel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9210F-B25A-6072-580A-1DB1CDA2CA44}"/>
              </a:ext>
            </a:extLst>
          </p:cNvPr>
          <p:cNvSpPr txBox="1"/>
          <p:nvPr/>
        </p:nvSpPr>
        <p:spPr>
          <a:xfrm>
            <a:off x="6786465" y="2742332"/>
            <a:ext cx="1605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emission</a:t>
            </a:r>
            <a:b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wordline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10F05-3EC5-AD78-9320-CEC550FBF79E}"/>
                  </a:ext>
                </a:extLst>
              </p:cNvPr>
              <p:cNvSpPr txBox="1"/>
              <p:nvPr/>
            </p:nvSpPr>
            <p:spPr>
              <a:xfrm>
                <a:off x="814872" y="5538496"/>
                <a:ext cx="7508034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𝑐h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 </m:t>
                                      </m:r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𝑊𝐿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10F05-3EC5-AD78-9320-CEC550FB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2" y="5538496"/>
                <a:ext cx="7508034" cy="7958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338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E19F-73FF-2229-13A1-45C5D3C2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Equivalent Circuit</a:t>
            </a:r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AB0D551-1437-079D-F273-6F0265287353}"/>
              </a:ext>
            </a:extLst>
          </p:cNvPr>
          <p:cNvSpPr/>
          <p:nvPr/>
        </p:nvSpPr>
        <p:spPr>
          <a:xfrm>
            <a:off x="5784981" y="2655945"/>
            <a:ext cx="1586205" cy="634481"/>
          </a:xfrm>
          <a:custGeom>
            <a:avLst/>
            <a:gdLst>
              <a:gd name="connsiteX0" fmla="*/ 0 w 777551"/>
              <a:gd name="connsiteY0" fmla="*/ 311020 h 311020"/>
              <a:gd name="connsiteX1" fmla="*/ 167951 w 777551"/>
              <a:gd name="connsiteY1" fmla="*/ 311020 h 311020"/>
              <a:gd name="connsiteX2" fmla="*/ 167951 w 777551"/>
              <a:gd name="connsiteY2" fmla="*/ 0 h 311020"/>
              <a:gd name="connsiteX3" fmla="*/ 622040 w 777551"/>
              <a:gd name="connsiteY3" fmla="*/ 0 h 311020"/>
              <a:gd name="connsiteX4" fmla="*/ 622040 w 777551"/>
              <a:gd name="connsiteY4" fmla="*/ 311020 h 311020"/>
              <a:gd name="connsiteX5" fmla="*/ 777551 w 777551"/>
              <a:gd name="connsiteY5" fmla="*/ 311020 h 31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551" h="311020">
                <a:moveTo>
                  <a:pt x="0" y="311020"/>
                </a:moveTo>
                <a:lnTo>
                  <a:pt x="167951" y="311020"/>
                </a:lnTo>
                <a:lnTo>
                  <a:pt x="167951" y="0"/>
                </a:lnTo>
                <a:lnTo>
                  <a:pt x="622040" y="0"/>
                </a:lnTo>
                <a:lnTo>
                  <a:pt x="622040" y="311020"/>
                </a:lnTo>
                <a:lnTo>
                  <a:pt x="777551" y="311020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DA06BC-A389-760F-14DE-48D3187ADE97}"/>
              </a:ext>
            </a:extLst>
          </p:cNvPr>
          <p:cNvCxnSpPr>
            <a:cxnSpLocks/>
          </p:cNvCxnSpPr>
          <p:nvPr/>
        </p:nvCxnSpPr>
        <p:spPr>
          <a:xfrm>
            <a:off x="6123994" y="2572678"/>
            <a:ext cx="923729" cy="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A58A15-205D-DE58-B681-4436743F7DD3}"/>
              </a:ext>
            </a:extLst>
          </p:cNvPr>
          <p:cNvCxnSpPr>
            <a:cxnSpLocks/>
          </p:cNvCxnSpPr>
          <p:nvPr/>
        </p:nvCxnSpPr>
        <p:spPr>
          <a:xfrm>
            <a:off x="6131769" y="2479371"/>
            <a:ext cx="915954" cy="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5B1876B-D751-70CC-055C-FFAB3EC39D82}"/>
              </a:ext>
            </a:extLst>
          </p:cNvPr>
          <p:cNvCxnSpPr>
            <a:cxnSpLocks/>
          </p:cNvCxnSpPr>
          <p:nvPr/>
        </p:nvCxnSpPr>
        <p:spPr>
          <a:xfrm>
            <a:off x="6598298" y="1994179"/>
            <a:ext cx="0" cy="485192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F5318922-39A8-EB13-0C9B-F023971B2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98" y="1718600"/>
            <a:ext cx="3802297" cy="2079989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51F2AAA8-97CE-79EE-9DF0-9F2BA6F16E66}"/>
              </a:ext>
            </a:extLst>
          </p:cNvPr>
          <p:cNvSpPr/>
          <p:nvPr/>
        </p:nvSpPr>
        <p:spPr>
          <a:xfrm>
            <a:off x="5734451" y="2739436"/>
            <a:ext cx="240300" cy="2403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671EE9D-4A33-5E8F-13EB-CA311F228EEC}"/>
              </a:ext>
            </a:extLst>
          </p:cNvPr>
          <p:cNvCxnSpPr>
            <a:stCxn id="34" idx="2"/>
            <a:endCxn id="34" idx="6"/>
          </p:cNvCxnSpPr>
          <p:nvPr/>
        </p:nvCxnSpPr>
        <p:spPr>
          <a:xfrm>
            <a:off x="5734451" y="2859586"/>
            <a:ext cx="240300" cy="0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941E3FC2-33F2-3507-9A82-1516B0F9372B}"/>
              </a:ext>
            </a:extLst>
          </p:cNvPr>
          <p:cNvSpPr/>
          <p:nvPr/>
        </p:nvSpPr>
        <p:spPr>
          <a:xfrm rot="10800000">
            <a:off x="5356550" y="2758098"/>
            <a:ext cx="8830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B71B90AB-ECD3-A94A-BE13-B0E71F0170F9}"/>
              </a:ext>
            </a:extLst>
          </p:cNvPr>
          <p:cNvSpPr/>
          <p:nvPr/>
        </p:nvSpPr>
        <p:spPr>
          <a:xfrm>
            <a:off x="5398732" y="2572678"/>
            <a:ext cx="459581" cy="185737"/>
          </a:xfrm>
          <a:custGeom>
            <a:avLst/>
            <a:gdLst>
              <a:gd name="connsiteX0" fmla="*/ 459581 w 459581"/>
              <a:gd name="connsiteY0" fmla="*/ 161925 h 185737"/>
              <a:gd name="connsiteX1" fmla="*/ 459581 w 459581"/>
              <a:gd name="connsiteY1" fmla="*/ 0 h 185737"/>
              <a:gd name="connsiteX2" fmla="*/ 0 w 459581"/>
              <a:gd name="connsiteY2" fmla="*/ 0 h 185737"/>
              <a:gd name="connsiteX3" fmla="*/ 0 w 459581"/>
              <a:gd name="connsiteY3" fmla="*/ 185737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581" h="185737">
                <a:moveTo>
                  <a:pt x="459581" y="161925"/>
                </a:moveTo>
                <a:lnTo>
                  <a:pt x="459581" y="0"/>
                </a:lnTo>
                <a:lnTo>
                  <a:pt x="0" y="0"/>
                </a:lnTo>
                <a:lnTo>
                  <a:pt x="0" y="185737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281D9B0-C6EE-4556-59ED-56741E0B81B1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5854601" y="2979736"/>
            <a:ext cx="0" cy="31069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4646B0E3-F266-4151-BC34-AB609BDDCCD6}"/>
              </a:ext>
            </a:extLst>
          </p:cNvPr>
          <p:cNvSpPr/>
          <p:nvPr/>
        </p:nvSpPr>
        <p:spPr>
          <a:xfrm>
            <a:off x="7261497" y="2450899"/>
            <a:ext cx="240300" cy="2403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AE6B5B6-C4F8-DA51-808E-14CBB5896612}"/>
              </a:ext>
            </a:extLst>
          </p:cNvPr>
          <p:cNvCxnSpPr>
            <a:cxnSpLocks/>
            <a:stCxn id="46" idx="2"/>
            <a:endCxn id="46" idx="6"/>
          </p:cNvCxnSpPr>
          <p:nvPr/>
        </p:nvCxnSpPr>
        <p:spPr>
          <a:xfrm>
            <a:off x="7261497" y="2571049"/>
            <a:ext cx="240300" cy="0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C2FAFD92-72E4-1761-128C-087BEAA1ABCF}"/>
              </a:ext>
            </a:extLst>
          </p:cNvPr>
          <p:cNvSpPr/>
          <p:nvPr/>
        </p:nvSpPr>
        <p:spPr>
          <a:xfrm rot="10800000">
            <a:off x="7331272" y="2865760"/>
            <a:ext cx="8830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C2F63086-3506-37F9-76CB-2D7FD1A27DD2}"/>
              </a:ext>
            </a:extLst>
          </p:cNvPr>
          <p:cNvSpPr/>
          <p:nvPr/>
        </p:nvSpPr>
        <p:spPr>
          <a:xfrm>
            <a:off x="6916428" y="2293532"/>
            <a:ext cx="459581" cy="185737"/>
          </a:xfrm>
          <a:custGeom>
            <a:avLst/>
            <a:gdLst>
              <a:gd name="connsiteX0" fmla="*/ 459581 w 459581"/>
              <a:gd name="connsiteY0" fmla="*/ 161925 h 185737"/>
              <a:gd name="connsiteX1" fmla="*/ 459581 w 459581"/>
              <a:gd name="connsiteY1" fmla="*/ 0 h 185737"/>
              <a:gd name="connsiteX2" fmla="*/ 0 w 459581"/>
              <a:gd name="connsiteY2" fmla="*/ 0 h 185737"/>
              <a:gd name="connsiteX3" fmla="*/ 0 w 459581"/>
              <a:gd name="connsiteY3" fmla="*/ 185737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581" h="185737">
                <a:moveTo>
                  <a:pt x="459581" y="161925"/>
                </a:moveTo>
                <a:lnTo>
                  <a:pt x="459581" y="0"/>
                </a:lnTo>
                <a:lnTo>
                  <a:pt x="0" y="0"/>
                </a:lnTo>
                <a:lnTo>
                  <a:pt x="0" y="185737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FFA6255-11AA-0D7F-3AA0-C0B411569F0D}"/>
              </a:ext>
            </a:extLst>
          </p:cNvPr>
          <p:cNvCxnSpPr>
            <a:cxnSpLocks/>
          </p:cNvCxnSpPr>
          <p:nvPr/>
        </p:nvCxnSpPr>
        <p:spPr>
          <a:xfrm>
            <a:off x="7377407" y="2691199"/>
            <a:ext cx="0" cy="168387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E75CE5A-1333-4438-27ED-9FA19D2C9721}"/>
              </a:ext>
            </a:extLst>
          </p:cNvPr>
          <p:cNvCxnSpPr>
            <a:cxnSpLocks/>
          </p:cNvCxnSpPr>
          <p:nvPr/>
        </p:nvCxnSpPr>
        <p:spPr>
          <a:xfrm flipV="1">
            <a:off x="5641911" y="2678485"/>
            <a:ext cx="0" cy="362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5B75DBC-9CF3-0236-6ED9-D4C818F06EED}"/>
              </a:ext>
            </a:extLst>
          </p:cNvPr>
          <p:cNvCxnSpPr>
            <a:cxnSpLocks/>
          </p:cNvCxnSpPr>
          <p:nvPr/>
        </p:nvCxnSpPr>
        <p:spPr>
          <a:xfrm>
            <a:off x="7582678" y="2381991"/>
            <a:ext cx="0" cy="40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660667-BC14-A8AB-BD94-2BF99BE003BE}"/>
              </a:ext>
            </a:extLst>
          </p:cNvPr>
          <p:cNvSpPr txBox="1"/>
          <p:nvPr/>
        </p:nvSpPr>
        <p:spPr>
          <a:xfrm>
            <a:off x="5382428" y="2863621"/>
            <a:ext cx="49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C34668-647B-D0FE-46A0-A65E6581BE16}"/>
              </a:ext>
            </a:extLst>
          </p:cNvPr>
          <p:cNvSpPr txBox="1"/>
          <p:nvPr/>
        </p:nvSpPr>
        <p:spPr>
          <a:xfrm>
            <a:off x="7576456" y="2356797"/>
            <a:ext cx="49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9C7F20-7AFB-94D8-BEAF-4D83A5F2C812}"/>
                  </a:ext>
                </a:extLst>
              </p:cNvPr>
              <p:cNvSpPr txBox="1"/>
              <p:nvPr/>
            </p:nvSpPr>
            <p:spPr>
              <a:xfrm>
                <a:off x="468966" y="3798589"/>
                <a:ext cx="8403058" cy="1786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𝑐h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𝑊𝐿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ko-KR" altLang="en-US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9C7F20-7AFB-94D8-BEAF-4D83A5F2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66" y="3798589"/>
                <a:ext cx="8403058" cy="17867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4BE5BF04-80EB-431E-0B24-FF9CDC88664A}"/>
              </a:ext>
            </a:extLst>
          </p:cNvPr>
          <p:cNvSpPr txBox="1"/>
          <p:nvPr/>
        </p:nvSpPr>
        <p:spPr>
          <a:xfrm>
            <a:off x="634482" y="1062789"/>
            <a:ext cx="8086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circuit modeling as </a:t>
            </a:r>
            <a:r>
              <a:rPr lang="en-US" altLang="ko-KR" sz="2000" b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dependent current source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92716B-13A6-6847-5743-816AFCAFF8AD}"/>
              </a:ext>
            </a:extLst>
          </p:cNvPr>
          <p:cNvSpPr txBox="1"/>
          <p:nvPr/>
        </p:nvSpPr>
        <p:spPr>
          <a:xfrm>
            <a:off x="5382428" y="1803918"/>
            <a:ext cx="766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122CFC5-2A3E-60A5-5A3E-180C9CB50B16}"/>
              </a:ext>
            </a:extLst>
          </p:cNvPr>
          <p:cNvCxnSpPr/>
          <p:nvPr/>
        </p:nvCxnSpPr>
        <p:spPr>
          <a:xfrm flipH="1" flipV="1">
            <a:off x="5928049" y="2204028"/>
            <a:ext cx="195945" cy="367021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3F0BB4-6BC4-F349-8CE9-1ACBE9710B68}"/>
              </a:ext>
            </a:extLst>
          </p:cNvPr>
          <p:cNvSpPr txBox="1"/>
          <p:nvPr/>
        </p:nvSpPr>
        <p:spPr>
          <a:xfrm>
            <a:off x="1897224" y="5882733"/>
            <a:ext cx="5796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Modeling by leakage current is on progress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5730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94244-21FF-37BE-006D-397BD0EF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Summary</a:t>
            </a:r>
            <a:endParaRPr lang="ko-KR" altLang="en-US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6106F2F0-9CD0-3D8B-F2CD-DADF71EC4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503" y="1534627"/>
            <a:ext cx="4136964" cy="2099399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5C79A152-DEF1-7B22-0E84-86AEF22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3" y="1384853"/>
            <a:ext cx="4452777" cy="2249173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3CF0C5EC-56A1-7B5C-A753-EB4511266AAE}"/>
              </a:ext>
            </a:extLst>
          </p:cNvPr>
          <p:cNvSpPr txBox="1"/>
          <p:nvPr/>
        </p:nvSpPr>
        <p:spPr>
          <a:xfrm>
            <a:off x="333550" y="945502"/>
            <a:ext cx="7466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Detailed Poisson equation solution solved for CTN trap distribution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0" name="화살표: 오른쪽 149">
            <a:extLst>
              <a:ext uri="{FF2B5EF4-FFF2-40B4-BE49-F238E27FC236}">
                <a16:creationId xmlns:a16="http://schemas.microsoft.com/office/drawing/2014/main" id="{0B5CA8E0-099F-FF45-1E8C-A0B18A41A32D}"/>
              </a:ext>
            </a:extLst>
          </p:cNvPr>
          <p:cNvSpPr/>
          <p:nvPr/>
        </p:nvSpPr>
        <p:spPr>
          <a:xfrm>
            <a:off x="4122714" y="2501258"/>
            <a:ext cx="898571" cy="478971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DE8B334-582C-08F3-FA70-293A6812281C}"/>
              </a:ext>
            </a:extLst>
          </p:cNvPr>
          <p:cNvSpPr txBox="1"/>
          <p:nvPr/>
        </p:nvSpPr>
        <p:spPr>
          <a:xfrm>
            <a:off x="333550" y="3823041"/>
            <a:ext cx="7466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information methodology / Modeling leakage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FAEC4FB-D6BB-CF06-C069-32260B47E9D5}"/>
              </a:ext>
            </a:extLst>
          </p:cNvPr>
          <p:cNvGrpSpPr/>
          <p:nvPr/>
        </p:nvGrpSpPr>
        <p:grpSpPr>
          <a:xfrm>
            <a:off x="448196" y="4373732"/>
            <a:ext cx="2914435" cy="1835306"/>
            <a:chOff x="585045" y="4223151"/>
            <a:chExt cx="2914435" cy="1835306"/>
          </a:xfrm>
        </p:grpSpPr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97341DDA-8D3A-B6F3-E102-F78A7A1EF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045" y="4223151"/>
              <a:ext cx="2914435" cy="1835306"/>
            </a:xfrm>
            <a:prstGeom prst="rect">
              <a:avLst/>
            </a:prstGeom>
          </p:spPr>
        </p:pic>
        <p:pic>
          <p:nvPicPr>
            <p:cNvPr id="167" name="그림 166">
              <a:extLst>
                <a:ext uri="{FF2B5EF4-FFF2-40B4-BE49-F238E27FC236}">
                  <a16:creationId xmlns:a16="http://schemas.microsoft.com/office/drawing/2014/main" id="{4B78905C-8E5E-9573-A757-E24E00A51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60368" y="5242739"/>
              <a:ext cx="732371" cy="669759"/>
            </a:xfrm>
            <a:prstGeom prst="rect">
              <a:avLst/>
            </a:prstGeom>
          </p:spPr>
        </p:pic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A5D4735C-6DBE-5DE2-6B24-55397E27C968}"/>
                </a:ext>
              </a:extLst>
            </p:cNvPr>
            <p:cNvCxnSpPr/>
            <p:nvPr/>
          </p:nvCxnSpPr>
          <p:spPr>
            <a:xfrm>
              <a:off x="920620" y="4478694"/>
              <a:ext cx="1617307" cy="870857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2" name="그림 191">
            <a:extLst>
              <a:ext uri="{FF2B5EF4-FFF2-40B4-BE49-F238E27FC236}">
                <a16:creationId xmlns:a16="http://schemas.microsoft.com/office/drawing/2014/main" id="{9ACABDAE-8893-6560-E473-4FB6B06FA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547" y="4276439"/>
            <a:ext cx="4200507" cy="19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0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770</Words>
  <Application>Microsoft Office PowerPoint</Application>
  <PresentationFormat>화면 슬라이드 쇼(4:3)</PresentationFormat>
  <Paragraphs>227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Cambria Math</vt:lpstr>
      <vt:lpstr>Times New Roman</vt:lpstr>
      <vt:lpstr>Office 테마</vt:lpstr>
      <vt:lpstr>Modeling of CTN Detrapping  25년 9-11월 연구 정리  진명</vt:lpstr>
      <vt:lpstr>Detrapping from CTN Idea</vt:lpstr>
      <vt:lpstr>CTN Trapped Charge Detrapping</vt:lpstr>
      <vt:lpstr>CTN Electron Emission Simulation Method</vt:lpstr>
      <vt:lpstr>CTN Model Poisson in Partitions</vt:lpstr>
      <vt:lpstr>Detailed Poisson Solution</vt:lpstr>
      <vt:lpstr>Detailed Poisson Solution</vt:lpstr>
      <vt:lpstr>Detailed Poisson Solution</vt:lpstr>
      <vt:lpstr>Poisson Solution Variations</vt:lpstr>
      <vt:lpstr>CTN Detrapping Simulation Method</vt:lpstr>
      <vt:lpstr>Cell Information Methodology</vt:lpstr>
      <vt:lpstr>Cell Information Methodology</vt:lpstr>
      <vt:lpstr>Cell Information Methodology</vt:lpstr>
      <vt:lpstr>Cell Information Methodology</vt:lpstr>
      <vt:lpstr>Equivalent Circuit</vt:lpstr>
      <vt:lpstr>Summary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2025-12-10T05:06:55Z</dcterms:modified>
  <cp:version/>
</cp:coreProperties>
</file>