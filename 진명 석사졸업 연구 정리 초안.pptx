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2"/>
  </p:notesMasterIdLst>
  <p:sldIdLst>
    <p:sldId id="341" r:id="rId2"/>
    <p:sldId id="334" r:id="rId3"/>
    <p:sldId id="329" r:id="rId4"/>
    <p:sldId id="330" r:id="rId5"/>
    <p:sldId id="331" r:id="rId6"/>
    <p:sldId id="315" r:id="rId7"/>
    <p:sldId id="322" r:id="rId8"/>
    <p:sldId id="333" r:id="rId9"/>
    <p:sldId id="320" r:id="rId10"/>
    <p:sldId id="336" r:id="rId11"/>
    <p:sldId id="324" r:id="rId12"/>
    <p:sldId id="339" r:id="rId13"/>
    <p:sldId id="323" r:id="rId14"/>
    <p:sldId id="321" r:id="rId15"/>
    <p:sldId id="328" r:id="rId16"/>
    <p:sldId id="325" r:id="rId17"/>
    <p:sldId id="337" r:id="rId18"/>
    <p:sldId id="326" r:id="rId19"/>
    <p:sldId id="327" r:id="rId20"/>
    <p:sldId id="338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7687"/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632" y="102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70A8E3B-2F99-2E3D-21C3-3332B4D77E3A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2026. 07. 09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409443" y="1292174"/>
            <a:ext cx="8640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연구를 통해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 trap-to-band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예측을 위해서는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구축이 필요함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기존모델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(Amoroso, TED 2011)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가정하는 한계가 있음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 연구에서는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radial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모델링으로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26A-F38A-B804-66AD-0446ED93057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1530551" y="5010760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834327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53032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27" y="2677219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3212201"/>
            <a:ext cx="3813982" cy="433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06" y="3774674"/>
            <a:ext cx="5613595" cy="2430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407A-4361-331A-4C48-DCCF1EF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67D83-D14C-2A1F-C38B-F2B1B5D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972AA-673D-92C3-7122-A46E58BE71E6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A0895-B17C-2A05-E460-D81E66DE46D8}"/>
              </a:ext>
            </a:extLst>
          </p:cNvPr>
          <p:cNvSpPr txBox="1"/>
          <p:nvPr/>
        </p:nvSpPr>
        <p:spPr>
          <a:xfrm>
            <a:off x="420786" y="1051965"/>
            <a:ext cx="7816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임의로 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/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∴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,0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det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/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초기 입력 조건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𝑖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𝑁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1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A823E-92CA-840A-1DDE-B7F62364E727}"/>
              </a:ext>
            </a:extLst>
          </p:cNvPr>
          <p:cNvGrpSpPr/>
          <p:nvPr/>
        </p:nvGrpSpPr>
        <p:grpSpPr>
          <a:xfrm>
            <a:off x="6548586" y="1976728"/>
            <a:ext cx="947738" cy="886470"/>
            <a:chOff x="6105526" y="1766242"/>
            <a:chExt cx="947738" cy="886470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D67F8BE-9D96-9694-A1BA-6960AC958AD4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56C46D4-392E-14C4-50E0-9C3F26C86606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BD2C5D7-AECC-9DD4-A650-BAA670C8FAB3}"/>
                </a:ext>
              </a:extLst>
            </p:cNvPr>
            <p:cNvCxnSpPr>
              <a:endCxn id="7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954EC5-F222-6104-8B98-394114FCDC2C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962CBE2-5006-34A3-0FB8-CD4F84FDEE9D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9D9BF4-F3DD-0750-8A6C-73FD6D4C422B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18C43A9-724D-1FFC-C55D-478A8093C4F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EB067FF-2361-D35C-4613-14F06E7D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/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77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733900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𝑐h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/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130A2D6-E888-8AC1-BCF4-29BAB376CD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55" y="3046545"/>
              <a:ext cx="173012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968319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Retention Condition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500047" y="3429000"/>
            <a:ext cx="2335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 측정 결과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41" y="1233845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386415" y="4668923"/>
            <a:ext cx="85382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validation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적합한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A.U.)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48CA-8A3C-2756-E4D8-C7F53508008F}"/>
              </a:ext>
            </a:extLst>
          </p:cNvPr>
          <p:cNvSpPr txBox="1"/>
          <p:nvPr/>
        </p:nvSpPr>
        <p:spPr>
          <a:xfrm>
            <a:off x="490376" y="944426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조건이 필요한 이유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?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91440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683-5F2B-B1E1-496C-C09134B03AED}"/>
              </a:ext>
            </a:extLst>
          </p:cNvPr>
          <p:cNvSpPr txBox="1"/>
          <p:nvPr/>
        </p:nvSpPr>
        <p:spPr>
          <a:xfrm>
            <a:off x="582626" y="1480008"/>
            <a:ext cx="802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Cyrogenic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-like TCAD Emulation Physics deck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Recombination, Fermi statistics, non-local tunneling, Poole-Frenkel emission, thermionic emission </a:t>
            </a: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44544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1030607"/>
            <a:ext cx="79578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3575</TotalTime>
  <Words>1347</Words>
  <Application>Microsoft Office PowerPoint</Application>
  <PresentationFormat>화면 슬라이드 쇼(4:3)</PresentationFormat>
  <Paragraphs>289</Paragraphs>
  <Slides>20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Noto Sans CJK KR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CTN Trapped Electron Detrapping</vt:lpstr>
      <vt:lpstr>Visualization of Charge Node Analysis</vt:lpstr>
      <vt:lpstr>Detailed Poisson Solution</vt:lpstr>
      <vt:lpstr>Q-ΔVth Optimized Calculation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 Retention Condition</vt:lpstr>
      <vt:lpstr>Cryogenic-like TCAD Emulation</vt:lpstr>
      <vt:lpstr>Cryogenic-like Emulation</vt:lpstr>
      <vt:lpstr>Computational Impact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983</cp:revision>
  <dcterms:created xsi:type="dcterms:W3CDTF">2016-06-02T05:19:04Z</dcterms:created>
  <dcterms:modified xsi:type="dcterms:W3CDTF">2026-07-08T07:39:40Z</dcterms:modified>
  <cp:version/>
</cp:coreProperties>
</file>