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6"/>
  </p:notesMasterIdLst>
  <p:sldIdLst>
    <p:sldId id="318" r:id="rId2"/>
    <p:sldId id="315" r:id="rId3"/>
    <p:sldId id="316" r:id="rId4"/>
    <p:sldId id="317" r:id="rId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749" autoAdjust="0"/>
    <p:restoredTop sz="97300" autoAdjust="0"/>
  </p:normalViewPr>
  <p:slideViewPr>
    <p:cSldViewPr snapToGrid="0">
      <p:cViewPr varScale="1">
        <p:scale>
          <a:sx n="102" d="100"/>
          <a:sy n="102" d="100"/>
        </p:scale>
        <p:origin x="1590" y="108"/>
      </p:cViewPr>
      <p:guideLst>
        <p:guide orient="horz" pos="2183"/>
        <p:guide pos="2857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2026-07-09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  <p:sp>
        <p:nvSpPr>
          <p:cNvPr id="12" name="슬라이드 번호 개체 틀 1">
            <a:extLst>
              <a:ext uri="{FF2B5EF4-FFF2-40B4-BE49-F238E27FC236}">
                <a16:creationId xmlns:a16="http://schemas.microsoft.com/office/drawing/2014/main" id="{73E09DDB-F9AA-B7CF-1BD1-467229BF433E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7AFC566-22A4-29F2-DC8E-5E0F72383F7D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A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A48431-DCB5-1D39-91B8-EC90D9410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인품</a:t>
            </a:r>
            <a:r>
              <a:rPr lang="en-US" altLang="ko-KR" dirty="0"/>
              <a:t>, </a:t>
            </a:r>
            <a:r>
              <a:rPr lang="ko-KR" altLang="en-US" dirty="0"/>
              <a:t>태도 및 실력</a:t>
            </a:r>
            <a:br>
              <a:rPr lang="en-US" altLang="ko-KR" dirty="0"/>
            </a:br>
            <a:r>
              <a:rPr lang="ko-KR" altLang="en-US" dirty="0"/>
              <a:t>자체평가서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</a:p>
        </p:txBody>
      </p:sp>
    </p:spTree>
    <p:extLst>
      <p:ext uri="{BB962C8B-B14F-4D97-AF65-F5344CB8AC3E}">
        <p14:creationId xmlns:p14="http://schemas.microsoft.com/office/powerpoint/2010/main" val="3861834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9153C8D-248C-A1BD-F68F-CA6F27282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CB1-DA8A-44BB-A4A9-D7F9352F01ED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76D906-D649-2B68-0DDE-D8B40A366C9E}"/>
              </a:ext>
            </a:extLst>
          </p:cNvPr>
          <p:cNvSpPr txBox="1"/>
          <p:nvPr/>
        </p:nvSpPr>
        <p:spPr>
          <a:xfrm>
            <a:off x="443060" y="348792"/>
            <a:ext cx="2422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실력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8A003A-07AC-B703-2E01-FCDC47BB118A}"/>
              </a:ext>
            </a:extLst>
          </p:cNvPr>
          <p:cNvSpPr txBox="1"/>
          <p:nvPr/>
        </p:nvSpPr>
        <p:spPr>
          <a:xfrm>
            <a:off x="546755" y="961534"/>
            <a:ext cx="8314441" cy="5229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학업과 연구능력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반도체 전반에 관한 교과목을 수강하여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소자·공정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기초 역량을 쌓음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수학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광학 분야의 모델링 학습을 바탕으로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연구에 필요한 수학적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사고와 공학적 해석 능력을 확보함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>
              <a:lnSpc>
                <a:spcPct val="120000"/>
              </a:lnSpc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>
              <a:lnSpc>
                <a:spcPct val="120000"/>
              </a:lnSpc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연구성과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(IEEE</a:t>
            </a:r>
            <a:r>
              <a:rPr lang="ko-KR" altLang="en-US" sz="2000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TED 2025)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mechanism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대한 심층적인 고찰을 바탕으로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constant trap volume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개념을 도입하고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새로운 물리기반 모델을 정립함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altLang="ko-KR" sz="2000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>
              <a:lnSpc>
                <a:spcPct val="120000"/>
              </a:lnSpc>
            </a:pPr>
            <a:r>
              <a:rPr lang="en-US" altLang="ko-KR" sz="2000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(IEEE EDL 2026)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long-term retention failure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해석에 확장 적용하고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과정을 최적화하여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retention loss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기존 실험 결과와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정합시켜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검증함</a:t>
            </a:r>
            <a:endParaRPr lang="ko-KR" altLang="en-US" sz="2000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35875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763EAA-5D0F-1201-642E-D432FCF0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E1F9EFE-5C4B-2FC3-B605-F10267EC8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CB1-DA8A-44BB-A4A9-D7F9352F01ED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8F976-1ED0-4506-11BB-097DFE12539C}"/>
              </a:ext>
            </a:extLst>
          </p:cNvPr>
          <p:cNvSpPr txBox="1"/>
          <p:nvPr/>
        </p:nvSpPr>
        <p:spPr>
          <a:xfrm>
            <a:off x="443060" y="348792"/>
            <a:ext cx="2422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EE80E8-3A81-873B-FCB4-F5A07A20E779}"/>
              </a:ext>
            </a:extLst>
          </p:cNvPr>
          <p:cNvSpPr txBox="1"/>
          <p:nvPr/>
        </p:nvSpPr>
        <p:spPr>
          <a:xfrm>
            <a:off x="546755" y="1102594"/>
            <a:ext cx="7968595" cy="4652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장점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개인의 성과보다 연구실의 방향과 공동체의 지속성을 우선하는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자세로 생활함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연구실 업무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경험을 성실히 공유하고 인수인계 이후의 후속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질문에도 책임 있게 대응함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단점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나중에는 강점으로 보완할 점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책임감이 강한 만큼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옳다고 판단한 방식을 고수하려는 경향이 있음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향후 다양한 의견을 더 유연하게 수용하며 협업 과정의 균형감을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높이고자 함</a:t>
            </a:r>
          </a:p>
        </p:txBody>
      </p:sp>
    </p:spTree>
    <p:extLst>
      <p:ext uri="{BB962C8B-B14F-4D97-AF65-F5344CB8AC3E}">
        <p14:creationId xmlns:p14="http://schemas.microsoft.com/office/powerpoint/2010/main" val="3344830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79A2-093A-D79A-ADB9-8558A0CC5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713AB60-7B19-6718-4B3C-BDDA8634D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989CB1-DA8A-44BB-A4A9-D7F9352F01ED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F231EF-28B3-A7D7-925C-C5DBEE35DC5A}"/>
              </a:ext>
            </a:extLst>
          </p:cNvPr>
          <p:cNvSpPr txBox="1"/>
          <p:nvPr/>
        </p:nvSpPr>
        <p:spPr>
          <a:xfrm>
            <a:off x="443060" y="348792"/>
            <a:ext cx="24226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태도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387BA-1D2B-5D60-D362-7B2973A5ACA9}"/>
              </a:ext>
            </a:extLst>
          </p:cNvPr>
          <p:cNvSpPr txBox="1"/>
          <p:nvPr/>
        </p:nvSpPr>
        <p:spPr>
          <a:xfrm>
            <a:off x="546755" y="1102594"/>
            <a:ext cx="7748833" cy="46528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맡은 역할에 대해 끝까지 책임지는 태도를 유지함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학업과 진로에 대한 고민 속에서도 연구실 업무와 특성화대학 사업을 성실히 수행함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연구와 과제 수행에 필요한 시간과 비용의 투자를 아끼지 않음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일에서 의미 있는 결과를 도출하기 위해 최선을 다함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연구 결과에 대해 원칙 있는 태도를 견지함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fitting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보다 물리적 근거와 설명 가능성을 중시하며 연구방향을 정립함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010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2297</TotalTime>
  <Words>215</Words>
  <Application>Microsoft Office PowerPoint</Application>
  <PresentationFormat>화면 슬라이드 쇼(4:3)</PresentationFormat>
  <Paragraphs>28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맑은 고딕</vt:lpstr>
      <vt:lpstr>Arial</vt:lpstr>
      <vt:lpstr>Calibri</vt:lpstr>
      <vt:lpstr>Times New Roman</vt:lpstr>
      <vt:lpstr>Office 테마</vt:lpstr>
      <vt:lpstr>인품, 태도 및 실력 자체평가서  진명</vt:lpstr>
      <vt:lpstr>PowerPoint 프레젠테이션</vt:lpstr>
      <vt:lpstr>PowerPoint 프레젠테이션</vt:lpstr>
      <vt:lpstr>PowerPoint 프레젠테이션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 JIN</cp:lastModifiedBy>
  <cp:revision>975</cp:revision>
  <dcterms:created xsi:type="dcterms:W3CDTF">2016-06-02T05:19:04Z</dcterms:created>
  <dcterms:modified xsi:type="dcterms:W3CDTF">2026-07-09T07:16:09Z</dcterms:modified>
  <cp:version/>
</cp:coreProperties>
</file>