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6"/>
  </p:notesMasterIdLst>
  <p:sldIdLst>
    <p:sldId id="318" r:id="rId2"/>
    <p:sldId id="315" r:id="rId3"/>
    <p:sldId id="316" r:id="rId4"/>
    <p:sldId id="317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83" d="100"/>
          <a:sy n="83" d="100"/>
        </p:scale>
        <p:origin x="228" y="78"/>
      </p:cViewPr>
      <p:guideLst>
        <p:guide orient="horz" pos="2183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48431-DCB5-1D39-91B8-EC90D941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인품</a:t>
            </a:r>
            <a:r>
              <a:rPr lang="en-US" altLang="ko-KR" dirty="0"/>
              <a:t>, </a:t>
            </a:r>
            <a:r>
              <a:rPr lang="ko-KR" altLang="en-US" dirty="0"/>
              <a:t>태도 및 실력</a:t>
            </a:r>
            <a:br>
              <a:rPr lang="en-US" altLang="ko-KR" dirty="0"/>
            </a:br>
            <a:r>
              <a:rPr lang="ko-KR" altLang="en-US" dirty="0"/>
              <a:t>자체평가서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386183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9153C8D-248C-A1BD-F68F-CA6F2728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6D906-D649-2B68-0DDE-D8B40A366C9E}"/>
              </a:ext>
            </a:extLst>
          </p:cNvPr>
          <p:cNvSpPr txBox="1"/>
          <p:nvPr/>
        </p:nvSpPr>
        <p:spPr>
          <a:xfrm>
            <a:off x="443060" y="348792"/>
            <a:ext cx="242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실력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EDD9A-3FD1-99D1-1751-F98B519FFE36}"/>
              </a:ext>
            </a:extLst>
          </p:cNvPr>
          <p:cNvSpPr txBox="1"/>
          <p:nvPr/>
        </p:nvSpPr>
        <p:spPr>
          <a:xfrm>
            <a:off x="612743" y="1329672"/>
            <a:ext cx="7666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r>
              <a:rPr lang="en-US" altLang="ko-KR" sz="2000" dirty="0"/>
              <a:t>1</a:t>
            </a:r>
            <a:r>
              <a:rPr lang="ko-KR" altLang="en-US" sz="2000" dirty="0"/>
              <a:t>저자 논문 </a:t>
            </a:r>
            <a:r>
              <a:rPr lang="en-US" altLang="ko-KR" sz="2000" dirty="0"/>
              <a:t>2</a:t>
            </a:r>
            <a:r>
              <a:rPr lang="ko-KR" altLang="en-US" sz="2000" dirty="0"/>
              <a:t>편 </a:t>
            </a:r>
            <a:r>
              <a:rPr lang="en-US" altLang="ko-KR" sz="2000" dirty="0"/>
              <a:t>Publish (IEEE TED, E</a:t>
            </a:r>
            <a:r>
              <a:rPr lang="ko-KR" altLang="en-US" sz="2000" dirty="0"/>
              <a:t>이</a:t>
            </a:r>
            <a:r>
              <a:rPr lang="en-US" altLang="ko-KR" sz="2000" dirty="0"/>
              <a:t> </a:t>
            </a:r>
            <a:r>
              <a:rPr lang="ko-KR" altLang="en-US" sz="2000" dirty="0"/>
              <a:t>각 </a:t>
            </a:r>
            <a:r>
              <a:rPr lang="en-US" altLang="ko-KR" sz="2000" dirty="0"/>
              <a:t>1</a:t>
            </a:r>
            <a:r>
              <a:rPr lang="ko-KR" altLang="en-US" sz="2000" dirty="0"/>
              <a:t>편</a:t>
            </a:r>
            <a:r>
              <a:rPr lang="en-US" altLang="ko-KR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/>
              <a:t>3-D NAND </a:t>
            </a:r>
            <a:r>
              <a:rPr lang="ko-KR" altLang="ko-KR" sz="2000" dirty="0" err="1"/>
              <a:t>Flash</a:t>
            </a:r>
            <a:r>
              <a:rPr lang="ko-KR" altLang="ko-KR" sz="2000" dirty="0"/>
              <a:t> </a:t>
            </a:r>
            <a:r>
              <a:rPr lang="ko-KR" altLang="ko-KR" sz="2000" dirty="0" err="1"/>
              <a:t>retention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modeling</a:t>
            </a:r>
            <a:r>
              <a:rPr lang="ko-KR" altLang="ko-KR" sz="2000" dirty="0"/>
              <a:t> 연구를 수행하여 IEEE TED 및 IEEE </a:t>
            </a:r>
            <a:r>
              <a:rPr lang="ko-KR" altLang="ko-KR" sz="2000" dirty="0" err="1"/>
              <a:t>EDL에</a:t>
            </a:r>
            <a:r>
              <a:rPr lang="ko-KR" altLang="ko-KR" sz="2000" dirty="0"/>
              <a:t> 각각 </a:t>
            </a:r>
            <a:r>
              <a:rPr lang="ko-KR" altLang="ko-KR" sz="2000" dirty="0" err="1"/>
              <a:t>투고·게재함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/>
              <a:t>TCAD </a:t>
            </a:r>
            <a:r>
              <a:rPr lang="ko-KR" altLang="ko-KR" sz="2000" dirty="0" err="1"/>
              <a:t>simulation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analytical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modeling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device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physics</a:t>
            </a:r>
            <a:r>
              <a:rPr lang="ko-KR" altLang="ko-KR" sz="2000" dirty="0"/>
              <a:t> 해석을 연결하여 물리 기반 모델링 역량을 입증함.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587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3EAA-5D0F-1201-642E-D432FCF0F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1F9EFE-5C4B-2FC3-B605-F10267EC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8F976-1ED0-4506-11BB-097DFE12539C}"/>
              </a:ext>
            </a:extLst>
          </p:cNvPr>
          <p:cNvSpPr txBox="1"/>
          <p:nvPr/>
        </p:nvSpPr>
        <p:spPr>
          <a:xfrm>
            <a:off x="443060" y="348792"/>
            <a:ext cx="242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947AE-2917-47B0-FB72-740CB90AD8CA}"/>
              </a:ext>
            </a:extLst>
          </p:cNvPr>
          <p:cNvSpPr txBox="1"/>
          <p:nvPr/>
        </p:nvSpPr>
        <p:spPr>
          <a:xfrm>
            <a:off x="612743" y="1341248"/>
            <a:ext cx="76660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장점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/>
              <a:t>개인의 성과보다 연구실의 방향과 공동체의 지속성을 우선하는 자세로 생활함.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/>
              <a:t>연구실 업무, 자료, 경험을 성실히 공유하고 인수인계 이후의 후속 질문에도 책임 있게 대응함.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376EF-B118-5D38-1405-5CB7B290E7C8}"/>
              </a:ext>
            </a:extLst>
          </p:cNvPr>
          <p:cNvSpPr txBox="1"/>
          <p:nvPr/>
        </p:nvSpPr>
        <p:spPr>
          <a:xfrm>
            <a:off x="612743" y="3848799"/>
            <a:ext cx="7666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단점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연구실에 헌신하는 과정에 있어서 내가 옳다고 생각하는 방식으로 추진하려는 방향</a:t>
            </a:r>
          </a:p>
        </p:txBody>
      </p:sp>
    </p:spTree>
    <p:extLst>
      <p:ext uri="{BB962C8B-B14F-4D97-AF65-F5344CB8AC3E}">
        <p14:creationId xmlns:p14="http://schemas.microsoft.com/office/powerpoint/2010/main" val="3344830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79A2-093A-D79A-ADB9-8558A0CC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13AB60-7B19-6718-4B3C-BDDA8634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231EF-28B3-A7D7-925C-C5DBEE35DC5A}"/>
              </a:ext>
            </a:extLst>
          </p:cNvPr>
          <p:cNvSpPr txBox="1"/>
          <p:nvPr/>
        </p:nvSpPr>
        <p:spPr>
          <a:xfrm>
            <a:off x="443060" y="348792"/>
            <a:ext cx="242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38A1C-D99F-DA48-565F-B74FD3296297}"/>
              </a:ext>
            </a:extLst>
          </p:cNvPr>
          <p:cNvSpPr txBox="1"/>
          <p:nvPr/>
        </p:nvSpPr>
        <p:spPr>
          <a:xfrm>
            <a:off x="612743" y="1329672"/>
            <a:ext cx="7666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맡은 바에 대한 책임감 있는 태도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/>
              <a:t>학업과 진로에 대한 고민 속에서도 맡은 역할과 특성화대학 사업을 끝까지 수행하려는 태도를 유지함.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r>
              <a:rPr lang="ko-KR" altLang="en-US" sz="2000" dirty="0"/>
              <a:t>진행하는 연구에 대해서는 </a:t>
            </a:r>
            <a:r>
              <a:rPr lang="ko-KR" altLang="en-US" sz="2000" dirty="0" err="1"/>
              <a:t>타협없는</a:t>
            </a:r>
            <a:r>
              <a:rPr lang="ko-KR" altLang="en-US" sz="2000" dirty="0"/>
              <a:t> 태도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/>
              <a:t>단순한 결과 </a:t>
            </a:r>
            <a:r>
              <a:rPr lang="ko-KR" altLang="ko-KR" sz="2000" dirty="0" err="1"/>
              <a:t>fitting보다</a:t>
            </a:r>
            <a:r>
              <a:rPr lang="ko-KR" altLang="ko-KR" sz="2000" dirty="0"/>
              <a:t> 물리적 근거와 설명 가능성을 중시하며 연구 방향을 원칙 있게 정립함.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0104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144</Words>
  <Application>Microsoft Office PowerPoint</Application>
  <PresentationFormat>화면 슬라이드 쇼(4:3)</PresentationFormat>
  <Paragraphs>26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Times New Roman</vt:lpstr>
      <vt:lpstr>Office 테마</vt:lpstr>
      <vt:lpstr>인품, 태도 및 실력 자체평가서  진명</vt:lpstr>
      <vt:lpstr>PowerPoint 프레젠테이션</vt:lpstr>
      <vt:lpstr>PowerPoint 프레젠테이션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971</cp:revision>
  <dcterms:created xsi:type="dcterms:W3CDTF">2016-06-02T05:19:04Z</dcterms:created>
  <dcterms:modified xsi:type="dcterms:W3CDTF">2026-07-07T16:34:22Z</dcterms:modified>
  <cp:version/>
</cp:coreProperties>
</file>