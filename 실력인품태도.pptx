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3"/>
  </p:notesMasterIdLst>
  <p:sldIdLst>
    <p:sldId id="315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49" autoAdjust="0"/>
    <p:restoredTop sz="97300" autoAdjust="0"/>
  </p:normalViewPr>
  <p:slideViewPr>
    <p:cSldViewPr snapToGrid="0">
      <p:cViewPr varScale="1">
        <p:scale>
          <a:sx n="97" d="100"/>
          <a:sy n="97" d="100"/>
        </p:scale>
        <p:origin x="102" y="1194"/>
      </p:cViewPr>
      <p:guideLst>
        <p:guide orient="horz" pos="2183"/>
        <p:guide pos="2857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2026-07-06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7AFC566-22A4-29F2-DC8E-5E0F72383F7D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  <p:sp>
        <p:nvSpPr>
          <p:cNvPr id="12" name="슬라이드 번호 개체 틀 1">
            <a:extLst>
              <a:ext uri="{FF2B5EF4-FFF2-40B4-BE49-F238E27FC236}">
                <a16:creationId xmlns:a16="http://schemas.microsoft.com/office/drawing/2014/main" id="{73E09DDB-F9AA-B7CF-1BD1-467229BF433E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A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7AFC566-22A4-29F2-DC8E-5E0F72383F7D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A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9153C8D-248C-A1BD-F68F-CA6F27282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CB1-DA8A-44BB-A4A9-D7F9352F01ED}" type="slidenum">
              <a:rPr lang="ko-KR" altLang="en-US" smtClean="0"/>
              <a:t>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76D906-D649-2B68-0DDE-D8B40A366C9E}"/>
              </a:ext>
            </a:extLst>
          </p:cNvPr>
          <p:cNvSpPr txBox="1"/>
          <p:nvPr/>
        </p:nvSpPr>
        <p:spPr>
          <a:xfrm>
            <a:off x="443060" y="348792"/>
            <a:ext cx="2422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실력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4C913-BBE8-944F-102A-F25ABC7CBB87}"/>
              </a:ext>
            </a:extLst>
          </p:cNvPr>
          <p:cNvSpPr txBox="1"/>
          <p:nvPr/>
        </p:nvSpPr>
        <p:spPr>
          <a:xfrm>
            <a:off x="443060" y="2196446"/>
            <a:ext cx="2422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C0A6CD-9B46-A324-9FE6-FE536CC74B19}"/>
              </a:ext>
            </a:extLst>
          </p:cNvPr>
          <p:cNvSpPr txBox="1"/>
          <p:nvPr/>
        </p:nvSpPr>
        <p:spPr>
          <a:xfrm>
            <a:off x="443060" y="4278699"/>
            <a:ext cx="2422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태도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EEDD9A-3FD1-99D1-1751-F98B519FFE36}"/>
              </a:ext>
            </a:extLst>
          </p:cNvPr>
          <p:cNvSpPr txBox="1"/>
          <p:nvPr/>
        </p:nvSpPr>
        <p:spPr>
          <a:xfrm>
            <a:off x="612743" y="762513"/>
            <a:ext cx="76660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3-D NAND </a:t>
            </a:r>
            <a:r>
              <a:rPr lang="ko-KR" altLang="ko-KR" sz="2000" dirty="0" err="1"/>
              <a:t>Flash</a:t>
            </a:r>
            <a:r>
              <a:rPr lang="ko-KR" altLang="ko-KR" sz="2000" dirty="0"/>
              <a:t> </a:t>
            </a:r>
            <a:r>
              <a:rPr lang="ko-KR" altLang="ko-KR" sz="2000" dirty="0" err="1"/>
              <a:t>retention</a:t>
            </a:r>
            <a:r>
              <a:rPr lang="ko-KR" altLang="ko-KR" sz="2000" dirty="0"/>
              <a:t> </a:t>
            </a:r>
            <a:r>
              <a:rPr lang="ko-KR" altLang="ko-KR" sz="2000" dirty="0" err="1"/>
              <a:t>modeling</a:t>
            </a:r>
            <a:r>
              <a:rPr lang="ko-KR" altLang="ko-KR" sz="2000" dirty="0"/>
              <a:t> 연구를 수행하여 IEEE TED 및 IEEE </a:t>
            </a:r>
            <a:r>
              <a:rPr lang="ko-KR" altLang="ko-KR" sz="2000" dirty="0" err="1"/>
              <a:t>EDL에</a:t>
            </a:r>
            <a:r>
              <a:rPr lang="ko-KR" altLang="ko-KR" sz="2000" dirty="0"/>
              <a:t> 각각 </a:t>
            </a:r>
            <a:r>
              <a:rPr lang="ko-KR" altLang="ko-KR" sz="2000" dirty="0" err="1"/>
              <a:t>투고·게재함</a:t>
            </a:r>
            <a:r>
              <a:rPr lang="ko-KR" altLang="ko-KR" sz="2000" dirty="0"/>
              <a:t>.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TCAD </a:t>
            </a:r>
            <a:r>
              <a:rPr lang="ko-KR" altLang="ko-KR" sz="2000" dirty="0" err="1"/>
              <a:t>simulation</a:t>
            </a:r>
            <a:r>
              <a:rPr lang="ko-KR" altLang="ko-KR" sz="2000" dirty="0"/>
              <a:t>, </a:t>
            </a:r>
            <a:r>
              <a:rPr lang="ko-KR" altLang="ko-KR" sz="2000" dirty="0" err="1"/>
              <a:t>analytical</a:t>
            </a:r>
            <a:r>
              <a:rPr lang="ko-KR" altLang="ko-KR" sz="2000" dirty="0"/>
              <a:t> </a:t>
            </a:r>
            <a:r>
              <a:rPr lang="ko-KR" altLang="ko-KR" sz="2000" dirty="0" err="1"/>
              <a:t>modeling</a:t>
            </a:r>
            <a:r>
              <a:rPr lang="ko-KR" altLang="ko-KR" sz="2000" dirty="0"/>
              <a:t>, </a:t>
            </a:r>
            <a:r>
              <a:rPr lang="ko-KR" altLang="ko-KR" sz="2000" dirty="0" err="1"/>
              <a:t>device</a:t>
            </a:r>
            <a:r>
              <a:rPr lang="ko-KR" altLang="ko-KR" sz="2000" dirty="0"/>
              <a:t> </a:t>
            </a:r>
            <a:r>
              <a:rPr lang="ko-KR" altLang="ko-KR" sz="2000" dirty="0" err="1"/>
              <a:t>physics</a:t>
            </a:r>
            <a:r>
              <a:rPr lang="ko-KR" altLang="ko-KR" sz="2000" dirty="0"/>
              <a:t> 해석을 연결하여 물리 기반 모델링 역량을 입증함.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68BF02-80B1-1779-BBEF-1571982DA553}"/>
              </a:ext>
            </a:extLst>
          </p:cNvPr>
          <p:cNvSpPr txBox="1"/>
          <p:nvPr/>
        </p:nvSpPr>
        <p:spPr>
          <a:xfrm>
            <a:off x="612743" y="2720661"/>
            <a:ext cx="76660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개인의 성과보다 연구실의 방향과 공동체의 지속성을 우선하는 자세로 생활함.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연구실 업무, 자료, 경험을 성실히 공유하고 인수인계 이후의 후속 질문에도 책임 있게 대응함.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2A08EA-D9EA-89C8-ADFA-76A57C7488FD}"/>
              </a:ext>
            </a:extLst>
          </p:cNvPr>
          <p:cNvSpPr txBox="1"/>
          <p:nvPr/>
        </p:nvSpPr>
        <p:spPr>
          <a:xfrm>
            <a:off x="612743" y="4804587"/>
            <a:ext cx="76660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학업과 진로에 대한 고민 속에서도 맡은 역할과 특성화대학 사업을 끝까지 수행하려는 태도를 유지함.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단순한 결과 </a:t>
            </a:r>
            <a:r>
              <a:rPr lang="ko-KR" altLang="ko-KR" sz="2000" dirty="0" err="1"/>
              <a:t>fitting보다</a:t>
            </a:r>
            <a:r>
              <a:rPr lang="ko-KR" altLang="ko-KR" sz="2000" dirty="0"/>
              <a:t> 물리적 근거와 설명 가능성을 중시하며 연구 방향을 원칙 있게 정립함.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35875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1977</TotalTime>
  <Words>93</Words>
  <Application>Microsoft Office PowerPoint</Application>
  <PresentationFormat>화면 슬라이드 쇼(4:3)</PresentationFormat>
  <Paragraphs>10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Arial</vt:lpstr>
      <vt:lpstr>Calibri</vt:lpstr>
      <vt:lpstr>Times New Roman</vt:lpstr>
      <vt:lpstr>Office 테마</vt:lpstr>
      <vt:lpstr>PowerPoint 프레젠테이션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969</cp:revision>
  <dcterms:created xsi:type="dcterms:W3CDTF">2016-06-02T05:19:04Z</dcterms:created>
  <dcterms:modified xsi:type="dcterms:W3CDTF">2026-07-06T15:43:37Z</dcterms:modified>
  <cp:version/>
</cp:coreProperties>
</file>