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72" r:id="rId1"/>
  </p:sldMasterIdLst>
  <p:notesMasterIdLst>
    <p:notesMasterId r:id="rId3"/>
  </p:notesMasterIdLst>
  <p:sldIdLst>
    <p:sldId id="315" r:id="rId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48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49" autoAdjust="0"/>
    <p:restoredTop sz="97300" autoAdjust="0"/>
  </p:normalViewPr>
  <p:slideViewPr>
    <p:cSldViewPr snapToGrid="0">
      <p:cViewPr varScale="1">
        <p:scale>
          <a:sx n="102" d="100"/>
          <a:sy n="102" d="100"/>
        </p:scale>
        <p:origin x="1590" y="108"/>
      </p:cViewPr>
      <p:guideLst>
        <p:guide orient="horz" pos="2183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121" d="100"/>
          <a:sy n="121" d="100"/>
        </p:scale>
        <p:origin x="502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8180F2F1-247D-439A-AE1A-1AD18BF0EBC5}" type="datetime1">
              <a:rPr lang="ko-KR" altLang="en-US"/>
              <a:pPr lvl="0">
                <a:defRPr/>
              </a:pPr>
              <a:t>2026-07-06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969D8441-CF3E-4C34-A420-65ADD8A7BB05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C47ACFDF-210B-4108-EB77-9160E7834D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kumimoji="1" lang="en-US" sz="3200" b="1" dirty="0">
                <a:solidFill>
                  <a:srgbClr val="0000FF"/>
                </a:solidFill>
                <a:effectLst/>
                <a:latin typeface="Calibri"/>
                <a:ea typeface="굴림"/>
                <a:cs typeface="굴림"/>
              </a:defRPr>
            </a:lvl1pPr>
          </a:lstStyle>
          <a:p>
            <a:pPr lvl="0" algn="ctr"/>
            <a:r>
              <a:rPr lang="ko-KR" altLang="en-US" dirty="0"/>
              <a:t>제목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진명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27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B732FBD-70BB-590B-EED9-6BA8F8E91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65556"/>
            <a:ext cx="895574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defRPr lang="en-US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algn="ctr"/>
            <a:endParaRPr lang="en-US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68D360D-C118-14A3-C8B6-E639F8DD026C}"/>
              </a:ext>
            </a:extLst>
          </p:cNvPr>
          <p:cNvCxnSpPr/>
          <p:nvPr userDrawn="1"/>
        </p:nvCxnSpPr>
        <p:spPr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w="med" len="med"/>
          </a:ln>
          <a:effectLst/>
        </p:spPr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AFC566-22A4-29F2-DC8E-5E0F72383F7D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 dirty="0">
                <a:solidFill>
                  <a:srgbClr val="FFFFFF"/>
                </a:solidFill>
              </a:rPr>
              <a:t>/ 9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73710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_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C47ACFDF-210B-4108-EB77-9160E7834D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kumimoji="1" lang="en-US" sz="3200" b="1" dirty="0">
                <a:solidFill>
                  <a:srgbClr val="0000FF"/>
                </a:solidFill>
                <a:effectLst/>
                <a:latin typeface="Calibri"/>
                <a:ea typeface="굴림"/>
                <a:cs typeface="굴림"/>
              </a:defRPr>
            </a:lvl1pPr>
          </a:lstStyle>
          <a:p>
            <a:pPr lvl="0" algn="ctr"/>
            <a:r>
              <a:rPr lang="ko-KR" altLang="en-US" dirty="0"/>
              <a:t>제목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진명</a:t>
            </a:r>
            <a:endParaRPr lang="en-US" dirty="0"/>
          </a:p>
        </p:txBody>
      </p:sp>
      <p:sp>
        <p:nvSpPr>
          <p:cNvPr id="12" name="슬라이드 번호 개체 틀 1">
            <a:extLst>
              <a:ext uri="{FF2B5EF4-FFF2-40B4-BE49-F238E27FC236}">
                <a16:creationId xmlns:a16="http://schemas.microsoft.com/office/drawing/2014/main" id="{73E09DDB-F9AA-B7CF-1BD1-467229BF433E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 dirty="0">
                <a:solidFill>
                  <a:srgbClr val="FFFFFF"/>
                </a:solidFill>
              </a:rPr>
              <a:t>/ A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637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_본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B732FBD-70BB-590B-EED9-6BA8F8E91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65556"/>
            <a:ext cx="895574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defRPr lang="en-US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algn="ctr"/>
            <a:endParaRPr lang="en-US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68D360D-C118-14A3-C8B6-E639F8DD026C}"/>
              </a:ext>
            </a:extLst>
          </p:cNvPr>
          <p:cNvCxnSpPr/>
          <p:nvPr userDrawn="1"/>
        </p:nvCxnSpPr>
        <p:spPr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w="med" len="med"/>
          </a:ln>
          <a:effectLst/>
        </p:spPr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AFC566-22A4-29F2-DC8E-5E0F72383F7D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 dirty="0">
                <a:solidFill>
                  <a:srgbClr val="FFFFFF"/>
                </a:solidFill>
              </a:rPr>
              <a:t>/ A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3303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34A334C5-B9FA-4ED1-A744-F408B6777B24}" type="datetime1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00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9E5042A7-DF43-46DE-92FC-CFB97544BBB3}" type="datetime1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779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916D5AD-5A6F-454C-9545-6885344E280D}" type="datetime1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6316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3F7BB00-28E5-4A3B-9E5F-1F4BB3A8F165}" type="datetime1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5328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CEAC59B-C817-48F5-8ACE-D9D17C2470A4}" type="datetime1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4692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3B0509C-DF52-4D9E-B08B-80FF4BADBE5B}" type="datetime1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1618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D7E32654-65AB-44C2-B15A-24814E9FAC6C}" type="datetime1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39343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A4443EB-2E16-4E63-8781-456863843F67}" type="datetime1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12590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33B04AE-6A3D-446A-BA2E-D60D9DF7E98F}" type="datetime1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87923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F9506-E5DD-4FE8-0BB7-EACC1C891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25DBDE6-F08E-5E13-9BC0-67987A6A88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DDA8C695-F3F3-4DFA-BE8E-F96FA1E20C9A}" type="datetime1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7BAB051-DD19-19B3-C999-DD1B7F47C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796CDF9-9319-B249-5F10-09AFE0D96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8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7706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 latinLnBrk="1">
              <a:defRPr/>
            </a:pPr>
            <a:endParaRPr kumimoji="1" lang="ko-KR" altLang="en-US" sz="4400" b="1" dirty="0">
              <a:solidFill>
                <a:srgbClr val="0000FF"/>
              </a:solidFill>
              <a:effectLst/>
              <a:latin typeface="Calibri"/>
              <a:ea typeface="굴림"/>
              <a:cs typeface="굴림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5B2251B-B63B-3A95-4A71-181753A1254A}"/>
              </a:ext>
            </a:extLst>
          </p:cNvPr>
          <p:cNvSpPr/>
          <p:nvPr userDrawn="1"/>
        </p:nvSpPr>
        <p:spPr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w="med" len="med"/>
            <a:tailEnd w="med" len="med"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</a:bodyPr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1600" b="0" i="0" u="none" strike="noStrike" cap="none" normalizeH="0">
              <a:solidFill>
                <a:schemeClr val="tx1"/>
              </a:solidFill>
              <a:effectLst/>
              <a:latin typeface="Times New Roman"/>
              <a:ea typeface="맑은 고딕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5AE41EA-423B-2D50-1B61-33F790630545}"/>
              </a:ext>
            </a:extLst>
          </p:cNvPr>
          <p:cNvSpPr/>
          <p:nvPr userDrawn="1"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>
                <a:solidFill>
                  <a:schemeClr val="bg1">
                    <a:lumMod val="75000"/>
                  </a:schemeClr>
                </a:solidFill>
                <a:latin typeface="Times New Roman"/>
                <a:ea typeface="맑은 고딕"/>
                <a:cs typeface="Times New Roman"/>
              </a:rPr>
              <a:t>School of Electrical Engineering, Seoul National University</a:t>
            </a:r>
            <a:endParaRPr lang="en-US" altLang="ko-KR" sz="1100" b="1" kern="0">
              <a:solidFill>
                <a:schemeClr val="bg1">
                  <a:lumMod val="75000"/>
                </a:schemeClr>
              </a:solidFill>
              <a:latin typeface="Times New Roman"/>
              <a:ea typeface="맑은 고딕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E44581E-9BA8-E469-247F-0330F2662E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/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822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4" r:id="rId3"/>
    <p:sldLayoutId id="2147483675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3" r:id="rId14"/>
  </p:sldLayoutIdLst>
  <p:hf hdr="0" ftr="0" dt="0"/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9153C8D-248C-A1BD-F68F-CA6F27282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CB1-DA8A-44BB-A4A9-D7F9352F01ED}" type="slidenum">
              <a:rPr lang="ko-KR" altLang="en-US" smtClean="0"/>
              <a:t>0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76D906-D649-2B68-0DDE-D8B40A366C9E}"/>
              </a:ext>
            </a:extLst>
          </p:cNvPr>
          <p:cNvSpPr txBox="1"/>
          <p:nvPr/>
        </p:nvSpPr>
        <p:spPr>
          <a:xfrm>
            <a:off x="443060" y="348792"/>
            <a:ext cx="2422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실력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E4C913-BBE8-944F-102A-F25ABC7CBB87}"/>
              </a:ext>
            </a:extLst>
          </p:cNvPr>
          <p:cNvSpPr txBox="1"/>
          <p:nvPr/>
        </p:nvSpPr>
        <p:spPr>
          <a:xfrm>
            <a:off x="443060" y="2196446"/>
            <a:ext cx="2422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인품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C0A6CD-9B46-A324-9FE6-FE536CC74B19}"/>
              </a:ext>
            </a:extLst>
          </p:cNvPr>
          <p:cNvSpPr txBox="1"/>
          <p:nvPr/>
        </p:nvSpPr>
        <p:spPr>
          <a:xfrm>
            <a:off x="443060" y="4468306"/>
            <a:ext cx="2422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태도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EEDD9A-3FD1-99D1-1751-F98B519FFE36}"/>
              </a:ext>
            </a:extLst>
          </p:cNvPr>
          <p:cNvSpPr txBox="1"/>
          <p:nvPr/>
        </p:nvSpPr>
        <p:spPr>
          <a:xfrm>
            <a:off x="612743" y="762513"/>
            <a:ext cx="2422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실력</a:t>
            </a:r>
          </a:p>
        </p:txBody>
      </p:sp>
    </p:spTree>
    <p:extLst>
      <p:ext uri="{BB962C8B-B14F-4D97-AF65-F5344CB8AC3E}">
        <p14:creationId xmlns:p14="http://schemas.microsoft.com/office/powerpoint/2010/main" val="27358754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 dirty="0" smtClean="0">
            <a:ln w="9525">
              <a:solidFill>
                <a:schemeClr val="tx1">
                  <a:alpha val="29000"/>
                </a:schemeClr>
              </a:solidFill>
            </a:ln>
            <a:latin typeface="Times New Roman"/>
            <a:ea typeface="맑은 고딕"/>
            <a:cs typeface="Times New Roman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1931</TotalTime>
  <Words>5</Words>
  <Application>Microsoft Office PowerPoint</Application>
  <PresentationFormat>화면 슬라이드 쇼(4:3)</PresentationFormat>
  <Paragraphs>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Arial</vt:lpstr>
      <vt:lpstr>Calibri</vt:lpstr>
      <vt:lpstr>Times New Roman</vt:lpstr>
      <vt:lpstr>Office 테마</vt:lpstr>
      <vt:lpstr>PowerPoint 프레젠테이션</vt:lpstr>
    </vt:vector>
  </TitlesOfParts>
  <Manager/>
  <Company>Microsoft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</dc:creator>
  <cp:lastModifiedBy>MYUNG JIN</cp:lastModifiedBy>
  <cp:revision>968</cp:revision>
  <dcterms:created xsi:type="dcterms:W3CDTF">2016-06-02T05:19:04Z</dcterms:created>
  <dcterms:modified xsi:type="dcterms:W3CDTF">2026-07-06T13:13:19Z</dcterms:modified>
  <cp:version/>
</cp:coreProperties>
</file>